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embeddedFontLst>
    <p:embeddedFont>
      <p:font typeface="Meiryo" panose="020B0604030504040204" pitchFamily="50" charset="-128"/>
      <p:regular r:id="rId38"/>
      <p:bold r:id="rId39"/>
      <p:italic r:id="rId40"/>
      <p:boldItalic r:id="rId41"/>
    </p:embeddedFont>
    <p:embeddedFont>
      <p:font typeface="游ゴシック" panose="020B0400000000000000" pitchFamily="50" charset="-128"/>
      <p:regular r:id="rId42"/>
      <p:bold r:id="rId43"/>
    </p:embeddedFont>
    <p:embeddedFont>
      <p:font typeface="游ゴシック Light" panose="020B0300000000000000" pitchFamily="50" charset="-128"/>
      <p:regular r:id="rId44"/>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4.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連続 J=0</c:v>
          </c:tx>
          <c:spPr>
            <a:ln w="25400" cap="rnd">
              <a:solidFill>
                <a:srgbClr val="007F86"/>
              </a:solidFill>
              <a:round/>
            </a:ln>
            <a:effectLst/>
          </c:spPr>
          <c:marker>
            <c:symbol val="none"/>
          </c:marker>
          <c:xVal>
            <c:numRef>
              <c:f>データ!$A$2:$A$102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データ!$B$2:$B$102</c:f>
              <c:numCache>
                <c:formatCode>General</c:formatCode>
                <c:ptCount val="101"/>
                <c:pt idx="0">
                  <c:v>1</c:v>
                </c:pt>
                <c:pt idx="1">
                  <c:v>0.98</c:v>
                </c:pt>
                <c:pt idx="2">
                  <c:v>0.96</c:v>
                </c:pt>
                <c:pt idx="3">
                  <c:v>0.94</c:v>
                </c:pt>
                <c:pt idx="4">
                  <c:v>0.92</c:v>
                </c:pt>
                <c:pt idx="5">
                  <c:v>0.9</c:v>
                </c:pt>
                <c:pt idx="6">
                  <c:v>0.88</c:v>
                </c:pt>
                <c:pt idx="7">
                  <c:v>0.86</c:v>
                </c:pt>
                <c:pt idx="8">
                  <c:v>0.84</c:v>
                </c:pt>
                <c:pt idx="9">
                  <c:v>0.82000000000000006</c:v>
                </c:pt>
                <c:pt idx="10">
                  <c:v>0.8</c:v>
                </c:pt>
                <c:pt idx="11">
                  <c:v>0.78</c:v>
                </c:pt>
                <c:pt idx="12">
                  <c:v>0.76</c:v>
                </c:pt>
                <c:pt idx="13">
                  <c:v>0.74</c:v>
                </c:pt>
                <c:pt idx="14">
                  <c:v>0.72</c:v>
                </c:pt>
                <c:pt idx="15">
                  <c:v>0.7</c:v>
                </c:pt>
                <c:pt idx="16">
                  <c:v>0.67999999999999994</c:v>
                </c:pt>
                <c:pt idx="17">
                  <c:v>0.65999999999999992</c:v>
                </c:pt>
                <c:pt idx="18">
                  <c:v>0.64</c:v>
                </c:pt>
                <c:pt idx="19">
                  <c:v>0.62</c:v>
                </c:pt>
                <c:pt idx="20">
                  <c:v>0.6</c:v>
                </c:pt>
                <c:pt idx="21">
                  <c:v>0.58000000000000007</c:v>
                </c:pt>
                <c:pt idx="22">
                  <c:v>0.56000000000000005</c:v>
                </c:pt>
                <c:pt idx="23">
                  <c:v>0.54</c:v>
                </c:pt>
                <c:pt idx="24">
                  <c:v>0.52</c:v>
                </c:pt>
                <c:pt idx="25">
                  <c:v>0.5</c:v>
                </c:pt>
                <c:pt idx="26">
                  <c:v>0.48</c:v>
                </c:pt>
                <c:pt idx="27">
                  <c:v>0.46</c:v>
                </c:pt>
                <c:pt idx="28">
                  <c:v>0.43999999999999995</c:v>
                </c:pt>
                <c:pt idx="29">
                  <c:v>0.42</c:v>
                </c:pt>
                <c:pt idx="30">
                  <c:v>0.4</c:v>
                </c:pt>
                <c:pt idx="31">
                  <c:v>0.38</c:v>
                </c:pt>
                <c:pt idx="32">
                  <c:v>0.36</c:v>
                </c:pt>
                <c:pt idx="33">
                  <c:v>0.33999999999999997</c:v>
                </c:pt>
                <c:pt idx="34">
                  <c:v>0.31999999999999995</c:v>
                </c:pt>
                <c:pt idx="35">
                  <c:v>0.30000000000000004</c:v>
                </c:pt>
                <c:pt idx="36">
                  <c:v>0.28000000000000003</c:v>
                </c:pt>
                <c:pt idx="37">
                  <c:v>0.26</c:v>
                </c:pt>
                <c:pt idx="38">
                  <c:v>0.24</c:v>
                </c:pt>
                <c:pt idx="39">
                  <c:v>0.21999999999999997</c:v>
                </c:pt>
                <c:pt idx="40">
                  <c:v>0.19999999999999996</c:v>
                </c:pt>
                <c:pt idx="41">
                  <c:v>0.18000000000000005</c:v>
                </c:pt>
                <c:pt idx="42">
                  <c:v>0.16000000000000003</c:v>
                </c:pt>
                <c:pt idx="43">
                  <c:v>0.14000000000000001</c:v>
                </c:pt>
                <c:pt idx="44">
                  <c:v>0.12</c:v>
                </c:pt>
                <c:pt idx="45">
                  <c:v>9.9999999999999978E-2</c:v>
                </c:pt>
                <c:pt idx="46">
                  <c:v>7.999999999999996E-2</c:v>
                </c:pt>
                <c:pt idx="47">
                  <c:v>6.0000000000000053E-2</c:v>
                </c:pt>
                <c:pt idx="48">
                  <c:v>4.0000000000000029E-2</c:v>
                </c:pt>
                <c:pt idx="49">
                  <c:v>2.0000000000000014E-2</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Cache>
            </c:numRef>
          </c:yVal>
          <c:smooth val="0"/>
          <c:extLst>
            <c:ext xmlns:c16="http://schemas.microsoft.com/office/drawing/2014/chart" uri="{C3380CC4-5D6E-409C-BE32-E72D297353CC}">
              <c16:uniqueId val="{00000001-5394-458A-920F-C882DAAA8B15}"/>
            </c:ext>
          </c:extLst>
        </c:ser>
        <c:ser>
          <c:idx val="1"/>
          <c:order val="1"/>
          <c:tx>
            <c:v>不連続 J&gt;0</c:v>
          </c:tx>
          <c:spPr>
            <a:ln w="25400" cap="rnd">
              <a:solidFill>
                <a:srgbClr val="CC6733"/>
              </a:solidFill>
              <a:round/>
            </a:ln>
            <a:effectLst/>
          </c:spPr>
          <c:marker>
            <c:symbol val="none"/>
          </c:marker>
          <c:xVal>
            <c:numRef>
              <c:f>データ!$D$2:$D$103</c:f>
              <c:numCache>
                <c:formatCode>General</c:formatCode>
                <c:ptCount val="102"/>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c:v>
                </c:pt>
                <c:pt idx="52">
                  <c:v>0.51</c:v>
                </c:pt>
                <c:pt idx="53">
                  <c:v>0.52</c:v>
                </c:pt>
                <c:pt idx="54">
                  <c:v>0.53</c:v>
                </c:pt>
                <c:pt idx="55">
                  <c:v>0.54</c:v>
                </c:pt>
                <c:pt idx="56">
                  <c:v>0.55000000000000004</c:v>
                </c:pt>
                <c:pt idx="57">
                  <c:v>0.56000000000000005</c:v>
                </c:pt>
                <c:pt idx="58">
                  <c:v>0.56999999999999995</c:v>
                </c:pt>
                <c:pt idx="59">
                  <c:v>0.57999999999999996</c:v>
                </c:pt>
                <c:pt idx="60">
                  <c:v>0.59</c:v>
                </c:pt>
                <c:pt idx="61">
                  <c:v>0.6</c:v>
                </c:pt>
                <c:pt idx="62">
                  <c:v>0.61</c:v>
                </c:pt>
                <c:pt idx="63">
                  <c:v>0.62</c:v>
                </c:pt>
                <c:pt idx="64">
                  <c:v>0.63</c:v>
                </c:pt>
                <c:pt idx="65">
                  <c:v>0.64</c:v>
                </c:pt>
                <c:pt idx="66">
                  <c:v>0.65</c:v>
                </c:pt>
                <c:pt idx="67">
                  <c:v>0.66</c:v>
                </c:pt>
                <c:pt idx="68">
                  <c:v>0.67</c:v>
                </c:pt>
                <c:pt idx="69">
                  <c:v>0.68</c:v>
                </c:pt>
                <c:pt idx="70">
                  <c:v>0.69</c:v>
                </c:pt>
                <c:pt idx="71">
                  <c:v>0.7</c:v>
                </c:pt>
                <c:pt idx="72">
                  <c:v>0.71</c:v>
                </c:pt>
                <c:pt idx="73">
                  <c:v>0.72</c:v>
                </c:pt>
                <c:pt idx="74">
                  <c:v>0.73</c:v>
                </c:pt>
                <c:pt idx="75">
                  <c:v>0.74</c:v>
                </c:pt>
                <c:pt idx="76">
                  <c:v>0.75</c:v>
                </c:pt>
                <c:pt idx="77">
                  <c:v>0.76</c:v>
                </c:pt>
                <c:pt idx="78">
                  <c:v>0.77</c:v>
                </c:pt>
                <c:pt idx="79">
                  <c:v>0.78</c:v>
                </c:pt>
                <c:pt idx="80">
                  <c:v>0.79</c:v>
                </c:pt>
                <c:pt idx="81">
                  <c:v>0.8</c:v>
                </c:pt>
                <c:pt idx="82">
                  <c:v>0.81</c:v>
                </c:pt>
                <c:pt idx="83">
                  <c:v>0.82</c:v>
                </c:pt>
                <c:pt idx="84">
                  <c:v>0.83</c:v>
                </c:pt>
                <c:pt idx="85">
                  <c:v>0.84</c:v>
                </c:pt>
                <c:pt idx="86">
                  <c:v>0.85</c:v>
                </c:pt>
                <c:pt idx="87">
                  <c:v>0.86</c:v>
                </c:pt>
                <c:pt idx="88">
                  <c:v>0.87</c:v>
                </c:pt>
                <c:pt idx="89">
                  <c:v>0.88</c:v>
                </c:pt>
                <c:pt idx="90">
                  <c:v>0.89</c:v>
                </c:pt>
                <c:pt idx="91">
                  <c:v>0.9</c:v>
                </c:pt>
                <c:pt idx="92">
                  <c:v>0.91</c:v>
                </c:pt>
                <c:pt idx="93">
                  <c:v>0.92</c:v>
                </c:pt>
                <c:pt idx="94">
                  <c:v>0.93</c:v>
                </c:pt>
                <c:pt idx="95">
                  <c:v>0.94</c:v>
                </c:pt>
                <c:pt idx="96">
                  <c:v>0.95</c:v>
                </c:pt>
                <c:pt idx="97">
                  <c:v>0.96</c:v>
                </c:pt>
                <c:pt idx="98">
                  <c:v>0.97</c:v>
                </c:pt>
                <c:pt idx="99">
                  <c:v>0.98</c:v>
                </c:pt>
                <c:pt idx="100">
                  <c:v>0.99</c:v>
                </c:pt>
                <c:pt idx="101">
                  <c:v>1</c:v>
                </c:pt>
              </c:numCache>
            </c:numRef>
          </c:xVal>
          <c:yVal>
            <c:numRef>
              <c:f>データ!$E$2:$E$103</c:f>
              <c:numCache>
                <c:formatCode>General</c:formatCode>
                <c:ptCount val="102"/>
                <c:pt idx="0">
                  <c:v>1</c:v>
                </c:pt>
                <c:pt idx="1">
                  <c:v>0.98599999999999999</c:v>
                </c:pt>
                <c:pt idx="2">
                  <c:v>0.97199999999999998</c:v>
                </c:pt>
                <c:pt idx="3">
                  <c:v>0.95799999999999996</c:v>
                </c:pt>
                <c:pt idx="4">
                  <c:v>0.94399999999999995</c:v>
                </c:pt>
                <c:pt idx="5">
                  <c:v>0.93</c:v>
                </c:pt>
                <c:pt idx="6">
                  <c:v>0.91600000000000004</c:v>
                </c:pt>
                <c:pt idx="7">
                  <c:v>0.90200000000000002</c:v>
                </c:pt>
                <c:pt idx="8">
                  <c:v>0.8879999999999999</c:v>
                </c:pt>
                <c:pt idx="9">
                  <c:v>0.87399999999999989</c:v>
                </c:pt>
                <c:pt idx="10">
                  <c:v>0.85999999999999988</c:v>
                </c:pt>
                <c:pt idx="11">
                  <c:v>0.84599999999999986</c:v>
                </c:pt>
                <c:pt idx="12">
                  <c:v>0.83199999999999985</c:v>
                </c:pt>
                <c:pt idx="13">
                  <c:v>0.81800000000000006</c:v>
                </c:pt>
                <c:pt idx="14">
                  <c:v>0.80400000000000005</c:v>
                </c:pt>
                <c:pt idx="15">
                  <c:v>0.78999999999999992</c:v>
                </c:pt>
                <c:pt idx="16">
                  <c:v>0.77599999999999991</c:v>
                </c:pt>
                <c:pt idx="17">
                  <c:v>0.7619999999999999</c:v>
                </c:pt>
                <c:pt idx="18">
                  <c:v>0.748</c:v>
                </c:pt>
                <c:pt idx="19">
                  <c:v>0.73399999999999999</c:v>
                </c:pt>
                <c:pt idx="20">
                  <c:v>0.72</c:v>
                </c:pt>
                <c:pt idx="21">
                  <c:v>0.70599999999999996</c:v>
                </c:pt>
                <c:pt idx="22">
                  <c:v>0.69199999999999995</c:v>
                </c:pt>
                <c:pt idx="23">
                  <c:v>0.67799999999999994</c:v>
                </c:pt>
                <c:pt idx="24">
                  <c:v>0.66399999999999992</c:v>
                </c:pt>
                <c:pt idx="25">
                  <c:v>0.64999999999999991</c:v>
                </c:pt>
                <c:pt idx="26">
                  <c:v>0.6359999999999999</c:v>
                </c:pt>
                <c:pt idx="27">
                  <c:v>0.62199999999999989</c:v>
                </c:pt>
                <c:pt idx="28">
                  <c:v>0.60799999999999987</c:v>
                </c:pt>
                <c:pt idx="29">
                  <c:v>0.59399999999999997</c:v>
                </c:pt>
                <c:pt idx="30">
                  <c:v>0.57999999999999996</c:v>
                </c:pt>
                <c:pt idx="31">
                  <c:v>0.56599999999999995</c:v>
                </c:pt>
                <c:pt idx="32">
                  <c:v>0.55200000000000005</c:v>
                </c:pt>
                <c:pt idx="33">
                  <c:v>0.53799999999999992</c:v>
                </c:pt>
                <c:pt idx="34">
                  <c:v>0.52399999999999991</c:v>
                </c:pt>
                <c:pt idx="35">
                  <c:v>0.51</c:v>
                </c:pt>
                <c:pt idx="36">
                  <c:v>0.496</c:v>
                </c:pt>
                <c:pt idx="37">
                  <c:v>0.48199999999999998</c:v>
                </c:pt>
                <c:pt idx="38">
                  <c:v>0.46800000000000003</c:v>
                </c:pt>
                <c:pt idx="39">
                  <c:v>0.45400000000000001</c:v>
                </c:pt>
                <c:pt idx="40">
                  <c:v>0.43999999999999995</c:v>
                </c:pt>
                <c:pt idx="41">
                  <c:v>0.4260000000000001</c:v>
                </c:pt>
                <c:pt idx="42">
                  <c:v>0.41199999999999998</c:v>
                </c:pt>
                <c:pt idx="43">
                  <c:v>0.39800000000000002</c:v>
                </c:pt>
                <c:pt idx="44">
                  <c:v>0.38400000000000001</c:v>
                </c:pt>
                <c:pt idx="45">
                  <c:v>0.37</c:v>
                </c:pt>
                <c:pt idx="46">
                  <c:v>0.35599999999999998</c:v>
                </c:pt>
                <c:pt idx="47">
                  <c:v>0.34200000000000003</c:v>
                </c:pt>
                <c:pt idx="48">
                  <c:v>0.32800000000000001</c:v>
                </c:pt>
                <c:pt idx="49">
                  <c:v>0.314</c:v>
                </c:pt>
                <c:pt idx="50">
                  <c:v>0.3</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numCache>
            </c:numRef>
          </c:yVal>
          <c:smooth val="0"/>
          <c:extLst>
            <c:ext xmlns:c16="http://schemas.microsoft.com/office/drawing/2014/chart" uri="{C3380CC4-5D6E-409C-BE32-E72D297353CC}">
              <c16:uniqueId val="{00000002-5394-458A-920F-C882DAAA8B15}"/>
            </c:ext>
          </c:extLst>
        </c:ser>
        <c:dLbls>
          <c:showLegendKey val="0"/>
          <c:showVal val="0"/>
          <c:showCatName val="0"/>
          <c:showSerName val="0"/>
          <c:showPercent val="0"/>
          <c:showBubbleSize val="0"/>
        </c:dLbls>
        <c:axId val="980395168"/>
        <c:axId val="983361264"/>
      </c:scatterChart>
      <c:valAx>
        <c:axId val="980395168"/>
        <c:scaling>
          <c:orientation val="minMax"/>
          <c:max val="1"/>
          <c:min val="0"/>
        </c:scaling>
        <c:delete val="0"/>
        <c:axPos val="b"/>
        <c:title>
          <c:tx>
            <c:rich>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ja-JP" altLang="en-US"/>
                  <a:t>辺の削除率 </a:t>
                </a:r>
                <a:r>
                  <a:rPr lang="en-US" altLang="ja-JP"/>
                  <a:t>p</a:t>
                </a:r>
                <a:r>
                  <a:rPr lang="ja-JP" altLang="en-US"/>
                  <a:t>（模式）</a:t>
                </a:r>
              </a:p>
            </c:rich>
          </c:tx>
          <c:overlay val="0"/>
          <c:spPr>
            <a:noFill/>
            <a:ln>
              <a:noFill/>
            </a:ln>
            <a:effectLst/>
          </c:spPr>
          <c:txPr>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983361264"/>
        <c:crosses val="autoZero"/>
        <c:crossBetween val="midCat"/>
      </c:valAx>
      <c:valAx>
        <c:axId val="983361264"/>
        <c:scaling>
          <c:orientation val="minMax"/>
          <c:max val="1"/>
          <c:min val="0"/>
        </c:scaling>
        <c:delete val="0"/>
        <c:axPos val="l"/>
        <c:title>
          <c:tx>
            <c:rich>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en-US" altLang="ja-JP"/>
                  <a:t>P∞</a:t>
                </a:r>
                <a:r>
                  <a:rPr lang="ja-JP" altLang="en-US"/>
                  <a:t>（模式）</a:t>
                </a:r>
              </a:p>
            </c:rich>
          </c:tx>
          <c:overlay val="0"/>
          <c:spPr>
            <a:noFill/>
            <a:ln>
              <a:noFill/>
            </a:ln>
            <a:effectLst/>
          </c:spPr>
          <c:txPr>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980395168"/>
        <c:crosses val="autoZero"/>
        <c:crossBetween val="midCat"/>
      </c:valAx>
      <c:spPr>
        <a:solidFill>
          <a:srgbClr val="FFFFFF"/>
        </a:solidFill>
        <a:ln>
          <a:noFill/>
        </a:ln>
        <a:effectLst/>
        <a:extLst>
          <a:ext uri="{91240B29-F687-4F45-9708-019B960494DF}">
            <a14:hiddenLine xmlns:a14="http://schemas.microsoft.com/office/drawing/2010/main">
              <a:noFill/>
            </a14:hiddenLine>
          </a:ext>
        </a:extLst>
      </c:spPr>
    </c:plotArea>
    <c:legend>
      <c:legendPos val="t"/>
      <c:overlay val="0"/>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rot="0" spcFirstLastPara="1" vertOverflow="ellipsis" vert="horz" wrap="square" anchor="ctr" anchorCtr="1"/>
        <a:lstStyle/>
        <a:p>
          <a:pPr>
            <a:defRPr sz="1300" b="0" i="0" u="none" strike="noStrike" kern="1200" baseline="0">
              <a:solidFill>
                <a:schemeClr val="tx1">
                  <a:lumMod val="65000"/>
                  <a:lumOff val="35000"/>
                </a:schemeClr>
              </a:solidFill>
              <a:latin typeface="Meiryo"/>
              <a:ea typeface="Meiryo"/>
              <a:cs typeface="Meiryo"/>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a:noFill/>
    </a:ln>
    <a:effectLst/>
    <a:extLst>
      <a:ext uri="{91240B29-F687-4F45-9708-019B960494DF}">
        <a14:hiddenLine xmlns:a14="http://schemas.microsoft.com/office/drawing/2010/main">
          <a:noFill/>
        </a14:hiddenLine>
      </a:ext>
    </a:extLst>
  </c:spPr>
  <c:txPr>
    <a:bodyPr/>
    <a:lstStyle/>
    <a:p>
      <a:pPr>
        <a:defRPr sz="1400">
          <a:latin typeface="Meiryo"/>
          <a:ea typeface="Meiryo"/>
          <a:cs typeface="Meiryo"/>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C=1（200回）</c:v>
          </c:tx>
          <c:spPr>
            <a:ln w="25400" cap="rnd">
              <a:solidFill>
                <a:srgbClr val="007F86"/>
              </a:solidFill>
              <a:round/>
            </a:ln>
            <a:effectLst/>
          </c:spPr>
          <c:marker>
            <c:symbol val="none"/>
          </c:marker>
          <c:xVal>
            <c:numRef>
              <c:f>データ!$A$2:$A$3998</c:f>
              <c:numCache>
                <c:formatCode>General</c:formatCode>
                <c:ptCount val="3997"/>
                <c:pt idx="0">
                  <c:v>0</c:v>
                </c:pt>
                <c:pt idx="1">
                  <c:v>2.7682086614173228E-4</c:v>
                </c:pt>
                <c:pt idx="2">
                  <c:v>2.7682086614173228E-4</c:v>
                </c:pt>
                <c:pt idx="3">
                  <c:v>5.8439960629921264E-4</c:v>
                </c:pt>
                <c:pt idx="4">
                  <c:v>5.8439960629921264E-4</c:v>
                </c:pt>
                <c:pt idx="5">
                  <c:v>8.6122047244094487E-4</c:v>
                </c:pt>
                <c:pt idx="6">
                  <c:v>8.6122047244094487E-4</c:v>
                </c:pt>
                <c:pt idx="7">
                  <c:v>1.1687992125984253E-3</c:v>
                </c:pt>
                <c:pt idx="8">
                  <c:v>1.1687992125984253E-3</c:v>
                </c:pt>
                <c:pt idx="9">
                  <c:v>1.4763779527559057E-3</c:v>
                </c:pt>
                <c:pt idx="10">
                  <c:v>1.4763779527559057E-3</c:v>
                </c:pt>
                <c:pt idx="11">
                  <c:v>1.7531988188976375E-3</c:v>
                </c:pt>
                <c:pt idx="12">
                  <c:v>1.7531988188976375E-3</c:v>
                </c:pt>
                <c:pt idx="13">
                  <c:v>2.0607775590551179E-3</c:v>
                </c:pt>
                <c:pt idx="14">
                  <c:v>2.0607775590551179E-3</c:v>
                </c:pt>
                <c:pt idx="15">
                  <c:v>2.3683562992125986E-3</c:v>
                </c:pt>
                <c:pt idx="16">
                  <c:v>2.3683562992125986E-3</c:v>
                </c:pt>
                <c:pt idx="17">
                  <c:v>2.6451771653543308E-3</c:v>
                </c:pt>
                <c:pt idx="18">
                  <c:v>2.6451771653543308E-3</c:v>
                </c:pt>
                <c:pt idx="19">
                  <c:v>2.952755905511811E-3</c:v>
                </c:pt>
                <c:pt idx="20">
                  <c:v>2.952755905511811E-3</c:v>
                </c:pt>
                <c:pt idx="21">
                  <c:v>3.2603346456692912E-3</c:v>
                </c:pt>
                <c:pt idx="22">
                  <c:v>3.2603346456692912E-3</c:v>
                </c:pt>
                <c:pt idx="23">
                  <c:v>3.5371555118110234E-3</c:v>
                </c:pt>
                <c:pt idx="24">
                  <c:v>3.5371555118110234E-3</c:v>
                </c:pt>
                <c:pt idx="25">
                  <c:v>3.844734251968504E-3</c:v>
                </c:pt>
                <c:pt idx="26">
                  <c:v>3.844734251968504E-3</c:v>
                </c:pt>
                <c:pt idx="27">
                  <c:v>4.1523129921259847E-3</c:v>
                </c:pt>
                <c:pt idx="28">
                  <c:v>4.1523129921259847E-3</c:v>
                </c:pt>
                <c:pt idx="29">
                  <c:v>4.4291338582677165E-3</c:v>
                </c:pt>
                <c:pt idx="30">
                  <c:v>4.4291338582677165E-3</c:v>
                </c:pt>
                <c:pt idx="31">
                  <c:v>4.7367125984251971E-3</c:v>
                </c:pt>
                <c:pt idx="32">
                  <c:v>4.7367125984251971E-3</c:v>
                </c:pt>
                <c:pt idx="33">
                  <c:v>5.0442913385826769E-3</c:v>
                </c:pt>
                <c:pt idx="34">
                  <c:v>5.0442913385826769E-3</c:v>
                </c:pt>
                <c:pt idx="35">
                  <c:v>5.3211122047244095E-3</c:v>
                </c:pt>
                <c:pt idx="36">
                  <c:v>5.3211122047244095E-3</c:v>
                </c:pt>
                <c:pt idx="37">
                  <c:v>5.6286909448818902E-3</c:v>
                </c:pt>
                <c:pt idx="38">
                  <c:v>5.6286909448818902E-3</c:v>
                </c:pt>
                <c:pt idx="39">
                  <c:v>5.9362696850393699E-3</c:v>
                </c:pt>
                <c:pt idx="40">
                  <c:v>5.9362696850393699E-3</c:v>
                </c:pt>
                <c:pt idx="41">
                  <c:v>6.2130905511811026E-3</c:v>
                </c:pt>
                <c:pt idx="42">
                  <c:v>6.2130905511811026E-3</c:v>
                </c:pt>
                <c:pt idx="43">
                  <c:v>6.5206692913385824E-3</c:v>
                </c:pt>
                <c:pt idx="44">
                  <c:v>6.5206692913385824E-3</c:v>
                </c:pt>
                <c:pt idx="45">
                  <c:v>6.828248031496063E-3</c:v>
                </c:pt>
                <c:pt idx="46">
                  <c:v>6.828248031496063E-3</c:v>
                </c:pt>
                <c:pt idx="47">
                  <c:v>7.1050688976377957E-3</c:v>
                </c:pt>
                <c:pt idx="48">
                  <c:v>7.1050688976377957E-3</c:v>
                </c:pt>
                <c:pt idx="49">
                  <c:v>7.4126476377952754E-3</c:v>
                </c:pt>
                <c:pt idx="50">
                  <c:v>7.4126476377952754E-3</c:v>
                </c:pt>
                <c:pt idx="51">
                  <c:v>7.7202263779527561E-3</c:v>
                </c:pt>
                <c:pt idx="52">
                  <c:v>7.7202263779527561E-3</c:v>
                </c:pt>
                <c:pt idx="53">
                  <c:v>7.9970472440944879E-3</c:v>
                </c:pt>
                <c:pt idx="54">
                  <c:v>7.9970472440944879E-3</c:v>
                </c:pt>
                <c:pt idx="55">
                  <c:v>8.3046259842519694E-3</c:v>
                </c:pt>
                <c:pt idx="56">
                  <c:v>8.3046259842519694E-3</c:v>
                </c:pt>
                <c:pt idx="57">
                  <c:v>8.6122047244094491E-3</c:v>
                </c:pt>
                <c:pt idx="58">
                  <c:v>8.6122047244094491E-3</c:v>
                </c:pt>
                <c:pt idx="59">
                  <c:v>8.8890255905511809E-3</c:v>
                </c:pt>
                <c:pt idx="60">
                  <c:v>8.8890255905511809E-3</c:v>
                </c:pt>
                <c:pt idx="61">
                  <c:v>9.1966043307086607E-3</c:v>
                </c:pt>
                <c:pt idx="62">
                  <c:v>9.1966043307086607E-3</c:v>
                </c:pt>
                <c:pt idx="63">
                  <c:v>9.5041830708661422E-3</c:v>
                </c:pt>
                <c:pt idx="64">
                  <c:v>9.5041830708661422E-3</c:v>
                </c:pt>
                <c:pt idx="65">
                  <c:v>9.781003937007874E-3</c:v>
                </c:pt>
                <c:pt idx="66">
                  <c:v>9.781003937007874E-3</c:v>
                </c:pt>
                <c:pt idx="67">
                  <c:v>1.0088582677165354E-2</c:v>
                </c:pt>
                <c:pt idx="68">
                  <c:v>1.0088582677165354E-2</c:v>
                </c:pt>
                <c:pt idx="69">
                  <c:v>1.0365403543307087E-2</c:v>
                </c:pt>
                <c:pt idx="70">
                  <c:v>1.0365403543307087E-2</c:v>
                </c:pt>
                <c:pt idx="71">
                  <c:v>1.0672982283464569E-2</c:v>
                </c:pt>
                <c:pt idx="72">
                  <c:v>1.0672982283464569E-2</c:v>
                </c:pt>
                <c:pt idx="73">
                  <c:v>1.0980561023622049E-2</c:v>
                </c:pt>
                <c:pt idx="74">
                  <c:v>1.0980561023622049E-2</c:v>
                </c:pt>
                <c:pt idx="75">
                  <c:v>1.125738188976378E-2</c:v>
                </c:pt>
                <c:pt idx="76">
                  <c:v>1.125738188976378E-2</c:v>
                </c:pt>
                <c:pt idx="77">
                  <c:v>1.156496062992126E-2</c:v>
                </c:pt>
                <c:pt idx="78">
                  <c:v>1.156496062992126E-2</c:v>
                </c:pt>
                <c:pt idx="79">
                  <c:v>1.187253937007874E-2</c:v>
                </c:pt>
                <c:pt idx="80">
                  <c:v>1.187253937007874E-2</c:v>
                </c:pt>
                <c:pt idx="81">
                  <c:v>1.2149360236220472E-2</c:v>
                </c:pt>
                <c:pt idx="82">
                  <c:v>1.2149360236220472E-2</c:v>
                </c:pt>
                <c:pt idx="83">
                  <c:v>1.2456938976377951E-2</c:v>
                </c:pt>
                <c:pt idx="84">
                  <c:v>1.2456938976377951E-2</c:v>
                </c:pt>
                <c:pt idx="85">
                  <c:v>1.2764517716535431E-2</c:v>
                </c:pt>
                <c:pt idx="86">
                  <c:v>1.2764517716535431E-2</c:v>
                </c:pt>
                <c:pt idx="87">
                  <c:v>1.3041338582677165E-2</c:v>
                </c:pt>
                <c:pt idx="88">
                  <c:v>1.3041338582677165E-2</c:v>
                </c:pt>
                <c:pt idx="89">
                  <c:v>1.3348917322834646E-2</c:v>
                </c:pt>
                <c:pt idx="90">
                  <c:v>1.3348917322834646E-2</c:v>
                </c:pt>
                <c:pt idx="91">
                  <c:v>1.3656496062992126E-2</c:v>
                </c:pt>
                <c:pt idx="92">
                  <c:v>1.3656496062992126E-2</c:v>
                </c:pt>
                <c:pt idx="93">
                  <c:v>1.3933316929133858E-2</c:v>
                </c:pt>
                <c:pt idx="94">
                  <c:v>1.3933316929133858E-2</c:v>
                </c:pt>
                <c:pt idx="95">
                  <c:v>1.4240895669291339E-2</c:v>
                </c:pt>
                <c:pt idx="96">
                  <c:v>1.4240895669291339E-2</c:v>
                </c:pt>
                <c:pt idx="97">
                  <c:v>1.4548474409448821E-2</c:v>
                </c:pt>
                <c:pt idx="98">
                  <c:v>1.4548474409448821E-2</c:v>
                </c:pt>
                <c:pt idx="99">
                  <c:v>1.4825295275590551E-2</c:v>
                </c:pt>
                <c:pt idx="100">
                  <c:v>1.4825295275590551E-2</c:v>
                </c:pt>
                <c:pt idx="101">
                  <c:v>1.5132874015748031E-2</c:v>
                </c:pt>
                <c:pt idx="102">
                  <c:v>1.5132874015748031E-2</c:v>
                </c:pt>
                <c:pt idx="103">
                  <c:v>1.5440452755905512E-2</c:v>
                </c:pt>
                <c:pt idx="104">
                  <c:v>1.5440452755905512E-2</c:v>
                </c:pt>
                <c:pt idx="105">
                  <c:v>1.5717273622047244E-2</c:v>
                </c:pt>
                <c:pt idx="106">
                  <c:v>1.5717273622047244E-2</c:v>
                </c:pt>
                <c:pt idx="107">
                  <c:v>1.6024852362204724E-2</c:v>
                </c:pt>
                <c:pt idx="108">
                  <c:v>1.6024852362204724E-2</c:v>
                </c:pt>
                <c:pt idx="109">
                  <c:v>1.6332431102362203E-2</c:v>
                </c:pt>
                <c:pt idx="110">
                  <c:v>1.6332431102362203E-2</c:v>
                </c:pt>
                <c:pt idx="111">
                  <c:v>1.6609251968503939E-2</c:v>
                </c:pt>
                <c:pt idx="112">
                  <c:v>1.6609251968503939E-2</c:v>
                </c:pt>
                <c:pt idx="113">
                  <c:v>1.6916830708661418E-2</c:v>
                </c:pt>
                <c:pt idx="114">
                  <c:v>1.6916830708661418E-2</c:v>
                </c:pt>
                <c:pt idx="115">
                  <c:v>1.7224409448818898E-2</c:v>
                </c:pt>
                <c:pt idx="116">
                  <c:v>1.7224409448818898E-2</c:v>
                </c:pt>
                <c:pt idx="117">
                  <c:v>1.750123031496063E-2</c:v>
                </c:pt>
                <c:pt idx="118">
                  <c:v>1.750123031496063E-2</c:v>
                </c:pt>
                <c:pt idx="119">
                  <c:v>1.780880905511811E-2</c:v>
                </c:pt>
                <c:pt idx="120">
                  <c:v>1.780880905511811E-2</c:v>
                </c:pt>
                <c:pt idx="121">
                  <c:v>1.811638779527559E-2</c:v>
                </c:pt>
                <c:pt idx="122">
                  <c:v>1.811638779527559E-2</c:v>
                </c:pt>
                <c:pt idx="123">
                  <c:v>1.8393208661417321E-2</c:v>
                </c:pt>
                <c:pt idx="124">
                  <c:v>1.8393208661417321E-2</c:v>
                </c:pt>
                <c:pt idx="125">
                  <c:v>1.8700787401574805E-2</c:v>
                </c:pt>
                <c:pt idx="126">
                  <c:v>1.8700787401574805E-2</c:v>
                </c:pt>
                <c:pt idx="127">
                  <c:v>1.9008366141732284E-2</c:v>
                </c:pt>
                <c:pt idx="128">
                  <c:v>1.9008366141732284E-2</c:v>
                </c:pt>
                <c:pt idx="129">
                  <c:v>1.9285187007874016E-2</c:v>
                </c:pt>
                <c:pt idx="130">
                  <c:v>1.9285187007874016E-2</c:v>
                </c:pt>
                <c:pt idx="131">
                  <c:v>1.9592765748031496E-2</c:v>
                </c:pt>
                <c:pt idx="132">
                  <c:v>1.9592765748031496E-2</c:v>
                </c:pt>
                <c:pt idx="133">
                  <c:v>1.9869586614173228E-2</c:v>
                </c:pt>
                <c:pt idx="134">
                  <c:v>1.9869586614173228E-2</c:v>
                </c:pt>
                <c:pt idx="135">
                  <c:v>2.0177165354330708E-2</c:v>
                </c:pt>
                <c:pt idx="136">
                  <c:v>2.0177165354330708E-2</c:v>
                </c:pt>
                <c:pt idx="137">
                  <c:v>2.0484744094488187E-2</c:v>
                </c:pt>
                <c:pt idx="138">
                  <c:v>2.0484744094488187E-2</c:v>
                </c:pt>
                <c:pt idx="139">
                  <c:v>2.0761564960629923E-2</c:v>
                </c:pt>
                <c:pt idx="140">
                  <c:v>2.0761564960629923E-2</c:v>
                </c:pt>
                <c:pt idx="141">
                  <c:v>2.1069143700787399E-2</c:v>
                </c:pt>
                <c:pt idx="142">
                  <c:v>2.1069143700787399E-2</c:v>
                </c:pt>
                <c:pt idx="143">
                  <c:v>2.1376722440944879E-2</c:v>
                </c:pt>
                <c:pt idx="144">
                  <c:v>2.1376722440944879E-2</c:v>
                </c:pt>
                <c:pt idx="145">
                  <c:v>2.1653543307086617E-2</c:v>
                </c:pt>
                <c:pt idx="146">
                  <c:v>2.1653543307086617E-2</c:v>
                </c:pt>
                <c:pt idx="147">
                  <c:v>2.1961122047244097E-2</c:v>
                </c:pt>
                <c:pt idx="148">
                  <c:v>2.1961122047244097E-2</c:v>
                </c:pt>
                <c:pt idx="149">
                  <c:v>2.2268700787401573E-2</c:v>
                </c:pt>
                <c:pt idx="150">
                  <c:v>2.2268700787401573E-2</c:v>
                </c:pt>
                <c:pt idx="151">
                  <c:v>2.2545521653543309E-2</c:v>
                </c:pt>
                <c:pt idx="152">
                  <c:v>2.2545521653543309E-2</c:v>
                </c:pt>
                <c:pt idx="153">
                  <c:v>2.2853100393700788E-2</c:v>
                </c:pt>
                <c:pt idx="154">
                  <c:v>2.2853100393700788E-2</c:v>
                </c:pt>
                <c:pt idx="155">
                  <c:v>2.3160679133858268E-2</c:v>
                </c:pt>
                <c:pt idx="156">
                  <c:v>2.3160679133858268E-2</c:v>
                </c:pt>
                <c:pt idx="157">
                  <c:v>2.34375E-2</c:v>
                </c:pt>
                <c:pt idx="158">
                  <c:v>2.34375E-2</c:v>
                </c:pt>
                <c:pt idx="159">
                  <c:v>2.374507874015748E-2</c:v>
                </c:pt>
                <c:pt idx="160">
                  <c:v>2.374507874015748E-2</c:v>
                </c:pt>
                <c:pt idx="161">
                  <c:v>2.405265748031496E-2</c:v>
                </c:pt>
                <c:pt idx="162">
                  <c:v>2.405265748031496E-2</c:v>
                </c:pt>
                <c:pt idx="163">
                  <c:v>2.4329478346456691E-2</c:v>
                </c:pt>
                <c:pt idx="164">
                  <c:v>2.4329478346456691E-2</c:v>
                </c:pt>
                <c:pt idx="165">
                  <c:v>2.4637057086614175E-2</c:v>
                </c:pt>
                <c:pt idx="166">
                  <c:v>2.4637057086614175E-2</c:v>
                </c:pt>
                <c:pt idx="167">
                  <c:v>2.4944635826771654E-2</c:v>
                </c:pt>
                <c:pt idx="168">
                  <c:v>2.4944635826771654E-2</c:v>
                </c:pt>
                <c:pt idx="169">
                  <c:v>2.5221456692913383E-2</c:v>
                </c:pt>
                <c:pt idx="170">
                  <c:v>2.5221456692913383E-2</c:v>
                </c:pt>
                <c:pt idx="171">
                  <c:v>2.5529035433070862E-2</c:v>
                </c:pt>
                <c:pt idx="172">
                  <c:v>2.5529035433070862E-2</c:v>
                </c:pt>
                <c:pt idx="173">
                  <c:v>2.5836614173228346E-2</c:v>
                </c:pt>
                <c:pt idx="174">
                  <c:v>2.5836614173228346E-2</c:v>
                </c:pt>
                <c:pt idx="175">
                  <c:v>2.6113435039370077E-2</c:v>
                </c:pt>
                <c:pt idx="176">
                  <c:v>2.6113435039370077E-2</c:v>
                </c:pt>
                <c:pt idx="177">
                  <c:v>2.6421013779527561E-2</c:v>
                </c:pt>
                <c:pt idx="178">
                  <c:v>2.6421013779527561E-2</c:v>
                </c:pt>
                <c:pt idx="179">
                  <c:v>2.672859251968504E-2</c:v>
                </c:pt>
                <c:pt idx="180">
                  <c:v>2.672859251968504E-2</c:v>
                </c:pt>
                <c:pt idx="181">
                  <c:v>2.7005413385826772E-2</c:v>
                </c:pt>
                <c:pt idx="182">
                  <c:v>2.7005413385826772E-2</c:v>
                </c:pt>
                <c:pt idx="183">
                  <c:v>2.7312992125984252E-2</c:v>
                </c:pt>
                <c:pt idx="184">
                  <c:v>2.7312992125984252E-2</c:v>
                </c:pt>
                <c:pt idx="185">
                  <c:v>2.7620570866141732E-2</c:v>
                </c:pt>
                <c:pt idx="186">
                  <c:v>2.7620570866141732E-2</c:v>
                </c:pt>
                <c:pt idx="187">
                  <c:v>2.7897391732283464E-2</c:v>
                </c:pt>
                <c:pt idx="188">
                  <c:v>2.7897391732283464E-2</c:v>
                </c:pt>
                <c:pt idx="189">
                  <c:v>2.8204970472440943E-2</c:v>
                </c:pt>
                <c:pt idx="190">
                  <c:v>2.8204970472440943E-2</c:v>
                </c:pt>
                <c:pt idx="191">
                  <c:v>2.8512549212598427E-2</c:v>
                </c:pt>
                <c:pt idx="192">
                  <c:v>2.8512549212598427E-2</c:v>
                </c:pt>
                <c:pt idx="193">
                  <c:v>2.8789370078740158E-2</c:v>
                </c:pt>
                <c:pt idx="194">
                  <c:v>2.8789370078740158E-2</c:v>
                </c:pt>
                <c:pt idx="195">
                  <c:v>2.9096948818897642E-2</c:v>
                </c:pt>
                <c:pt idx="196">
                  <c:v>2.9096948818897642E-2</c:v>
                </c:pt>
                <c:pt idx="197">
                  <c:v>2.937376968503937E-2</c:v>
                </c:pt>
                <c:pt idx="198">
                  <c:v>2.937376968503937E-2</c:v>
                </c:pt>
                <c:pt idx="199">
                  <c:v>2.968134842519685E-2</c:v>
                </c:pt>
                <c:pt idx="200">
                  <c:v>2.968134842519685E-2</c:v>
                </c:pt>
                <c:pt idx="201">
                  <c:v>2.9988927165354329E-2</c:v>
                </c:pt>
                <c:pt idx="202">
                  <c:v>2.9988927165354329E-2</c:v>
                </c:pt>
                <c:pt idx="203">
                  <c:v>3.0265748031496061E-2</c:v>
                </c:pt>
                <c:pt idx="204">
                  <c:v>3.0265748031496061E-2</c:v>
                </c:pt>
                <c:pt idx="205">
                  <c:v>3.0573326771653545E-2</c:v>
                </c:pt>
                <c:pt idx="206">
                  <c:v>3.0573326771653545E-2</c:v>
                </c:pt>
                <c:pt idx="207">
                  <c:v>3.0880905511811024E-2</c:v>
                </c:pt>
                <c:pt idx="208">
                  <c:v>3.0880905511811024E-2</c:v>
                </c:pt>
                <c:pt idx="209">
                  <c:v>3.1157726377952756E-2</c:v>
                </c:pt>
                <c:pt idx="210">
                  <c:v>3.1157726377952756E-2</c:v>
                </c:pt>
                <c:pt idx="211">
                  <c:v>3.1465305118110236E-2</c:v>
                </c:pt>
                <c:pt idx="212">
                  <c:v>3.1465305118110236E-2</c:v>
                </c:pt>
                <c:pt idx="213">
                  <c:v>3.1772883858267716E-2</c:v>
                </c:pt>
                <c:pt idx="214">
                  <c:v>3.1772883858267716E-2</c:v>
                </c:pt>
                <c:pt idx="215">
                  <c:v>3.2049704724409447E-2</c:v>
                </c:pt>
                <c:pt idx="216">
                  <c:v>3.2049704724409447E-2</c:v>
                </c:pt>
                <c:pt idx="217">
                  <c:v>3.2357283464566927E-2</c:v>
                </c:pt>
                <c:pt idx="218">
                  <c:v>3.2357283464566927E-2</c:v>
                </c:pt>
                <c:pt idx="219">
                  <c:v>3.2664862204724407E-2</c:v>
                </c:pt>
                <c:pt idx="220">
                  <c:v>3.2664862204724407E-2</c:v>
                </c:pt>
                <c:pt idx="221">
                  <c:v>3.2941683070866139E-2</c:v>
                </c:pt>
                <c:pt idx="222">
                  <c:v>3.2941683070866139E-2</c:v>
                </c:pt>
                <c:pt idx="223">
                  <c:v>3.3249261811023625E-2</c:v>
                </c:pt>
                <c:pt idx="224">
                  <c:v>3.3249261811023625E-2</c:v>
                </c:pt>
                <c:pt idx="225">
                  <c:v>3.3556840551181105E-2</c:v>
                </c:pt>
                <c:pt idx="226">
                  <c:v>3.3556840551181105E-2</c:v>
                </c:pt>
                <c:pt idx="227">
                  <c:v>3.3833661417322837E-2</c:v>
                </c:pt>
                <c:pt idx="228">
                  <c:v>3.3833661417322837E-2</c:v>
                </c:pt>
                <c:pt idx="229">
                  <c:v>3.4141240157480317E-2</c:v>
                </c:pt>
                <c:pt idx="230">
                  <c:v>3.4141240157480317E-2</c:v>
                </c:pt>
                <c:pt idx="231">
                  <c:v>3.4448818897637797E-2</c:v>
                </c:pt>
                <c:pt idx="232">
                  <c:v>3.4448818897637797E-2</c:v>
                </c:pt>
                <c:pt idx="233">
                  <c:v>3.4725639763779528E-2</c:v>
                </c:pt>
                <c:pt idx="234">
                  <c:v>3.4725639763779528E-2</c:v>
                </c:pt>
                <c:pt idx="235">
                  <c:v>3.5033218503937008E-2</c:v>
                </c:pt>
                <c:pt idx="236">
                  <c:v>3.5033218503937008E-2</c:v>
                </c:pt>
                <c:pt idx="237">
                  <c:v>3.5340797244094488E-2</c:v>
                </c:pt>
                <c:pt idx="238">
                  <c:v>3.5340797244094488E-2</c:v>
                </c:pt>
                <c:pt idx="239">
                  <c:v>3.561761811023622E-2</c:v>
                </c:pt>
                <c:pt idx="240">
                  <c:v>3.561761811023622E-2</c:v>
                </c:pt>
                <c:pt idx="241">
                  <c:v>3.5925196850393699E-2</c:v>
                </c:pt>
                <c:pt idx="242">
                  <c:v>3.5925196850393699E-2</c:v>
                </c:pt>
                <c:pt idx="243">
                  <c:v>3.6232775590551179E-2</c:v>
                </c:pt>
                <c:pt idx="244">
                  <c:v>3.6232775590551179E-2</c:v>
                </c:pt>
                <c:pt idx="245">
                  <c:v>3.6509596456692911E-2</c:v>
                </c:pt>
                <c:pt idx="246">
                  <c:v>3.6509596456692911E-2</c:v>
                </c:pt>
                <c:pt idx="247">
                  <c:v>3.6817175196850391E-2</c:v>
                </c:pt>
                <c:pt idx="248">
                  <c:v>3.6817175196850391E-2</c:v>
                </c:pt>
                <c:pt idx="249">
                  <c:v>3.7124753937007877E-2</c:v>
                </c:pt>
                <c:pt idx="250">
                  <c:v>3.7124753937007877E-2</c:v>
                </c:pt>
                <c:pt idx="251">
                  <c:v>3.7401574803149609E-2</c:v>
                </c:pt>
                <c:pt idx="252">
                  <c:v>3.7401574803149609E-2</c:v>
                </c:pt>
                <c:pt idx="253">
                  <c:v>3.7709153543307089E-2</c:v>
                </c:pt>
                <c:pt idx="254">
                  <c:v>3.7709153543307089E-2</c:v>
                </c:pt>
                <c:pt idx="255">
                  <c:v>3.8016732283464569E-2</c:v>
                </c:pt>
                <c:pt idx="256">
                  <c:v>3.8016732283464569E-2</c:v>
                </c:pt>
                <c:pt idx="257">
                  <c:v>3.8293553149606301E-2</c:v>
                </c:pt>
                <c:pt idx="258">
                  <c:v>3.8293553149606301E-2</c:v>
                </c:pt>
                <c:pt idx="259">
                  <c:v>3.860113188976378E-2</c:v>
                </c:pt>
                <c:pt idx="260">
                  <c:v>3.860113188976378E-2</c:v>
                </c:pt>
                <c:pt idx="261">
                  <c:v>3.8877952755905512E-2</c:v>
                </c:pt>
                <c:pt idx="262">
                  <c:v>3.8877952755905512E-2</c:v>
                </c:pt>
                <c:pt idx="263">
                  <c:v>3.9185531496062992E-2</c:v>
                </c:pt>
                <c:pt idx="264">
                  <c:v>3.9185531496062992E-2</c:v>
                </c:pt>
                <c:pt idx="265">
                  <c:v>3.9493110236220472E-2</c:v>
                </c:pt>
                <c:pt idx="266">
                  <c:v>3.9493110236220472E-2</c:v>
                </c:pt>
                <c:pt idx="267">
                  <c:v>3.9769931102362203E-2</c:v>
                </c:pt>
                <c:pt idx="268">
                  <c:v>3.9769931102362203E-2</c:v>
                </c:pt>
                <c:pt idx="269">
                  <c:v>4.0077509842519683E-2</c:v>
                </c:pt>
                <c:pt idx="270">
                  <c:v>4.0077509842519683E-2</c:v>
                </c:pt>
                <c:pt idx="271">
                  <c:v>4.0385088582677163E-2</c:v>
                </c:pt>
                <c:pt idx="272">
                  <c:v>4.0385088582677163E-2</c:v>
                </c:pt>
                <c:pt idx="273">
                  <c:v>4.0661909448818895E-2</c:v>
                </c:pt>
                <c:pt idx="274">
                  <c:v>4.0661909448818895E-2</c:v>
                </c:pt>
                <c:pt idx="275">
                  <c:v>4.0969488188976375E-2</c:v>
                </c:pt>
                <c:pt idx="276">
                  <c:v>4.0969488188976375E-2</c:v>
                </c:pt>
                <c:pt idx="277">
                  <c:v>4.1277066929133861E-2</c:v>
                </c:pt>
                <c:pt idx="278">
                  <c:v>4.1277066929133861E-2</c:v>
                </c:pt>
                <c:pt idx="279">
                  <c:v>4.1553887795275593E-2</c:v>
                </c:pt>
                <c:pt idx="280">
                  <c:v>4.1553887795275593E-2</c:v>
                </c:pt>
                <c:pt idx="281">
                  <c:v>4.1861466535433073E-2</c:v>
                </c:pt>
                <c:pt idx="282">
                  <c:v>4.1861466535433073E-2</c:v>
                </c:pt>
                <c:pt idx="283">
                  <c:v>4.2169045275590553E-2</c:v>
                </c:pt>
                <c:pt idx="284">
                  <c:v>4.2169045275590553E-2</c:v>
                </c:pt>
                <c:pt idx="285">
                  <c:v>4.2445866141732291E-2</c:v>
                </c:pt>
                <c:pt idx="286">
                  <c:v>4.2445866141732291E-2</c:v>
                </c:pt>
                <c:pt idx="287">
                  <c:v>4.2753444881889757E-2</c:v>
                </c:pt>
                <c:pt idx="288">
                  <c:v>4.2753444881889757E-2</c:v>
                </c:pt>
                <c:pt idx="289">
                  <c:v>4.3061023622047251E-2</c:v>
                </c:pt>
                <c:pt idx="290">
                  <c:v>4.3061023622047251E-2</c:v>
                </c:pt>
                <c:pt idx="291">
                  <c:v>4.3337844488188976E-2</c:v>
                </c:pt>
                <c:pt idx="292">
                  <c:v>4.3337844488188976E-2</c:v>
                </c:pt>
                <c:pt idx="293">
                  <c:v>4.3645423228346455E-2</c:v>
                </c:pt>
                <c:pt idx="294">
                  <c:v>4.3645423228346455E-2</c:v>
                </c:pt>
                <c:pt idx="295">
                  <c:v>4.3953001968503935E-2</c:v>
                </c:pt>
                <c:pt idx="296">
                  <c:v>4.3953001968503935E-2</c:v>
                </c:pt>
                <c:pt idx="297">
                  <c:v>4.4229822834645667E-2</c:v>
                </c:pt>
                <c:pt idx="298">
                  <c:v>4.4229822834645667E-2</c:v>
                </c:pt>
                <c:pt idx="299">
                  <c:v>4.4537401574803147E-2</c:v>
                </c:pt>
                <c:pt idx="300">
                  <c:v>4.4537401574803147E-2</c:v>
                </c:pt>
                <c:pt idx="301">
                  <c:v>4.4844980314960627E-2</c:v>
                </c:pt>
                <c:pt idx="302">
                  <c:v>4.4844980314960627E-2</c:v>
                </c:pt>
                <c:pt idx="303">
                  <c:v>4.5121801181102365E-2</c:v>
                </c:pt>
                <c:pt idx="304">
                  <c:v>4.5121801181102365E-2</c:v>
                </c:pt>
                <c:pt idx="305">
                  <c:v>4.5429379921259845E-2</c:v>
                </c:pt>
                <c:pt idx="306">
                  <c:v>4.5429379921259845E-2</c:v>
                </c:pt>
                <c:pt idx="307">
                  <c:v>4.5736958661417325E-2</c:v>
                </c:pt>
                <c:pt idx="308">
                  <c:v>4.5736958661417325E-2</c:v>
                </c:pt>
                <c:pt idx="309">
                  <c:v>4.6013779527559057E-2</c:v>
                </c:pt>
                <c:pt idx="310">
                  <c:v>4.6013779527559057E-2</c:v>
                </c:pt>
                <c:pt idx="311">
                  <c:v>4.6321358267716536E-2</c:v>
                </c:pt>
                <c:pt idx="312">
                  <c:v>4.6321358267716536E-2</c:v>
                </c:pt>
                <c:pt idx="313">
                  <c:v>4.6628937007874016E-2</c:v>
                </c:pt>
                <c:pt idx="314">
                  <c:v>4.6628937007874016E-2</c:v>
                </c:pt>
                <c:pt idx="315">
                  <c:v>4.6905757874015748E-2</c:v>
                </c:pt>
                <c:pt idx="316">
                  <c:v>4.6905757874015748E-2</c:v>
                </c:pt>
                <c:pt idx="317">
                  <c:v>4.7213336614173228E-2</c:v>
                </c:pt>
                <c:pt idx="318">
                  <c:v>4.7213336614173228E-2</c:v>
                </c:pt>
                <c:pt idx="319">
                  <c:v>4.7520915354330708E-2</c:v>
                </c:pt>
                <c:pt idx="320">
                  <c:v>4.7520915354330708E-2</c:v>
                </c:pt>
                <c:pt idx="321">
                  <c:v>4.7797736220472439E-2</c:v>
                </c:pt>
                <c:pt idx="322">
                  <c:v>4.7797736220472439E-2</c:v>
                </c:pt>
                <c:pt idx="323">
                  <c:v>4.8105314960629919E-2</c:v>
                </c:pt>
                <c:pt idx="324">
                  <c:v>4.8105314960629919E-2</c:v>
                </c:pt>
                <c:pt idx="325">
                  <c:v>4.8412893700787399E-2</c:v>
                </c:pt>
                <c:pt idx="326">
                  <c:v>4.8412893700787399E-2</c:v>
                </c:pt>
                <c:pt idx="327">
                  <c:v>4.8689714566929131E-2</c:v>
                </c:pt>
                <c:pt idx="328">
                  <c:v>4.8689714566929131E-2</c:v>
                </c:pt>
                <c:pt idx="329">
                  <c:v>4.8997293307086617E-2</c:v>
                </c:pt>
                <c:pt idx="330">
                  <c:v>4.8997293307086617E-2</c:v>
                </c:pt>
                <c:pt idx="331">
                  <c:v>4.9274114173228349E-2</c:v>
                </c:pt>
                <c:pt idx="332">
                  <c:v>4.9274114173228349E-2</c:v>
                </c:pt>
                <c:pt idx="333">
                  <c:v>4.9581692913385829E-2</c:v>
                </c:pt>
                <c:pt idx="334">
                  <c:v>4.9581692913385829E-2</c:v>
                </c:pt>
                <c:pt idx="335">
                  <c:v>4.9889271653543309E-2</c:v>
                </c:pt>
                <c:pt idx="336">
                  <c:v>4.9889271653543309E-2</c:v>
                </c:pt>
                <c:pt idx="337">
                  <c:v>5.016609251968504E-2</c:v>
                </c:pt>
                <c:pt idx="338">
                  <c:v>5.016609251968504E-2</c:v>
                </c:pt>
                <c:pt idx="339">
                  <c:v>5.047367125984252E-2</c:v>
                </c:pt>
                <c:pt idx="340">
                  <c:v>5.047367125984252E-2</c:v>
                </c:pt>
                <c:pt idx="341">
                  <c:v>5.078125E-2</c:v>
                </c:pt>
                <c:pt idx="342">
                  <c:v>5.078125E-2</c:v>
                </c:pt>
                <c:pt idx="343">
                  <c:v>5.1058070866141732E-2</c:v>
                </c:pt>
                <c:pt idx="344">
                  <c:v>5.1058070866141732E-2</c:v>
                </c:pt>
                <c:pt idx="345">
                  <c:v>5.1365649606299212E-2</c:v>
                </c:pt>
                <c:pt idx="346">
                  <c:v>5.1365649606299212E-2</c:v>
                </c:pt>
                <c:pt idx="347">
                  <c:v>5.1673228346456691E-2</c:v>
                </c:pt>
                <c:pt idx="348">
                  <c:v>5.1673228346456691E-2</c:v>
                </c:pt>
                <c:pt idx="349">
                  <c:v>5.1950049212598423E-2</c:v>
                </c:pt>
                <c:pt idx="350">
                  <c:v>5.1950049212598423E-2</c:v>
                </c:pt>
                <c:pt idx="351">
                  <c:v>5.2257627952755903E-2</c:v>
                </c:pt>
                <c:pt idx="352">
                  <c:v>5.2257627952755903E-2</c:v>
                </c:pt>
                <c:pt idx="353">
                  <c:v>5.2565206692913383E-2</c:v>
                </c:pt>
                <c:pt idx="354">
                  <c:v>5.2565206692913383E-2</c:v>
                </c:pt>
                <c:pt idx="355">
                  <c:v>5.2842027559055121E-2</c:v>
                </c:pt>
                <c:pt idx="356">
                  <c:v>5.2842027559055121E-2</c:v>
                </c:pt>
                <c:pt idx="357">
                  <c:v>5.3149606299212601E-2</c:v>
                </c:pt>
                <c:pt idx="358">
                  <c:v>5.3149606299212601E-2</c:v>
                </c:pt>
                <c:pt idx="359">
                  <c:v>5.3457185039370081E-2</c:v>
                </c:pt>
                <c:pt idx="360">
                  <c:v>5.3457185039370081E-2</c:v>
                </c:pt>
                <c:pt idx="361">
                  <c:v>5.3734005905511813E-2</c:v>
                </c:pt>
                <c:pt idx="362">
                  <c:v>5.3734005905511813E-2</c:v>
                </c:pt>
                <c:pt idx="363">
                  <c:v>5.4041584645669292E-2</c:v>
                </c:pt>
                <c:pt idx="364">
                  <c:v>5.4041584645669292E-2</c:v>
                </c:pt>
                <c:pt idx="365">
                  <c:v>5.4349163385826772E-2</c:v>
                </c:pt>
                <c:pt idx="366">
                  <c:v>5.4349163385826772E-2</c:v>
                </c:pt>
                <c:pt idx="367">
                  <c:v>5.4625984251968504E-2</c:v>
                </c:pt>
                <c:pt idx="368">
                  <c:v>5.4625984251968504E-2</c:v>
                </c:pt>
                <c:pt idx="369">
                  <c:v>5.4933562992125984E-2</c:v>
                </c:pt>
                <c:pt idx="370">
                  <c:v>5.4933562992125984E-2</c:v>
                </c:pt>
                <c:pt idx="371">
                  <c:v>5.5241141732283464E-2</c:v>
                </c:pt>
                <c:pt idx="372">
                  <c:v>5.5241141732283464E-2</c:v>
                </c:pt>
                <c:pt idx="373">
                  <c:v>5.5517962598425195E-2</c:v>
                </c:pt>
                <c:pt idx="374">
                  <c:v>5.5517962598425195E-2</c:v>
                </c:pt>
                <c:pt idx="375">
                  <c:v>5.5825541338582675E-2</c:v>
                </c:pt>
                <c:pt idx="376">
                  <c:v>5.5825541338582675E-2</c:v>
                </c:pt>
                <c:pt idx="377">
                  <c:v>5.6133120078740155E-2</c:v>
                </c:pt>
                <c:pt idx="378">
                  <c:v>5.6133120078740155E-2</c:v>
                </c:pt>
                <c:pt idx="379">
                  <c:v>5.6409940944881887E-2</c:v>
                </c:pt>
                <c:pt idx="380">
                  <c:v>5.6409940944881887E-2</c:v>
                </c:pt>
                <c:pt idx="381">
                  <c:v>5.6717519685039373E-2</c:v>
                </c:pt>
                <c:pt idx="382">
                  <c:v>5.6717519685039373E-2</c:v>
                </c:pt>
                <c:pt idx="383">
                  <c:v>5.7025098425196853E-2</c:v>
                </c:pt>
                <c:pt idx="384">
                  <c:v>5.7025098425196853E-2</c:v>
                </c:pt>
                <c:pt idx="385">
                  <c:v>5.7301919291338585E-2</c:v>
                </c:pt>
                <c:pt idx="386">
                  <c:v>5.7301919291338585E-2</c:v>
                </c:pt>
                <c:pt idx="387">
                  <c:v>5.7609498031496065E-2</c:v>
                </c:pt>
                <c:pt idx="388">
                  <c:v>5.7609498031496065E-2</c:v>
                </c:pt>
                <c:pt idx="389">
                  <c:v>5.7917076771653545E-2</c:v>
                </c:pt>
                <c:pt idx="390">
                  <c:v>5.7917076771653545E-2</c:v>
                </c:pt>
                <c:pt idx="391">
                  <c:v>5.8193897637795283E-2</c:v>
                </c:pt>
                <c:pt idx="392">
                  <c:v>5.8193897637795283E-2</c:v>
                </c:pt>
                <c:pt idx="393">
                  <c:v>5.8501476377952749E-2</c:v>
                </c:pt>
                <c:pt idx="394">
                  <c:v>5.8501476377952749E-2</c:v>
                </c:pt>
                <c:pt idx="395">
                  <c:v>5.8778297244094488E-2</c:v>
                </c:pt>
                <c:pt idx="396">
                  <c:v>5.8778297244094488E-2</c:v>
                </c:pt>
                <c:pt idx="397">
                  <c:v>5.9085875984251968E-2</c:v>
                </c:pt>
                <c:pt idx="398">
                  <c:v>5.9085875984251968E-2</c:v>
                </c:pt>
                <c:pt idx="399">
                  <c:v>5.9393454724409447E-2</c:v>
                </c:pt>
                <c:pt idx="400">
                  <c:v>5.9393454724409447E-2</c:v>
                </c:pt>
                <c:pt idx="401">
                  <c:v>5.9670275590551179E-2</c:v>
                </c:pt>
                <c:pt idx="402">
                  <c:v>5.9670275590551179E-2</c:v>
                </c:pt>
                <c:pt idx="403">
                  <c:v>5.9977854330708659E-2</c:v>
                </c:pt>
                <c:pt idx="404">
                  <c:v>5.9977854330708659E-2</c:v>
                </c:pt>
                <c:pt idx="405">
                  <c:v>6.0285433070866139E-2</c:v>
                </c:pt>
                <c:pt idx="406">
                  <c:v>6.0285433070866139E-2</c:v>
                </c:pt>
                <c:pt idx="407">
                  <c:v>6.0562253937007877E-2</c:v>
                </c:pt>
                <c:pt idx="408">
                  <c:v>6.0562253937007877E-2</c:v>
                </c:pt>
                <c:pt idx="409">
                  <c:v>6.0869832677165357E-2</c:v>
                </c:pt>
                <c:pt idx="410">
                  <c:v>6.0869832677165357E-2</c:v>
                </c:pt>
                <c:pt idx="411">
                  <c:v>6.1177411417322837E-2</c:v>
                </c:pt>
                <c:pt idx="412">
                  <c:v>6.1177411417322837E-2</c:v>
                </c:pt>
                <c:pt idx="413">
                  <c:v>6.1454232283464569E-2</c:v>
                </c:pt>
                <c:pt idx="414">
                  <c:v>6.1454232283464569E-2</c:v>
                </c:pt>
                <c:pt idx="415">
                  <c:v>6.1761811023622049E-2</c:v>
                </c:pt>
                <c:pt idx="416">
                  <c:v>6.1761811023622049E-2</c:v>
                </c:pt>
                <c:pt idx="417">
                  <c:v>6.2069389763779528E-2</c:v>
                </c:pt>
                <c:pt idx="418">
                  <c:v>6.2069389763779528E-2</c:v>
                </c:pt>
                <c:pt idx="419">
                  <c:v>6.234621062992126E-2</c:v>
                </c:pt>
                <c:pt idx="420">
                  <c:v>6.234621062992126E-2</c:v>
                </c:pt>
                <c:pt idx="421">
                  <c:v>6.2653789370078747E-2</c:v>
                </c:pt>
                <c:pt idx="422">
                  <c:v>6.2653789370078747E-2</c:v>
                </c:pt>
                <c:pt idx="423">
                  <c:v>6.2961368110236227E-2</c:v>
                </c:pt>
                <c:pt idx="424">
                  <c:v>6.2961368110236227E-2</c:v>
                </c:pt>
                <c:pt idx="425">
                  <c:v>6.3238188976377951E-2</c:v>
                </c:pt>
                <c:pt idx="426">
                  <c:v>6.3238188976377951E-2</c:v>
                </c:pt>
                <c:pt idx="427">
                  <c:v>6.3545767716535431E-2</c:v>
                </c:pt>
                <c:pt idx="428">
                  <c:v>6.3545767716535431E-2</c:v>
                </c:pt>
                <c:pt idx="429">
                  <c:v>6.3853346456692911E-2</c:v>
                </c:pt>
                <c:pt idx="430">
                  <c:v>6.3853346456692911E-2</c:v>
                </c:pt>
                <c:pt idx="431">
                  <c:v>6.413016732283465E-2</c:v>
                </c:pt>
                <c:pt idx="432">
                  <c:v>6.413016732283465E-2</c:v>
                </c:pt>
                <c:pt idx="433">
                  <c:v>6.4437746062992129E-2</c:v>
                </c:pt>
                <c:pt idx="434">
                  <c:v>6.4437746062992129E-2</c:v>
                </c:pt>
                <c:pt idx="435">
                  <c:v>6.4745324803149609E-2</c:v>
                </c:pt>
                <c:pt idx="436">
                  <c:v>6.4745324803149609E-2</c:v>
                </c:pt>
                <c:pt idx="437">
                  <c:v>6.5022145669291334E-2</c:v>
                </c:pt>
                <c:pt idx="438">
                  <c:v>6.5022145669291334E-2</c:v>
                </c:pt>
                <c:pt idx="439">
                  <c:v>6.5329724409448814E-2</c:v>
                </c:pt>
                <c:pt idx="440">
                  <c:v>6.5329724409448814E-2</c:v>
                </c:pt>
                <c:pt idx="441">
                  <c:v>6.5637303149606294E-2</c:v>
                </c:pt>
                <c:pt idx="442">
                  <c:v>6.5637303149606294E-2</c:v>
                </c:pt>
                <c:pt idx="443">
                  <c:v>6.5914124015748032E-2</c:v>
                </c:pt>
                <c:pt idx="444">
                  <c:v>6.5914124015748032E-2</c:v>
                </c:pt>
                <c:pt idx="445">
                  <c:v>6.6221702755905512E-2</c:v>
                </c:pt>
                <c:pt idx="446">
                  <c:v>6.6221702755905512E-2</c:v>
                </c:pt>
                <c:pt idx="447">
                  <c:v>6.6529281496062992E-2</c:v>
                </c:pt>
                <c:pt idx="448">
                  <c:v>6.6529281496062992E-2</c:v>
                </c:pt>
                <c:pt idx="449">
                  <c:v>6.6806102362204731E-2</c:v>
                </c:pt>
                <c:pt idx="450">
                  <c:v>6.6806102362204731E-2</c:v>
                </c:pt>
                <c:pt idx="451">
                  <c:v>6.711368110236221E-2</c:v>
                </c:pt>
                <c:pt idx="452">
                  <c:v>6.711368110236221E-2</c:v>
                </c:pt>
                <c:pt idx="453">
                  <c:v>6.742125984251969E-2</c:v>
                </c:pt>
                <c:pt idx="454">
                  <c:v>6.742125984251969E-2</c:v>
                </c:pt>
                <c:pt idx="455">
                  <c:v>6.7698080708661415E-2</c:v>
                </c:pt>
                <c:pt idx="456">
                  <c:v>6.7698080708661415E-2</c:v>
                </c:pt>
                <c:pt idx="457">
                  <c:v>6.8005659448818895E-2</c:v>
                </c:pt>
                <c:pt idx="458">
                  <c:v>6.8005659448818895E-2</c:v>
                </c:pt>
                <c:pt idx="459">
                  <c:v>6.8282480314960634E-2</c:v>
                </c:pt>
                <c:pt idx="460">
                  <c:v>6.8282480314960634E-2</c:v>
                </c:pt>
                <c:pt idx="461">
                  <c:v>6.8590059055118113E-2</c:v>
                </c:pt>
                <c:pt idx="462">
                  <c:v>6.8590059055118113E-2</c:v>
                </c:pt>
                <c:pt idx="463">
                  <c:v>6.8897637795275593E-2</c:v>
                </c:pt>
                <c:pt idx="464">
                  <c:v>6.8897637795275593E-2</c:v>
                </c:pt>
                <c:pt idx="465">
                  <c:v>6.9174458661417318E-2</c:v>
                </c:pt>
                <c:pt idx="466">
                  <c:v>6.9174458661417318E-2</c:v>
                </c:pt>
                <c:pt idx="467">
                  <c:v>6.9482037401574798E-2</c:v>
                </c:pt>
                <c:pt idx="468">
                  <c:v>6.9482037401574798E-2</c:v>
                </c:pt>
                <c:pt idx="469">
                  <c:v>6.9789616141732277E-2</c:v>
                </c:pt>
                <c:pt idx="470">
                  <c:v>6.9789616141732277E-2</c:v>
                </c:pt>
                <c:pt idx="471">
                  <c:v>7.0066437007874016E-2</c:v>
                </c:pt>
                <c:pt idx="472">
                  <c:v>7.0066437007874016E-2</c:v>
                </c:pt>
                <c:pt idx="473">
                  <c:v>7.0374015748031496E-2</c:v>
                </c:pt>
                <c:pt idx="474">
                  <c:v>7.0374015748031496E-2</c:v>
                </c:pt>
                <c:pt idx="475">
                  <c:v>7.0681594488188976E-2</c:v>
                </c:pt>
                <c:pt idx="476">
                  <c:v>7.0681594488188976E-2</c:v>
                </c:pt>
                <c:pt idx="477">
                  <c:v>7.0958415354330714E-2</c:v>
                </c:pt>
                <c:pt idx="478">
                  <c:v>7.0958415354330714E-2</c:v>
                </c:pt>
                <c:pt idx="479">
                  <c:v>7.1265994094488194E-2</c:v>
                </c:pt>
                <c:pt idx="480">
                  <c:v>7.1265994094488194E-2</c:v>
                </c:pt>
                <c:pt idx="481">
                  <c:v>7.1573572834645674E-2</c:v>
                </c:pt>
                <c:pt idx="482">
                  <c:v>7.1573572834645674E-2</c:v>
                </c:pt>
                <c:pt idx="483">
                  <c:v>7.1850393700787399E-2</c:v>
                </c:pt>
                <c:pt idx="484">
                  <c:v>7.1850393700787399E-2</c:v>
                </c:pt>
                <c:pt idx="485">
                  <c:v>7.2157972440944879E-2</c:v>
                </c:pt>
                <c:pt idx="486">
                  <c:v>7.2157972440944879E-2</c:v>
                </c:pt>
                <c:pt idx="487">
                  <c:v>7.2465551181102358E-2</c:v>
                </c:pt>
                <c:pt idx="488">
                  <c:v>7.2465551181102358E-2</c:v>
                </c:pt>
                <c:pt idx="489">
                  <c:v>7.2742372047244097E-2</c:v>
                </c:pt>
                <c:pt idx="490">
                  <c:v>7.2742372047244097E-2</c:v>
                </c:pt>
                <c:pt idx="491">
                  <c:v>7.3049950787401577E-2</c:v>
                </c:pt>
                <c:pt idx="492">
                  <c:v>7.3049950787401577E-2</c:v>
                </c:pt>
                <c:pt idx="493">
                  <c:v>7.3357529527559057E-2</c:v>
                </c:pt>
                <c:pt idx="494">
                  <c:v>7.3357529527559057E-2</c:v>
                </c:pt>
                <c:pt idx="495">
                  <c:v>7.3634350393700782E-2</c:v>
                </c:pt>
                <c:pt idx="496">
                  <c:v>7.3634350393700782E-2</c:v>
                </c:pt>
                <c:pt idx="497">
                  <c:v>7.3941929133858261E-2</c:v>
                </c:pt>
                <c:pt idx="498">
                  <c:v>7.3941929133858261E-2</c:v>
                </c:pt>
                <c:pt idx="499">
                  <c:v>7.4249507874015755E-2</c:v>
                </c:pt>
                <c:pt idx="500">
                  <c:v>7.4249507874015755E-2</c:v>
                </c:pt>
                <c:pt idx="501">
                  <c:v>7.452632874015748E-2</c:v>
                </c:pt>
                <c:pt idx="502">
                  <c:v>7.452632874015748E-2</c:v>
                </c:pt>
                <c:pt idx="503">
                  <c:v>7.483390748031496E-2</c:v>
                </c:pt>
                <c:pt idx="504">
                  <c:v>7.483390748031496E-2</c:v>
                </c:pt>
                <c:pt idx="505">
                  <c:v>7.5141486220472439E-2</c:v>
                </c:pt>
                <c:pt idx="506">
                  <c:v>7.5141486220472439E-2</c:v>
                </c:pt>
                <c:pt idx="507">
                  <c:v>7.5418307086614178E-2</c:v>
                </c:pt>
                <c:pt idx="508">
                  <c:v>7.5418307086614178E-2</c:v>
                </c:pt>
                <c:pt idx="509">
                  <c:v>7.5725885826771658E-2</c:v>
                </c:pt>
                <c:pt idx="510">
                  <c:v>7.5725885826771658E-2</c:v>
                </c:pt>
                <c:pt idx="511">
                  <c:v>7.6033464566929138E-2</c:v>
                </c:pt>
                <c:pt idx="512">
                  <c:v>7.6033464566929138E-2</c:v>
                </c:pt>
                <c:pt idx="513">
                  <c:v>7.6310285433070862E-2</c:v>
                </c:pt>
                <c:pt idx="514">
                  <c:v>7.6310285433070862E-2</c:v>
                </c:pt>
                <c:pt idx="515">
                  <c:v>7.6617864173228342E-2</c:v>
                </c:pt>
                <c:pt idx="516">
                  <c:v>7.6617864173228342E-2</c:v>
                </c:pt>
                <c:pt idx="517">
                  <c:v>7.6925442913385822E-2</c:v>
                </c:pt>
                <c:pt idx="518">
                  <c:v>7.6925442913385822E-2</c:v>
                </c:pt>
                <c:pt idx="519">
                  <c:v>7.7202263779527561E-2</c:v>
                </c:pt>
                <c:pt idx="520">
                  <c:v>7.7202263779527561E-2</c:v>
                </c:pt>
                <c:pt idx="521">
                  <c:v>7.750984251968504E-2</c:v>
                </c:pt>
                <c:pt idx="522">
                  <c:v>7.750984251968504E-2</c:v>
                </c:pt>
                <c:pt idx="523">
                  <c:v>7.7786663385826765E-2</c:v>
                </c:pt>
                <c:pt idx="524">
                  <c:v>7.7786663385826765E-2</c:v>
                </c:pt>
                <c:pt idx="525">
                  <c:v>7.8094242125984245E-2</c:v>
                </c:pt>
                <c:pt idx="526">
                  <c:v>7.8094242125984245E-2</c:v>
                </c:pt>
                <c:pt idx="527">
                  <c:v>7.8401820866141739E-2</c:v>
                </c:pt>
                <c:pt idx="528">
                  <c:v>7.8401820866141739E-2</c:v>
                </c:pt>
                <c:pt idx="529">
                  <c:v>7.8678641732283464E-2</c:v>
                </c:pt>
                <c:pt idx="530">
                  <c:v>7.8678641732283464E-2</c:v>
                </c:pt>
                <c:pt idx="531">
                  <c:v>7.8986220472440943E-2</c:v>
                </c:pt>
                <c:pt idx="532">
                  <c:v>7.8986220472440943E-2</c:v>
                </c:pt>
                <c:pt idx="533">
                  <c:v>7.9293799212598423E-2</c:v>
                </c:pt>
                <c:pt idx="534">
                  <c:v>7.9293799212598423E-2</c:v>
                </c:pt>
                <c:pt idx="535">
                  <c:v>7.9570620078740162E-2</c:v>
                </c:pt>
                <c:pt idx="536">
                  <c:v>7.9570620078740162E-2</c:v>
                </c:pt>
                <c:pt idx="537">
                  <c:v>7.9878198818897642E-2</c:v>
                </c:pt>
                <c:pt idx="538">
                  <c:v>7.9878198818897642E-2</c:v>
                </c:pt>
                <c:pt idx="539">
                  <c:v>8.0185777559055121E-2</c:v>
                </c:pt>
                <c:pt idx="540">
                  <c:v>8.0185777559055121E-2</c:v>
                </c:pt>
                <c:pt idx="541">
                  <c:v>8.0462598425196846E-2</c:v>
                </c:pt>
                <c:pt idx="542">
                  <c:v>8.0462598425196846E-2</c:v>
                </c:pt>
                <c:pt idx="543">
                  <c:v>8.0770177165354326E-2</c:v>
                </c:pt>
                <c:pt idx="544">
                  <c:v>8.0770177165354326E-2</c:v>
                </c:pt>
                <c:pt idx="545">
                  <c:v>8.1077755905511806E-2</c:v>
                </c:pt>
                <c:pt idx="546">
                  <c:v>8.1077755905511806E-2</c:v>
                </c:pt>
                <c:pt idx="547">
                  <c:v>8.1354576771653545E-2</c:v>
                </c:pt>
                <c:pt idx="548">
                  <c:v>8.1354576771653545E-2</c:v>
                </c:pt>
                <c:pt idx="549">
                  <c:v>8.1662155511811024E-2</c:v>
                </c:pt>
                <c:pt idx="550">
                  <c:v>8.1662155511811024E-2</c:v>
                </c:pt>
                <c:pt idx="551">
                  <c:v>8.1969734251968504E-2</c:v>
                </c:pt>
                <c:pt idx="552">
                  <c:v>8.1969734251968504E-2</c:v>
                </c:pt>
                <c:pt idx="553">
                  <c:v>8.2246555118110243E-2</c:v>
                </c:pt>
                <c:pt idx="554">
                  <c:v>8.2246555118110243E-2</c:v>
                </c:pt>
                <c:pt idx="555">
                  <c:v>8.2554133858267723E-2</c:v>
                </c:pt>
                <c:pt idx="556">
                  <c:v>8.2554133858267723E-2</c:v>
                </c:pt>
                <c:pt idx="557">
                  <c:v>8.2861712598425202E-2</c:v>
                </c:pt>
                <c:pt idx="558">
                  <c:v>8.2861712598425202E-2</c:v>
                </c:pt>
                <c:pt idx="559">
                  <c:v>8.3138533464566927E-2</c:v>
                </c:pt>
                <c:pt idx="560">
                  <c:v>8.3138533464566927E-2</c:v>
                </c:pt>
                <c:pt idx="561">
                  <c:v>8.3446112204724407E-2</c:v>
                </c:pt>
                <c:pt idx="562">
                  <c:v>8.3446112204724407E-2</c:v>
                </c:pt>
                <c:pt idx="563">
                  <c:v>8.3753690944881887E-2</c:v>
                </c:pt>
                <c:pt idx="564">
                  <c:v>8.3753690944881887E-2</c:v>
                </c:pt>
                <c:pt idx="565">
                  <c:v>8.4030511811023625E-2</c:v>
                </c:pt>
                <c:pt idx="566">
                  <c:v>8.4030511811023625E-2</c:v>
                </c:pt>
                <c:pt idx="567">
                  <c:v>8.4338090551181105E-2</c:v>
                </c:pt>
                <c:pt idx="568">
                  <c:v>8.4338090551181105E-2</c:v>
                </c:pt>
                <c:pt idx="569">
                  <c:v>8.4645669291338585E-2</c:v>
                </c:pt>
                <c:pt idx="570">
                  <c:v>8.4645669291338585E-2</c:v>
                </c:pt>
                <c:pt idx="571">
                  <c:v>8.492249015748031E-2</c:v>
                </c:pt>
                <c:pt idx="572">
                  <c:v>8.492249015748031E-2</c:v>
                </c:pt>
                <c:pt idx="573">
                  <c:v>8.523006889763779E-2</c:v>
                </c:pt>
                <c:pt idx="574">
                  <c:v>8.523006889763779E-2</c:v>
                </c:pt>
                <c:pt idx="575">
                  <c:v>8.5537647637795269E-2</c:v>
                </c:pt>
                <c:pt idx="576">
                  <c:v>8.5537647637795269E-2</c:v>
                </c:pt>
                <c:pt idx="577">
                  <c:v>8.5814468503937008E-2</c:v>
                </c:pt>
                <c:pt idx="578">
                  <c:v>8.5814468503937008E-2</c:v>
                </c:pt>
                <c:pt idx="579">
                  <c:v>8.6122047244094488E-2</c:v>
                </c:pt>
                <c:pt idx="580">
                  <c:v>8.6122047244094488E-2</c:v>
                </c:pt>
                <c:pt idx="581">
                  <c:v>8.6429625984251968E-2</c:v>
                </c:pt>
                <c:pt idx="582">
                  <c:v>8.6429625984251968E-2</c:v>
                </c:pt>
                <c:pt idx="583">
                  <c:v>8.6706446850393706E-2</c:v>
                </c:pt>
                <c:pt idx="584">
                  <c:v>8.6706446850393706E-2</c:v>
                </c:pt>
                <c:pt idx="585">
                  <c:v>8.7014025590551186E-2</c:v>
                </c:pt>
                <c:pt idx="586">
                  <c:v>8.7014025590551186E-2</c:v>
                </c:pt>
                <c:pt idx="587">
                  <c:v>8.7321604330708666E-2</c:v>
                </c:pt>
                <c:pt idx="588">
                  <c:v>8.7321604330708666E-2</c:v>
                </c:pt>
                <c:pt idx="589">
                  <c:v>8.7598425196850391E-2</c:v>
                </c:pt>
                <c:pt idx="590">
                  <c:v>8.7598425196850391E-2</c:v>
                </c:pt>
                <c:pt idx="591">
                  <c:v>8.7906003937007871E-2</c:v>
                </c:pt>
                <c:pt idx="592">
                  <c:v>8.7906003937007871E-2</c:v>
                </c:pt>
                <c:pt idx="593">
                  <c:v>8.8182824803149609E-2</c:v>
                </c:pt>
                <c:pt idx="594">
                  <c:v>8.8182824803149609E-2</c:v>
                </c:pt>
                <c:pt idx="595">
                  <c:v>8.8490403543307089E-2</c:v>
                </c:pt>
                <c:pt idx="596">
                  <c:v>8.8490403543307089E-2</c:v>
                </c:pt>
                <c:pt idx="597">
                  <c:v>8.8797982283464569E-2</c:v>
                </c:pt>
                <c:pt idx="598">
                  <c:v>8.8797982283464569E-2</c:v>
                </c:pt>
                <c:pt idx="599">
                  <c:v>8.9074803149606294E-2</c:v>
                </c:pt>
                <c:pt idx="600">
                  <c:v>8.9074803149606294E-2</c:v>
                </c:pt>
                <c:pt idx="601">
                  <c:v>8.9382381889763773E-2</c:v>
                </c:pt>
                <c:pt idx="602">
                  <c:v>8.9382381889763773E-2</c:v>
                </c:pt>
                <c:pt idx="603">
                  <c:v>8.9689960629921253E-2</c:v>
                </c:pt>
                <c:pt idx="604">
                  <c:v>8.9689960629921253E-2</c:v>
                </c:pt>
                <c:pt idx="605">
                  <c:v>8.9966781496062992E-2</c:v>
                </c:pt>
                <c:pt idx="606">
                  <c:v>8.9966781496062992E-2</c:v>
                </c:pt>
                <c:pt idx="607">
                  <c:v>9.0274360236220486E-2</c:v>
                </c:pt>
                <c:pt idx="608">
                  <c:v>9.0274360236220486E-2</c:v>
                </c:pt>
                <c:pt idx="609">
                  <c:v>9.0581938976377965E-2</c:v>
                </c:pt>
                <c:pt idx="610">
                  <c:v>9.0581938976377965E-2</c:v>
                </c:pt>
                <c:pt idx="611">
                  <c:v>9.0858759842519676E-2</c:v>
                </c:pt>
                <c:pt idx="612">
                  <c:v>9.0858759842519676E-2</c:v>
                </c:pt>
                <c:pt idx="613">
                  <c:v>9.1166338582677156E-2</c:v>
                </c:pt>
                <c:pt idx="614">
                  <c:v>9.1166338582677156E-2</c:v>
                </c:pt>
                <c:pt idx="615">
                  <c:v>9.1473917322834636E-2</c:v>
                </c:pt>
                <c:pt idx="616">
                  <c:v>9.1473917322834636E-2</c:v>
                </c:pt>
                <c:pt idx="617">
                  <c:v>9.1750738188976361E-2</c:v>
                </c:pt>
                <c:pt idx="618">
                  <c:v>9.1750738188976361E-2</c:v>
                </c:pt>
                <c:pt idx="619">
                  <c:v>9.205831692913384E-2</c:v>
                </c:pt>
                <c:pt idx="620">
                  <c:v>9.205831692913384E-2</c:v>
                </c:pt>
                <c:pt idx="621">
                  <c:v>9.236589566929132E-2</c:v>
                </c:pt>
                <c:pt idx="622">
                  <c:v>9.236589566929132E-2</c:v>
                </c:pt>
                <c:pt idx="623">
                  <c:v>9.2642716535433087E-2</c:v>
                </c:pt>
                <c:pt idx="624">
                  <c:v>9.2642716535433087E-2</c:v>
                </c:pt>
                <c:pt idx="625">
                  <c:v>9.2950295275590566E-2</c:v>
                </c:pt>
                <c:pt idx="626">
                  <c:v>9.2950295275590566E-2</c:v>
                </c:pt>
                <c:pt idx="627">
                  <c:v>9.3257874015748046E-2</c:v>
                </c:pt>
                <c:pt idx="628">
                  <c:v>9.3257874015748046E-2</c:v>
                </c:pt>
                <c:pt idx="629">
                  <c:v>9.3534694881889757E-2</c:v>
                </c:pt>
                <c:pt idx="630">
                  <c:v>9.3534694881889757E-2</c:v>
                </c:pt>
                <c:pt idx="631">
                  <c:v>9.3842273622047237E-2</c:v>
                </c:pt>
                <c:pt idx="632">
                  <c:v>9.3842273622047237E-2</c:v>
                </c:pt>
                <c:pt idx="633">
                  <c:v>9.4149852362204717E-2</c:v>
                </c:pt>
                <c:pt idx="634">
                  <c:v>9.4149852362204717E-2</c:v>
                </c:pt>
                <c:pt idx="635">
                  <c:v>9.4426673228346455E-2</c:v>
                </c:pt>
                <c:pt idx="636">
                  <c:v>9.4426673228346455E-2</c:v>
                </c:pt>
                <c:pt idx="637">
                  <c:v>9.4734251968503935E-2</c:v>
                </c:pt>
                <c:pt idx="638">
                  <c:v>9.4734251968503935E-2</c:v>
                </c:pt>
                <c:pt idx="639">
                  <c:v>9.5041830708661415E-2</c:v>
                </c:pt>
                <c:pt idx="640">
                  <c:v>9.5041830708661415E-2</c:v>
                </c:pt>
                <c:pt idx="641">
                  <c:v>9.5318651574803154E-2</c:v>
                </c:pt>
                <c:pt idx="642">
                  <c:v>9.5318651574803154E-2</c:v>
                </c:pt>
                <c:pt idx="643">
                  <c:v>9.5626230314960634E-2</c:v>
                </c:pt>
                <c:pt idx="644">
                  <c:v>9.5626230314960634E-2</c:v>
                </c:pt>
                <c:pt idx="645">
                  <c:v>9.5933809055118113E-2</c:v>
                </c:pt>
                <c:pt idx="646">
                  <c:v>9.5933809055118113E-2</c:v>
                </c:pt>
                <c:pt idx="647">
                  <c:v>9.6210629921259838E-2</c:v>
                </c:pt>
                <c:pt idx="648">
                  <c:v>9.6210629921259838E-2</c:v>
                </c:pt>
                <c:pt idx="649">
                  <c:v>9.6518208661417318E-2</c:v>
                </c:pt>
                <c:pt idx="650">
                  <c:v>9.6518208661417318E-2</c:v>
                </c:pt>
                <c:pt idx="651">
                  <c:v>9.6825787401574798E-2</c:v>
                </c:pt>
                <c:pt idx="652">
                  <c:v>9.6825787401574798E-2</c:v>
                </c:pt>
                <c:pt idx="653">
                  <c:v>9.7102608267716536E-2</c:v>
                </c:pt>
                <c:pt idx="654">
                  <c:v>9.7102608267716536E-2</c:v>
                </c:pt>
                <c:pt idx="655">
                  <c:v>9.7410187007874016E-2</c:v>
                </c:pt>
                <c:pt idx="656">
                  <c:v>9.7410187007874016E-2</c:v>
                </c:pt>
                <c:pt idx="657">
                  <c:v>9.7687007874015755E-2</c:v>
                </c:pt>
                <c:pt idx="658">
                  <c:v>9.7687007874015755E-2</c:v>
                </c:pt>
                <c:pt idx="659">
                  <c:v>9.7994586614173235E-2</c:v>
                </c:pt>
                <c:pt idx="660">
                  <c:v>9.7994586614173235E-2</c:v>
                </c:pt>
                <c:pt idx="661">
                  <c:v>9.8302165354330714E-2</c:v>
                </c:pt>
                <c:pt idx="662">
                  <c:v>9.8302165354330714E-2</c:v>
                </c:pt>
                <c:pt idx="663">
                  <c:v>9.8578986220472439E-2</c:v>
                </c:pt>
                <c:pt idx="664">
                  <c:v>9.8578986220472439E-2</c:v>
                </c:pt>
                <c:pt idx="665">
                  <c:v>9.8886564960629919E-2</c:v>
                </c:pt>
                <c:pt idx="666">
                  <c:v>9.8886564960629919E-2</c:v>
                </c:pt>
                <c:pt idx="667">
                  <c:v>9.9194143700787399E-2</c:v>
                </c:pt>
                <c:pt idx="668">
                  <c:v>9.9194143700787399E-2</c:v>
                </c:pt>
                <c:pt idx="669">
                  <c:v>9.9470964566929138E-2</c:v>
                </c:pt>
                <c:pt idx="670">
                  <c:v>9.9470964566929138E-2</c:v>
                </c:pt>
                <c:pt idx="671">
                  <c:v>9.9778543307086617E-2</c:v>
                </c:pt>
                <c:pt idx="672">
                  <c:v>9.9778543307086617E-2</c:v>
                </c:pt>
                <c:pt idx="673">
                  <c:v>0.1000861220472441</c:v>
                </c:pt>
                <c:pt idx="674">
                  <c:v>0.1000861220472441</c:v>
                </c:pt>
                <c:pt idx="675">
                  <c:v>0.10036294291338582</c:v>
                </c:pt>
                <c:pt idx="676">
                  <c:v>0.10036294291338582</c:v>
                </c:pt>
                <c:pt idx="677">
                  <c:v>0.1006705216535433</c:v>
                </c:pt>
                <c:pt idx="678">
                  <c:v>0.1006705216535433</c:v>
                </c:pt>
                <c:pt idx="679">
                  <c:v>0.10097810039370078</c:v>
                </c:pt>
                <c:pt idx="680">
                  <c:v>0.10097810039370078</c:v>
                </c:pt>
                <c:pt idx="681">
                  <c:v>0.10125492125984252</c:v>
                </c:pt>
                <c:pt idx="682">
                  <c:v>0.10125492125984252</c:v>
                </c:pt>
                <c:pt idx="683">
                  <c:v>0.1015625</c:v>
                </c:pt>
                <c:pt idx="684">
                  <c:v>0.1015625</c:v>
                </c:pt>
                <c:pt idx="685">
                  <c:v>0.10187007874015748</c:v>
                </c:pt>
                <c:pt idx="686">
                  <c:v>0.10187007874015748</c:v>
                </c:pt>
                <c:pt idx="687">
                  <c:v>0.10214689960629922</c:v>
                </c:pt>
                <c:pt idx="688">
                  <c:v>0.10214689960629922</c:v>
                </c:pt>
                <c:pt idx="689">
                  <c:v>0.1024544783464567</c:v>
                </c:pt>
                <c:pt idx="690">
                  <c:v>0.1024544783464567</c:v>
                </c:pt>
                <c:pt idx="691">
                  <c:v>0.10276205708661418</c:v>
                </c:pt>
                <c:pt idx="692">
                  <c:v>0.10276205708661418</c:v>
                </c:pt>
                <c:pt idx="693">
                  <c:v>0.1030388779527559</c:v>
                </c:pt>
                <c:pt idx="694">
                  <c:v>0.1030388779527559</c:v>
                </c:pt>
                <c:pt idx="695">
                  <c:v>0.10334645669291338</c:v>
                </c:pt>
                <c:pt idx="696">
                  <c:v>0.10334645669291338</c:v>
                </c:pt>
                <c:pt idx="697">
                  <c:v>0.10365403543307086</c:v>
                </c:pt>
                <c:pt idx="698">
                  <c:v>0.10365403543307086</c:v>
                </c:pt>
                <c:pt idx="699">
                  <c:v>0.1039308562992126</c:v>
                </c:pt>
                <c:pt idx="700">
                  <c:v>0.1039308562992126</c:v>
                </c:pt>
                <c:pt idx="701">
                  <c:v>0.10423843503937008</c:v>
                </c:pt>
                <c:pt idx="702">
                  <c:v>0.10423843503937008</c:v>
                </c:pt>
                <c:pt idx="703">
                  <c:v>0.10454601377952756</c:v>
                </c:pt>
                <c:pt idx="704">
                  <c:v>0.10454601377952756</c:v>
                </c:pt>
                <c:pt idx="705">
                  <c:v>0.10482283464566929</c:v>
                </c:pt>
                <c:pt idx="706">
                  <c:v>0.10482283464566929</c:v>
                </c:pt>
                <c:pt idx="707">
                  <c:v>0.10513041338582677</c:v>
                </c:pt>
                <c:pt idx="708">
                  <c:v>0.10513041338582677</c:v>
                </c:pt>
                <c:pt idx="709">
                  <c:v>0.10543799212598425</c:v>
                </c:pt>
                <c:pt idx="710">
                  <c:v>0.10543799212598425</c:v>
                </c:pt>
                <c:pt idx="711">
                  <c:v>0.10571481299212598</c:v>
                </c:pt>
                <c:pt idx="712">
                  <c:v>0.10571481299212598</c:v>
                </c:pt>
                <c:pt idx="713">
                  <c:v>0.10602239173228346</c:v>
                </c:pt>
                <c:pt idx="714">
                  <c:v>0.10602239173228346</c:v>
                </c:pt>
                <c:pt idx="715">
                  <c:v>0.10632997047244094</c:v>
                </c:pt>
                <c:pt idx="716">
                  <c:v>0.10632997047244094</c:v>
                </c:pt>
                <c:pt idx="717">
                  <c:v>0.10660679133858268</c:v>
                </c:pt>
                <c:pt idx="718">
                  <c:v>0.10660679133858268</c:v>
                </c:pt>
                <c:pt idx="719">
                  <c:v>0.10691437007874016</c:v>
                </c:pt>
                <c:pt idx="720">
                  <c:v>0.10691437007874016</c:v>
                </c:pt>
                <c:pt idx="721">
                  <c:v>0.10719119094488189</c:v>
                </c:pt>
                <c:pt idx="722">
                  <c:v>0.10719119094488189</c:v>
                </c:pt>
                <c:pt idx="723">
                  <c:v>0.10749876968503937</c:v>
                </c:pt>
                <c:pt idx="724">
                  <c:v>0.10749876968503937</c:v>
                </c:pt>
                <c:pt idx="725">
                  <c:v>0.10780634842519685</c:v>
                </c:pt>
                <c:pt idx="726">
                  <c:v>0.10780634842519685</c:v>
                </c:pt>
                <c:pt idx="727">
                  <c:v>0.10808316929133858</c:v>
                </c:pt>
                <c:pt idx="728">
                  <c:v>0.10808316929133858</c:v>
                </c:pt>
                <c:pt idx="729">
                  <c:v>0.10839074803149606</c:v>
                </c:pt>
                <c:pt idx="730">
                  <c:v>0.10839074803149606</c:v>
                </c:pt>
                <c:pt idx="731">
                  <c:v>0.10869832677165354</c:v>
                </c:pt>
                <c:pt idx="732">
                  <c:v>0.10869832677165354</c:v>
                </c:pt>
                <c:pt idx="733">
                  <c:v>0.10897514763779528</c:v>
                </c:pt>
                <c:pt idx="734">
                  <c:v>0.10897514763779528</c:v>
                </c:pt>
                <c:pt idx="735">
                  <c:v>0.10928272637795276</c:v>
                </c:pt>
                <c:pt idx="736">
                  <c:v>0.10928272637795276</c:v>
                </c:pt>
                <c:pt idx="737">
                  <c:v>0.10959030511811024</c:v>
                </c:pt>
                <c:pt idx="738">
                  <c:v>0.10959030511811024</c:v>
                </c:pt>
                <c:pt idx="739">
                  <c:v>0.10986712598425195</c:v>
                </c:pt>
                <c:pt idx="740">
                  <c:v>0.10986712598425195</c:v>
                </c:pt>
                <c:pt idx="741">
                  <c:v>0.11017470472440943</c:v>
                </c:pt>
                <c:pt idx="742">
                  <c:v>0.11017470472440943</c:v>
                </c:pt>
                <c:pt idx="743">
                  <c:v>0.11048228346456691</c:v>
                </c:pt>
                <c:pt idx="744">
                  <c:v>0.11048228346456691</c:v>
                </c:pt>
                <c:pt idx="745">
                  <c:v>0.11075910433070868</c:v>
                </c:pt>
                <c:pt idx="746">
                  <c:v>0.11075910433070868</c:v>
                </c:pt>
                <c:pt idx="747">
                  <c:v>0.11106668307086616</c:v>
                </c:pt>
                <c:pt idx="748">
                  <c:v>0.11106668307086616</c:v>
                </c:pt>
                <c:pt idx="749">
                  <c:v>0.11137426181102364</c:v>
                </c:pt>
                <c:pt idx="750">
                  <c:v>0.11137426181102364</c:v>
                </c:pt>
                <c:pt idx="751">
                  <c:v>0.11165108267716536</c:v>
                </c:pt>
                <c:pt idx="752">
                  <c:v>0.11165108267716536</c:v>
                </c:pt>
                <c:pt idx="753">
                  <c:v>0.11195866141732284</c:v>
                </c:pt>
                <c:pt idx="754">
                  <c:v>0.11195866141732284</c:v>
                </c:pt>
                <c:pt idx="755">
                  <c:v>0.11226624015748032</c:v>
                </c:pt>
                <c:pt idx="756">
                  <c:v>0.11226624015748032</c:v>
                </c:pt>
                <c:pt idx="757">
                  <c:v>0.11254306102362203</c:v>
                </c:pt>
                <c:pt idx="758">
                  <c:v>0.11254306102362203</c:v>
                </c:pt>
                <c:pt idx="759">
                  <c:v>0.11285063976377951</c:v>
                </c:pt>
                <c:pt idx="760">
                  <c:v>0.11285063976377951</c:v>
                </c:pt>
                <c:pt idx="761">
                  <c:v>0.11315821850393699</c:v>
                </c:pt>
                <c:pt idx="762">
                  <c:v>0.11315821850393699</c:v>
                </c:pt>
                <c:pt idx="763">
                  <c:v>0.11343503937007876</c:v>
                </c:pt>
                <c:pt idx="764">
                  <c:v>0.11343503937007876</c:v>
                </c:pt>
                <c:pt idx="765">
                  <c:v>0.11374261811023624</c:v>
                </c:pt>
                <c:pt idx="766">
                  <c:v>0.11374261811023624</c:v>
                </c:pt>
                <c:pt idx="767">
                  <c:v>0.11405019685039371</c:v>
                </c:pt>
                <c:pt idx="768">
                  <c:v>0.11405019685039371</c:v>
                </c:pt>
                <c:pt idx="769">
                  <c:v>0.11432701771653545</c:v>
                </c:pt>
                <c:pt idx="770">
                  <c:v>0.11432701771653545</c:v>
                </c:pt>
                <c:pt idx="771">
                  <c:v>0.11463459645669292</c:v>
                </c:pt>
                <c:pt idx="772">
                  <c:v>0.11463459645669292</c:v>
                </c:pt>
                <c:pt idx="773">
                  <c:v>0.1149421751968504</c:v>
                </c:pt>
                <c:pt idx="774">
                  <c:v>0.1149421751968504</c:v>
                </c:pt>
                <c:pt idx="775">
                  <c:v>0.11521899606299212</c:v>
                </c:pt>
                <c:pt idx="776">
                  <c:v>0.11521899606299212</c:v>
                </c:pt>
                <c:pt idx="777">
                  <c:v>0.1155265748031496</c:v>
                </c:pt>
                <c:pt idx="778">
                  <c:v>0.1155265748031496</c:v>
                </c:pt>
                <c:pt idx="779">
                  <c:v>0.11583415354330708</c:v>
                </c:pt>
                <c:pt idx="780">
                  <c:v>0.11583415354330708</c:v>
                </c:pt>
                <c:pt idx="781">
                  <c:v>0.1161109744094488</c:v>
                </c:pt>
                <c:pt idx="782">
                  <c:v>0.1161109744094488</c:v>
                </c:pt>
                <c:pt idx="783">
                  <c:v>0.11641855314960629</c:v>
                </c:pt>
                <c:pt idx="784">
                  <c:v>0.11641855314960629</c:v>
                </c:pt>
                <c:pt idx="785">
                  <c:v>0.11669537401574805</c:v>
                </c:pt>
                <c:pt idx="786">
                  <c:v>0.11669537401574805</c:v>
                </c:pt>
                <c:pt idx="787">
                  <c:v>0.11700295275590553</c:v>
                </c:pt>
                <c:pt idx="788">
                  <c:v>0.11700295275590553</c:v>
                </c:pt>
                <c:pt idx="789">
                  <c:v>0.11731053149606301</c:v>
                </c:pt>
                <c:pt idx="790">
                  <c:v>0.11731053149606301</c:v>
                </c:pt>
                <c:pt idx="791">
                  <c:v>0.11758735236220472</c:v>
                </c:pt>
                <c:pt idx="792">
                  <c:v>0.11758735236220472</c:v>
                </c:pt>
                <c:pt idx="793">
                  <c:v>0.1178949311023622</c:v>
                </c:pt>
                <c:pt idx="794">
                  <c:v>0.1178949311023622</c:v>
                </c:pt>
                <c:pt idx="795">
                  <c:v>0.11820250984251968</c:v>
                </c:pt>
                <c:pt idx="796">
                  <c:v>0.11820250984251968</c:v>
                </c:pt>
                <c:pt idx="797">
                  <c:v>0.11847933070866142</c:v>
                </c:pt>
                <c:pt idx="798">
                  <c:v>0.11847933070866142</c:v>
                </c:pt>
                <c:pt idx="799">
                  <c:v>0.11878690944881889</c:v>
                </c:pt>
                <c:pt idx="800">
                  <c:v>0.11878690944881889</c:v>
                </c:pt>
                <c:pt idx="801">
                  <c:v>0.11909448818897636</c:v>
                </c:pt>
                <c:pt idx="802">
                  <c:v>0.11909448818897636</c:v>
                </c:pt>
                <c:pt idx="803">
                  <c:v>0.11937130905511811</c:v>
                </c:pt>
                <c:pt idx="804">
                  <c:v>0.11937130905511811</c:v>
                </c:pt>
                <c:pt idx="805">
                  <c:v>0.11967888779527559</c:v>
                </c:pt>
                <c:pt idx="806">
                  <c:v>0.11967888779527559</c:v>
                </c:pt>
                <c:pt idx="807">
                  <c:v>0.11998646653543309</c:v>
                </c:pt>
                <c:pt idx="808">
                  <c:v>0.11998646653543309</c:v>
                </c:pt>
                <c:pt idx="809">
                  <c:v>0.1202632874015748</c:v>
                </c:pt>
                <c:pt idx="810">
                  <c:v>0.1202632874015748</c:v>
                </c:pt>
                <c:pt idx="811">
                  <c:v>0.12057086614173228</c:v>
                </c:pt>
                <c:pt idx="812">
                  <c:v>0.12057086614173228</c:v>
                </c:pt>
                <c:pt idx="813">
                  <c:v>0.12087844488188976</c:v>
                </c:pt>
                <c:pt idx="814">
                  <c:v>0.12087844488188976</c:v>
                </c:pt>
                <c:pt idx="815">
                  <c:v>0.1211552657480315</c:v>
                </c:pt>
                <c:pt idx="816">
                  <c:v>0.1211552657480315</c:v>
                </c:pt>
                <c:pt idx="817">
                  <c:v>0.12146284448818898</c:v>
                </c:pt>
                <c:pt idx="818">
                  <c:v>0.12146284448818898</c:v>
                </c:pt>
                <c:pt idx="819">
                  <c:v>0.12177042322834646</c:v>
                </c:pt>
                <c:pt idx="820">
                  <c:v>0.12177042322834646</c:v>
                </c:pt>
                <c:pt idx="821">
                  <c:v>0.12204724409448819</c:v>
                </c:pt>
                <c:pt idx="822">
                  <c:v>0.12204724409448819</c:v>
                </c:pt>
                <c:pt idx="823">
                  <c:v>0.12235482283464567</c:v>
                </c:pt>
                <c:pt idx="824">
                  <c:v>0.12235482283464567</c:v>
                </c:pt>
                <c:pt idx="825">
                  <c:v>0.12266240157480315</c:v>
                </c:pt>
                <c:pt idx="826">
                  <c:v>0.12266240157480315</c:v>
                </c:pt>
                <c:pt idx="827">
                  <c:v>0.12293922244094488</c:v>
                </c:pt>
                <c:pt idx="828">
                  <c:v>0.12293922244094488</c:v>
                </c:pt>
                <c:pt idx="829">
                  <c:v>0.12324680118110236</c:v>
                </c:pt>
                <c:pt idx="830">
                  <c:v>0.12324680118110236</c:v>
                </c:pt>
                <c:pt idx="831">
                  <c:v>0.12355437992125984</c:v>
                </c:pt>
                <c:pt idx="832">
                  <c:v>0.12355437992125984</c:v>
                </c:pt>
                <c:pt idx="833">
                  <c:v>0.12383120078740158</c:v>
                </c:pt>
                <c:pt idx="834">
                  <c:v>0.12383120078740158</c:v>
                </c:pt>
                <c:pt idx="835">
                  <c:v>0.12413877952755906</c:v>
                </c:pt>
                <c:pt idx="836">
                  <c:v>0.12413877952755906</c:v>
                </c:pt>
                <c:pt idx="837">
                  <c:v>0.12444635826771654</c:v>
                </c:pt>
                <c:pt idx="838">
                  <c:v>0.12444635826771654</c:v>
                </c:pt>
                <c:pt idx="839">
                  <c:v>0.12472317913385826</c:v>
                </c:pt>
                <c:pt idx="840">
                  <c:v>0.12472317913385826</c:v>
                </c:pt>
                <c:pt idx="841">
                  <c:v>0.12503075787401574</c:v>
                </c:pt>
                <c:pt idx="842">
                  <c:v>0.12503075787401574</c:v>
                </c:pt>
                <c:pt idx="843">
                  <c:v>0.12533833661417323</c:v>
                </c:pt>
                <c:pt idx="844">
                  <c:v>0.12533833661417323</c:v>
                </c:pt>
                <c:pt idx="845">
                  <c:v>0.12561515748031496</c:v>
                </c:pt>
                <c:pt idx="846">
                  <c:v>0.12561515748031496</c:v>
                </c:pt>
                <c:pt idx="847">
                  <c:v>0.12592273622047245</c:v>
                </c:pt>
                <c:pt idx="848">
                  <c:v>0.12592273622047245</c:v>
                </c:pt>
                <c:pt idx="849">
                  <c:v>0.12623031496062992</c:v>
                </c:pt>
                <c:pt idx="850">
                  <c:v>0.12623031496062992</c:v>
                </c:pt>
                <c:pt idx="851">
                  <c:v>0.12650713582677164</c:v>
                </c:pt>
                <c:pt idx="852">
                  <c:v>0.12650713582677164</c:v>
                </c:pt>
                <c:pt idx="853">
                  <c:v>0.12681471456692914</c:v>
                </c:pt>
                <c:pt idx="854">
                  <c:v>0.12681471456692914</c:v>
                </c:pt>
                <c:pt idx="855">
                  <c:v>0.12709153543307086</c:v>
                </c:pt>
                <c:pt idx="856">
                  <c:v>0.12709153543307086</c:v>
                </c:pt>
                <c:pt idx="857">
                  <c:v>0.12739911417322836</c:v>
                </c:pt>
                <c:pt idx="858">
                  <c:v>0.12739911417322836</c:v>
                </c:pt>
                <c:pt idx="859">
                  <c:v>0.12770669291338582</c:v>
                </c:pt>
                <c:pt idx="860">
                  <c:v>0.12770669291338582</c:v>
                </c:pt>
                <c:pt idx="861">
                  <c:v>0.12798351377952755</c:v>
                </c:pt>
                <c:pt idx="862">
                  <c:v>0.12798351377952755</c:v>
                </c:pt>
                <c:pt idx="863">
                  <c:v>0.12829109251968504</c:v>
                </c:pt>
                <c:pt idx="864">
                  <c:v>0.12829109251968504</c:v>
                </c:pt>
                <c:pt idx="865">
                  <c:v>0.12859867125984251</c:v>
                </c:pt>
                <c:pt idx="866">
                  <c:v>0.12859867125984251</c:v>
                </c:pt>
                <c:pt idx="867">
                  <c:v>0.12887549212598426</c:v>
                </c:pt>
                <c:pt idx="868">
                  <c:v>0.12887549212598426</c:v>
                </c:pt>
                <c:pt idx="869">
                  <c:v>0.12918307086614172</c:v>
                </c:pt>
                <c:pt idx="870">
                  <c:v>0.12918307086614172</c:v>
                </c:pt>
                <c:pt idx="871">
                  <c:v>0.12949064960629922</c:v>
                </c:pt>
                <c:pt idx="872">
                  <c:v>0.12949064960629922</c:v>
                </c:pt>
                <c:pt idx="873">
                  <c:v>0.12976747047244094</c:v>
                </c:pt>
                <c:pt idx="874">
                  <c:v>0.12976747047244094</c:v>
                </c:pt>
                <c:pt idx="875">
                  <c:v>0.13007504921259844</c:v>
                </c:pt>
                <c:pt idx="876">
                  <c:v>0.13007504921259844</c:v>
                </c:pt>
                <c:pt idx="877">
                  <c:v>0.1303826279527559</c:v>
                </c:pt>
                <c:pt idx="878">
                  <c:v>0.1303826279527559</c:v>
                </c:pt>
                <c:pt idx="879">
                  <c:v>0.13065944881889763</c:v>
                </c:pt>
                <c:pt idx="880">
                  <c:v>0.13065944881889763</c:v>
                </c:pt>
                <c:pt idx="881">
                  <c:v>0.13096702755905512</c:v>
                </c:pt>
                <c:pt idx="882">
                  <c:v>0.13096702755905512</c:v>
                </c:pt>
                <c:pt idx="883">
                  <c:v>0.13127460629921259</c:v>
                </c:pt>
                <c:pt idx="884">
                  <c:v>0.13127460629921259</c:v>
                </c:pt>
                <c:pt idx="885">
                  <c:v>0.13155142716535434</c:v>
                </c:pt>
                <c:pt idx="886">
                  <c:v>0.13155142716535434</c:v>
                </c:pt>
                <c:pt idx="887">
                  <c:v>0.13185900590551181</c:v>
                </c:pt>
                <c:pt idx="888">
                  <c:v>0.13185900590551181</c:v>
                </c:pt>
                <c:pt idx="889">
                  <c:v>0.1321665846456693</c:v>
                </c:pt>
                <c:pt idx="890">
                  <c:v>0.1321665846456693</c:v>
                </c:pt>
                <c:pt idx="891">
                  <c:v>0.13244340551181102</c:v>
                </c:pt>
                <c:pt idx="892">
                  <c:v>0.13244340551181102</c:v>
                </c:pt>
                <c:pt idx="893">
                  <c:v>0.13275098425196849</c:v>
                </c:pt>
                <c:pt idx="894">
                  <c:v>0.13275098425196849</c:v>
                </c:pt>
                <c:pt idx="895">
                  <c:v>0.13305856299212598</c:v>
                </c:pt>
                <c:pt idx="896">
                  <c:v>0.13305856299212598</c:v>
                </c:pt>
                <c:pt idx="897">
                  <c:v>0.13333538385826771</c:v>
                </c:pt>
                <c:pt idx="898">
                  <c:v>0.13333538385826771</c:v>
                </c:pt>
                <c:pt idx="899">
                  <c:v>0.1336429625984252</c:v>
                </c:pt>
                <c:pt idx="900">
                  <c:v>0.1336429625984252</c:v>
                </c:pt>
                <c:pt idx="901">
                  <c:v>0.13395054133858267</c:v>
                </c:pt>
                <c:pt idx="902">
                  <c:v>0.13395054133858267</c:v>
                </c:pt>
                <c:pt idx="903">
                  <c:v>0.13422736220472442</c:v>
                </c:pt>
                <c:pt idx="904">
                  <c:v>0.13422736220472442</c:v>
                </c:pt>
                <c:pt idx="905">
                  <c:v>0.13453494094488189</c:v>
                </c:pt>
                <c:pt idx="906">
                  <c:v>0.13453494094488189</c:v>
                </c:pt>
                <c:pt idx="907">
                  <c:v>0.13484251968503938</c:v>
                </c:pt>
                <c:pt idx="908">
                  <c:v>0.13484251968503938</c:v>
                </c:pt>
                <c:pt idx="909">
                  <c:v>0.13511934055118111</c:v>
                </c:pt>
                <c:pt idx="910">
                  <c:v>0.13511934055118111</c:v>
                </c:pt>
                <c:pt idx="911">
                  <c:v>0.13542691929133857</c:v>
                </c:pt>
                <c:pt idx="912">
                  <c:v>0.13542691929133857</c:v>
                </c:pt>
                <c:pt idx="913">
                  <c:v>0.13573449803149606</c:v>
                </c:pt>
                <c:pt idx="914">
                  <c:v>0.13573449803149606</c:v>
                </c:pt>
                <c:pt idx="915">
                  <c:v>0.13601131889763779</c:v>
                </c:pt>
                <c:pt idx="916">
                  <c:v>0.13601131889763779</c:v>
                </c:pt>
                <c:pt idx="917">
                  <c:v>0.13631889763779528</c:v>
                </c:pt>
                <c:pt idx="918">
                  <c:v>0.13631889763779528</c:v>
                </c:pt>
                <c:pt idx="919">
                  <c:v>0.13659571850393701</c:v>
                </c:pt>
                <c:pt idx="920">
                  <c:v>0.13659571850393701</c:v>
                </c:pt>
                <c:pt idx="921">
                  <c:v>0.1369032972440945</c:v>
                </c:pt>
                <c:pt idx="922">
                  <c:v>0.1369032972440945</c:v>
                </c:pt>
                <c:pt idx="923">
                  <c:v>0.13721087598425197</c:v>
                </c:pt>
                <c:pt idx="924">
                  <c:v>0.13721087598425197</c:v>
                </c:pt>
                <c:pt idx="925">
                  <c:v>0.13748769685039369</c:v>
                </c:pt>
                <c:pt idx="926">
                  <c:v>0.13748769685039369</c:v>
                </c:pt>
                <c:pt idx="927">
                  <c:v>0.13779527559055119</c:v>
                </c:pt>
                <c:pt idx="928">
                  <c:v>0.13779527559055119</c:v>
                </c:pt>
                <c:pt idx="929">
                  <c:v>0.13810285433070865</c:v>
                </c:pt>
                <c:pt idx="930">
                  <c:v>0.13810285433070865</c:v>
                </c:pt>
                <c:pt idx="931">
                  <c:v>0.1383796751968504</c:v>
                </c:pt>
                <c:pt idx="932">
                  <c:v>0.1383796751968504</c:v>
                </c:pt>
                <c:pt idx="933">
                  <c:v>0.13868725393700787</c:v>
                </c:pt>
                <c:pt idx="934">
                  <c:v>0.13868725393700787</c:v>
                </c:pt>
                <c:pt idx="935">
                  <c:v>0.13899483267716536</c:v>
                </c:pt>
                <c:pt idx="936">
                  <c:v>0.13899483267716536</c:v>
                </c:pt>
                <c:pt idx="937">
                  <c:v>0.13927165354330709</c:v>
                </c:pt>
                <c:pt idx="938">
                  <c:v>0.13927165354330709</c:v>
                </c:pt>
                <c:pt idx="939">
                  <c:v>0.13957923228346455</c:v>
                </c:pt>
                <c:pt idx="940">
                  <c:v>0.13957923228346455</c:v>
                </c:pt>
                <c:pt idx="941">
                  <c:v>0.13988681102362205</c:v>
                </c:pt>
                <c:pt idx="942">
                  <c:v>0.13988681102362205</c:v>
                </c:pt>
                <c:pt idx="943">
                  <c:v>0.14016363188976377</c:v>
                </c:pt>
                <c:pt idx="944">
                  <c:v>0.14016363188976377</c:v>
                </c:pt>
                <c:pt idx="945">
                  <c:v>0.14047121062992127</c:v>
                </c:pt>
                <c:pt idx="946">
                  <c:v>0.14047121062992127</c:v>
                </c:pt>
                <c:pt idx="947">
                  <c:v>0.14077878937007873</c:v>
                </c:pt>
                <c:pt idx="948">
                  <c:v>0.14077878937007873</c:v>
                </c:pt>
                <c:pt idx="949">
                  <c:v>0.14105561023622049</c:v>
                </c:pt>
                <c:pt idx="950">
                  <c:v>0.14105561023622049</c:v>
                </c:pt>
                <c:pt idx="951">
                  <c:v>0.14136318897637795</c:v>
                </c:pt>
                <c:pt idx="952">
                  <c:v>0.14136318897637795</c:v>
                </c:pt>
                <c:pt idx="953">
                  <c:v>0.14167076771653545</c:v>
                </c:pt>
                <c:pt idx="954">
                  <c:v>0.14167076771653545</c:v>
                </c:pt>
                <c:pt idx="955">
                  <c:v>0.14194758858267717</c:v>
                </c:pt>
                <c:pt idx="956">
                  <c:v>0.14194758858267717</c:v>
                </c:pt>
                <c:pt idx="957">
                  <c:v>0.14225516732283464</c:v>
                </c:pt>
                <c:pt idx="958">
                  <c:v>0.14225516732283464</c:v>
                </c:pt>
                <c:pt idx="959">
                  <c:v>0.14256274606299213</c:v>
                </c:pt>
                <c:pt idx="960">
                  <c:v>0.14256274606299213</c:v>
                </c:pt>
                <c:pt idx="961">
                  <c:v>0.14283956692913383</c:v>
                </c:pt>
                <c:pt idx="962">
                  <c:v>0.14283956692913383</c:v>
                </c:pt>
                <c:pt idx="963">
                  <c:v>0.14314714566929135</c:v>
                </c:pt>
                <c:pt idx="964">
                  <c:v>0.14314714566929135</c:v>
                </c:pt>
                <c:pt idx="965">
                  <c:v>0.14345472440944881</c:v>
                </c:pt>
                <c:pt idx="966">
                  <c:v>0.14345472440944881</c:v>
                </c:pt>
                <c:pt idx="967">
                  <c:v>0.14373154527559054</c:v>
                </c:pt>
                <c:pt idx="968">
                  <c:v>0.14373154527559054</c:v>
                </c:pt>
                <c:pt idx="969">
                  <c:v>0.14403912401574803</c:v>
                </c:pt>
                <c:pt idx="970">
                  <c:v>0.14403912401574803</c:v>
                </c:pt>
                <c:pt idx="971">
                  <c:v>0.1443467027559055</c:v>
                </c:pt>
                <c:pt idx="972">
                  <c:v>0.1443467027559055</c:v>
                </c:pt>
                <c:pt idx="973">
                  <c:v>0.14462352362204725</c:v>
                </c:pt>
                <c:pt idx="974">
                  <c:v>0.14462352362204725</c:v>
                </c:pt>
                <c:pt idx="975">
                  <c:v>0.14493110236220472</c:v>
                </c:pt>
                <c:pt idx="976">
                  <c:v>0.14493110236220472</c:v>
                </c:pt>
                <c:pt idx="977">
                  <c:v>0.14523868110236221</c:v>
                </c:pt>
                <c:pt idx="978">
                  <c:v>0.14523868110236221</c:v>
                </c:pt>
                <c:pt idx="979">
                  <c:v>0.14551550196850394</c:v>
                </c:pt>
                <c:pt idx="980">
                  <c:v>0.14551550196850394</c:v>
                </c:pt>
                <c:pt idx="981">
                  <c:v>0.14582308070866143</c:v>
                </c:pt>
                <c:pt idx="982">
                  <c:v>0.14582308070866143</c:v>
                </c:pt>
                <c:pt idx="983">
                  <c:v>0.14609990157480315</c:v>
                </c:pt>
                <c:pt idx="984">
                  <c:v>0.14609990157480315</c:v>
                </c:pt>
                <c:pt idx="985">
                  <c:v>0.14640748031496062</c:v>
                </c:pt>
                <c:pt idx="986">
                  <c:v>0.14640748031496062</c:v>
                </c:pt>
                <c:pt idx="987">
                  <c:v>0.14671505905511811</c:v>
                </c:pt>
                <c:pt idx="988">
                  <c:v>0.14671505905511811</c:v>
                </c:pt>
                <c:pt idx="989">
                  <c:v>0.14699187992125984</c:v>
                </c:pt>
                <c:pt idx="990">
                  <c:v>0.14699187992125984</c:v>
                </c:pt>
                <c:pt idx="991">
                  <c:v>0.14729945866141733</c:v>
                </c:pt>
                <c:pt idx="992">
                  <c:v>0.14729945866141733</c:v>
                </c:pt>
                <c:pt idx="993">
                  <c:v>0.1476070374015748</c:v>
                </c:pt>
                <c:pt idx="994">
                  <c:v>0.1476070374015748</c:v>
                </c:pt>
                <c:pt idx="995">
                  <c:v>0.14788385826771652</c:v>
                </c:pt>
                <c:pt idx="996">
                  <c:v>0.14788385826771652</c:v>
                </c:pt>
                <c:pt idx="997">
                  <c:v>0.14819143700787402</c:v>
                </c:pt>
                <c:pt idx="998">
                  <c:v>0.14819143700787402</c:v>
                </c:pt>
                <c:pt idx="999">
                  <c:v>0.14849901574803151</c:v>
                </c:pt>
                <c:pt idx="1000">
                  <c:v>0.14849901574803151</c:v>
                </c:pt>
                <c:pt idx="1001">
                  <c:v>0.14877583661417323</c:v>
                </c:pt>
                <c:pt idx="1002">
                  <c:v>0.14877583661417323</c:v>
                </c:pt>
                <c:pt idx="1003">
                  <c:v>0.1490834153543307</c:v>
                </c:pt>
                <c:pt idx="1004">
                  <c:v>0.1490834153543307</c:v>
                </c:pt>
                <c:pt idx="1005">
                  <c:v>0.14939099409448819</c:v>
                </c:pt>
                <c:pt idx="1006">
                  <c:v>0.14939099409448819</c:v>
                </c:pt>
                <c:pt idx="1007">
                  <c:v>0.14966781496062992</c:v>
                </c:pt>
                <c:pt idx="1008">
                  <c:v>0.14966781496062992</c:v>
                </c:pt>
                <c:pt idx="1009">
                  <c:v>0.14997539370078741</c:v>
                </c:pt>
                <c:pt idx="1010">
                  <c:v>0.14997539370078741</c:v>
                </c:pt>
                <c:pt idx="1011">
                  <c:v>0.15028297244094488</c:v>
                </c:pt>
                <c:pt idx="1012">
                  <c:v>0.15028297244094488</c:v>
                </c:pt>
                <c:pt idx="1013">
                  <c:v>0.1505597933070866</c:v>
                </c:pt>
                <c:pt idx="1014">
                  <c:v>0.1505597933070866</c:v>
                </c:pt>
                <c:pt idx="1015">
                  <c:v>0.1508673720472441</c:v>
                </c:pt>
                <c:pt idx="1016">
                  <c:v>0.1508673720472441</c:v>
                </c:pt>
                <c:pt idx="1017">
                  <c:v>0.15117495078740156</c:v>
                </c:pt>
                <c:pt idx="1018">
                  <c:v>0.15117495078740156</c:v>
                </c:pt>
                <c:pt idx="1019">
                  <c:v>0.15145177165354332</c:v>
                </c:pt>
                <c:pt idx="1020">
                  <c:v>0.15145177165354332</c:v>
                </c:pt>
                <c:pt idx="1021">
                  <c:v>0.15175935039370078</c:v>
                </c:pt>
                <c:pt idx="1022">
                  <c:v>0.15175935039370078</c:v>
                </c:pt>
                <c:pt idx="1023">
                  <c:v>0.15206692913385828</c:v>
                </c:pt>
                <c:pt idx="1024">
                  <c:v>0.15206692913385828</c:v>
                </c:pt>
                <c:pt idx="1025">
                  <c:v>0.15234375</c:v>
                </c:pt>
                <c:pt idx="1026">
                  <c:v>0.15234375</c:v>
                </c:pt>
                <c:pt idx="1027">
                  <c:v>0.15265132874015749</c:v>
                </c:pt>
                <c:pt idx="1028">
                  <c:v>0.15265132874015749</c:v>
                </c:pt>
                <c:pt idx="1029">
                  <c:v>0.15295890748031496</c:v>
                </c:pt>
                <c:pt idx="1030">
                  <c:v>0.15295890748031496</c:v>
                </c:pt>
                <c:pt idx="1031">
                  <c:v>0.15323572834645668</c:v>
                </c:pt>
                <c:pt idx="1032">
                  <c:v>0.15323572834645668</c:v>
                </c:pt>
                <c:pt idx="1033">
                  <c:v>0.15354330708661418</c:v>
                </c:pt>
                <c:pt idx="1034">
                  <c:v>0.15354330708661418</c:v>
                </c:pt>
                <c:pt idx="1035">
                  <c:v>0.15385088582677164</c:v>
                </c:pt>
                <c:pt idx="1036">
                  <c:v>0.15385088582677164</c:v>
                </c:pt>
                <c:pt idx="1037">
                  <c:v>0.1541277066929134</c:v>
                </c:pt>
                <c:pt idx="1038">
                  <c:v>0.1541277066929134</c:v>
                </c:pt>
                <c:pt idx="1039">
                  <c:v>0.15443528543307086</c:v>
                </c:pt>
                <c:pt idx="1040">
                  <c:v>0.15443528543307086</c:v>
                </c:pt>
                <c:pt idx="1041">
                  <c:v>0.15474286417322836</c:v>
                </c:pt>
                <c:pt idx="1042">
                  <c:v>0.15474286417322836</c:v>
                </c:pt>
                <c:pt idx="1043">
                  <c:v>0.15501968503937008</c:v>
                </c:pt>
                <c:pt idx="1044">
                  <c:v>0.15501968503937008</c:v>
                </c:pt>
                <c:pt idx="1045">
                  <c:v>0.15532726377952755</c:v>
                </c:pt>
                <c:pt idx="1046">
                  <c:v>0.15532726377952755</c:v>
                </c:pt>
                <c:pt idx="1047">
                  <c:v>0.1556040846456693</c:v>
                </c:pt>
                <c:pt idx="1048">
                  <c:v>0.1556040846456693</c:v>
                </c:pt>
                <c:pt idx="1049">
                  <c:v>0.15591166338582677</c:v>
                </c:pt>
                <c:pt idx="1050">
                  <c:v>0.15591166338582677</c:v>
                </c:pt>
                <c:pt idx="1051">
                  <c:v>0.15621924212598426</c:v>
                </c:pt>
                <c:pt idx="1052">
                  <c:v>0.15621924212598426</c:v>
                </c:pt>
                <c:pt idx="1053">
                  <c:v>0.15649606299212598</c:v>
                </c:pt>
                <c:pt idx="1054">
                  <c:v>0.15649606299212598</c:v>
                </c:pt>
                <c:pt idx="1055">
                  <c:v>0.15680364173228348</c:v>
                </c:pt>
                <c:pt idx="1056">
                  <c:v>0.15680364173228348</c:v>
                </c:pt>
                <c:pt idx="1057">
                  <c:v>0.15711122047244094</c:v>
                </c:pt>
                <c:pt idx="1058">
                  <c:v>0.15711122047244094</c:v>
                </c:pt>
                <c:pt idx="1059">
                  <c:v>0.15738804133858267</c:v>
                </c:pt>
                <c:pt idx="1060">
                  <c:v>0.15738804133858267</c:v>
                </c:pt>
                <c:pt idx="1061">
                  <c:v>0.15769562007874016</c:v>
                </c:pt>
                <c:pt idx="1062">
                  <c:v>0.15769562007874016</c:v>
                </c:pt>
                <c:pt idx="1063">
                  <c:v>0.15800319881889763</c:v>
                </c:pt>
                <c:pt idx="1064">
                  <c:v>0.15800319881889763</c:v>
                </c:pt>
                <c:pt idx="1065">
                  <c:v>0.15828001968503938</c:v>
                </c:pt>
                <c:pt idx="1066">
                  <c:v>0.15828001968503938</c:v>
                </c:pt>
                <c:pt idx="1067">
                  <c:v>0.15858759842519685</c:v>
                </c:pt>
                <c:pt idx="1068">
                  <c:v>0.15858759842519685</c:v>
                </c:pt>
                <c:pt idx="1069">
                  <c:v>0.15889517716535434</c:v>
                </c:pt>
                <c:pt idx="1070">
                  <c:v>0.15889517716535434</c:v>
                </c:pt>
                <c:pt idx="1071">
                  <c:v>0.15917199803149606</c:v>
                </c:pt>
                <c:pt idx="1072">
                  <c:v>0.15917199803149606</c:v>
                </c:pt>
                <c:pt idx="1073">
                  <c:v>0.15947957677165353</c:v>
                </c:pt>
                <c:pt idx="1074">
                  <c:v>0.15947957677165353</c:v>
                </c:pt>
                <c:pt idx="1075">
                  <c:v>0.15978715551181102</c:v>
                </c:pt>
                <c:pt idx="1076">
                  <c:v>0.15978715551181102</c:v>
                </c:pt>
                <c:pt idx="1077">
                  <c:v>0.16006397637795275</c:v>
                </c:pt>
                <c:pt idx="1078">
                  <c:v>0.16006397637795275</c:v>
                </c:pt>
                <c:pt idx="1079">
                  <c:v>0.16037155511811024</c:v>
                </c:pt>
                <c:pt idx="1080">
                  <c:v>0.16037155511811024</c:v>
                </c:pt>
                <c:pt idx="1081">
                  <c:v>0.16067913385826771</c:v>
                </c:pt>
                <c:pt idx="1082">
                  <c:v>0.16067913385826771</c:v>
                </c:pt>
                <c:pt idx="1083">
                  <c:v>0.16095595472440946</c:v>
                </c:pt>
                <c:pt idx="1084">
                  <c:v>0.16095595472440946</c:v>
                </c:pt>
                <c:pt idx="1085">
                  <c:v>0.16126353346456693</c:v>
                </c:pt>
                <c:pt idx="1086">
                  <c:v>0.16126353346456693</c:v>
                </c:pt>
                <c:pt idx="1087">
                  <c:v>0.16157111220472442</c:v>
                </c:pt>
                <c:pt idx="1088">
                  <c:v>0.16157111220472442</c:v>
                </c:pt>
                <c:pt idx="1089">
                  <c:v>0.16184793307086617</c:v>
                </c:pt>
                <c:pt idx="1090">
                  <c:v>0.16184793307086617</c:v>
                </c:pt>
                <c:pt idx="1091">
                  <c:v>0.16215551181102361</c:v>
                </c:pt>
                <c:pt idx="1092">
                  <c:v>0.16215551181102361</c:v>
                </c:pt>
                <c:pt idx="1093">
                  <c:v>0.16246309055118111</c:v>
                </c:pt>
                <c:pt idx="1094">
                  <c:v>0.16246309055118111</c:v>
                </c:pt>
                <c:pt idx="1095">
                  <c:v>0.16273991141732283</c:v>
                </c:pt>
                <c:pt idx="1096">
                  <c:v>0.16273991141732283</c:v>
                </c:pt>
                <c:pt idx="1097">
                  <c:v>0.16304749015748032</c:v>
                </c:pt>
                <c:pt idx="1098">
                  <c:v>0.16304749015748032</c:v>
                </c:pt>
                <c:pt idx="1099">
                  <c:v>0.16335506889763779</c:v>
                </c:pt>
                <c:pt idx="1100">
                  <c:v>0.16335506889763779</c:v>
                </c:pt>
                <c:pt idx="1101">
                  <c:v>0.16363188976377951</c:v>
                </c:pt>
                <c:pt idx="1102">
                  <c:v>0.16363188976377951</c:v>
                </c:pt>
                <c:pt idx="1103">
                  <c:v>0.16393946850393701</c:v>
                </c:pt>
                <c:pt idx="1104">
                  <c:v>0.16393946850393701</c:v>
                </c:pt>
                <c:pt idx="1105">
                  <c:v>0.1642470472440945</c:v>
                </c:pt>
                <c:pt idx="1106">
                  <c:v>0.1642470472440945</c:v>
                </c:pt>
                <c:pt idx="1107">
                  <c:v>0.16452386811023623</c:v>
                </c:pt>
                <c:pt idx="1108">
                  <c:v>0.16452386811023623</c:v>
                </c:pt>
                <c:pt idx="1109">
                  <c:v>0.16483144685039369</c:v>
                </c:pt>
                <c:pt idx="1110">
                  <c:v>0.16483144685039369</c:v>
                </c:pt>
                <c:pt idx="1111">
                  <c:v>0.16513902559055119</c:v>
                </c:pt>
                <c:pt idx="1112">
                  <c:v>0.16513902559055119</c:v>
                </c:pt>
                <c:pt idx="1113">
                  <c:v>0.16541584645669291</c:v>
                </c:pt>
                <c:pt idx="1114">
                  <c:v>0.16541584645669291</c:v>
                </c:pt>
                <c:pt idx="1115">
                  <c:v>0.1657234251968504</c:v>
                </c:pt>
                <c:pt idx="1116">
                  <c:v>0.1657234251968504</c:v>
                </c:pt>
                <c:pt idx="1117">
                  <c:v>0.16600024606299213</c:v>
                </c:pt>
                <c:pt idx="1118">
                  <c:v>0.16600024606299213</c:v>
                </c:pt>
                <c:pt idx="1119">
                  <c:v>0.1663078248031496</c:v>
                </c:pt>
                <c:pt idx="1120">
                  <c:v>0.1663078248031496</c:v>
                </c:pt>
                <c:pt idx="1121">
                  <c:v>0.16661540354330709</c:v>
                </c:pt>
                <c:pt idx="1122">
                  <c:v>0.16661540354330709</c:v>
                </c:pt>
                <c:pt idx="1123">
                  <c:v>0.16689222440944881</c:v>
                </c:pt>
                <c:pt idx="1124">
                  <c:v>0.16689222440944881</c:v>
                </c:pt>
                <c:pt idx="1125">
                  <c:v>0.16719980314960631</c:v>
                </c:pt>
                <c:pt idx="1126">
                  <c:v>0.16719980314960631</c:v>
                </c:pt>
                <c:pt idx="1127">
                  <c:v>0.16750738188976377</c:v>
                </c:pt>
                <c:pt idx="1128">
                  <c:v>0.16750738188976377</c:v>
                </c:pt>
                <c:pt idx="1129">
                  <c:v>0.1677842027559055</c:v>
                </c:pt>
                <c:pt idx="1130">
                  <c:v>0.1677842027559055</c:v>
                </c:pt>
                <c:pt idx="1131">
                  <c:v>0.16809178149606299</c:v>
                </c:pt>
                <c:pt idx="1132">
                  <c:v>0.16809178149606299</c:v>
                </c:pt>
                <c:pt idx="1133">
                  <c:v>0.16839936023622049</c:v>
                </c:pt>
                <c:pt idx="1134">
                  <c:v>0.16839936023622049</c:v>
                </c:pt>
                <c:pt idx="1135">
                  <c:v>0.16867618110236221</c:v>
                </c:pt>
                <c:pt idx="1136">
                  <c:v>0.16867618110236221</c:v>
                </c:pt>
                <c:pt idx="1137">
                  <c:v>0.16898375984251968</c:v>
                </c:pt>
                <c:pt idx="1138">
                  <c:v>0.16898375984251968</c:v>
                </c:pt>
                <c:pt idx="1139">
                  <c:v>0.16929133858267717</c:v>
                </c:pt>
                <c:pt idx="1140">
                  <c:v>0.16929133858267717</c:v>
                </c:pt>
                <c:pt idx="1141">
                  <c:v>0.16956815944881889</c:v>
                </c:pt>
                <c:pt idx="1142">
                  <c:v>0.16956815944881889</c:v>
                </c:pt>
                <c:pt idx="1143">
                  <c:v>0.16987573818897639</c:v>
                </c:pt>
                <c:pt idx="1144">
                  <c:v>0.16987573818897639</c:v>
                </c:pt>
                <c:pt idx="1145">
                  <c:v>0.17018331692913383</c:v>
                </c:pt>
                <c:pt idx="1146">
                  <c:v>0.17018331692913383</c:v>
                </c:pt>
                <c:pt idx="1147">
                  <c:v>0.17046013779527558</c:v>
                </c:pt>
                <c:pt idx="1148">
                  <c:v>0.17046013779527558</c:v>
                </c:pt>
                <c:pt idx="1149">
                  <c:v>0.17076771653543307</c:v>
                </c:pt>
                <c:pt idx="1150">
                  <c:v>0.17076771653543307</c:v>
                </c:pt>
                <c:pt idx="1151">
                  <c:v>0.17107529527559054</c:v>
                </c:pt>
                <c:pt idx="1152">
                  <c:v>0.17107529527559054</c:v>
                </c:pt>
                <c:pt idx="1153">
                  <c:v>0.17135211614173229</c:v>
                </c:pt>
                <c:pt idx="1154">
                  <c:v>0.17135211614173229</c:v>
                </c:pt>
                <c:pt idx="1155">
                  <c:v>0.17165969488188976</c:v>
                </c:pt>
                <c:pt idx="1156">
                  <c:v>0.17165969488188976</c:v>
                </c:pt>
                <c:pt idx="1157">
                  <c:v>0.17196727362204725</c:v>
                </c:pt>
                <c:pt idx="1158">
                  <c:v>0.17196727362204725</c:v>
                </c:pt>
                <c:pt idx="1159">
                  <c:v>0.17224409448818898</c:v>
                </c:pt>
                <c:pt idx="1160">
                  <c:v>0.17224409448818898</c:v>
                </c:pt>
                <c:pt idx="1161">
                  <c:v>0.17255167322834647</c:v>
                </c:pt>
                <c:pt idx="1162">
                  <c:v>0.17255167322834647</c:v>
                </c:pt>
                <c:pt idx="1163">
                  <c:v>0.17285925196850394</c:v>
                </c:pt>
                <c:pt idx="1164">
                  <c:v>0.17285925196850394</c:v>
                </c:pt>
                <c:pt idx="1165">
                  <c:v>0.17313607283464566</c:v>
                </c:pt>
                <c:pt idx="1166">
                  <c:v>0.17313607283464566</c:v>
                </c:pt>
                <c:pt idx="1167">
                  <c:v>0.17344365157480315</c:v>
                </c:pt>
                <c:pt idx="1168">
                  <c:v>0.17344365157480315</c:v>
                </c:pt>
                <c:pt idx="1169">
                  <c:v>0.17375123031496062</c:v>
                </c:pt>
                <c:pt idx="1170">
                  <c:v>0.17375123031496062</c:v>
                </c:pt>
                <c:pt idx="1171">
                  <c:v>0.17402805118110237</c:v>
                </c:pt>
                <c:pt idx="1172">
                  <c:v>0.17402805118110237</c:v>
                </c:pt>
                <c:pt idx="1173">
                  <c:v>0.17433562992125984</c:v>
                </c:pt>
                <c:pt idx="1174">
                  <c:v>0.17433562992125984</c:v>
                </c:pt>
                <c:pt idx="1175">
                  <c:v>0.17464320866141733</c:v>
                </c:pt>
                <c:pt idx="1176">
                  <c:v>0.17464320866141733</c:v>
                </c:pt>
                <c:pt idx="1177">
                  <c:v>0.17492002952755906</c:v>
                </c:pt>
                <c:pt idx="1178">
                  <c:v>0.17492002952755906</c:v>
                </c:pt>
                <c:pt idx="1179">
                  <c:v>0.17522760826771652</c:v>
                </c:pt>
                <c:pt idx="1180">
                  <c:v>0.17522760826771652</c:v>
                </c:pt>
                <c:pt idx="1181">
                  <c:v>0.17550442913385828</c:v>
                </c:pt>
                <c:pt idx="1182">
                  <c:v>0.17550442913385828</c:v>
                </c:pt>
                <c:pt idx="1183">
                  <c:v>0.17581200787401574</c:v>
                </c:pt>
                <c:pt idx="1184">
                  <c:v>0.17581200787401574</c:v>
                </c:pt>
                <c:pt idx="1185">
                  <c:v>0.17611958661417323</c:v>
                </c:pt>
                <c:pt idx="1186">
                  <c:v>0.17611958661417323</c:v>
                </c:pt>
                <c:pt idx="1187">
                  <c:v>0.17639640748031496</c:v>
                </c:pt>
                <c:pt idx="1188">
                  <c:v>0.17639640748031496</c:v>
                </c:pt>
                <c:pt idx="1189">
                  <c:v>0.17670398622047245</c:v>
                </c:pt>
                <c:pt idx="1190">
                  <c:v>0.17670398622047245</c:v>
                </c:pt>
                <c:pt idx="1191">
                  <c:v>0.17701156496062992</c:v>
                </c:pt>
                <c:pt idx="1192">
                  <c:v>0.17701156496062992</c:v>
                </c:pt>
                <c:pt idx="1193">
                  <c:v>0.17728838582677164</c:v>
                </c:pt>
                <c:pt idx="1194">
                  <c:v>0.17728838582677164</c:v>
                </c:pt>
                <c:pt idx="1195">
                  <c:v>0.17759596456692914</c:v>
                </c:pt>
                <c:pt idx="1196">
                  <c:v>0.17759596456692914</c:v>
                </c:pt>
                <c:pt idx="1197">
                  <c:v>0.1779035433070866</c:v>
                </c:pt>
                <c:pt idx="1198">
                  <c:v>0.1779035433070866</c:v>
                </c:pt>
                <c:pt idx="1199">
                  <c:v>0.17818036417322836</c:v>
                </c:pt>
                <c:pt idx="1200">
                  <c:v>0.17818036417322836</c:v>
                </c:pt>
                <c:pt idx="1201">
                  <c:v>0.17848794291338582</c:v>
                </c:pt>
                <c:pt idx="1202">
                  <c:v>0.17848794291338582</c:v>
                </c:pt>
                <c:pt idx="1203">
                  <c:v>0.17879552165354332</c:v>
                </c:pt>
                <c:pt idx="1204">
                  <c:v>0.17879552165354332</c:v>
                </c:pt>
                <c:pt idx="1205">
                  <c:v>0.17907234251968504</c:v>
                </c:pt>
                <c:pt idx="1206">
                  <c:v>0.17907234251968504</c:v>
                </c:pt>
                <c:pt idx="1207">
                  <c:v>0.17937992125984251</c:v>
                </c:pt>
                <c:pt idx="1208">
                  <c:v>0.17937992125984251</c:v>
                </c:pt>
                <c:pt idx="1209">
                  <c:v>0.1796875</c:v>
                </c:pt>
                <c:pt idx="1210">
                  <c:v>0.1796875</c:v>
                </c:pt>
                <c:pt idx="1211">
                  <c:v>0.17996432086614172</c:v>
                </c:pt>
                <c:pt idx="1212">
                  <c:v>0.17996432086614172</c:v>
                </c:pt>
                <c:pt idx="1213">
                  <c:v>0.18027189960629919</c:v>
                </c:pt>
                <c:pt idx="1214">
                  <c:v>0.18027189960629919</c:v>
                </c:pt>
                <c:pt idx="1215">
                  <c:v>0.18057947834645668</c:v>
                </c:pt>
                <c:pt idx="1216">
                  <c:v>0.18057947834645668</c:v>
                </c:pt>
                <c:pt idx="1217">
                  <c:v>0.18085629921259844</c:v>
                </c:pt>
                <c:pt idx="1218">
                  <c:v>0.18085629921259844</c:v>
                </c:pt>
                <c:pt idx="1219">
                  <c:v>0.1811638779527559</c:v>
                </c:pt>
                <c:pt idx="1220">
                  <c:v>0.1811638779527559</c:v>
                </c:pt>
                <c:pt idx="1221">
                  <c:v>0.1814714566929134</c:v>
                </c:pt>
                <c:pt idx="1222">
                  <c:v>0.1814714566929134</c:v>
                </c:pt>
                <c:pt idx="1223">
                  <c:v>0.18174827755905512</c:v>
                </c:pt>
                <c:pt idx="1224">
                  <c:v>0.18174827755905512</c:v>
                </c:pt>
                <c:pt idx="1225">
                  <c:v>0.18205585629921259</c:v>
                </c:pt>
                <c:pt idx="1226">
                  <c:v>0.18205585629921259</c:v>
                </c:pt>
                <c:pt idx="1227">
                  <c:v>0.18236343503937008</c:v>
                </c:pt>
                <c:pt idx="1228">
                  <c:v>0.18236343503937008</c:v>
                </c:pt>
                <c:pt idx="1229">
                  <c:v>0.18264025590551181</c:v>
                </c:pt>
                <c:pt idx="1230">
                  <c:v>0.18264025590551181</c:v>
                </c:pt>
                <c:pt idx="1231">
                  <c:v>0.1829478346456693</c:v>
                </c:pt>
                <c:pt idx="1232">
                  <c:v>0.1829478346456693</c:v>
                </c:pt>
                <c:pt idx="1233">
                  <c:v>0.18325541338582677</c:v>
                </c:pt>
                <c:pt idx="1234">
                  <c:v>0.18325541338582677</c:v>
                </c:pt>
                <c:pt idx="1235">
                  <c:v>0.18353223425196849</c:v>
                </c:pt>
                <c:pt idx="1236">
                  <c:v>0.18353223425196849</c:v>
                </c:pt>
                <c:pt idx="1237">
                  <c:v>0.18383981299212601</c:v>
                </c:pt>
                <c:pt idx="1238">
                  <c:v>0.18383981299212601</c:v>
                </c:pt>
                <c:pt idx="1239">
                  <c:v>0.18414739173228348</c:v>
                </c:pt>
                <c:pt idx="1240">
                  <c:v>0.18414739173228348</c:v>
                </c:pt>
                <c:pt idx="1241">
                  <c:v>0.1844242125984252</c:v>
                </c:pt>
                <c:pt idx="1242">
                  <c:v>0.1844242125984252</c:v>
                </c:pt>
                <c:pt idx="1243">
                  <c:v>0.18473179133858267</c:v>
                </c:pt>
                <c:pt idx="1244">
                  <c:v>0.18473179133858267</c:v>
                </c:pt>
                <c:pt idx="1245">
                  <c:v>0.18500861220472439</c:v>
                </c:pt>
                <c:pt idx="1246">
                  <c:v>0.18500861220472439</c:v>
                </c:pt>
                <c:pt idx="1247">
                  <c:v>0.18531619094488189</c:v>
                </c:pt>
                <c:pt idx="1248">
                  <c:v>0.18531619094488189</c:v>
                </c:pt>
                <c:pt idx="1249">
                  <c:v>0.18562376968503935</c:v>
                </c:pt>
                <c:pt idx="1250">
                  <c:v>0.18562376968503935</c:v>
                </c:pt>
                <c:pt idx="1251">
                  <c:v>0.18590059055118111</c:v>
                </c:pt>
                <c:pt idx="1252">
                  <c:v>0.18590059055118111</c:v>
                </c:pt>
                <c:pt idx="1253">
                  <c:v>0.18620816929133857</c:v>
                </c:pt>
                <c:pt idx="1254">
                  <c:v>0.18620816929133857</c:v>
                </c:pt>
                <c:pt idx="1255">
                  <c:v>0.18651574803149609</c:v>
                </c:pt>
                <c:pt idx="1256">
                  <c:v>0.18651574803149609</c:v>
                </c:pt>
                <c:pt idx="1257">
                  <c:v>0.18679256889763779</c:v>
                </c:pt>
                <c:pt idx="1258">
                  <c:v>0.18679256889763779</c:v>
                </c:pt>
                <c:pt idx="1259">
                  <c:v>0.18710014763779528</c:v>
                </c:pt>
                <c:pt idx="1260">
                  <c:v>0.18710014763779528</c:v>
                </c:pt>
                <c:pt idx="1261">
                  <c:v>0.18740772637795275</c:v>
                </c:pt>
                <c:pt idx="1262">
                  <c:v>0.18740772637795275</c:v>
                </c:pt>
                <c:pt idx="1263">
                  <c:v>0.1876845472440945</c:v>
                </c:pt>
                <c:pt idx="1264">
                  <c:v>0.1876845472440945</c:v>
                </c:pt>
                <c:pt idx="1265">
                  <c:v>0.18799212598425197</c:v>
                </c:pt>
                <c:pt idx="1266">
                  <c:v>0.18799212598425197</c:v>
                </c:pt>
                <c:pt idx="1267">
                  <c:v>0.18829970472440943</c:v>
                </c:pt>
                <c:pt idx="1268">
                  <c:v>0.18829970472440943</c:v>
                </c:pt>
                <c:pt idx="1269">
                  <c:v>0.18857652559055119</c:v>
                </c:pt>
                <c:pt idx="1270">
                  <c:v>0.18857652559055119</c:v>
                </c:pt>
                <c:pt idx="1271">
                  <c:v>0.18888410433070865</c:v>
                </c:pt>
                <c:pt idx="1272">
                  <c:v>0.18888410433070865</c:v>
                </c:pt>
                <c:pt idx="1273">
                  <c:v>0.18919168307086617</c:v>
                </c:pt>
                <c:pt idx="1274">
                  <c:v>0.18919168307086617</c:v>
                </c:pt>
                <c:pt idx="1275">
                  <c:v>0.18946850393700787</c:v>
                </c:pt>
                <c:pt idx="1276">
                  <c:v>0.18946850393700787</c:v>
                </c:pt>
                <c:pt idx="1277">
                  <c:v>0.18977608267716536</c:v>
                </c:pt>
                <c:pt idx="1278">
                  <c:v>0.18977608267716536</c:v>
                </c:pt>
                <c:pt idx="1279">
                  <c:v>0.19008366141732283</c:v>
                </c:pt>
                <c:pt idx="1280">
                  <c:v>0.19008366141732283</c:v>
                </c:pt>
                <c:pt idx="1281">
                  <c:v>0.19036048228346455</c:v>
                </c:pt>
                <c:pt idx="1282">
                  <c:v>0.19036048228346455</c:v>
                </c:pt>
                <c:pt idx="1283">
                  <c:v>0.19066806102362205</c:v>
                </c:pt>
                <c:pt idx="1284">
                  <c:v>0.19066806102362205</c:v>
                </c:pt>
                <c:pt idx="1285">
                  <c:v>0.19097563976377951</c:v>
                </c:pt>
                <c:pt idx="1286">
                  <c:v>0.19097563976377951</c:v>
                </c:pt>
                <c:pt idx="1287">
                  <c:v>0.19125246062992127</c:v>
                </c:pt>
                <c:pt idx="1288">
                  <c:v>0.19125246062992127</c:v>
                </c:pt>
                <c:pt idx="1289">
                  <c:v>0.19156003937007873</c:v>
                </c:pt>
                <c:pt idx="1290">
                  <c:v>0.19156003937007873</c:v>
                </c:pt>
                <c:pt idx="1291">
                  <c:v>0.19186761811023623</c:v>
                </c:pt>
                <c:pt idx="1292">
                  <c:v>0.19186761811023623</c:v>
                </c:pt>
                <c:pt idx="1293">
                  <c:v>0.19214443897637795</c:v>
                </c:pt>
                <c:pt idx="1294">
                  <c:v>0.19214443897637795</c:v>
                </c:pt>
                <c:pt idx="1295">
                  <c:v>0.19245201771653545</c:v>
                </c:pt>
                <c:pt idx="1296">
                  <c:v>0.19245201771653545</c:v>
                </c:pt>
                <c:pt idx="1297">
                  <c:v>0.19275959645669291</c:v>
                </c:pt>
                <c:pt idx="1298">
                  <c:v>0.19275959645669291</c:v>
                </c:pt>
                <c:pt idx="1299">
                  <c:v>0.19303641732283464</c:v>
                </c:pt>
                <c:pt idx="1300">
                  <c:v>0.19303641732283464</c:v>
                </c:pt>
                <c:pt idx="1301">
                  <c:v>0.19334399606299213</c:v>
                </c:pt>
                <c:pt idx="1302">
                  <c:v>0.19334399606299213</c:v>
                </c:pt>
                <c:pt idx="1303">
                  <c:v>0.1936515748031496</c:v>
                </c:pt>
                <c:pt idx="1304">
                  <c:v>0.1936515748031496</c:v>
                </c:pt>
                <c:pt idx="1305">
                  <c:v>0.19392839566929135</c:v>
                </c:pt>
                <c:pt idx="1306">
                  <c:v>0.19392839566929135</c:v>
                </c:pt>
                <c:pt idx="1307">
                  <c:v>0.19423597440944881</c:v>
                </c:pt>
                <c:pt idx="1308">
                  <c:v>0.19423597440944881</c:v>
                </c:pt>
                <c:pt idx="1309">
                  <c:v>0.19451279527559057</c:v>
                </c:pt>
                <c:pt idx="1310">
                  <c:v>0.19451279527559057</c:v>
                </c:pt>
                <c:pt idx="1311">
                  <c:v>0.19482037401574803</c:v>
                </c:pt>
                <c:pt idx="1312">
                  <c:v>0.19482037401574803</c:v>
                </c:pt>
                <c:pt idx="1313">
                  <c:v>0.1951279527559055</c:v>
                </c:pt>
                <c:pt idx="1314">
                  <c:v>0.1951279527559055</c:v>
                </c:pt>
                <c:pt idx="1315">
                  <c:v>0.19540477362204725</c:v>
                </c:pt>
                <c:pt idx="1316">
                  <c:v>0.19540477362204725</c:v>
                </c:pt>
                <c:pt idx="1317">
                  <c:v>0.19571235236220472</c:v>
                </c:pt>
                <c:pt idx="1318">
                  <c:v>0.19571235236220472</c:v>
                </c:pt>
                <c:pt idx="1319">
                  <c:v>0.19601993110236221</c:v>
                </c:pt>
                <c:pt idx="1320">
                  <c:v>0.19601993110236221</c:v>
                </c:pt>
                <c:pt idx="1321">
                  <c:v>0.19629675196850391</c:v>
                </c:pt>
                <c:pt idx="1322">
                  <c:v>0.19629675196850391</c:v>
                </c:pt>
                <c:pt idx="1323">
                  <c:v>0.19660433070866143</c:v>
                </c:pt>
                <c:pt idx="1324">
                  <c:v>0.19660433070866143</c:v>
                </c:pt>
                <c:pt idx="1325">
                  <c:v>0.19691190944881889</c:v>
                </c:pt>
                <c:pt idx="1326">
                  <c:v>0.19691190944881889</c:v>
                </c:pt>
                <c:pt idx="1327">
                  <c:v>0.19718873031496065</c:v>
                </c:pt>
                <c:pt idx="1328">
                  <c:v>0.19718873031496065</c:v>
                </c:pt>
                <c:pt idx="1329">
                  <c:v>0.19749630905511811</c:v>
                </c:pt>
                <c:pt idx="1330">
                  <c:v>0.19749630905511811</c:v>
                </c:pt>
                <c:pt idx="1331">
                  <c:v>0.19780388779527561</c:v>
                </c:pt>
                <c:pt idx="1332">
                  <c:v>0.19780388779527561</c:v>
                </c:pt>
                <c:pt idx="1333">
                  <c:v>0.19808070866141733</c:v>
                </c:pt>
                <c:pt idx="1334">
                  <c:v>0.19808070866141733</c:v>
                </c:pt>
                <c:pt idx="1335">
                  <c:v>0.1983882874015748</c:v>
                </c:pt>
                <c:pt idx="1336">
                  <c:v>0.1983882874015748</c:v>
                </c:pt>
                <c:pt idx="1337">
                  <c:v>0.19869586614173229</c:v>
                </c:pt>
                <c:pt idx="1338">
                  <c:v>0.19869586614173229</c:v>
                </c:pt>
                <c:pt idx="1339">
                  <c:v>0.19897268700787399</c:v>
                </c:pt>
                <c:pt idx="1340">
                  <c:v>0.19897268700787399</c:v>
                </c:pt>
                <c:pt idx="1341">
                  <c:v>0.19928026574803151</c:v>
                </c:pt>
                <c:pt idx="1342">
                  <c:v>0.19928026574803151</c:v>
                </c:pt>
                <c:pt idx="1343">
                  <c:v>0.19958784448818895</c:v>
                </c:pt>
                <c:pt idx="1344">
                  <c:v>0.19958784448818895</c:v>
                </c:pt>
                <c:pt idx="1345">
                  <c:v>0.1998646653543307</c:v>
                </c:pt>
                <c:pt idx="1346">
                  <c:v>0.1998646653543307</c:v>
                </c:pt>
                <c:pt idx="1347">
                  <c:v>0.20017224409448819</c:v>
                </c:pt>
                <c:pt idx="1348">
                  <c:v>0.20017224409448819</c:v>
                </c:pt>
                <c:pt idx="1349">
                  <c:v>0.20047982283464569</c:v>
                </c:pt>
                <c:pt idx="1350">
                  <c:v>0.20047982283464569</c:v>
                </c:pt>
                <c:pt idx="1351">
                  <c:v>0.20075664370078741</c:v>
                </c:pt>
                <c:pt idx="1352">
                  <c:v>0.20075664370078741</c:v>
                </c:pt>
                <c:pt idx="1353">
                  <c:v>0.20106422244094488</c:v>
                </c:pt>
                <c:pt idx="1354">
                  <c:v>0.20106422244094488</c:v>
                </c:pt>
                <c:pt idx="1355">
                  <c:v>0.20137180118110237</c:v>
                </c:pt>
                <c:pt idx="1356">
                  <c:v>0.20137180118110237</c:v>
                </c:pt>
                <c:pt idx="1357">
                  <c:v>0.2016486220472441</c:v>
                </c:pt>
                <c:pt idx="1358">
                  <c:v>0.2016486220472441</c:v>
                </c:pt>
                <c:pt idx="1359">
                  <c:v>0.20195620078740156</c:v>
                </c:pt>
                <c:pt idx="1360">
                  <c:v>0.20195620078740156</c:v>
                </c:pt>
                <c:pt idx="1361">
                  <c:v>0.20226377952755903</c:v>
                </c:pt>
                <c:pt idx="1362">
                  <c:v>0.20226377952755903</c:v>
                </c:pt>
                <c:pt idx="1363">
                  <c:v>0.20254060039370081</c:v>
                </c:pt>
                <c:pt idx="1364">
                  <c:v>0.20254060039370081</c:v>
                </c:pt>
                <c:pt idx="1365">
                  <c:v>0.20284817913385828</c:v>
                </c:pt>
                <c:pt idx="1366">
                  <c:v>0.20284817913385828</c:v>
                </c:pt>
                <c:pt idx="1367">
                  <c:v>0.20315575787401577</c:v>
                </c:pt>
                <c:pt idx="1368">
                  <c:v>0.20315575787401577</c:v>
                </c:pt>
                <c:pt idx="1369">
                  <c:v>0.20343257874015749</c:v>
                </c:pt>
                <c:pt idx="1370">
                  <c:v>0.20343257874015749</c:v>
                </c:pt>
                <c:pt idx="1371">
                  <c:v>0.20374015748031496</c:v>
                </c:pt>
                <c:pt idx="1372">
                  <c:v>0.20374015748031496</c:v>
                </c:pt>
                <c:pt idx="1373">
                  <c:v>0.20404773622047245</c:v>
                </c:pt>
                <c:pt idx="1374">
                  <c:v>0.20404773622047245</c:v>
                </c:pt>
                <c:pt idx="1375">
                  <c:v>0.20432455708661415</c:v>
                </c:pt>
                <c:pt idx="1376">
                  <c:v>0.20432455708661415</c:v>
                </c:pt>
                <c:pt idx="1377">
                  <c:v>0.20463213582677164</c:v>
                </c:pt>
                <c:pt idx="1378">
                  <c:v>0.20463213582677164</c:v>
                </c:pt>
                <c:pt idx="1379">
                  <c:v>0.2049089566929134</c:v>
                </c:pt>
                <c:pt idx="1380">
                  <c:v>0.2049089566929134</c:v>
                </c:pt>
                <c:pt idx="1381">
                  <c:v>0.20521653543307089</c:v>
                </c:pt>
                <c:pt idx="1382">
                  <c:v>0.20521653543307089</c:v>
                </c:pt>
                <c:pt idx="1383">
                  <c:v>0.20552411417322836</c:v>
                </c:pt>
                <c:pt idx="1384">
                  <c:v>0.20552411417322836</c:v>
                </c:pt>
                <c:pt idx="1385">
                  <c:v>0.20580093503937008</c:v>
                </c:pt>
                <c:pt idx="1386">
                  <c:v>0.20580093503937008</c:v>
                </c:pt>
                <c:pt idx="1387">
                  <c:v>0.20610851377952755</c:v>
                </c:pt>
                <c:pt idx="1388">
                  <c:v>0.20610851377952755</c:v>
                </c:pt>
                <c:pt idx="1389">
                  <c:v>0.20641609251968504</c:v>
                </c:pt>
                <c:pt idx="1390">
                  <c:v>0.20641609251968504</c:v>
                </c:pt>
                <c:pt idx="1391">
                  <c:v>0.20669291338582677</c:v>
                </c:pt>
                <c:pt idx="1392">
                  <c:v>0.20669291338582677</c:v>
                </c:pt>
                <c:pt idx="1393">
                  <c:v>0.20700049212598423</c:v>
                </c:pt>
                <c:pt idx="1394">
                  <c:v>0.20700049212598423</c:v>
                </c:pt>
                <c:pt idx="1395">
                  <c:v>0.20730807086614172</c:v>
                </c:pt>
                <c:pt idx="1396">
                  <c:v>0.20730807086614172</c:v>
                </c:pt>
                <c:pt idx="1397">
                  <c:v>0.20758489173228348</c:v>
                </c:pt>
                <c:pt idx="1398">
                  <c:v>0.20758489173228348</c:v>
                </c:pt>
                <c:pt idx="1399">
                  <c:v>0.20789247047244097</c:v>
                </c:pt>
                <c:pt idx="1400">
                  <c:v>0.20789247047244097</c:v>
                </c:pt>
                <c:pt idx="1401">
                  <c:v>0.20820004921259844</c:v>
                </c:pt>
                <c:pt idx="1402">
                  <c:v>0.20820004921259844</c:v>
                </c:pt>
                <c:pt idx="1403">
                  <c:v>0.20847687007874016</c:v>
                </c:pt>
                <c:pt idx="1404">
                  <c:v>0.20847687007874016</c:v>
                </c:pt>
                <c:pt idx="1405">
                  <c:v>0.20878444881889763</c:v>
                </c:pt>
                <c:pt idx="1406">
                  <c:v>0.20878444881889763</c:v>
                </c:pt>
                <c:pt idx="1407">
                  <c:v>0.20909202755905512</c:v>
                </c:pt>
                <c:pt idx="1408">
                  <c:v>0.20909202755905512</c:v>
                </c:pt>
                <c:pt idx="1409">
                  <c:v>0.20936884842519685</c:v>
                </c:pt>
                <c:pt idx="1410">
                  <c:v>0.20936884842519685</c:v>
                </c:pt>
                <c:pt idx="1411">
                  <c:v>0.20967642716535431</c:v>
                </c:pt>
                <c:pt idx="1412">
                  <c:v>0.20967642716535431</c:v>
                </c:pt>
                <c:pt idx="1413">
                  <c:v>0.20998400590551181</c:v>
                </c:pt>
                <c:pt idx="1414">
                  <c:v>0.20998400590551181</c:v>
                </c:pt>
                <c:pt idx="1415">
                  <c:v>0.21026082677165353</c:v>
                </c:pt>
                <c:pt idx="1416">
                  <c:v>0.21026082677165353</c:v>
                </c:pt>
                <c:pt idx="1417">
                  <c:v>0.21056840551181105</c:v>
                </c:pt>
                <c:pt idx="1418">
                  <c:v>0.21056840551181105</c:v>
                </c:pt>
                <c:pt idx="1419">
                  <c:v>0.21087598425196849</c:v>
                </c:pt>
                <c:pt idx="1420">
                  <c:v>0.21087598425196849</c:v>
                </c:pt>
                <c:pt idx="1421">
                  <c:v>0.21115280511811024</c:v>
                </c:pt>
                <c:pt idx="1422">
                  <c:v>0.21115280511811024</c:v>
                </c:pt>
                <c:pt idx="1423">
                  <c:v>0.21146038385826771</c:v>
                </c:pt>
                <c:pt idx="1424">
                  <c:v>0.21146038385826771</c:v>
                </c:pt>
                <c:pt idx="1425">
                  <c:v>0.2117679625984252</c:v>
                </c:pt>
                <c:pt idx="1426">
                  <c:v>0.2117679625984252</c:v>
                </c:pt>
                <c:pt idx="1427">
                  <c:v>0.21204478346456693</c:v>
                </c:pt>
                <c:pt idx="1428">
                  <c:v>0.21204478346456693</c:v>
                </c:pt>
                <c:pt idx="1429">
                  <c:v>0.21235236220472439</c:v>
                </c:pt>
                <c:pt idx="1430">
                  <c:v>0.21235236220472439</c:v>
                </c:pt>
                <c:pt idx="1431">
                  <c:v>0.21265994094488189</c:v>
                </c:pt>
                <c:pt idx="1432">
                  <c:v>0.21265994094488189</c:v>
                </c:pt>
                <c:pt idx="1433">
                  <c:v>0.21293676181102361</c:v>
                </c:pt>
                <c:pt idx="1434">
                  <c:v>0.21293676181102361</c:v>
                </c:pt>
                <c:pt idx="1435">
                  <c:v>0.21324434055118111</c:v>
                </c:pt>
                <c:pt idx="1436">
                  <c:v>0.21324434055118111</c:v>
                </c:pt>
                <c:pt idx="1437">
                  <c:v>0.21355191929133857</c:v>
                </c:pt>
                <c:pt idx="1438">
                  <c:v>0.21355191929133857</c:v>
                </c:pt>
                <c:pt idx="1439">
                  <c:v>0.21382874015748032</c:v>
                </c:pt>
                <c:pt idx="1440">
                  <c:v>0.21382874015748032</c:v>
                </c:pt>
                <c:pt idx="1441">
                  <c:v>0.21413631889763779</c:v>
                </c:pt>
                <c:pt idx="1442">
                  <c:v>0.21413631889763779</c:v>
                </c:pt>
                <c:pt idx="1443">
                  <c:v>0.21441313976377951</c:v>
                </c:pt>
                <c:pt idx="1444">
                  <c:v>0.21441313976377951</c:v>
                </c:pt>
                <c:pt idx="1445">
                  <c:v>0.21472071850393701</c:v>
                </c:pt>
                <c:pt idx="1446">
                  <c:v>0.21472071850393701</c:v>
                </c:pt>
                <c:pt idx="1447">
                  <c:v>0.2150282972440945</c:v>
                </c:pt>
                <c:pt idx="1448">
                  <c:v>0.2150282972440945</c:v>
                </c:pt>
                <c:pt idx="1449">
                  <c:v>0.21530511811023623</c:v>
                </c:pt>
                <c:pt idx="1450">
                  <c:v>0.21530511811023623</c:v>
                </c:pt>
                <c:pt idx="1451">
                  <c:v>0.21561269685039369</c:v>
                </c:pt>
                <c:pt idx="1452">
                  <c:v>0.21561269685039369</c:v>
                </c:pt>
                <c:pt idx="1453">
                  <c:v>0.21592027559055119</c:v>
                </c:pt>
                <c:pt idx="1454">
                  <c:v>0.21592027559055119</c:v>
                </c:pt>
                <c:pt idx="1455">
                  <c:v>0.21619709645669291</c:v>
                </c:pt>
                <c:pt idx="1456">
                  <c:v>0.21619709645669291</c:v>
                </c:pt>
                <c:pt idx="1457">
                  <c:v>0.2165046751968504</c:v>
                </c:pt>
                <c:pt idx="1458">
                  <c:v>0.2165046751968504</c:v>
                </c:pt>
                <c:pt idx="1459">
                  <c:v>0.21681225393700787</c:v>
                </c:pt>
                <c:pt idx="1460">
                  <c:v>0.21681225393700787</c:v>
                </c:pt>
                <c:pt idx="1461">
                  <c:v>0.2170890748031496</c:v>
                </c:pt>
                <c:pt idx="1462">
                  <c:v>0.2170890748031496</c:v>
                </c:pt>
                <c:pt idx="1463">
                  <c:v>0.21739665354330709</c:v>
                </c:pt>
                <c:pt idx="1464">
                  <c:v>0.21739665354330709</c:v>
                </c:pt>
                <c:pt idx="1465">
                  <c:v>0.21770423228346455</c:v>
                </c:pt>
                <c:pt idx="1466">
                  <c:v>0.21770423228346455</c:v>
                </c:pt>
                <c:pt idx="1467">
                  <c:v>0.21798105314960631</c:v>
                </c:pt>
                <c:pt idx="1468">
                  <c:v>0.21798105314960631</c:v>
                </c:pt>
                <c:pt idx="1469">
                  <c:v>0.21828863188976377</c:v>
                </c:pt>
                <c:pt idx="1470">
                  <c:v>0.21828863188976377</c:v>
                </c:pt>
                <c:pt idx="1471">
                  <c:v>0.21859621062992127</c:v>
                </c:pt>
                <c:pt idx="1472">
                  <c:v>0.21859621062992127</c:v>
                </c:pt>
                <c:pt idx="1473">
                  <c:v>0.21887303149606299</c:v>
                </c:pt>
                <c:pt idx="1474">
                  <c:v>0.21887303149606299</c:v>
                </c:pt>
                <c:pt idx="1475">
                  <c:v>0.21918061023622049</c:v>
                </c:pt>
                <c:pt idx="1476">
                  <c:v>0.21918061023622049</c:v>
                </c:pt>
                <c:pt idx="1477">
                  <c:v>0.21948818897637795</c:v>
                </c:pt>
                <c:pt idx="1478">
                  <c:v>0.21948818897637795</c:v>
                </c:pt>
                <c:pt idx="1479">
                  <c:v>0.21976500984251968</c:v>
                </c:pt>
                <c:pt idx="1480">
                  <c:v>0.21976500984251968</c:v>
                </c:pt>
                <c:pt idx="1481">
                  <c:v>0.22007258858267717</c:v>
                </c:pt>
                <c:pt idx="1482">
                  <c:v>0.22007258858267717</c:v>
                </c:pt>
                <c:pt idx="1483">
                  <c:v>0.22038016732283464</c:v>
                </c:pt>
                <c:pt idx="1484">
                  <c:v>0.22038016732283464</c:v>
                </c:pt>
                <c:pt idx="1485">
                  <c:v>0.22065698818897639</c:v>
                </c:pt>
                <c:pt idx="1486">
                  <c:v>0.22065698818897639</c:v>
                </c:pt>
                <c:pt idx="1487">
                  <c:v>0.22096456692913383</c:v>
                </c:pt>
                <c:pt idx="1488">
                  <c:v>0.22096456692913383</c:v>
                </c:pt>
                <c:pt idx="1489">
                  <c:v>0.22127214566929135</c:v>
                </c:pt>
                <c:pt idx="1490">
                  <c:v>0.22127214566929135</c:v>
                </c:pt>
                <c:pt idx="1491">
                  <c:v>0.22154896653543307</c:v>
                </c:pt>
                <c:pt idx="1492">
                  <c:v>0.22154896653543307</c:v>
                </c:pt>
                <c:pt idx="1493">
                  <c:v>0.22185654527559057</c:v>
                </c:pt>
                <c:pt idx="1494">
                  <c:v>0.22185654527559057</c:v>
                </c:pt>
                <c:pt idx="1495">
                  <c:v>0.22216412401574803</c:v>
                </c:pt>
                <c:pt idx="1496">
                  <c:v>0.22216412401574803</c:v>
                </c:pt>
                <c:pt idx="1497">
                  <c:v>0.22244094488188976</c:v>
                </c:pt>
                <c:pt idx="1498">
                  <c:v>0.22244094488188976</c:v>
                </c:pt>
                <c:pt idx="1499">
                  <c:v>0.22274852362204725</c:v>
                </c:pt>
                <c:pt idx="1500">
                  <c:v>0.22274852362204725</c:v>
                </c:pt>
                <c:pt idx="1501">
                  <c:v>0.22305610236220472</c:v>
                </c:pt>
                <c:pt idx="1502">
                  <c:v>0.22305610236220472</c:v>
                </c:pt>
                <c:pt idx="1503">
                  <c:v>0.22333292322834647</c:v>
                </c:pt>
                <c:pt idx="1504">
                  <c:v>0.22333292322834647</c:v>
                </c:pt>
                <c:pt idx="1505">
                  <c:v>0.22364050196850391</c:v>
                </c:pt>
                <c:pt idx="1506">
                  <c:v>0.22364050196850391</c:v>
                </c:pt>
                <c:pt idx="1507">
                  <c:v>0.22391732283464569</c:v>
                </c:pt>
                <c:pt idx="1508">
                  <c:v>0.22391732283464569</c:v>
                </c:pt>
                <c:pt idx="1509">
                  <c:v>0.22422490157480315</c:v>
                </c:pt>
                <c:pt idx="1510">
                  <c:v>0.22422490157480315</c:v>
                </c:pt>
                <c:pt idx="1511">
                  <c:v>0.22453248031496065</c:v>
                </c:pt>
                <c:pt idx="1512">
                  <c:v>0.22453248031496065</c:v>
                </c:pt>
                <c:pt idx="1513">
                  <c:v>0.22480930118110237</c:v>
                </c:pt>
                <c:pt idx="1514">
                  <c:v>0.22480930118110237</c:v>
                </c:pt>
                <c:pt idx="1515">
                  <c:v>0.22511687992125984</c:v>
                </c:pt>
                <c:pt idx="1516">
                  <c:v>0.22511687992125984</c:v>
                </c:pt>
                <c:pt idx="1517">
                  <c:v>0.22542445866141733</c:v>
                </c:pt>
                <c:pt idx="1518">
                  <c:v>0.22542445866141733</c:v>
                </c:pt>
                <c:pt idx="1519">
                  <c:v>0.22570127952755903</c:v>
                </c:pt>
                <c:pt idx="1520">
                  <c:v>0.22570127952755903</c:v>
                </c:pt>
                <c:pt idx="1521">
                  <c:v>0.22600885826771652</c:v>
                </c:pt>
                <c:pt idx="1522">
                  <c:v>0.22600885826771652</c:v>
                </c:pt>
                <c:pt idx="1523">
                  <c:v>0.22631643700787399</c:v>
                </c:pt>
                <c:pt idx="1524">
                  <c:v>0.22631643700787399</c:v>
                </c:pt>
                <c:pt idx="1525">
                  <c:v>0.22659325787401577</c:v>
                </c:pt>
                <c:pt idx="1526">
                  <c:v>0.22659325787401577</c:v>
                </c:pt>
                <c:pt idx="1527">
                  <c:v>0.22690083661417323</c:v>
                </c:pt>
                <c:pt idx="1528">
                  <c:v>0.22690083661417323</c:v>
                </c:pt>
                <c:pt idx="1529">
                  <c:v>0.2272084153543307</c:v>
                </c:pt>
                <c:pt idx="1530">
                  <c:v>0.2272084153543307</c:v>
                </c:pt>
                <c:pt idx="1531">
                  <c:v>0.22748523622047245</c:v>
                </c:pt>
                <c:pt idx="1532">
                  <c:v>0.22748523622047245</c:v>
                </c:pt>
                <c:pt idx="1533">
                  <c:v>0.22779281496062992</c:v>
                </c:pt>
                <c:pt idx="1534">
                  <c:v>0.22779281496062992</c:v>
                </c:pt>
                <c:pt idx="1535">
                  <c:v>0.22810039370078741</c:v>
                </c:pt>
                <c:pt idx="1536">
                  <c:v>0.22810039370078741</c:v>
                </c:pt>
                <c:pt idx="1537">
                  <c:v>0.22837721456692911</c:v>
                </c:pt>
                <c:pt idx="1538">
                  <c:v>0.22837721456692911</c:v>
                </c:pt>
                <c:pt idx="1539">
                  <c:v>0.2286847933070866</c:v>
                </c:pt>
                <c:pt idx="1540">
                  <c:v>0.2286847933070866</c:v>
                </c:pt>
                <c:pt idx="1541">
                  <c:v>0.2289923720472441</c:v>
                </c:pt>
                <c:pt idx="1542">
                  <c:v>0.2289923720472441</c:v>
                </c:pt>
                <c:pt idx="1543">
                  <c:v>0.22926919291338585</c:v>
                </c:pt>
                <c:pt idx="1544">
                  <c:v>0.22926919291338585</c:v>
                </c:pt>
                <c:pt idx="1545">
                  <c:v>0.22957677165354332</c:v>
                </c:pt>
                <c:pt idx="1546">
                  <c:v>0.22957677165354332</c:v>
                </c:pt>
                <c:pt idx="1547">
                  <c:v>0.22988435039370081</c:v>
                </c:pt>
                <c:pt idx="1548">
                  <c:v>0.22988435039370081</c:v>
                </c:pt>
                <c:pt idx="1549">
                  <c:v>0.23016117125984251</c:v>
                </c:pt>
                <c:pt idx="1550">
                  <c:v>0.23016117125984251</c:v>
                </c:pt>
                <c:pt idx="1551">
                  <c:v>0.23046875</c:v>
                </c:pt>
                <c:pt idx="1552">
                  <c:v>0.23046875</c:v>
                </c:pt>
                <c:pt idx="1553">
                  <c:v>0.23077632874015749</c:v>
                </c:pt>
                <c:pt idx="1554">
                  <c:v>0.23077632874015749</c:v>
                </c:pt>
                <c:pt idx="1555">
                  <c:v>0.23105314960629919</c:v>
                </c:pt>
                <c:pt idx="1556">
                  <c:v>0.23105314960629919</c:v>
                </c:pt>
                <c:pt idx="1557">
                  <c:v>0.23136072834645668</c:v>
                </c:pt>
                <c:pt idx="1558">
                  <c:v>0.23136072834645668</c:v>
                </c:pt>
                <c:pt idx="1559">
                  <c:v>0.23166830708661415</c:v>
                </c:pt>
                <c:pt idx="1560">
                  <c:v>0.23166830708661415</c:v>
                </c:pt>
                <c:pt idx="1561">
                  <c:v>0.2319451279527559</c:v>
                </c:pt>
                <c:pt idx="1562">
                  <c:v>0.2319451279527559</c:v>
                </c:pt>
                <c:pt idx="1563">
                  <c:v>0.2322527066929134</c:v>
                </c:pt>
                <c:pt idx="1564">
                  <c:v>0.2322527066929134</c:v>
                </c:pt>
                <c:pt idx="1565">
                  <c:v>0.23256028543307089</c:v>
                </c:pt>
                <c:pt idx="1566">
                  <c:v>0.23256028543307089</c:v>
                </c:pt>
                <c:pt idx="1567">
                  <c:v>0.23283710629921259</c:v>
                </c:pt>
                <c:pt idx="1568">
                  <c:v>0.23283710629921259</c:v>
                </c:pt>
                <c:pt idx="1569">
                  <c:v>0.23314468503937008</c:v>
                </c:pt>
                <c:pt idx="1570">
                  <c:v>0.23314468503937008</c:v>
                </c:pt>
                <c:pt idx="1571">
                  <c:v>0.23342150590551181</c:v>
                </c:pt>
                <c:pt idx="1572">
                  <c:v>0.23342150590551181</c:v>
                </c:pt>
                <c:pt idx="1573">
                  <c:v>0.2337290846456693</c:v>
                </c:pt>
                <c:pt idx="1574">
                  <c:v>0.2337290846456693</c:v>
                </c:pt>
                <c:pt idx="1575">
                  <c:v>0.23403666338582677</c:v>
                </c:pt>
                <c:pt idx="1576">
                  <c:v>0.23403666338582677</c:v>
                </c:pt>
                <c:pt idx="1577">
                  <c:v>0.23431348425196849</c:v>
                </c:pt>
                <c:pt idx="1578">
                  <c:v>0.23431348425196849</c:v>
                </c:pt>
                <c:pt idx="1579">
                  <c:v>0.23462106299212601</c:v>
                </c:pt>
                <c:pt idx="1580">
                  <c:v>0.23462106299212601</c:v>
                </c:pt>
                <c:pt idx="1581">
                  <c:v>0.23492864173228348</c:v>
                </c:pt>
                <c:pt idx="1582">
                  <c:v>0.23492864173228348</c:v>
                </c:pt>
                <c:pt idx="1583">
                  <c:v>0.2352054625984252</c:v>
                </c:pt>
                <c:pt idx="1584">
                  <c:v>0.2352054625984252</c:v>
                </c:pt>
                <c:pt idx="1585">
                  <c:v>0.23551304133858267</c:v>
                </c:pt>
                <c:pt idx="1586">
                  <c:v>0.23551304133858267</c:v>
                </c:pt>
                <c:pt idx="1587">
                  <c:v>0.23582062007874016</c:v>
                </c:pt>
                <c:pt idx="1588">
                  <c:v>0.23582062007874016</c:v>
                </c:pt>
                <c:pt idx="1589">
                  <c:v>0.23609744094488189</c:v>
                </c:pt>
                <c:pt idx="1590">
                  <c:v>0.23609744094488189</c:v>
                </c:pt>
                <c:pt idx="1591">
                  <c:v>0.23640501968503935</c:v>
                </c:pt>
                <c:pt idx="1592">
                  <c:v>0.23640501968503935</c:v>
                </c:pt>
                <c:pt idx="1593">
                  <c:v>0.23671259842519685</c:v>
                </c:pt>
                <c:pt idx="1594">
                  <c:v>0.23671259842519685</c:v>
                </c:pt>
                <c:pt idx="1595">
                  <c:v>0.23698941929133857</c:v>
                </c:pt>
                <c:pt idx="1596">
                  <c:v>0.23698941929133857</c:v>
                </c:pt>
                <c:pt idx="1597">
                  <c:v>0.23729699803149609</c:v>
                </c:pt>
                <c:pt idx="1598">
                  <c:v>0.23729699803149609</c:v>
                </c:pt>
                <c:pt idx="1599">
                  <c:v>0.23760457677165353</c:v>
                </c:pt>
                <c:pt idx="1600">
                  <c:v>0.23760457677165353</c:v>
                </c:pt>
                <c:pt idx="1601">
                  <c:v>0.23788139763779528</c:v>
                </c:pt>
                <c:pt idx="1602">
                  <c:v>0.23788139763779528</c:v>
                </c:pt>
                <c:pt idx="1603">
                  <c:v>0.23818897637795275</c:v>
                </c:pt>
                <c:pt idx="1604">
                  <c:v>0.23818897637795275</c:v>
                </c:pt>
                <c:pt idx="1605">
                  <c:v>0.23849655511811024</c:v>
                </c:pt>
                <c:pt idx="1606">
                  <c:v>0.23849655511811024</c:v>
                </c:pt>
                <c:pt idx="1607">
                  <c:v>0.23877337598425197</c:v>
                </c:pt>
                <c:pt idx="1608">
                  <c:v>0.23877337598425197</c:v>
                </c:pt>
                <c:pt idx="1609">
                  <c:v>0.23908095472440943</c:v>
                </c:pt>
                <c:pt idx="1610">
                  <c:v>0.23908095472440943</c:v>
                </c:pt>
                <c:pt idx="1611">
                  <c:v>0.23938853346456693</c:v>
                </c:pt>
                <c:pt idx="1612">
                  <c:v>0.23938853346456693</c:v>
                </c:pt>
                <c:pt idx="1613">
                  <c:v>0.23966535433070865</c:v>
                </c:pt>
                <c:pt idx="1614">
                  <c:v>0.23966535433070865</c:v>
                </c:pt>
                <c:pt idx="1615">
                  <c:v>0.23997293307086617</c:v>
                </c:pt>
                <c:pt idx="1616">
                  <c:v>0.23997293307086617</c:v>
                </c:pt>
                <c:pt idx="1617">
                  <c:v>0.24028051181102361</c:v>
                </c:pt>
                <c:pt idx="1618">
                  <c:v>0.24028051181102361</c:v>
                </c:pt>
                <c:pt idx="1619">
                  <c:v>0.24055733267716536</c:v>
                </c:pt>
                <c:pt idx="1620">
                  <c:v>0.24055733267716536</c:v>
                </c:pt>
                <c:pt idx="1621">
                  <c:v>0.24086491141732283</c:v>
                </c:pt>
                <c:pt idx="1622">
                  <c:v>0.24086491141732283</c:v>
                </c:pt>
                <c:pt idx="1623">
                  <c:v>0.24117249015748032</c:v>
                </c:pt>
                <c:pt idx="1624">
                  <c:v>0.24117249015748032</c:v>
                </c:pt>
                <c:pt idx="1625">
                  <c:v>0.24144931102362205</c:v>
                </c:pt>
                <c:pt idx="1626">
                  <c:v>0.24144931102362205</c:v>
                </c:pt>
                <c:pt idx="1627">
                  <c:v>0.24175688976377951</c:v>
                </c:pt>
                <c:pt idx="1628">
                  <c:v>0.24175688976377951</c:v>
                </c:pt>
                <c:pt idx="1629">
                  <c:v>0.24206446850393701</c:v>
                </c:pt>
                <c:pt idx="1630">
                  <c:v>0.24206446850393701</c:v>
                </c:pt>
                <c:pt idx="1631">
                  <c:v>0.24234128937007873</c:v>
                </c:pt>
                <c:pt idx="1632">
                  <c:v>0.24234128937007873</c:v>
                </c:pt>
                <c:pt idx="1633">
                  <c:v>0.24264886811023623</c:v>
                </c:pt>
                <c:pt idx="1634">
                  <c:v>0.24264886811023623</c:v>
                </c:pt>
                <c:pt idx="1635">
                  <c:v>0.24295644685039369</c:v>
                </c:pt>
                <c:pt idx="1636">
                  <c:v>0.24295644685039369</c:v>
                </c:pt>
                <c:pt idx="1637">
                  <c:v>0.24323326771653545</c:v>
                </c:pt>
                <c:pt idx="1638">
                  <c:v>0.24323326771653545</c:v>
                </c:pt>
                <c:pt idx="1639">
                  <c:v>0.24354084645669291</c:v>
                </c:pt>
                <c:pt idx="1640">
                  <c:v>0.24354084645669291</c:v>
                </c:pt>
                <c:pt idx="1641">
                  <c:v>0.24381766732283464</c:v>
                </c:pt>
                <c:pt idx="1642">
                  <c:v>0.24381766732283464</c:v>
                </c:pt>
                <c:pt idx="1643">
                  <c:v>0.24412524606299213</c:v>
                </c:pt>
                <c:pt idx="1644">
                  <c:v>0.24412524606299213</c:v>
                </c:pt>
                <c:pt idx="1645">
                  <c:v>0.2444328248031496</c:v>
                </c:pt>
                <c:pt idx="1646">
                  <c:v>0.2444328248031496</c:v>
                </c:pt>
                <c:pt idx="1647">
                  <c:v>0.24470964566929135</c:v>
                </c:pt>
                <c:pt idx="1648">
                  <c:v>0.24470964566929135</c:v>
                </c:pt>
                <c:pt idx="1649">
                  <c:v>0.24501722440944881</c:v>
                </c:pt>
                <c:pt idx="1650">
                  <c:v>0.24501722440944881</c:v>
                </c:pt>
                <c:pt idx="1651">
                  <c:v>0.24532480314960631</c:v>
                </c:pt>
                <c:pt idx="1652">
                  <c:v>0.24532480314960631</c:v>
                </c:pt>
                <c:pt idx="1653">
                  <c:v>0.24560162401574803</c:v>
                </c:pt>
                <c:pt idx="1654">
                  <c:v>0.24560162401574803</c:v>
                </c:pt>
                <c:pt idx="1655">
                  <c:v>0.2459092027559055</c:v>
                </c:pt>
                <c:pt idx="1656">
                  <c:v>0.2459092027559055</c:v>
                </c:pt>
                <c:pt idx="1657">
                  <c:v>0.24621678149606299</c:v>
                </c:pt>
                <c:pt idx="1658">
                  <c:v>0.24621678149606299</c:v>
                </c:pt>
                <c:pt idx="1659">
                  <c:v>0.24649360236220472</c:v>
                </c:pt>
                <c:pt idx="1660">
                  <c:v>0.24649360236220472</c:v>
                </c:pt>
                <c:pt idx="1661">
                  <c:v>0.24680118110236221</c:v>
                </c:pt>
                <c:pt idx="1662">
                  <c:v>0.24680118110236221</c:v>
                </c:pt>
                <c:pt idx="1663">
                  <c:v>0.24710875984251968</c:v>
                </c:pt>
                <c:pt idx="1664">
                  <c:v>0.24710875984251968</c:v>
                </c:pt>
                <c:pt idx="1665">
                  <c:v>0.24738558070866143</c:v>
                </c:pt>
                <c:pt idx="1666">
                  <c:v>0.24738558070866143</c:v>
                </c:pt>
                <c:pt idx="1667">
                  <c:v>0.24769315944881889</c:v>
                </c:pt>
                <c:pt idx="1668">
                  <c:v>0.24769315944881889</c:v>
                </c:pt>
                <c:pt idx="1669">
                  <c:v>0.24800073818897639</c:v>
                </c:pt>
                <c:pt idx="1670">
                  <c:v>0.24800073818897639</c:v>
                </c:pt>
                <c:pt idx="1671">
                  <c:v>0.24827755905511811</c:v>
                </c:pt>
                <c:pt idx="1672">
                  <c:v>0.24827755905511811</c:v>
                </c:pt>
                <c:pt idx="1673">
                  <c:v>0.24858513779527561</c:v>
                </c:pt>
                <c:pt idx="1674">
                  <c:v>0.24858513779527561</c:v>
                </c:pt>
                <c:pt idx="1675">
                  <c:v>0.24889271653543307</c:v>
                </c:pt>
                <c:pt idx="1676">
                  <c:v>0.24889271653543307</c:v>
                </c:pt>
                <c:pt idx="1677">
                  <c:v>0.2491695374015748</c:v>
                </c:pt>
                <c:pt idx="1678">
                  <c:v>0.2491695374015748</c:v>
                </c:pt>
                <c:pt idx="1679">
                  <c:v>0.24947711614173229</c:v>
                </c:pt>
                <c:pt idx="1680">
                  <c:v>0.24947711614173229</c:v>
                </c:pt>
                <c:pt idx="1681">
                  <c:v>0.24978469488188976</c:v>
                </c:pt>
                <c:pt idx="1682">
                  <c:v>0.24978469488188976</c:v>
                </c:pt>
                <c:pt idx="1683">
                  <c:v>0.25006151574803148</c:v>
                </c:pt>
                <c:pt idx="1684">
                  <c:v>0.25006151574803148</c:v>
                </c:pt>
                <c:pt idx="1685">
                  <c:v>0.250369094488189</c:v>
                </c:pt>
                <c:pt idx="1686">
                  <c:v>0.250369094488189</c:v>
                </c:pt>
                <c:pt idx="1687">
                  <c:v>0.25067667322834647</c:v>
                </c:pt>
                <c:pt idx="1688">
                  <c:v>0.25067667322834647</c:v>
                </c:pt>
                <c:pt idx="1689">
                  <c:v>0.25095349409448819</c:v>
                </c:pt>
                <c:pt idx="1690">
                  <c:v>0.25095349409448819</c:v>
                </c:pt>
                <c:pt idx="1691">
                  <c:v>0.25126107283464566</c:v>
                </c:pt>
                <c:pt idx="1692">
                  <c:v>0.25126107283464566</c:v>
                </c:pt>
                <c:pt idx="1693">
                  <c:v>0.25156865157480313</c:v>
                </c:pt>
                <c:pt idx="1694">
                  <c:v>0.25156865157480313</c:v>
                </c:pt>
                <c:pt idx="1695">
                  <c:v>0.25184547244094491</c:v>
                </c:pt>
                <c:pt idx="1696">
                  <c:v>0.25184547244094491</c:v>
                </c:pt>
                <c:pt idx="1697">
                  <c:v>0.25215305118110237</c:v>
                </c:pt>
                <c:pt idx="1698">
                  <c:v>0.25215305118110237</c:v>
                </c:pt>
                <c:pt idx="1699">
                  <c:v>0.25246062992125984</c:v>
                </c:pt>
                <c:pt idx="1700">
                  <c:v>0.25246062992125984</c:v>
                </c:pt>
                <c:pt idx="1701">
                  <c:v>0.25273745078740156</c:v>
                </c:pt>
                <c:pt idx="1702">
                  <c:v>0.25273745078740156</c:v>
                </c:pt>
                <c:pt idx="1703">
                  <c:v>0.25304502952755903</c:v>
                </c:pt>
                <c:pt idx="1704">
                  <c:v>0.25304502952755903</c:v>
                </c:pt>
                <c:pt idx="1705">
                  <c:v>0.25332185039370081</c:v>
                </c:pt>
                <c:pt idx="1706">
                  <c:v>0.25332185039370081</c:v>
                </c:pt>
                <c:pt idx="1707">
                  <c:v>0.25362942913385828</c:v>
                </c:pt>
                <c:pt idx="1708">
                  <c:v>0.25362942913385828</c:v>
                </c:pt>
                <c:pt idx="1709">
                  <c:v>0.25393700787401574</c:v>
                </c:pt>
                <c:pt idx="1710">
                  <c:v>0.25393700787401574</c:v>
                </c:pt>
                <c:pt idx="1711">
                  <c:v>0.25421382874015747</c:v>
                </c:pt>
                <c:pt idx="1712">
                  <c:v>0.25421382874015747</c:v>
                </c:pt>
                <c:pt idx="1713">
                  <c:v>0.25452140748031499</c:v>
                </c:pt>
                <c:pt idx="1714">
                  <c:v>0.25452140748031499</c:v>
                </c:pt>
                <c:pt idx="1715">
                  <c:v>0.25482898622047245</c:v>
                </c:pt>
                <c:pt idx="1716">
                  <c:v>0.25482898622047245</c:v>
                </c:pt>
                <c:pt idx="1717">
                  <c:v>0.25510580708661418</c:v>
                </c:pt>
                <c:pt idx="1718">
                  <c:v>0.25510580708661418</c:v>
                </c:pt>
                <c:pt idx="1719">
                  <c:v>0.25541338582677164</c:v>
                </c:pt>
                <c:pt idx="1720">
                  <c:v>0.25541338582677164</c:v>
                </c:pt>
                <c:pt idx="1721">
                  <c:v>0.25572096456692911</c:v>
                </c:pt>
                <c:pt idx="1722">
                  <c:v>0.25572096456692911</c:v>
                </c:pt>
                <c:pt idx="1723">
                  <c:v>0.25599778543307089</c:v>
                </c:pt>
                <c:pt idx="1724">
                  <c:v>0.25599778543307089</c:v>
                </c:pt>
                <c:pt idx="1725">
                  <c:v>0.25630536417322836</c:v>
                </c:pt>
                <c:pt idx="1726">
                  <c:v>0.25630536417322836</c:v>
                </c:pt>
                <c:pt idx="1727">
                  <c:v>0.25661294291338582</c:v>
                </c:pt>
                <c:pt idx="1728">
                  <c:v>0.25661294291338582</c:v>
                </c:pt>
                <c:pt idx="1729">
                  <c:v>0.25688976377952755</c:v>
                </c:pt>
                <c:pt idx="1730">
                  <c:v>0.25688976377952755</c:v>
                </c:pt>
                <c:pt idx="1731">
                  <c:v>0.25719734251968501</c:v>
                </c:pt>
                <c:pt idx="1732">
                  <c:v>0.25719734251968501</c:v>
                </c:pt>
                <c:pt idx="1733">
                  <c:v>0.25750492125984253</c:v>
                </c:pt>
                <c:pt idx="1734">
                  <c:v>0.25750492125984253</c:v>
                </c:pt>
                <c:pt idx="1735">
                  <c:v>0.25778174212598426</c:v>
                </c:pt>
                <c:pt idx="1736">
                  <c:v>0.25778174212598426</c:v>
                </c:pt>
                <c:pt idx="1737">
                  <c:v>0.25808932086614172</c:v>
                </c:pt>
                <c:pt idx="1738">
                  <c:v>0.25808932086614172</c:v>
                </c:pt>
                <c:pt idx="1739">
                  <c:v>0.25839689960629919</c:v>
                </c:pt>
                <c:pt idx="1740">
                  <c:v>0.25839689960629919</c:v>
                </c:pt>
                <c:pt idx="1741">
                  <c:v>0.25867372047244097</c:v>
                </c:pt>
                <c:pt idx="1742">
                  <c:v>0.25867372047244097</c:v>
                </c:pt>
                <c:pt idx="1743">
                  <c:v>0.25898129921259844</c:v>
                </c:pt>
                <c:pt idx="1744">
                  <c:v>0.25898129921259844</c:v>
                </c:pt>
                <c:pt idx="1745">
                  <c:v>0.2592888779527559</c:v>
                </c:pt>
                <c:pt idx="1746">
                  <c:v>0.2592888779527559</c:v>
                </c:pt>
                <c:pt idx="1747">
                  <c:v>0.25956569881889763</c:v>
                </c:pt>
                <c:pt idx="1748">
                  <c:v>0.25956569881889763</c:v>
                </c:pt>
                <c:pt idx="1749">
                  <c:v>0.25987327755905509</c:v>
                </c:pt>
                <c:pt idx="1750">
                  <c:v>0.25987327755905509</c:v>
                </c:pt>
                <c:pt idx="1751">
                  <c:v>0.26018085629921262</c:v>
                </c:pt>
                <c:pt idx="1752">
                  <c:v>0.26018085629921262</c:v>
                </c:pt>
                <c:pt idx="1753">
                  <c:v>0.26045767716535434</c:v>
                </c:pt>
                <c:pt idx="1754">
                  <c:v>0.26045767716535434</c:v>
                </c:pt>
                <c:pt idx="1755">
                  <c:v>0.26076525590551181</c:v>
                </c:pt>
                <c:pt idx="1756">
                  <c:v>0.26076525590551181</c:v>
                </c:pt>
                <c:pt idx="1757">
                  <c:v>0.26107283464566927</c:v>
                </c:pt>
                <c:pt idx="1758">
                  <c:v>0.26107283464566927</c:v>
                </c:pt>
                <c:pt idx="1759">
                  <c:v>0.261349655511811</c:v>
                </c:pt>
                <c:pt idx="1760">
                  <c:v>0.261349655511811</c:v>
                </c:pt>
                <c:pt idx="1761">
                  <c:v>0.26165723425196852</c:v>
                </c:pt>
                <c:pt idx="1762">
                  <c:v>0.26165723425196852</c:v>
                </c:pt>
                <c:pt idx="1763">
                  <c:v>0.26196481299212598</c:v>
                </c:pt>
                <c:pt idx="1764">
                  <c:v>0.26196481299212598</c:v>
                </c:pt>
                <c:pt idx="1765">
                  <c:v>0.26224163385826771</c:v>
                </c:pt>
                <c:pt idx="1766">
                  <c:v>0.26224163385826771</c:v>
                </c:pt>
                <c:pt idx="1767">
                  <c:v>0.26254921259842517</c:v>
                </c:pt>
                <c:pt idx="1768">
                  <c:v>0.26254921259842517</c:v>
                </c:pt>
                <c:pt idx="1769">
                  <c:v>0.26282603346456695</c:v>
                </c:pt>
                <c:pt idx="1770">
                  <c:v>0.26282603346456695</c:v>
                </c:pt>
                <c:pt idx="1771">
                  <c:v>0.26313361220472442</c:v>
                </c:pt>
                <c:pt idx="1772">
                  <c:v>0.26313361220472442</c:v>
                </c:pt>
                <c:pt idx="1773">
                  <c:v>0.26344119094488189</c:v>
                </c:pt>
                <c:pt idx="1774">
                  <c:v>0.26344119094488189</c:v>
                </c:pt>
                <c:pt idx="1775">
                  <c:v>0.26371801181102361</c:v>
                </c:pt>
                <c:pt idx="1776">
                  <c:v>0.26371801181102361</c:v>
                </c:pt>
                <c:pt idx="1777">
                  <c:v>0.26402559055118108</c:v>
                </c:pt>
                <c:pt idx="1778">
                  <c:v>0.26402559055118108</c:v>
                </c:pt>
                <c:pt idx="1779">
                  <c:v>0.2643331692913386</c:v>
                </c:pt>
                <c:pt idx="1780">
                  <c:v>0.2643331692913386</c:v>
                </c:pt>
                <c:pt idx="1781">
                  <c:v>0.26460999015748032</c:v>
                </c:pt>
                <c:pt idx="1782">
                  <c:v>0.26460999015748032</c:v>
                </c:pt>
                <c:pt idx="1783">
                  <c:v>0.26491756889763779</c:v>
                </c:pt>
                <c:pt idx="1784">
                  <c:v>0.26491756889763779</c:v>
                </c:pt>
                <c:pt idx="1785">
                  <c:v>0.26522514763779526</c:v>
                </c:pt>
                <c:pt idx="1786">
                  <c:v>0.26522514763779526</c:v>
                </c:pt>
                <c:pt idx="1787">
                  <c:v>0.26550196850393698</c:v>
                </c:pt>
                <c:pt idx="1788">
                  <c:v>0.26550196850393698</c:v>
                </c:pt>
                <c:pt idx="1789">
                  <c:v>0.2658095472440945</c:v>
                </c:pt>
                <c:pt idx="1790">
                  <c:v>0.2658095472440945</c:v>
                </c:pt>
                <c:pt idx="1791">
                  <c:v>0.26611712598425197</c:v>
                </c:pt>
                <c:pt idx="1792">
                  <c:v>0.26611712598425197</c:v>
                </c:pt>
                <c:pt idx="1793">
                  <c:v>0.26639394685039369</c:v>
                </c:pt>
                <c:pt idx="1794">
                  <c:v>0.26639394685039369</c:v>
                </c:pt>
                <c:pt idx="1795">
                  <c:v>0.26670152559055116</c:v>
                </c:pt>
                <c:pt idx="1796">
                  <c:v>0.26670152559055116</c:v>
                </c:pt>
                <c:pt idx="1797">
                  <c:v>0.26700910433070868</c:v>
                </c:pt>
                <c:pt idx="1798">
                  <c:v>0.26700910433070868</c:v>
                </c:pt>
                <c:pt idx="1799">
                  <c:v>0.2672859251968504</c:v>
                </c:pt>
                <c:pt idx="1800">
                  <c:v>0.2672859251968504</c:v>
                </c:pt>
                <c:pt idx="1801">
                  <c:v>0.26759350393700787</c:v>
                </c:pt>
                <c:pt idx="1802">
                  <c:v>0.26759350393700787</c:v>
                </c:pt>
                <c:pt idx="1803">
                  <c:v>0.26790108267716534</c:v>
                </c:pt>
                <c:pt idx="1804">
                  <c:v>0.26790108267716534</c:v>
                </c:pt>
                <c:pt idx="1805">
                  <c:v>0.26817790354330706</c:v>
                </c:pt>
                <c:pt idx="1806">
                  <c:v>0.26817790354330706</c:v>
                </c:pt>
                <c:pt idx="1807">
                  <c:v>0.26848548228346458</c:v>
                </c:pt>
                <c:pt idx="1808">
                  <c:v>0.26848548228346458</c:v>
                </c:pt>
                <c:pt idx="1809">
                  <c:v>0.26879306102362205</c:v>
                </c:pt>
                <c:pt idx="1810">
                  <c:v>0.26879306102362205</c:v>
                </c:pt>
                <c:pt idx="1811">
                  <c:v>0.26906988188976377</c:v>
                </c:pt>
                <c:pt idx="1812">
                  <c:v>0.26906988188976377</c:v>
                </c:pt>
                <c:pt idx="1813">
                  <c:v>0.26937746062992124</c:v>
                </c:pt>
                <c:pt idx="1814">
                  <c:v>0.26937746062992124</c:v>
                </c:pt>
                <c:pt idx="1815">
                  <c:v>0.26968503937007876</c:v>
                </c:pt>
                <c:pt idx="1816">
                  <c:v>0.26968503937007876</c:v>
                </c:pt>
                <c:pt idx="1817">
                  <c:v>0.26996186023622049</c:v>
                </c:pt>
                <c:pt idx="1818">
                  <c:v>0.26996186023622049</c:v>
                </c:pt>
                <c:pt idx="1819">
                  <c:v>0.27026943897637795</c:v>
                </c:pt>
                <c:pt idx="1820">
                  <c:v>0.27026943897637795</c:v>
                </c:pt>
                <c:pt idx="1821">
                  <c:v>0.27057701771653542</c:v>
                </c:pt>
                <c:pt idx="1822">
                  <c:v>0.27057701771653542</c:v>
                </c:pt>
                <c:pt idx="1823">
                  <c:v>0.27085383858267714</c:v>
                </c:pt>
                <c:pt idx="1824">
                  <c:v>0.27085383858267714</c:v>
                </c:pt>
                <c:pt idx="1825">
                  <c:v>0.27116141732283466</c:v>
                </c:pt>
                <c:pt idx="1826">
                  <c:v>0.27116141732283466</c:v>
                </c:pt>
                <c:pt idx="1827">
                  <c:v>0.27146899606299213</c:v>
                </c:pt>
                <c:pt idx="1828">
                  <c:v>0.27146899606299213</c:v>
                </c:pt>
                <c:pt idx="1829">
                  <c:v>0.27174581692913385</c:v>
                </c:pt>
                <c:pt idx="1830">
                  <c:v>0.27174581692913385</c:v>
                </c:pt>
                <c:pt idx="1831">
                  <c:v>0.27205339566929132</c:v>
                </c:pt>
                <c:pt idx="1832">
                  <c:v>0.27205339566929132</c:v>
                </c:pt>
                <c:pt idx="1833">
                  <c:v>0.27233021653543305</c:v>
                </c:pt>
                <c:pt idx="1834">
                  <c:v>0.27233021653543305</c:v>
                </c:pt>
                <c:pt idx="1835">
                  <c:v>0.27263779527559057</c:v>
                </c:pt>
                <c:pt idx="1836">
                  <c:v>0.27263779527559057</c:v>
                </c:pt>
                <c:pt idx="1837">
                  <c:v>0.27294537401574803</c:v>
                </c:pt>
                <c:pt idx="1838">
                  <c:v>0.27294537401574803</c:v>
                </c:pt>
                <c:pt idx="1839">
                  <c:v>0.27322219488188976</c:v>
                </c:pt>
                <c:pt idx="1840">
                  <c:v>0.27322219488188976</c:v>
                </c:pt>
                <c:pt idx="1841">
                  <c:v>0.27352977362204722</c:v>
                </c:pt>
                <c:pt idx="1842">
                  <c:v>0.27352977362204722</c:v>
                </c:pt>
                <c:pt idx="1843">
                  <c:v>0.27383735236220474</c:v>
                </c:pt>
                <c:pt idx="1844">
                  <c:v>0.27383735236220474</c:v>
                </c:pt>
                <c:pt idx="1845">
                  <c:v>0.27411417322834647</c:v>
                </c:pt>
                <c:pt idx="1846">
                  <c:v>0.27411417322834647</c:v>
                </c:pt>
                <c:pt idx="1847">
                  <c:v>0.27442175196850394</c:v>
                </c:pt>
                <c:pt idx="1848">
                  <c:v>0.27442175196850394</c:v>
                </c:pt>
                <c:pt idx="1849">
                  <c:v>0.2747293307086614</c:v>
                </c:pt>
                <c:pt idx="1850">
                  <c:v>0.2747293307086614</c:v>
                </c:pt>
                <c:pt idx="1851">
                  <c:v>0.27500615157480313</c:v>
                </c:pt>
                <c:pt idx="1852">
                  <c:v>0.27500615157480313</c:v>
                </c:pt>
                <c:pt idx="1853">
                  <c:v>0.27531373031496065</c:v>
                </c:pt>
                <c:pt idx="1854">
                  <c:v>0.27531373031496065</c:v>
                </c:pt>
                <c:pt idx="1855">
                  <c:v>0.27562130905511811</c:v>
                </c:pt>
                <c:pt idx="1856">
                  <c:v>0.27562130905511811</c:v>
                </c:pt>
                <c:pt idx="1857">
                  <c:v>0.27589812992125984</c:v>
                </c:pt>
                <c:pt idx="1858">
                  <c:v>0.27589812992125984</c:v>
                </c:pt>
                <c:pt idx="1859">
                  <c:v>0.2762057086614173</c:v>
                </c:pt>
                <c:pt idx="1860">
                  <c:v>0.2762057086614173</c:v>
                </c:pt>
                <c:pt idx="1861">
                  <c:v>0.27651328740157483</c:v>
                </c:pt>
                <c:pt idx="1862">
                  <c:v>0.27651328740157483</c:v>
                </c:pt>
                <c:pt idx="1863">
                  <c:v>0.27679010826771655</c:v>
                </c:pt>
                <c:pt idx="1864">
                  <c:v>0.27679010826771655</c:v>
                </c:pt>
                <c:pt idx="1865">
                  <c:v>0.27709768700787402</c:v>
                </c:pt>
                <c:pt idx="1866">
                  <c:v>0.27709768700787402</c:v>
                </c:pt>
                <c:pt idx="1867">
                  <c:v>0.27740526574803148</c:v>
                </c:pt>
                <c:pt idx="1868">
                  <c:v>0.27740526574803148</c:v>
                </c:pt>
                <c:pt idx="1869">
                  <c:v>0.27768208661417321</c:v>
                </c:pt>
                <c:pt idx="1870">
                  <c:v>0.27768208661417321</c:v>
                </c:pt>
                <c:pt idx="1871">
                  <c:v>0.27798966535433073</c:v>
                </c:pt>
                <c:pt idx="1872">
                  <c:v>0.27798966535433073</c:v>
                </c:pt>
                <c:pt idx="1873">
                  <c:v>0.27829724409448819</c:v>
                </c:pt>
                <c:pt idx="1874">
                  <c:v>0.27829724409448819</c:v>
                </c:pt>
                <c:pt idx="1875">
                  <c:v>0.27857406496062992</c:v>
                </c:pt>
                <c:pt idx="1876">
                  <c:v>0.27857406496062992</c:v>
                </c:pt>
                <c:pt idx="1877">
                  <c:v>0.27888164370078738</c:v>
                </c:pt>
                <c:pt idx="1878">
                  <c:v>0.27888164370078738</c:v>
                </c:pt>
                <c:pt idx="1879">
                  <c:v>0.27918922244094491</c:v>
                </c:pt>
                <c:pt idx="1880">
                  <c:v>0.27918922244094491</c:v>
                </c:pt>
                <c:pt idx="1881">
                  <c:v>0.27946604330708663</c:v>
                </c:pt>
                <c:pt idx="1882">
                  <c:v>0.27946604330708663</c:v>
                </c:pt>
                <c:pt idx="1883">
                  <c:v>0.2797736220472441</c:v>
                </c:pt>
                <c:pt idx="1884">
                  <c:v>0.2797736220472441</c:v>
                </c:pt>
                <c:pt idx="1885">
                  <c:v>0.28008120078740156</c:v>
                </c:pt>
                <c:pt idx="1886">
                  <c:v>0.28008120078740156</c:v>
                </c:pt>
                <c:pt idx="1887">
                  <c:v>0.28035802165354329</c:v>
                </c:pt>
                <c:pt idx="1888">
                  <c:v>0.28035802165354329</c:v>
                </c:pt>
                <c:pt idx="1889">
                  <c:v>0.28066560039370081</c:v>
                </c:pt>
                <c:pt idx="1890">
                  <c:v>0.28066560039370081</c:v>
                </c:pt>
                <c:pt idx="1891">
                  <c:v>0.28097317913385828</c:v>
                </c:pt>
                <c:pt idx="1892">
                  <c:v>0.28097317913385828</c:v>
                </c:pt>
                <c:pt idx="1893">
                  <c:v>0.28125</c:v>
                </c:pt>
                <c:pt idx="1894">
                  <c:v>0.28125</c:v>
                </c:pt>
                <c:pt idx="1895">
                  <c:v>0.28155757874015747</c:v>
                </c:pt>
                <c:pt idx="1896">
                  <c:v>0.28155757874015747</c:v>
                </c:pt>
                <c:pt idx="1897">
                  <c:v>0.28186515748031499</c:v>
                </c:pt>
                <c:pt idx="1898">
                  <c:v>0.28186515748031499</c:v>
                </c:pt>
                <c:pt idx="1899">
                  <c:v>0.28214197834645671</c:v>
                </c:pt>
                <c:pt idx="1900">
                  <c:v>0.28214197834645671</c:v>
                </c:pt>
                <c:pt idx="1901">
                  <c:v>0.28244955708661418</c:v>
                </c:pt>
                <c:pt idx="1902">
                  <c:v>0.28244955708661418</c:v>
                </c:pt>
                <c:pt idx="1903">
                  <c:v>0.2827263779527559</c:v>
                </c:pt>
                <c:pt idx="1904">
                  <c:v>0.2827263779527559</c:v>
                </c:pt>
                <c:pt idx="1905">
                  <c:v>0.28303395669291337</c:v>
                </c:pt>
                <c:pt idx="1906">
                  <c:v>0.28303395669291337</c:v>
                </c:pt>
                <c:pt idx="1907">
                  <c:v>0.28334153543307089</c:v>
                </c:pt>
                <c:pt idx="1908">
                  <c:v>0.28334153543307089</c:v>
                </c:pt>
                <c:pt idx="1909">
                  <c:v>0.28361835629921262</c:v>
                </c:pt>
                <c:pt idx="1910">
                  <c:v>0.28361835629921262</c:v>
                </c:pt>
                <c:pt idx="1911">
                  <c:v>0.28392593503937008</c:v>
                </c:pt>
                <c:pt idx="1912">
                  <c:v>0.28392593503937008</c:v>
                </c:pt>
                <c:pt idx="1913">
                  <c:v>0.28423351377952755</c:v>
                </c:pt>
                <c:pt idx="1914">
                  <c:v>0.28423351377952755</c:v>
                </c:pt>
                <c:pt idx="1915">
                  <c:v>0.28451033464566927</c:v>
                </c:pt>
                <c:pt idx="1916">
                  <c:v>0.28451033464566927</c:v>
                </c:pt>
                <c:pt idx="1917">
                  <c:v>0.28481791338582679</c:v>
                </c:pt>
                <c:pt idx="1918">
                  <c:v>0.28481791338582679</c:v>
                </c:pt>
                <c:pt idx="1919">
                  <c:v>0.28512549212598426</c:v>
                </c:pt>
                <c:pt idx="1920">
                  <c:v>0.28512549212598426</c:v>
                </c:pt>
                <c:pt idx="1921">
                  <c:v>0.28540231299212598</c:v>
                </c:pt>
                <c:pt idx="1922">
                  <c:v>0.28540231299212598</c:v>
                </c:pt>
                <c:pt idx="1923">
                  <c:v>0.28570989173228345</c:v>
                </c:pt>
                <c:pt idx="1924">
                  <c:v>0.28570989173228345</c:v>
                </c:pt>
                <c:pt idx="1925">
                  <c:v>0.28601747047244097</c:v>
                </c:pt>
                <c:pt idx="1926">
                  <c:v>0.28601747047244097</c:v>
                </c:pt>
                <c:pt idx="1927">
                  <c:v>0.2862942913385827</c:v>
                </c:pt>
                <c:pt idx="1928">
                  <c:v>0.2862942913385827</c:v>
                </c:pt>
                <c:pt idx="1929">
                  <c:v>0.28660187007874016</c:v>
                </c:pt>
                <c:pt idx="1930">
                  <c:v>0.28660187007874016</c:v>
                </c:pt>
                <c:pt idx="1931">
                  <c:v>0.28690944881889763</c:v>
                </c:pt>
                <c:pt idx="1932">
                  <c:v>0.28690944881889763</c:v>
                </c:pt>
                <c:pt idx="1933">
                  <c:v>0.28718626968503935</c:v>
                </c:pt>
                <c:pt idx="1934">
                  <c:v>0.28718626968503935</c:v>
                </c:pt>
                <c:pt idx="1935">
                  <c:v>0.28749384842519687</c:v>
                </c:pt>
                <c:pt idx="1936">
                  <c:v>0.28749384842519687</c:v>
                </c:pt>
                <c:pt idx="1937">
                  <c:v>0.28780142716535434</c:v>
                </c:pt>
                <c:pt idx="1938">
                  <c:v>0.28780142716535434</c:v>
                </c:pt>
                <c:pt idx="1939">
                  <c:v>0.28807824803149606</c:v>
                </c:pt>
                <c:pt idx="1940">
                  <c:v>0.28807824803149606</c:v>
                </c:pt>
                <c:pt idx="1941">
                  <c:v>0.28838582677165353</c:v>
                </c:pt>
                <c:pt idx="1942">
                  <c:v>0.28838582677165353</c:v>
                </c:pt>
                <c:pt idx="1943">
                  <c:v>0.288693405511811</c:v>
                </c:pt>
                <c:pt idx="1944">
                  <c:v>0.288693405511811</c:v>
                </c:pt>
                <c:pt idx="1945">
                  <c:v>0.28897022637795278</c:v>
                </c:pt>
                <c:pt idx="1946">
                  <c:v>0.28897022637795278</c:v>
                </c:pt>
                <c:pt idx="1947">
                  <c:v>0.28927780511811024</c:v>
                </c:pt>
                <c:pt idx="1948">
                  <c:v>0.28927780511811024</c:v>
                </c:pt>
                <c:pt idx="1949">
                  <c:v>0.28958538385826771</c:v>
                </c:pt>
                <c:pt idx="1950">
                  <c:v>0.28958538385826771</c:v>
                </c:pt>
                <c:pt idx="1951">
                  <c:v>0.28986220472440943</c:v>
                </c:pt>
                <c:pt idx="1952">
                  <c:v>0.28986220472440943</c:v>
                </c:pt>
                <c:pt idx="1953">
                  <c:v>0.29016978346456695</c:v>
                </c:pt>
                <c:pt idx="1954">
                  <c:v>0.29016978346456695</c:v>
                </c:pt>
                <c:pt idx="1955">
                  <c:v>0.29047736220472442</c:v>
                </c:pt>
                <c:pt idx="1956">
                  <c:v>0.29047736220472442</c:v>
                </c:pt>
                <c:pt idx="1957">
                  <c:v>0.29075418307086615</c:v>
                </c:pt>
                <c:pt idx="1958">
                  <c:v>0.29075418307086615</c:v>
                </c:pt>
                <c:pt idx="1959">
                  <c:v>0.29106176181102361</c:v>
                </c:pt>
                <c:pt idx="1960">
                  <c:v>0.29106176181102361</c:v>
                </c:pt>
                <c:pt idx="1961">
                  <c:v>0.29136934055118108</c:v>
                </c:pt>
                <c:pt idx="1962">
                  <c:v>0.29136934055118108</c:v>
                </c:pt>
                <c:pt idx="1963">
                  <c:v>0.29164616141732286</c:v>
                </c:pt>
                <c:pt idx="1964">
                  <c:v>0.29164616141732286</c:v>
                </c:pt>
                <c:pt idx="1965">
                  <c:v>0.29195374015748032</c:v>
                </c:pt>
                <c:pt idx="1966">
                  <c:v>0.29195374015748032</c:v>
                </c:pt>
                <c:pt idx="1967">
                  <c:v>0.29223056102362205</c:v>
                </c:pt>
                <c:pt idx="1968">
                  <c:v>0.29223056102362205</c:v>
                </c:pt>
                <c:pt idx="1969">
                  <c:v>0.29253813976377951</c:v>
                </c:pt>
                <c:pt idx="1970">
                  <c:v>0.29253813976377951</c:v>
                </c:pt>
                <c:pt idx="1971">
                  <c:v>0.29284571850393698</c:v>
                </c:pt>
                <c:pt idx="1972">
                  <c:v>0.29284571850393698</c:v>
                </c:pt>
                <c:pt idx="1973">
                  <c:v>0.29312253937007876</c:v>
                </c:pt>
                <c:pt idx="1974">
                  <c:v>0.29312253937007876</c:v>
                </c:pt>
                <c:pt idx="1975">
                  <c:v>0.29343011811023623</c:v>
                </c:pt>
                <c:pt idx="1976">
                  <c:v>0.29343011811023623</c:v>
                </c:pt>
                <c:pt idx="1977">
                  <c:v>0.29373769685039369</c:v>
                </c:pt>
                <c:pt idx="1978">
                  <c:v>0.29373769685039369</c:v>
                </c:pt>
                <c:pt idx="1979">
                  <c:v>0.29401451771653542</c:v>
                </c:pt>
                <c:pt idx="1980">
                  <c:v>0.29401451771653542</c:v>
                </c:pt>
                <c:pt idx="1981">
                  <c:v>0.29432209645669294</c:v>
                </c:pt>
                <c:pt idx="1982">
                  <c:v>0.29432209645669294</c:v>
                </c:pt>
                <c:pt idx="1983">
                  <c:v>0.2946296751968504</c:v>
                </c:pt>
                <c:pt idx="1984">
                  <c:v>0.2946296751968504</c:v>
                </c:pt>
                <c:pt idx="1985">
                  <c:v>0.29490649606299213</c:v>
                </c:pt>
                <c:pt idx="1986">
                  <c:v>0.29490649606299213</c:v>
                </c:pt>
                <c:pt idx="1987">
                  <c:v>0.2952140748031496</c:v>
                </c:pt>
                <c:pt idx="1988">
                  <c:v>0.2952140748031496</c:v>
                </c:pt>
                <c:pt idx="1989">
                  <c:v>0.29552165354330706</c:v>
                </c:pt>
                <c:pt idx="1990">
                  <c:v>0.29552165354330706</c:v>
                </c:pt>
                <c:pt idx="1991">
                  <c:v>0.29579847440944884</c:v>
                </c:pt>
                <c:pt idx="1992">
                  <c:v>0.29579847440944884</c:v>
                </c:pt>
                <c:pt idx="1993">
                  <c:v>0.29610605314960631</c:v>
                </c:pt>
                <c:pt idx="1994">
                  <c:v>0.29610605314960631</c:v>
                </c:pt>
                <c:pt idx="1995">
                  <c:v>0.29641363188976377</c:v>
                </c:pt>
                <c:pt idx="1996">
                  <c:v>0.29641363188976377</c:v>
                </c:pt>
                <c:pt idx="1997">
                  <c:v>0.2966904527559055</c:v>
                </c:pt>
                <c:pt idx="1998">
                  <c:v>0.2966904527559055</c:v>
                </c:pt>
                <c:pt idx="1999">
                  <c:v>0.29699803149606302</c:v>
                </c:pt>
                <c:pt idx="2000">
                  <c:v>0.29699803149606302</c:v>
                </c:pt>
                <c:pt idx="2001">
                  <c:v>0.29730561023622049</c:v>
                </c:pt>
                <c:pt idx="2002">
                  <c:v>0.29730561023622049</c:v>
                </c:pt>
                <c:pt idx="2003">
                  <c:v>0.29758243110236221</c:v>
                </c:pt>
                <c:pt idx="2004">
                  <c:v>0.29758243110236221</c:v>
                </c:pt>
                <c:pt idx="2005">
                  <c:v>0.29789000984251968</c:v>
                </c:pt>
                <c:pt idx="2006">
                  <c:v>0.29789000984251968</c:v>
                </c:pt>
                <c:pt idx="2007">
                  <c:v>0.29819758858267714</c:v>
                </c:pt>
                <c:pt idx="2008">
                  <c:v>0.29819758858267714</c:v>
                </c:pt>
                <c:pt idx="2009">
                  <c:v>0.29847440944881892</c:v>
                </c:pt>
                <c:pt idx="2010">
                  <c:v>0.29847440944881892</c:v>
                </c:pt>
                <c:pt idx="2011">
                  <c:v>0.29878198818897639</c:v>
                </c:pt>
                <c:pt idx="2012">
                  <c:v>0.29878198818897639</c:v>
                </c:pt>
                <c:pt idx="2013">
                  <c:v>0.29908956692913385</c:v>
                </c:pt>
                <c:pt idx="2014">
                  <c:v>0.29908956692913385</c:v>
                </c:pt>
                <c:pt idx="2015">
                  <c:v>0.29936638779527558</c:v>
                </c:pt>
                <c:pt idx="2016">
                  <c:v>0.29936638779527558</c:v>
                </c:pt>
                <c:pt idx="2017">
                  <c:v>0.29967396653543305</c:v>
                </c:pt>
                <c:pt idx="2018">
                  <c:v>0.29967396653543305</c:v>
                </c:pt>
                <c:pt idx="2019">
                  <c:v>0.29998154527559057</c:v>
                </c:pt>
                <c:pt idx="2020">
                  <c:v>0.29998154527559057</c:v>
                </c:pt>
                <c:pt idx="2021">
                  <c:v>0.30025836614173229</c:v>
                </c:pt>
                <c:pt idx="2022">
                  <c:v>0.30025836614173229</c:v>
                </c:pt>
                <c:pt idx="2023">
                  <c:v>0.30056594488188976</c:v>
                </c:pt>
                <c:pt idx="2024">
                  <c:v>0.30056594488188976</c:v>
                </c:pt>
                <c:pt idx="2025">
                  <c:v>0.30087352362204722</c:v>
                </c:pt>
                <c:pt idx="2026">
                  <c:v>0.30087352362204722</c:v>
                </c:pt>
                <c:pt idx="2027">
                  <c:v>0.301150344488189</c:v>
                </c:pt>
                <c:pt idx="2028">
                  <c:v>0.301150344488189</c:v>
                </c:pt>
                <c:pt idx="2029">
                  <c:v>0.30145792322834647</c:v>
                </c:pt>
                <c:pt idx="2030">
                  <c:v>0.30145792322834647</c:v>
                </c:pt>
                <c:pt idx="2031">
                  <c:v>0.30173474409448819</c:v>
                </c:pt>
                <c:pt idx="2032">
                  <c:v>0.30173474409448819</c:v>
                </c:pt>
                <c:pt idx="2033">
                  <c:v>0.30204232283464566</c:v>
                </c:pt>
                <c:pt idx="2034">
                  <c:v>0.30204232283464566</c:v>
                </c:pt>
                <c:pt idx="2035">
                  <c:v>0.30234990157480313</c:v>
                </c:pt>
                <c:pt idx="2036">
                  <c:v>0.30234990157480313</c:v>
                </c:pt>
                <c:pt idx="2037">
                  <c:v>0.30262672244094491</c:v>
                </c:pt>
                <c:pt idx="2038">
                  <c:v>0.30262672244094491</c:v>
                </c:pt>
                <c:pt idx="2039">
                  <c:v>0.30293430118110237</c:v>
                </c:pt>
                <c:pt idx="2040">
                  <c:v>0.30293430118110237</c:v>
                </c:pt>
                <c:pt idx="2041">
                  <c:v>0.30324187992125984</c:v>
                </c:pt>
                <c:pt idx="2042">
                  <c:v>0.30324187992125984</c:v>
                </c:pt>
                <c:pt idx="2043">
                  <c:v>0.30351870078740156</c:v>
                </c:pt>
                <c:pt idx="2044">
                  <c:v>0.30351870078740156</c:v>
                </c:pt>
                <c:pt idx="2045">
                  <c:v>0.30382627952755903</c:v>
                </c:pt>
                <c:pt idx="2046">
                  <c:v>0.30382627952755903</c:v>
                </c:pt>
                <c:pt idx="2047">
                  <c:v>0.30413385826771655</c:v>
                </c:pt>
                <c:pt idx="2048">
                  <c:v>0.30413385826771655</c:v>
                </c:pt>
                <c:pt idx="2049">
                  <c:v>0.30441067913385828</c:v>
                </c:pt>
                <c:pt idx="2050">
                  <c:v>0.30441067913385828</c:v>
                </c:pt>
                <c:pt idx="2051">
                  <c:v>0.30471825787401574</c:v>
                </c:pt>
                <c:pt idx="2052">
                  <c:v>0.30471825787401574</c:v>
                </c:pt>
                <c:pt idx="2053">
                  <c:v>0.30502583661417321</c:v>
                </c:pt>
                <c:pt idx="2054">
                  <c:v>0.30502583661417321</c:v>
                </c:pt>
                <c:pt idx="2055">
                  <c:v>0.30530265748031499</c:v>
                </c:pt>
                <c:pt idx="2056">
                  <c:v>0.30530265748031499</c:v>
                </c:pt>
                <c:pt idx="2057">
                  <c:v>0.30561023622047245</c:v>
                </c:pt>
                <c:pt idx="2058">
                  <c:v>0.30561023622047245</c:v>
                </c:pt>
                <c:pt idx="2059">
                  <c:v>0.30591781496062992</c:v>
                </c:pt>
                <c:pt idx="2060">
                  <c:v>0.30591781496062992</c:v>
                </c:pt>
                <c:pt idx="2061">
                  <c:v>0.30619463582677164</c:v>
                </c:pt>
                <c:pt idx="2062">
                  <c:v>0.30619463582677164</c:v>
                </c:pt>
                <c:pt idx="2063">
                  <c:v>0.30650221456692911</c:v>
                </c:pt>
                <c:pt idx="2064">
                  <c:v>0.30650221456692911</c:v>
                </c:pt>
                <c:pt idx="2065">
                  <c:v>0.30680979330708663</c:v>
                </c:pt>
                <c:pt idx="2066">
                  <c:v>0.30680979330708663</c:v>
                </c:pt>
                <c:pt idx="2067">
                  <c:v>0.30708661417322836</c:v>
                </c:pt>
                <c:pt idx="2068">
                  <c:v>0.30708661417322836</c:v>
                </c:pt>
                <c:pt idx="2069">
                  <c:v>0.30739419291338582</c:v>
                </c:pt>
                <c:pt idx="2070">
                  <c:v>0.30739419291338582</c:v>
                </c:pt>
                <c:pt idx="2071">
                  <c:v>0.30770177165354329</c:v>
                </c:pt>
                <c:pt idx="2072">
                  <c:v>0.30770177165354329</c:v>
                </c:pt>
                <c:pt idx="2073">
                  <c:v>0.30797859251968501</c:v>
                </c:pt>
                <c:pt idx="2074">
                  <c:v>0.30797859251968501</c:v>
                </c:pt>
                <c:pt idx="2075">
                  <c:v>0.30828617125984253</c:v>
                </c:pt>
                <c:pt idx="2076">
                  <c:v>0.30828617125984253</c:v>
                </c:pt>
                <c:pt idx="2077">
                  <c:v>0.30859375</c:v>
                </c:pt>
                <c:pt idx="2078">
                  <c:v>0.30859375</c:v>
                </c:pt>
                <c:pt idx="2079">
                  <c:v>0.30887057086614172</c:v>
                </c:pt>
                <c:pt idx="2080">
                  <c:v>0.30887057086614172</c:v>
                </c:pt>
                <c:pt idx="2081">
                  <c:v>0.30917814960629919</c:v>
                </c:pt>
                <c:pt idx="2082">
                  <c:v>0.30917814960629919</c:v>
                </c:pt>
                <c:pt idx="2083">
                  <c:v>0.30948572834645671</c:v>
                </c:pt>
                <c:pt idx="2084">
                  <c:v>0.30948572834645671</c:v>
                </c:pt>
                <c:pt idx="2085">
                  <c:v>0.30976254921259844</c:v>
                </c:pt>
                <c:pt idx="2086">
                  <c:v>0.30976254921259844</c:v>
                </c:pt>
                <c:pt idx="2087">
                  <c:v>0.3100701279527559</c:v>
                </c:pt>
                <c:pt idx="2088">
                  <c:v>0.3100701279527559</c:v>
                </c:pt>
                <c:pt idx="2089">
                  <c:v>0.31037770669291337</c:v>
                </c:pt>
                <c:pt idx="2090">
                  <c:v>0.31037770669291337</c:v>
                </c:pt>
                <c:pt idx="2091">
                  <c:v>0.31065452755905509</c:v>
                </c:pt>
                <c:pt idx="2092">
                  <c:v>0.31065452755905509</c:v>
                </c:pt>
                <c:pt idx="2093">
                  <c:v>0.31096210629921262</c:v>
                </c:pt>
                <c:pt idx="2094">
                  <c:v>0.31096210629921262</c:v>
                </c:pt>
                <c:pt idx="2095">
                  <c:v>0.31123892716535434</c:v>
                </c:pt>
                <c:pt idx="2096">
                  <c:v>0.31123892716535434</c:v>
                </c:pt>
                <c:pt idx="2097">
                  <c:v>0.31154650590551181</c:v>
                </c:pt>
                <c:pt idx="2098">
                  <c:v>0.31154650590551181</c:v>
                </c:pt>
                <c:pt idx="2099">
                  <c:v>0.31185408464566927</c:v>
                </c:pt>
                <c:pt idx="2100">
                  <c:v>0.31185408464566927</c:v>
                </c:pt>
                <c:pt idx="2101">
                  <c:v>0.312130905511811</c:v>
                </c:pt>
                <c:pt idx="2102">
                  <c:v>0.312130905511811</c:v>
                </c:pt>
                <c:pt idx="2103">
                  <c:v>0.31243848425196852</c:v>
                </c:pt>
                <c:pt idx="2104">
                  <c:v>0.31243848425196852</c:v>
                </c:pt>
                <c:pt idx="2105">
                  <c:v>0.31274606299212598</c:v>
                </c:pt>
                <c:pt idx="2106">
                  <c:v>0.31274606299212598</c:v>
                </c:pt>
                <c:pt idx="2107">
                  <c:v>0.31302288385826771</c:v>
                </c:pt>
                <c:pt idx="2108">
                  <c:v>0.31302288385826771</c:v>
                </c:pt>
                <c:pt idx="2109">
                  <c:v>0.31333046259842517</c:v>
                </c:pt>
                <c:pt idx="2110">
                  <c:v>0.31333046259842517</c:v>
                </c:pt>
                <c:pt idx="2111">
                  <c:v>0.3136380413385827</c:v>
                </c:pt>
                <c:pt idx="2112">
                  <c:v>0.3136380413385827</c:v>
                </c:pt>
                <c:pt idx="2113">
                  <c:v>0.31391486220472442</c:v>
                </c:pt>
                <c:pt idx="2114">
                  <c:v>0.31391486220472442</c:v>
                </c:pt>
                <c:pt idx="2115">
                  <c:v>0.31422244094488189</c:v>
                </c:pt>
                <c:pt idx="2116">
                  <c:v>0.31422244094488189</c:v>
                </c:pt>
                <c:pt idx="2117">
                  <c:v>0.31453001968503935</c:v>
                </c:pt>
                <c:pt idx="2118">
                  <c:v>0.31453001968503935</c:v>
                </c:pt>
                <c:pt idx="2119">
                  <c:v>0.31480684055118108</c:v>
                </c:pt>
                <c:pt idx="2120">
                  <c:v>0.31480684055118108</c:v>
                </c:pt>
                <c:pt idx="2121">
                  <c:v>0.3151144192913386</c:v>
                </c:pt>
                <c:pt idx="2122">
                  <c:v>0.3151144192913386</c:v>
                </c:pt>
                <c:pt idx="2123">
                  <c:v>0.31542199803149606</c:v>
                </c:pt>
                <c:pt idx="2124">
                  <c:v>0.31542199803149606</c:v>
                </c:pt>
                <c:pt idx="2125">
                  <c:v>0.31569881889763779</c:v>
                </c:pt>
                <c:pt idx="2126">
                  <c:v>0.31569881889763779</c:v>
                </c:pt>
                <c:pt idx="2127">
                  <c:v>0.31600639763779526</c:v>
                </c:pt>
                <c:pt idx="2128">
                  <c:v>0.31600639763779526</c:v>
                </c:pt>
                <c:pt idx="2129">
                  <c:v>0.31631397637795278</c:v>
                </c:pt>
                <c:pt idx="2130">
                  <c:v>0.31631397637795278</c:v>
                </c:pt>
                <c:pt idx="2131">
                  <c:v>0.3165907972440945</c:v>
                </c:pt>
                <c:pt idx="2132">
                  <c:v>0.3165907972440945</c:v>
                </c:pt>
                <c:pt idx="2133">
                  <c:v>0.31689837598425197</c:v>
                </c:pt>
                <c:pt idx="2134">
                  <c:v>0.31689837598425197</c:v>
                </c:pt>
                <c:pt idx="2135">
                  <c:v>0.31720595472440943</c:v>
                </c:pt>
                <c:pt idx="2136">
                  <c:v>0.31720595472440943</c:v>
                </c:pt>
                <c:pt idx="2137">
                  <c:v>0.31748277559055116</c:v>
                </c:pt>
                <c:pt idx="2138">
                  <c:v>0.31748277559055116</c:v>
                </c:pt>
                <c:pt idx="2139">
                  <c:v>0.31779035433070868</c:v>
                </c:pt>
                <c:pt idx="2140">
                  <c:v>0.31779035433070868</c:v>
                </c:pt>
                <c:pt idx="2141">
                  <c:v>0.31809793307086615</c:v>
                </c:pt>
                <c:pt idx="2142">
                  <c:v>0.31809793307086615</c:v>
                </c:pt>
                <c:pt idx="2143">
                  <c:v>0.31837475393700787</c:v>
                </c:pt>
                <c:pt idx="2144">
                  <c:v>0.31837475393700787</c:v>
                </c:pt>
                <c:pt idx="2145">
                  <c:v>0.31868233267716534</c:v>
                </c:pt>
                <c:pt idx="2146">
                  <c:v>0.31868233267716534</c:v>
                </c:pt>
                <c:pt idx="2147">
                  <c:v>0.31898991141732286</c:v>
                </c:pt>
                <c:pt idx="2148">
                  <c:v>0.31898991141732286</c:v>
                </c:pt>
                <c:pt idx="2149">
                  <c:v>0.31926673228346458</c:v>
                </c:pt>
                <c:pt idx="2150">
                  <c:v>0.31926673228346458</c:v>
                </c:pt>
                <c:pt idx="2151">
                  <c:v>0.31957431102362205</c:v>
                </c:pt>
                <c:pt idx="2152">
                  <c:v>0.31957431102362205</c:v>
                </c:pt>
                <c:pt idx="2153">
                  <c:v>0.31988188976377951</c:v>
                </c:pt>
                <c:pt idx="2154">
                  <c:v>0.31988188976377951</c:v>
                </c:pt>
                <c:pt idx="2155">
                  <c:v>0.32015871062992124</c:v>
                </c:pt>
                <c:pt idx="2156">
                  <c:v>0.32015871062992124</c:v>
                </c:pt>
                <c:pt idx="2157">
                  <c:v>0.32046628937007876</c:v>
                </c:pt>
                <c:pt idx="2158">
                  <c:v>0.32046628937007876</c:v>
                </c:pt>
                <c:pt idx="2159">
                  <c:v>0.32077386811023623</c:v>
                </c:pt>
                <c:pt idx="2160">
                  <c:v>0.32077386811023623</c:v>
                </c:pt>
                <c:pt idx="2161">
                  <c:v>0.32105068897637795</c:v>
                </c:pt>
                <c:pt idx="2162">
                  <c:v>0.32105068897637795</c:v>
                </c:pt>
                <c:pt idx="2163">
                  <c:v>0.32135826771653542</c:v>
                </c:pt>
                <c:pt idx="2164">
                  <c:v>0.32135826771653542</c:v>
                </c:pt>
                <c:pt idx="2165">
                  <c:v>0.32163508858267714</c:v>
                </c:pt>
                <c:pt idx="2166">
                  <c:v>0.32163508858267714</c:v>
                </c:pt>
                <c:pt idx="2167">
                  <c:v>0.32194266732283466</c:v>
                </c:pt>
                <c:pt idx="2168">
                  <c:v>0.32194266732283466</c:v>
                </c:pt>
                <c:pt idx="2169">
                  <c:v>0.32225024606299213</c:v>
                </c:pt>
                <c:pt idx="2170">
                  <c:v>0.32225024606299213</c:v>
                </c:pt>
                <c:pt idx="2171">
                  <c:v>0.32252706692913385</c:v>
                </c:pt>
                <c:pt idx="2172">
                  <c:v>0.32252706692913385</c:v>
                </c:pt>
                <c:pt idx="2173">
                  <c:v>0.32283464566929132</c:v>
                </c:pt>
                <c:pt idx="2174">
                  <c:v>0.32283464566929132</c:v>
                </c:pt>
                <c:pt idx="2175">
                  <c:v>0.32314222440944884</c:v>
                </c:pt>
                <c:pt idx="2176">
                  <c:v>0.32314222440944884</c:v>
                </c:pt>
                <c:pt idx="2177">
                  <c:v>0.32341904527559057</c:v>
                </c:pt>
                <c:pt idx="2178">
                  <c:v>0.32341904527559057</c:v>
                </c:pt>
                <c:pt idx="2179">
                  <c:v>0.32372662401574803</c:v>
                </c:pt>
                <c:pt idx="2180">
                  <c:v>0.32372662401574803</c:v>
                </c:pt>
                <c:pt idx="2181">
                  <c:v>0.3240342027559055</c:v>
                </c:pt>
                <c:pt idx="2182">
                  <c:v>0.3240342027559055</c:v>
                </c:pt>
                <c:pt idx="2183">
                  <c:v>0.32431102362204722</c:v>
                </c:pt>
                <c:pt idx="2184">
                  <c:v>0.32431102362204722</c:v>
                </c:pt>
                <c:pt idx="2185">
                  <c:v>0.32461860236220474</c:v>
                </c:pt>
                <c:pt idx="2186">
                  <c:v>0.32461860236220474</c:v>
                </c:pt>
                <c:pt idx="2187">
                  <c:v>0.32492618110236221</c:v>
                </c:pt>
                <c:pt idx="2188">
                  <c:v>0.32492618110236221</c:v>
                </c:pt>
                <c:pt idx="2189">
                  <c:v>0.32520300196850394</c:v>
                </c:pt>
                <c:pt idx="2190">
                  <c:v>0.32520300196850394</c:v>
                </c:pt>
                <c:pt idx="2191">
                  <c:v>0.3255105807086614</c:v>
                </c:pt>
                <c:pt idx="2192">
                  <c:v>0.3255105807086614</c:v>
                </c:pt>
                <c:pt idx="2193">
                  <c:v>0.32581815944881892</c:v>
                </c:pt>
                <c:pt idx="2194">
                  <c:v>0.32581815944881892</c:v>
                </c:pt>
                <c:pt idx="2195">
                  <c:v>0.32609498031496065</c:v>
                </c:pt>
                <c:pt idx="2196">
                  <c:v>0.32609498031496065</c:v>
                </c:pt>
                <c:pt idx="2197">
                  <c:v>0.32640255905511811</c:v>
                </c:pt>
                <c:pt idx="2198">
                  <c:v>0.32640255905511811</c:v>
                </c:pt>
                <c:pt idx="2199">
                  <c:v>0.32671013779527558</c:v>
                </c:pt>
                <c:pt idx="2200">
                  <c:v>0.32671013779527558</c:v>
                </c:pt>
                <c:pt idx="2201">
                  <c:v>0.3269869586614173</c:v>
                </c:pt>
                <c:pt idx="2202">
                  <c:v>0.3269869586614173</c:v>
                </c:pt>
                <c:pt idx="2203">
                  <c:v>0.32729453740157483</c:v>
                </c:pt>
                <c:pt idx="2204">
                  <c:v>0.32729453740157483</c:v>
                </c:pt>
                <c:pt idx="2205">
                  <c:v>0.32760211614173229</c:v>
                </c:pt>
                <c:pt idx="2206">
                  <c:v>0.32760211614173229</c:v>
                </c:pt>
                <c:pt idx="2207">
                  <c:v>0.32787893700787402</c:v>
                </c:pt>
                <c:pt idx="2208">
                  <c:v>0.32787893700787402</c:v>
                </c:pt>
                <c:pt idx="2209">
                  <c:v>0.32818651574803148</c:v>
                </c:pt>
                <c:pt idx="2210">
                  <c:v>0.32818651574803148</c:v>
                </c:pt>
                <c:pt idx="2211">
                  <c:v>0.328494094488189</c:v>
                </c:pt>
                <c:pt idx="2212">
                  <c:v>0.328494094488189</c:v>
                </c:pt>
                <c:pt idx="2213">
                  <c:v>0.32877091535433073</c:v>
                </c:pt>
                <c:pt idx="2214">
                  <c:v>0.32877091535433073</c:v>
                </c:pt>
                <c:pt idx="2215">
                  <c:v>0.32907849409448819</c:v>
                </c:pt>
                <c:pt idx="2216">
                  <c:v>0.32907849409448819</c:v>
                </c:pt>
                <c:pt idx="2217">
                  <c:v>0.32938607283464566</c:v>
                </c:pt>
                <c:pt idx="2218">
                  <c:v>0.32938607283464566</c:v>
                </c:pt>
                <c:pt idx="2219">
                  <c:v>0.32966289370078738</c:v>
                </c:pt>
                <c:pt idx="2220">
                  <c:v>0.32966289370078738</c:v>
                </c:pt>
                <c:pt idx="2221">
                  <c:v>0.32997047244094491</c:v>
                </c:pt>
                <c:pt idx="2222">
                  <c:v>0.32997047244094491</c:v>
                </c:pt>
                <c:pt idx="2223">
                  <c:v>0.33027805118110237</c:v>
                </c:pt>
                <c:pt idx="2224">
                  <c:v>0.33027805118110237</c:v>
                </c:pt>
                <c:pt idx="2225">
                  <c:v>0.3305548720472441</c:v>
                </c:pt>
                <c:pt idx="2226">
                  <c:v>0.3305548720472441</c:v>
                </c:pt>
                <c:pt idx="2227">
                  <c:v>0.33086245078740156</c:v>
                </c:pt>
                <c:pt idx="2228">
                  <c:v>0.33086245078740156</c:v>
                </c:pt>
                <c:pt idx="2229">
                  <c:v>0.33113927165354329</c:v>
                </c:pt>
                <c:pt idx="2230">
                  <c:v>0.33113927165354329</c:v>
                </c:pt>
                <c:pt idx="2231">
                  <c:v>0.33144685039370081</c:v>
                </c:pt>
                <c:pt idx="2232">
                  <c:v>0.33144685039370081</c:v>
                </c:pt>
                <c:pt idx="2233">
                  <c:v>0.33175442913385828</c:v>
                </c:pt>
                <c:pt idx="2234">
                  <c:v>0.33175442913385828</c:v>
                </c:pt>
                <c:pt idx="2235">
                  <c:v>0.33203125</c:v>
                </c:pt>
                <c:pt idx="2236">
                  <c:v>0.33203125</c:v>
                </c:pt>
                <c:pt idx="2237">
                  <c:v>0.33233882874015747</c:v>
                </c:pt>
                <c:pt idx="2238">
                  <c:v>0.33233882874015747</c:v>
                </c:pt>
                <c:pt idx="2239">
                  <c:v>0.33264640748031499</c:v>
                </c:pt>
                <c:pt idx="2240">
                  <c:v>0.33264640748031499</c:v>
                </c:pt>
                <c:pt idx="2241">
                  <c:v>0.33292322834645671</c:v>
                </c:pt>
                <c:pt idx="2242">
                  <c:v>0.33292322834645671</c:v>
                </c:pt>
                <c:pt idx="2243">
                  <c:v>0.33323080708661418</c:v>
                </c:pt>
                <c:pt idx="2244">
                  <c:v>0.33323080708661418</c:v>
                </c:pt>
                <c:pt idx="2245">
                  <c:v>0.33353838582677164</c:v>
                </c:pt>
                <c:pt idx="2246">
                  <c:v>0.33353838582677164</c:v>
                </c:pt>
                <c:pt idx="2247">
                  <c:v>0.33381520669291337</c:v>
                </c:pt>
                <c:pt idx="2248">
                  <c:v>0.33381520669291337</c:v>
                </c:pt>
                <c:pt idx="2249">
                  <c:v>0.33412278543307089</c:v>
                </c:pt>
                <c:pt idx="2250">
                  <c:v>0.33412278543307089</c:v>
                </c:pt>
                <c:pt idx="2251">
                  <c:v>0.33443036417322836</c:v>
                </c:pt>
                <c:pt idx="2252">
                  <c:v>0.33443036417322836</c:v>
                </c:pt>
                <c:pt idx="2253">
                  <c:v>0.33470718503937008</c:v>
                </c:pt>
                <c:pt idx="2254">
                  <c:v>0.33470718503937008</c:v>
                </c:pt>
                <c:pt idx="2255">
                  <c:v>0.33501476377952755</c:v>
                </c:pt>
                <c:pt idx="2256">
                  <c:v>0.33501476377952755</c:v>
                </c:pt>
                <c:pt idx="2257">
                  <c:v>0.33532234251968501</c:v>
                </c:pt>
                <c:pt idx="2258">
                  <c:v>0.33532234251968501</c:v>
                </c:pt>
                <c:pt idx="2259">
                  <c:v>0.33559916338582679</c:v>
                </c:pt>
                <c:pt idx="2260">
                  <c:v>0.33559916338582679</c:v>
                </c:pt>
                <c:pt idx="2261">
                  <c:v>0.33590674212598426</c:v>
                </c:pt>
                <c:pt idx="2262">
                  <c:v>0.33590674212598426</c:v>
                </c:pt>
                <c:pt idx="2263">
                  <c:v>0.33621432086614172</c:v>
                </c:pt>
                <c:pt idx="2264">
                  <c:v>0.33621432086614172</c:v>
                </c:pt>
                <c:pt idx="2265">
                  <c:v>0.33649114173228345</c:v>
                </c:pt>
                <c:pt idx="2266">
                  <c:v>0.33649114173228345</c:v>
                </c:pt>
                <c:pt idx="2267">
                  <c:v>0.33679872047244097</c:v>
                </c:pt>
                <c:pt idx="2268">
                  <c:v>0.33679872047244097</c:v>
                </c:pt>
                <c:pt idx="2269">
                  <c:v>0.33710629921259844</c:v>
                </c:pt>
                <c:pt idx="2270">
                  <c:v>0.33710629921259844</c:v>
                </c:pt>
                <c:pt idx="2271">
                  <c:v>0.33738312007874016</c:v>
                </c:pt>
                <c:pt idx="2272">
                  <c:v>0.33738312007874016</c:v>
                </c:pt>
                <c:pt idx="2273">
                  <c:v>0.33769069881889763</c:v>
                </c:pt>
                <c:pt idx="2274">
                  <c:v>0.33769069881889763</c:v>
                </c:pt>
                <c:pt idx="2275">
                  <c:v>0.33799827755905509</c:v>
                </c:pt>
                <c:pt idx="2276">
                  <c:v>0.33799827755905509</c:v>
                </c:pt>
                <c:pt idx="2277">
                  <c:v>0.33827509842519687</c:v>
                </c:pt>
                <c:pt idx="2278">
                  <c:v>0.33827509842519687</c:v>
                </c:pt>
                <c:pt idx="2279">
                  <c:v>0.33858267716535434</c:v>
                </c:pt>
                <c:pt idx="2280">
                  <c:v>0.33858267716535434</c:v>
                </c:pt>
                <c:pt idx="2281">
                  <c:v>0.33889025590551181</c:v>
                </c:pt>
                <c:pt idx="2282">
                  <c:v>0.33889025590551181</c:v>
                </c:pt>
                <c:pt idx="2283">
                  <c:v>0.33916707677165353</c:v>
                </c:pt>
                <c:pt idx="2284">
                  <c:v>0.33916707677165353</c:v>
                </c:pt>
                <c:pt idx="2285">
                  <c:v>0.339474655511811</c:v>
                </c:pt>
                <c:pt idx="2286">
                  <c:v>0.339474655511811</c:v>
                </c:pt>
                <c:pt idx="2287">
                  <c:v>0.33978223425196852</c:v>
                </c:pt>
                <c:pt idx="2288">
                  <c:v>0.33978223425196852</c:v>
                </c:pt>
                <c:pt idx="2289">
                  <c:v>0.34005905511811024</c:v>
                </c:pt>
                <c:pt idx="2290">
                  <c:v>0.34005905511811024</c:v>
                </c:pt>
                <c:pt idx="2291">
                  <c:v>0.34036663385826771</c:v>
                </c:pt>
                <c:pt idx="2292">
                  <c:v>0.34036663385826771</c:v>
                </c:pt>
                <c:pt idx="2293">
                  <c:v>0.34064345472440943</c:v>
                </c:pt>
                <c:pt idx="2294">
                  <c:v>0.34064345472440943</c:v>
                </c:pt>
                <c:pt idx="2295">
                  <c:v>0.34095103346456695</c:v>
                </c:pt>
                <c:pt idx="2296">
                  <c:v>0.34095103346456695</c:v>
                </c:pt>
                <c:pt idx="2297">
                  <c:v>0.34125861220472442</c:v>
                </c:pt>
                <c:pt idx="2298">
                  <c:v>0.34125861220472442</c:v>
                </c:pt>
                <c:pt idx="2299">
                  <c:v>0.34153543307086615</c:v>
                </c:pt>
                <c:pt idx="2300">
                  <c:v>0.34153543307086615</c:v>
                </c:pt>
                <c:pt idx="2301">
                  <c:v>0.34184301181102361</c:v>
                </c:pt>
                <c:pt idx="2302">
                  <c:v>0.34184301181102361</c:v>
                </c:pt>
                <c:pt idx="2303">
                  <c:v>0.34215059055118108</c:v>
                </c:pt>
                <c:pt idx="2304">
                  <c:v>0.34215059055118108</c:v>
                </c:pt>
                <c:pt idx="2305">
                  <c:v>0.34242741141732286</c:v>
                </c:pt>
                <c:pt idx="2306">
                  <c:v>0.34242741141732286</c:v>
                </c:pt>
                <c:pt idx="2307">
                  <c:v>0.34273499015748032</c:v>
                </c:pt>
                <c:pt idx="2308">
                  <c:v>0.34273499015748032</c:v>
                </c:pt>
                <c:pt idx="2309">
                  <c:v>0.34304256889763779</c:v>
                </c:pt>
                <c:pt idx="2310">
                  <c:v>0.34304256889763779</c:v>
                </c:pt>
                <c:pt idx="2311">
                  <c:v>0.34331938976377951</c:v>
                </c:pt>
                <c:pt idx="2312">
                  <c:v>0.34331938976377951</c:v>
                </c:pt>
                <c:pt idx="2313">
                  <c:v>0.34362696850393698</c:v>
                </c:pt>
                <c:pt idx="2314">
                  <c:v>0.34362696850393698</c:v>
                </c:pt>
                <c:pt idx="2315">
                  <c:v>0.3439345472440945</c:v>
                </c:pt>
                <c:pt idx="2316">
                  <c:v>0.3439345472440945</c:v>
                </c:pt>
                <c:pt idx="2317">
                  <c:v>0.34421136811023623</c:v>
                </c:pt>
                <c:pt idx="2318">
                  <c:v>0.34421136811023623</c:v>
                </c:pt>
                <c:pt idx="2319">
                  <c:v>0.34451894685039369</c:v>
                </c:pt>
                <c:pt idx="2320">
                  <c:v>0.34451894685039369</c:v>
                </c:pt>
                <c:pt idx="2321">
                  <c:v>0.34482652559055116</c:v>
                </c:pt>
                <c:pt idx="2322">
                  <c:v>0.34482652559055116</c:v>
                </c:pt>
                <c:pt idx="2323">
                  <c:v>0.34510334645669294</c:v>
                </c:pt>
                <c:pt idx="2324">
                  <c:v>0.34510334645669294</c:v>
                </c:pt>
                <c:pt idx="2325">
                  <c:v>0.3454109251968504</c:v>
                </c:pt>
                <c:pt idx="2326">
                  <c:v>0.3454109251968504</c:v>
                </c:pt>
                <c:pt idx="2327">
                  <c:v>0.34571850393700787</c:v>
                </c:pt>
                <c:pt idx="2328">
                  <c:v>0.34571850393700787</c:v>
                </c:pt>
                <c:pt idx="2329">
                  <c:v>0.3459953248031496</c:v>
                </c:pt>
                <c:pt idx="2330">
                  <c:v>0.3459953248031496</c:v>
                </c:pt>
                <c:pt idx="2331">
                  <c:v>0.34630290354330706</c:v>
                </c:pt>
                <c:pt idx="2332">
                  <c:v>0.34630290354330706</c:v>
                </c:pt>
                <c:pt idx="2333">
                  <c:v>0.34661048228346458</c:v>
                </c:pt>
                <c:pt idx="2334">
                  <c:v>0.34661048228346458</c:v>
                </c:pt>
                <c:pt idx="2335">
                  <c:v>0.34688730314960631</c:v>
                </c:pt>
                <c:pt idx="2336">
                  <c:v>0.34688730314960631</c:v>
                </c:pt>
                <c:pt idx="2337">
                  <c:v>0.34719488188976377</c:v>
                </c:pt>
                <c:pt idx="2338">
                  <c:v>0.34719488188976377</c:v>
                </c:pt>
                <c:pt idx="2339">
                  <c:v>0.34750246062992124</c:v>
                </c:pt>
                <c:pt idx="2340">
                  <c:v>0.34750246062992124</c:v>
                </c:pt>
                <c:pt idx="2341">
                  <c:v>0.34777928149606302</c:v>
                </c:pt>
                <c:pt idx="2342">
                  <c:v>0.34777928149606302</c:v>
                </c:pt>
                <c:pt idx="2343">
                  <c:v>0.34808686023622049</c:v>
                </c:pt>
                <c:pt idx="2344">
                  <c:v>0.34808686023622049</c:v>
                </c:pt>
                <c:pt idx="2345">
                  <c:v>0.34839443897637795</c:v>
                </c:pt>
                <c:pt idx="2346">
                  <c:v>0.34839443897637795</c:v>
                </c:pt>
                <c:pt idx="2347">
                  <c:v>0.34867125984251968</c:v>
                </c:pt>
                <c:pt idx="2348">
                  <c:v>0.34867125984251968</c:v>
                </c:pt>
                <c:pt idx="2349">
                  <c:v>0.34897883858267714</c:v>
                </c:pt>
                <c:pt idx="2350">
                  <c:v>0.34897883858267714</c:v>
                </c:pt>
                <c:pt idx="2351">
                  <c:v>0.34928641732283466</c:v>
                </c:pt>
                <c:pt idx="2352">
                  <c:v>0.34928641732283466</c:v>
                </c:pt>
                <c:pt idx="2353">
                  <c:v>0.34956323818897639</c:v>
                </c:pt>
                <c:pt idx="2354">
                  <c:v>0.34956323818897639</c:v>
                </c:pt>
                <c:pt idx="2355">
                  <c:v>0.34987081692913385</c:v>
                </c:pt>
                <c:pt idx="2356">
                  <c:v>0.34987081692913385</c:v>
                </c:pt>
                <c:pt idx="2357">
                  <c:v>0.35014763779527558</c:v>
                </c:pt>
                <c:pt idx="2358">
                  <c:v>0.35014763779527558</c:v>
                </c:pt>
                <c:pt idx="2359">
                  <c:v>0.35045521653543305</c:v>
                </c:pt>
                <c:pt idx="2360">
                  <c:v>0.35045521653543305</c:v>
                </c:pt>
                <c:pt idx="2361">
                  <c:v>0.35076279527559057</c:v>
                </c:pt>
                <c:pt idx="2362">
                  <c:v>0.35076279527559057</c:v>
                </c:pt>
                <c:pt idx="2363">
                  <c:v>0.35103961614173229</c:v>
                </c:pt>
                <c:pt idx="2364">
                  <c:v>0.35103961614173229</c:v>
                </c:pt>
                <c:pt idx="2365">
                  <c:v>0.35134719488188976</c:v>
                </c:pt>
                <c:pt idx="2366">
                  <c:v>0.35134719488188976</c:v>
                </c:pt>
                <c:pt idx="2367">
                  <c:v>0.35165477362204722</c:v>
                </c:pt>
                <c:pt idx="2368">
                  <c:v>0.35165477362204722</c:v>
                </c:pt>
                <c:pt idx="2369">
                  <c:v>0.351931594488189</c:v>
                </c:pt>
                <c:pt idx="2370">
                  <c:v>0.351931594488189</c:v>
                </c:pt>
                <c:pt idx="2371">
                  <c:v>0.35223917322834647</c:v>
                </c:pt>
                <c:pt idx="2372">
                  <c:v>0.35223917322834647</c:v>
                </c:pt>
                <c:pt idx="2373">
                  <c:v>0.35254675196850394</c:v>
                </c:pt>
                <c:pt idx="2374">
                  <c:v>0.35254675196850394</c:v>
                </c:pt>
                <c:pt idx="2375">
                  <c:v>0.35282357283464566</c:v>
                </c:pt>
                <c:pt idx="2376">
                  <c:v>0.35282357283464566</c:v>
                </c:pt>
                <c:pt idx="2377">
                  <c:v>0.35313115157480313</c:v>
                </c:pt>
                <c:pt idx="2378">
                  <c:v>0.35313115157480313</c:v>
                </c:pt>
                <c:pt idx="2379">
                  <c:v>0.35343873031496065</c:v>
                </c:pt>
                <c:pt idx="2380">
                  <c:v>0.35343873031496065</c:v>
                </c:pt>
                <c:pt idx="2381">
                  <c:v>0.35371555118110237</c:v>
                </c:pt>
                <c:pt idx="2382">
                  <c:v>0.35371555118110237</c:v>
                </c:pt>
                <c:pt idx="2383">
                  <c:v>0.35402312992125984</c:v>
                </c:pt>
                <c:pt idx="2384">
                  <c:v>0.35402312992125984</c:v>
                </c:pt>
                <c:pt idx="2385">
                  <c:v>0.3543307086614173</c:v>
                </c:pt>
                <c:pt idx="2386">
                  <c:v>0.3543307086614173</c:v>
                </c:pt>
                <c:pt idx="2387">
                  <c:v>0.35460752952755903</c:v>
                </c:pt>
                <c:pt idx="2388">
                  <c:v>0.35460752952755903</c:v>
                </c:pt>
                <c:pt idx="2389">
                  <c:v>0.35491510826771655</c:v>
                </c:pt>
                <c:pt idx="2390">
                  <c:v>0.35491510826771655</c:v>
                </c:pt>
                <c:pt idx="2391">
                  <c:v>0.35522268700787402</c:v>
                </c:pt>
                <c:pt idx="2392">
                  <c:v>0.35522268700787402</c:v>
                </c:pt>
                <c:pt idx="2393">
                  <c:v>0.35549950787401574</c:v>
                </c:pt>
                <c:pt idx="2394">
                  <c:v>0.35549950787401574</c:v>
                </c:pt>
                <c:pt idx="2395">
                  <c:v>0.35580708661417321</c:v>
                </c:pt>
                <c:pt idx="2396">
                  <c:v>0.35580708661417321</c:v>
                </c:pt>
                <c:pt idx="2397">
                  <c:v>0.35611466535433073</c:v>
                </c:pt>
                <c:pt idx="2398">
                  <c:v>0.35611466535433073</c:v>
                </c:pt>
                <c:pt idx="2399">
                  <c:v>0.35639148622047245</c:v>
                </c:pt>
                <c:pt idx="2400">
                  <c:v>0.35639148622047245</c:v>
                </c:pt>
                <c:pt idx="2401">
                  <c:v>0.35669906496062992</c:v>
                </c:pt>
                <c:pt idx="2402">
                  <c:v>0.35669906496062992</c:v>
                </c:pt>
                <c:pt idx="2403">
                  <c:v>0.35700664370078738</c:v>
                </c:pt>
                <c:pt idx="2404">
                  <c:v>0.35700664370078738</c:v>
                </c:pt>
                <c:pt idx="2405">
                  <c:v>0.35728346456692911</c:v>
                </c:pt>
                <c:pt idx="2406">
                  <c:v>0.35728346456692911</c:v>
                </c:pt>
                <c:pt idx="2407">
                  <c:v>0.35759104330708663</c:v>
                </c:pt>
                <c:pt idx="2408">
                  <c:v>0.35759104330708663</c:v>
                </c:pt>
                <c:pt idx="2409">
                  <c:v>0.3578986220472441</c:v>
                </c:pt>
                <c:pt idx="2410">
                  <c:v>0.3578986220472441</c:v>
                </c:pt>
                <c:pt idx="2411">
                  <c:v>0.35817544291338582</c:v>
                </c:pt>
                <c:pt idx="2412">
                  <c:v>0.35817544291338582</c:v>
                </c:pt>
                <c:pt idx="2413">
                  <c:v>0.35848302165354329</c:v>
                </c:pt>
                <c:pt idx="2414">
                  <c:v>0.35848302165354329</c:v>
                </c:pt>
                <c:pt idx="2415">
                  <c:v>0.35879060039370081</c:v>
                </c:pt>
                <c:pt idx="2416">
                  <c:v>0.35879060039370081</c:v>
                </c:pt>
                <c:pt idx="2417">
                  <c:v>0.35906742125984253</c:v>
                </c:pt>
                <c:pt idx="2418">
                  <c:v>0.35906742125984253</c:v>
                </c:pt>
                <c:pt idx="2419">
                  <c:v>0.359375</c:v>
                </c:pt>
                <c:pt idx="2420">
                  <c:v>0.359375</c:v>
                </c:pt>
                <c:pt idx="2421">
                  <c:v>0.35968257874015747</c:v>
                </c:pt>
                <c:pt idx="2422">
                  <c:v>0.35968257874015747</c:v>
                </c:pt>
                <c:pt idx="2423">
                  <c:v>0.35995939960629919</c:v>
                </c:pt>
                <c:pt idx="2424">
                  <c:v>0.35995939960629919</c:v>
                </c:pt>
                <c:pt idx="2425">
                  <c:v>0.36026697834645671</c:v>
                </c:pt>
                <c:pt idx="2426">
                  <c:v>0.36026697834645671</c:v>
                </c:pt>
                <c:pt idx="2427">
                  <c:v>0.36054379921259838</c:v>
                </c:pt>
                <c:pt idx="2428">
                  <c:v>0.36054379921259838</c:v>
                </c:pt>
                <c:pt idx="2429">
                  <c:v>0.3608513779527559</c:v>
                </c:pt>
                <c:pt idx="2430">
                  <c:v>0.3608513779527559</c:v>
                </c:pt>
                <c:pt idx="2431">
                  <c:v>0.36115895669291337</c:v>
                </c:pt>
                <c:pt idx="2432">
                  <c:v>0.36115895669291337</c:v>
                </c:pt>
                <c:pt idx="2433">
                  <c:v>0.36143577755905509</c:v>
                </c:pt>
                <c:pt idx="2434">
                  <c:v>0.36143577755905509</c:v>
                </c:pt>
                <c:pt idx="2435">
                  <c:v>0.36174335629921262</c:v>
                </c:pt>
                <c:pt idx="2436">
                  <c:v>0.36174335629921262</c:v>
                </c:pt>
                <c:pt idx="2437">
                  <c:v>0.36205093503937008</c:v>
                </c:pt>
                <c:pt idx="2438">
                  <c:v>0.36205093503937008</c:v>
                </c:pt>
                <c:pt idx="2439">
                  <c:v>0.36232775590551181</c:v>
                </c:pt>
                <c:pt idx="2440">
                  <c:v>0.36232775590551181</c:v>
                </c:pt>
                <c:pt idx="2441">
                  <c:v>0.36263533464566927</c:v>
                </c:pt>
                <c:pt idx="2442">
                  <c:v>0.36263533464566927</c:v>
                </c:pt>
                <c:pt idx="2443">
                  <c:v>0.36294291338582679</c:v>
                </c:pt>
                <c:pt idx="2444">
                  <c:v>0.36294291338582679</c:v>
                </c:pt>
                <c:pt idx="2445">
                  <c:v>0.36321973425196852</c:v>
                </c:pt>
                <c:pt idx="2446">
                  <c:v>0.36321973425196852</c:v>
                </c:pt>
                <c:pt idx="2447">
                  <c:v>0.36352731299212598</c:v>
                </c:pt>
                <c:pt idx="2448">
                  <c:v>0.36352731299212598</c:v>
                </c:pt>
                <c:pt idx="2449">
                  <c:v>0.36383489173228345</c:v>
                </c:pt>
                <c:pt idx="2450">
                  <c:v>0.36383489173228345</c:v>
                </c:pt>
                <c:pt idx="2451">
                  <c:v>0.36411171259842517</c:v>
                </c:pt>
                <c:pt idx="2452">
                  <c:v>0.36411171259842517</c:v>
                </c:pt>
                <c:pt idx="2453">
                  <c:v>0.3644192913385827</c:v>
                </c:pt>
                <c:pt idx="2454">
                  <c:v>0.3644192913385827</c:v>
                </c:pt>
                <c:pt idx="2455">
                  <c:v>0.36472687007874016</c:v>
                </c:pt>
                <c:pt idx="2456">
                  <c:v>0.36472687007874016</c:v>
                </c:pt>
                <c:pt idx="2457">
                  <c:v>0.36500369094488189</c:v>
                </c:pt>
                <c:pt idx="2458">
                  <c:v>0.36500369094488189</c:v>
                </c:pt>
                <c:pt idx="2459">
                  <c:v>0.36531126968503935</c:v>
                </c:pt>
                <c:pt idx="2460">
                  <c:v>0.36531126968503935</c:v>
                </c:pt>
                <c:pt idx="2461">
                  <c:v>0.36561884842519687</c:v>
                </c:pt>
                <c:pt idx="2462">
                  <c:v>0.36561884842519687</c:v>
                </c:pt>
                <c:pt idx="2463">
                  <c:v>0.3658956692913386</c:v>
                </c:pt>
                <c:pt idx="2464">
                  <c:v>0.3658956692913386</c:v>
                </c:pt>
                <c:pt idx="2465">
                  <c:v>0.36620324803149606</c:v>
                </c:pt>
                <c:pt idx="2466">
                  <c:v>0.36620324803149606</c:v>
                </c:pt>
                <c:pt idx="2467">
                  <c:v>0.36651082677165353</c:v>
                </c:pt>
                <c:pt idx="2468">
                  <c:v>0.36651082677165353</c:v>
                </c:pt>
                <c:pt idx="2469">
                  <c:v>0.36678764763779526</c:v>
                </c:pt>
                <c:pt idx="2470">
                  <c:v>0.36678764763779526</c:v>
                </c:pt>
                <c:pt idx="2471">
                  <c:v>0.36709522637795278</c:v>
                </c:pt>
                <c:pt idx="2472">
                  <c:v>0.36709522637795278</c:v>
                </c:pt>
                <c:pt idx="2473">
                  <c:v>0.36740280511811024</c:v>
                </c:pt>
                <c:pt idx="2474">
                  <c:v>0.36740280511811024</c:v>
                </c:pt>
                <c:pt idx="2475">
                  <c:v>0.36767962598425202</c:v>
                </c:pt>
                <c:pt idx="2476">
                  <c:v>0.36767962598425202</c:v>
                </c:pt>
                <c:pt idx="2477">
                  <c:v>0.36798720472440943</c:v>
                </c:pt>
                <c:pt idx="2478">
                  <c:v>0.36798720472440943</c:v>
                </c:pt>
                <c:pt idx="2479">
                  <c:v>0.36829478346456695</c:v>
                </c:pt>
                <c:pt idx="2480">
                  <c:v>0.36829478346456695</c:v>
                </c:pt>
                <c:pt idx="2481">
                  <c:v>0.36857160433070868</c:v>
                </c:pt>
                <c:pt idx="2482">
                  <c:v>0.36857160433070868</c:v>
                </c:pt>
                <c:pt idx="2483">
                  <c:v>0.36887918307086615</c:v>
                </c:pt>
                <c:pt idx="2484">
                  <c:v>0.36887918307086615</c:v>
                </c:pt>
                <c:pt idx="2485">
                  <c:v>0.36918676181102361</c:v>
                </c:pt>
                <c:pt idx="2486">
                  <c:v>0.36918676181102361</c:v>
                </c:pt>
                <c:pt idx="2487">
                  <c:v>0.36946358267716534</c:v>
                </c:pt>
                <c:pt idx="2488">
                  <c:v>0.36946358267716534</c:v>
                </c:pt>
                <c:pt idx="2489">
                  <c:v>0.36977116141732286</c:v>
                </c:pt>
                <c:pt idx="2490">
                  <c:v>0.36977116141732286</c:v>
                </c:pt>
                <c:pt idx="2491">
                  <c:v>0.37004798228346458</c:v>
                </c:pt>
                <c:pt idx="2492">
                  <c:v>0.37004798228346458</c:v>
                </c:pt>
                <c:pt idx="2493">
                  <c:v>0.3703555610236221</c:v>
                </c:pt>
                <c:pt idx="2494">
                  <c:v>0.3703555610236221</c:v>
                </c:pt>
                <c:pt idx="2495">
                  <c:v>0.37066313976377951</c:v>
                </c:pt>
                <c:pt idx="2496">
                  <c:v>0.37066313976377951</c:v>
                </c:pt>
                <c:pt idx="2497">
                  <c:v>0.37093996062992129</c:v>
                </c:pt>
                <c:pt idx="2498">
                  <c:v>0.37093996062992129</c:v>
                </c:pt>
                <c:pt idx="2499">
                  <c:v>0.37124753937007871</c:v>
                </c:pt>
                <c:pt idx="2500">
                  <c:v>0.37124753937007871</c:v>
                </c:pt>
                <c:pt idx="2501">
                  <c:v>0.37155511811023623</c:v>
                </c:pt>
                <c:pt idx="2502">
                  <c:v>0.37155511811023623</c:v>
                </c:pt>
                <c:pt idx="2503">
                  <c:v>0.3718319389763779</c:v>
                </c:pt>
                <c:pt idx="2504">
                  <c:v>0.3718319389763779</c:v>
                </c:pt>
                <c:pt idx="2505">
                  <c:v>0.37213951771653542</c:v>
                </c:pt>
                <c:pt idx="2506">
                  <c:v>0.37213951771653542</c:v>
                </c:pt>
                <c:pt idx="2507">
                  <c:v>0.37244709645669294</c:v>
                </c:pt>
                <c:pt idx="2508">
                  <c:v>0.37244709645669294</c:v>
                </c:pt>
                <c:pt idx="2509">
                  <c:v>0.37272391732283466</c:v>
                </c:pt>
                <c:pt idx="2510">
                  <c:v>0.37272391732283466</c:v>
                </c:pt>
                <c:pt idx="2511">
                  <c:v>0.37303149606299218</c:v>
                </c:pt>
                <c:pt idx="2512">
                  <c:v>0.37303149606299218</c:v>
                </c:pt>
                <c:pt idx="2513">
                  <c:v>0.3733390748031496</c:v>
                </c:pt>
                <c:pt idx="2514">
                  <c:v>0.3733390748031496</c:v>
                </c:pt>
                <c:pt idx="2515">
                  <c:v>0.37361589566929132</c:v>
                </c:pt>
                <c:pt idx="2516">
                  <c:v>0.37361589566929132</c:v>
                </c:pt>
                <c:pt idx="2517">
                  <c:v>0.37392347440944879</c:v>
                </c:pt>
                <c:pt idx="2518">
                  <c:v>0.37392347440944879</c:v>
                </c:pt>
                <c:pt idx="2519">
                  <c:v>0.37423105314960631</c:v>
                </c:pt>
                <c:pt idx="2520">
                  <c:v>0.37423105314960631</c:v>
                </c:pt>
                <c:pt idx="2521">
                  <c:v>0.37450787401574798</c:v>
                </c:pt>
                <c:pt idx="2522">
                  <c:v>0.37450787401574798</c:v>
                </c:pt>
                <c:pt idx="2523">
                  <c:v>0.3748154527559055</c:v>
                </c:pt>
                <c:pt idx="2524">
                  <c:v>0.3748154527559055</c:v>
                </c:pt>
                <c:pt idx="2525">
                  <c:v>0.37512303149606302</c:v>
                </c:pt>
                <c:pt idx="2526">
                  <c:v>0.37512303149606302</c:v>
                </c:pt>
                <c:pt idx="2527">
                  <c:v>0.37539985236220474</c:v>
                </c:pt>
                <c:pt idx="2528">
                  <c:v>0.37539985236220474</c:v>
                </c:pt>
                <c:pt idx="2529">
                  <c:v>0.37570743110236221</c:v>
                </c:pt>
                <c:pt idx="2530">
                  <c:v>0.37570743110236221</c:v>
                </c:pt>
                <c:pt idx="2531">
                  <c:v>0.37601500984251968</c:v>
                </c:pt>
                <c:pt idx="2532">
                  <c:v>0.37601500984251968</c:v>
                </c:pt>
                <c:pt idx="2533">
                  <c:v>0.3762918307086614</c:v>
                </c:pt>
                <c:pt idx="2534">
                  <c:v>0.3762918307086614</c:v>
                </c:pt>
                <c:pt idx="2535">
                  <c:v>0.37659940944881892</c:v>
                </c:pt>
                <c:pt idx="2536">
                  <c:v>0.37659940944881892</c:v>
                </c:pt>
                <c:pt idx="2537">
                  <c:v>0.37690698818897639</c:v>
                </c:pt>
                <c:pt idx="2538">
                  <c:v>0.37690698818897639</c:v>
                </c:pt>
                <c:pt idx="2539">
                  <c:v>0.37718380905511811</c:v>
                </c:pt>
                <c:pt idx="2540">
                  <c:v>0.37718380905511811</c:v>
                </c:pt>
                <c:pt idx="2541">
                  <c:v>0.37749138779527558</c:v>
                </c:pt>
                <c:pt idx="2542">
                  <c:v>0.37749138779527558</c:v>
                </c:pt>
                <c:pt idx="2543">
                  <c:v>0.37779896653543305</c:v>
                </c:pt>
                <c:pt idx="2544">
                  <c:v>0.37779896653543305</c:v>
                </c:pt>
                <c:pt idx="2545">
                  <c:v>0.37807578740157483</c:v>
                </c:pt>
                <c:pt idx="2546">
                  <c:v>0.37807578740157483</c:v>
                </c:pt>
                <c:pt idx="2547">
                  <c:v>0.37838336614173229</c:v>
                </c:pt>
                <c:pt idx="2548">
                  <c:v>0.37838336614173229</c:v>
                </c:pt>
                <c:pt idx="2549">
                  <c:v>0.37869094488188976</c:v>
                </c:pt>
                <c:pt idx="2550">
                  <c:v>0.37869094488188976</c:v>
                </c:pt>
                <c:pt idx="2551">
                  <c:v>0.37896776574803148</c:v>
                </c:pt>
                <c:pt idx="2552">
                  <c:v>0.37896776574803148</c:v>
                </c:pt>
                <c:pt idx="2553">
                  <c:v>0.379275344488189</c:v>
                </c:pt>
                <c:pt idx="2554">
                  <c:v>0.379275344488189</c:v>
                </c:pt>
                <c:pt idx="2555">
                  <c:v>0.37955216535433073</c:v>
                </c:pt>
                <c:pt idx="2556">
                  <c:v>0.37955216535433073</c:v>
                </c:pt>
                <c:pt idx="2557">
                  <c:v>0.37985974409448819</c:v>
                </c:pt>
                <c:pt idx="2558">
                  <c:v>0.37985974409448819</c:v>
                </c:pt>
                <c:pt idx="2559">
                  <c:v>0.38016732283464566</c:v>
                </c:pt>
                <c:pt idx="2560">
                  <c:v>0.38016732283464566</c:v>
                </c:pt>
                <c:pt idx="2561">
                  <c:v>0.38044414370078738</c:v>
                </c:pt>
                <c:pt idx="2562">
                  <c:v>0.38044414370078738</c:v>
                </c:pt>
                <c:pt idx="2563">
                  <c:v>0.38075172244094491</c:v>
                </c:pt>
                <c:pt idx="2564">
                  <c:v>0.38075172244094491</c:v>
                </c:pt>
                <c:pt idx="2565">
                  <c:v>0.38105930118110237</c:v>
                </c:pt>
                <c:pt idx="2566">
                  <c:v>0.38105930118110237</c:v>
                </c:pt>
                <c:pt idx="2567">
                  <c:v>0.3813361220472441</c:v>
                </c:pt>
                <c:pt idx="2568">
                  <c:v>0.3813361220472441</c:v>
                </c:pt>
                <c:pt idx="2569">
                  <c:v>0.38164370078740162</c:v>
                </c:pt>
                <c:pt idx="2570">
                  <c:v>0.38164370078740162</c:v>
                </c:pt>
                <c:pt idx="2571">
                  <c:v>0.38195127952755903</c:v>
                </c:pt>
                <c:pt idx="2572">
                  <c:v>0.38195127952755903</c:v>
                </c:pt>
                <c:pt idx="2573">
                  <c:v>0.38222810039370081</c:v>
                </c:pt>
                <c:pt idx="2574">
                  <c:v>0.38222810039370081</c:v>
                </c:pt>
                <c:pt idx="2575">
                  <c:v>0.38253567913385828</c:v>
                </c:pt>
                <c:pt idx="2576">
                  <c:v>0.38253567913385828</c:v>
                </c:pt>
                <c:pt idx="2577">
                  <c:v>0.38284325787401574</c:v>
                </c:pt>
                <c:pt idx="2578">
                  <c:v>0.38284325787401574</c:v>
                </c:pt>
                <c:pt idx="2579">
                  <c:v>0.38312007874015747</c:v>
                </c:pt>
                <c:pt idx="2580">
                  <c:v>0.38312007874015747</c:v>
                </c:pt>
                <c:pt idx="2581">
                  <c:v>0.38342765748031499</c:v>
                </c:pt>
                <c:pt idx="2582">
                  <c:v>0.38342765748031499</c:v>
                </c:pt>
                <c:pt idx="2583">
                  <c:v>0.38373523622047245</c:v>
                </c:pt>
                <c:pt idx="2584">
                  <c:v>0.38373523622047245</c:v>
                </c:pt>
                <c:pt idx="2585">
                  <c:v>0.38401205708661418</c:v>
                </c:pt>
                <c:pt idx="2586">
                  <c:v>0.38401205708661418</c:v>
                </c:pt>
                <c:pt idx="2587">
                  <c:v>0.3843196358267717</c:v>
                </c:pt>
                <c:pt idx="2588">
                  <c:v>0.3843196358267717</c:v>
                </c:pt>
                <c:pt idx="2589">
                  <c:v>0.38462721456692911</c:v>
                </c:pt>
                <c:pt idx="2590">
                  <c:v>0.38462721456692911</c:v>
                </c:pt>
                <c:pt idx="2591">
                  <c:v>0.38490403543307089</c:v>
                </c:pt>
                <c:pt idx="2592">
                  <c:v>0.38490403543307089</c:v>
                </c:pt>
                <c:pt idx="2593">
                  <c:v>0.3852116141732283</c:v>
                </c:pt>
                <c:pt idx="2594">
                  <c:v>0.3852116141732283</c:v>
                </c:pt>
                <c:pt idx="2595">
                  <c:v>0.38551919291338582</c:v>
                </c:pt>
                <c:pt idx="2596">
                  <c:v>0.38551919291338582</c:v>
                </c:pt>
                <c:pt idx="2597">
                  <c:v>0.38579601377952755</c:v>
                </c:pt>
                <c:pt idx="2598">
                  <c:v>0.38579601377952755</c:v>
                </c:pt>
                <c:pt idx="2599">
                  <c:v>0.38610359251968501</c:v>
                </c:pt>
                <c:pt idx="2600">
                  <c:v>0.38610359251968501</c:v>
                </c:pt>
                <c:pt idx="2601">
                  <c:v>0.38641117125984253</c:v>
                </c:pt>
                <c:pt idx="2602">
                  <c:v>0.38641117125984253</c:v>
                </c:pt>
                <c:pt idx="2603">
                  <c:v>0.38668799212598426</c:v>
                </c:pt>
                <c:pt idx="2604">
                  <c:v>0.38668799212598426</c:v>
                </c:pt>
                <c:pt idx="2605">
                  <c:v>0.38699557086614172</c:v>
                </c:pt>
                <c:pt idx="2606">
                  <c:v>0.38699557086614172</c:v>
                </c:pt>
                <c:pt idx="2607">
                  <c:v>0.38730314960629919</c:v>
                </c:pt>
                <c:pt idx="2608">
                  <c:v>0.38730314960629919</c:v>
                </c:pt>
                <c:pt idx="2609">
                  <c:v>0.38757997047244097</c:v>
                </c:pt>
                <c:pt idx="2610">
                  <c:v>0.38757997047244097</c:v>
                </c:pt>
                <c:pt idx="2611">
                  <c:v>0.38788754921259838</c:v>
                </c:pt>
                <c:pt idx="2612">
                  <c:v>0.38788754921259838</c:v>
                </c:pt>
                <c:pt idx="2613">
                  <c:v>0.3881951279527559</c:v>
                </c:pt>
                <c:pt idx="2614">
                  <c:v>0.3881951279527559</c:v>
                </c:pt>
                <c:pt idx="2615">
                  <c:v>0.38847194881889763</c:v>
                </c:pt>
                <c:pt idx="2616">
                  <c:v>0.38847194881889763</c:v>
                </c:pt>
                <c:pt idx="2617">
                  <c:v>0.38877952755905509</c:v>
                </c:pt>
                <c:pt idx="2618">
                  <c:v>0.38877952755905509</c:v>
                </c:pt>
                <c:pt idx="2619">
                  <c:v>0.38905634842519687</c:v>
                </c:pt>
                <c:pt idx="2620">
                  <c:v>0.38905634842519687</c:v>
                </c:pt>
                <c:pt idx="2621">
                  <c:v>0.38936392716535434</c:v>
                </c:pt>
                <c:pt idx="2622">
                  <c:v>0.38936392716535434</c:v>
                </c:pt>
                <c:pt idx="2623">
                  <c:v>0.38967150590551181</c:v>
                </c:pt>
                <c:pt idx="2624">
                  <c:v>0.38967150590551181</c:v>
                </c:pt>
                <c:pt idx="2625">
                  <c:v>0.38994832677165353</c:v>
                </c:pt>
                <c:pt idx="2626">
                  <c:v>0.38994832677165353</c:v>
                </c:pt>
                <c:pt idx="2627">
                  <c:v>0.390255905511811</c:v>
                </c:pt>
                <c:pt idx="2628">
                  <c:v>0.390255905511811</c:v>
                </c:pt>
                <c:pt idx="2629">
                  <c:v>0.39056348425196852</c:v>
                </c:pt>
                <c:pt idx="2630">
                  <c:v>0.39056348425196852</c:v>
                </c:pt>
                <c:pt idx="2631">
                  <c:v>0.39084030511811024</c:v>
                </c:pt>
                <c:pt idx="2632">
                  <c:v>0.39084030511811024</c:v>
                </c:pt>
                <c:pt idx="2633">
                  <c:v>0.39114788385826771</c:v>
                </c:pt>
                <c:pt idx="2634">
                  <c:v>0.39114788385826771</c:v>
                </c:pt>
                <c:pt idx="2635">
                  <c:v>0.39145546259842517</c:v>
                </c:pt>
                <c:pt idx="2636">
                  <c:v>0.39145546259842517</c:v>
                </c:pt>
                <c:pt idx="2637">
                  <c:v>0.39173228346456695</c:v>
                </c:pt>
                <c:pt idx="2638">
                  <c:v>0.39173228346456695</c:v>
                </c:pt>
                <c:pt idx="2639">
                  <c:v>0.39203986220472442</c:v>
                </c:pt>
                <c:pt idx="2640">
                  <c:v>0.39203986220472442</c:v>
                </c:pt>
                <c:pt idx="2641">
                  <c:v>0.39234744094488189</c:v>
                </c:pt>
                <c:pt idx="2642">
                  <c:v>0.39234744094488189</c:v>
                </c:pt>
                <c:pt idx="2643">
                  <c:v>0.39262426181102361</c:v>
                </c:pt>
                <c:pt idx="2644">
                  <c:v>0.39262426181102361</c:v>
                </c:pt>
                <c:pt idx="2645">
                  <c:v>0.39293184055118108</c:v>
                </c:pt>
                <c:pt idx="2646">
                  <c:v>0.39293184055118108</c:v>
                </c:pt>
                <c:pt idx="2647">
                  <c:v>0.3932394192913386</c:v>
                </c:pt>
                <c:pt idx="2648">
                  <c:v>0.3932394192913386</c:v>
                </c:pt>
                <c:pt idx="2649">
                  <c:v>0.39351624015748032</c:v>
                </c:pt>
                <c:pt idx="2650">
                  <c:v>0.39351624015748032</c:v>
                </c:pt>
                <c:pt idx="2651">
                  <c:v>0.39382381889763779</c:v>
                </c:pt>
                <c:pt idx="2652">
                  <c:v>0.39382381889763779</c:v>
                </c:pt>
                <c:pt idx="2653">
                  <c:v>0.39413139763779526</c:v>
                </c:pt>
                <c:pt idx="2654">
                  <c:v>0.39413139763779526</c:v>
                </c:pt>
                <c:pt idx="2655">
                  <c:v>0.39440821850393698</c:v>
                </c:pt>
                <c:pt idx="2656">
                  <c:v>0.39440821850393698</c:v>
                </c:pt>
                <c:pt idx="2657">
                  <c:v>0.3947157972440945</c:v>
                </c:pt>
                <c:pt idx="2658">
                  <c:v>0.3947157972440945</c:v>
                </c:pt>
                <c:pt idx="2659">
                  <c:v>0.39502337598425202</c:v>
                </c:pt>
                <c:pt idx="2660">
                  <c:v>0.39502337598425202</c:v>
                </c:pt>
                <c:pt idx="2661">
                  <c:v>0.39530019685039369</c:v>
                </c:pt>
                <c:pt idx="2662">
                  <c:v>0.39530019685039369</c:v>
                </c:pt>
                <c:pt idx="2663">
                  <c:v>0.39560777559055121</c:v>
                </c:pt>
                <c:pt idx="2664">
                  <c:v>0.39560777559055121</c:v>
                </c:pt>
                <c:pt idx="2665">
                  <c:v>0.39591535433070868</c:v>
                </c:pt>
                <c:pt idx="2666">
                  <c:v>0.39591535433070868</c:v>
                </c:pt>
                <c:pt idx="2667">
                  <c:v>0.3961921751968504</c:v>
                </c:pt>
                <c:pt idx="2668">
                  <c:v>0.3961921751968504</c:v>
                </c:pt>
                <c:pt idx="2669">
                  <c:v>0.39649975393700782</c:v>
                </c:pt>
                <c:pt idx="2670">
                  <c:v>0.39649975393700782</c:v>
                </c:pt>
                <c:pt idx="2671">
                  <c:v>0.39680733267716534</c:v>
                </c:pt>
                <c:pt idx="2672">
                  <c:v>0.39680733267716534</c:v>
                </c:pt>
                <c:pt idx="2673">
                  <c:v>0.39708415354330706</c:v>
                </c:pt>
                <c:pt idx="2674">
                  <c:v>0.39708415354330706</c:v>
                </c:pt>
                <c:pt idx="2675">
                  <c:v>0.39739173228346458</c:v>
                </c:pt>
                <c:pt idx="2676">
                  <c:v>0.39739173228346458</c:v>
                </c:pt>
                <c:pt idx="2677">
                  <c:v>0.3976993110236221</c:v>
                </c:pt>
                <c:pt idx="2678">
                  <c:v>0.3976993110236221</c:v>
                </c:pt>
                <c:pt idx="2679">
                  <c:v>0.39797613188976377</c:v>
                </c:pt>
                <c:pt idx="2680">
                  <c:v>0.39797613188976377</c:v>
                </c:pt>
                <c:pt idx="2681">
                  <c:v>0.39828371062992129</c:v>
                </c:pt>
                <c:pt idx="2682">
                  <c:v>0.39828371062992129</c:v>
                </c:pt>
                <c:pt idx="2683">
                  <c:v>0.39859128937007871</c:v>
                </c:pt>
                <c:pt idx="2684">
                  <c:v>0.39859128937007871</c:v>
                </c:pt>
                <c:pt idx="2685">
                  <c:v>0.39886811023622049</c:v>
                </c:pt>
                <c:pt idx="2686">
                  <c:v>0.39886811023622049</c:v>
                </c:pt>
                <c:pt idx="2687">
                  <c:v>0.3991756889763779</c:v>
                </c:pt>
                <c:pt idx="2688">
                  <c:v>0.3991756889763779</c:v>
                </c:pt>
                <c:pt idx="2689">
                  <c:v>0.39945250984251968</c:v>
                </c:pt>
                <c:pt idx="2690">
                  <c:v>0.39945250984251968</c:v>
                </c:pt>
                <c:pt idx="2691">
                  <c:v>0.39976008858267714</c:v>
                </c:pt>
                <c:pt idx="2692">
                  <c:v>0.39976008858267714</c:v>
                </c:pt>
                <c:pt idx="2693">
                  <c:v>0.40006766732283466</c:v>
                </c:pt>
                <c:pt idx="2694">
                  <c:v>0.40006766732283466</c:v>
                </c:pt>
                <c:pt idx="2695">
                  <c:v>0.40034448818897639</c:v>
                </c:pt>
                <c:pt idx="2696">
                  <c:v>0.40034448818897639</c:v>
                </c:pt>
                <c:pt idx="2697">
                  <c:v>0.40065206692913385</c:v>
                </c:pt>
                <c:pt idx="2698">
                  <c:v>0.40065206692913385</c:v>
                </c:pt>
                <c:pt idx="2699">
                  <c:v>0.40095964566929132</c:v>
                </c:pt>
                <c:pt idx="2700">
                  <c:v>0.40095964566929132</c:v>
                </c:pt>
                <c:pt idx="2701">
                  <c:v>0.40123646653543305</c:v>
                </c:pt>
                <c:pt idx="2702">
                  <c:v>0.40123646653543305</c:v>
                </c:pt>
                <c:pt idx="2703">
                  <c:v>0.40154404527559057</c:v>
                </c:pt>
                <c:pt idx="2704">
                  <c:v>0.40154404527559057</c:v>
                </c:pt>
                <c:pt idx="2705">
                  <c:v>0.40185162401574798</c:v>
                </c:pt>
                <c:pt idx="2706">
                  <c:v>0.40185162401574798</c:v>
                </c:pt>
                <c:pt idx="2707">
                  <c:v>0.40212844488188976</c:v>
                </c:pt>
                <c:pt idx="2708">
                  <c:v>0.40212844488188976</c:v>
                </c:pt>
                <c:pt idx="2709">
                  <c:v>0.40243602362204722</c:v>
                </c:pt>
                <c:pt idx="2710">
                  <c:v>0.40243602362204722</c:v>
                </c:pt>
                <c:pt idx="2711">
                  <c:v>0.40274360236220474</c:v>
                </c:pt>
                <c:pt idx="2712">
                  <c:v>0.40274360236220474</c:v>
                </c:pt>
                <c:pt idx="2713">
                  <c:v>0.40302042322834647</c:v>
                </c:pt>
                <c:pt idx="2714">
                  <c:v>0.40302042322834647</c:v>
                </c:pt>
                <c:pt idx="2715">
                  <c:v>0.40332800196850394</c:v>
                </c:pt>
                <c:pt idx="2716">
                  <c:v>0.40332800196850394</c:v>
                </c:pt>
                <c:pt idx="2717">
                  <c:v>0.4036355807086614</c:v>
                </c:pt>
                <c:pt idx="2718">
                  <c:v>0.4036355807086614</c:v>
                </c:pt>
                <c:pt idx="2719">
                  <c:v>0.40391240157480313</c:v>
                </c:pt>
                <c:pt idx="2720">
                  <c:v>0.40391240157480313</c:v>
                </c:pt>
                <c:pt idx="2721">
                  <c:v>0.40421998031496065</c:v>
                </c:pt>
                <c:pt idx="2722">
                  <c:v>0.40421998031496065</c:v>
                </c:pt>
                <c:pt idx="2723">
                  <c:v>0.40452755905511811</c:v>
                </c:pt>
                <c:pt idx="2724">
                  <c:v>0.40452755905511811</c:v>
                </c:pt>
                <c:pt idx="2725">
                  <c:v>0.40480437992125984</c:v>
                </c:pt>
                <c:pt idx="2726">
                  <c:v>0.40480437992125984</c:v>
                </c:pt>
                <c:pt idx="2727">
                  <c:v>0.4051119586614173</c:v>
                </c:pt>
                <c:pt idx="2728">
                  <c:v>0.4051119586614173</c:v>
                </c:pt>
                <c:pt idx="2729">
                  <c:v>0.40541953740157483</c:v>
                </c:pt>
                <c:pt idx="2730">
                  <c:v>0.40541953740157483</c:v>
                </c:pt>
                <c:pt idx="2731">
                  <c:v>0.40569635826771655</c:v>
                </c:pt>
                <c:pt idx="2732">
                  <c:v>0.40569635826771655</c:v>
                </c:pt>
                <c:pt idx="2733">
                  <c:v>0.40600393700787402</c:v>
                </c:pt>
                <c:pt idx="2734">
                  <c:v>0.40600393700787402</c:v>
                </c:pt>
                <c:pt idx="2735">
                  <c:v>0.40631151574803148</c:v>
                </c:pt>
                <c:pt idx="2736">
                  <c:v>0.40631151574803148</c:v>
                </c:pt>
                <c:pt idx="2737">
                  <c:v>0.40658833661417321</c:v>
                </c:pt>
                <c:pt idx="2738">
                  <c:v>0.40658833661417321</c:v>
                </c:pt>
                <c:pt idx="2739">
                  <c:v>0.40689591535433073</c:v>
                </c:pt>
                <c:pt idx="2740">
                  <c:v>0.40689591535433073</c:v>
                </c:pt>
                <c:pt idx="2741">
                  <c:v>0.40720349409448819</c:v>
                </c:pt>
                <c:pt idx="2742">
                  <c:v>0.40720349409448819</c:v>
                </c:pt>
                <c:pt idx="2743">
                  <c:v>0.40748031496062992</c:v>
                </c:pt>
                <c:pt idx="2744">
                  <c:v>0.40748031496062992</c:v>
                </c:pt>
                <c:pt idx="2745">
                  <c:v>0.40778789370078738</c:v>
                </c:pt>
                <c:pt idx="2746">
                  <c:v>0.40778789370078738</c:v>
                </c:pt>
                <c:pt idx="2747">
                  <c:v>0.40809547244094491</c:v>
                </c:pt>
                <c:pt idx="2748">
                  <c:v>0.40809547244094491</c:v>
                </c:pt>
                <c:pt idx="2749">
                  <c:v>0.40837229330708663</c:v>
                </c:pt>
                <c:pt idx="2750">
                  <c:v>0.40837229330708663</c:v>
                </c:pt>
                <c:pt idx="2751">
                  <c:v>0.4086798720472441</c:v>
                </c:pt>
                <c:pt idx="2752">
                  <c:v>0.4086798720472441</c:v>
                </c:pt>
                <c:pt idx="2753">
                  <c:v>0.40895669291338582</c:v>
                </c:pt>
                <c:pt idx="2754">
                  <c:v>0.40895669291338582</c:v>
                </c:pt>
                <c:pt idx="2755">
                  <c:v>0.40926427165354329</c:v>
                </c:pt>
                <c:pt idx="2756">
                  <c:v>0.40926427165354329</c:v>
                </c:pt>
                <c:pt idx="2757">
                  <c:v>0.40957185039370081</c:v>
                </c:pt>
                <c:pt idx="2758">
                  <c:v>0.40957185039370081</c:v>
                </c:pt>
                <c:pt idx="2759">
                  <c:v>0.40984867125984253</c:v>
                </c:pt>
                <c:pt idx="2760">
                  <c:v>0.40984867125984253</c:v>
                </c:pt>
                <c:pt idx="2761">
                  <c:v>0.41015625</c:v>
                </c:pt>
                <c:pt idx="2762">
                  <c:v>0.41015625</c:v>
                </c:pt>
                <c:pt idx="2763">
                  <c:v>0.41046382874015747</c:v>
                </c:pt>
                <c:pt idx="2764">
                  <c:v>0.41046382874015747</c:v>
                </c:pt>
                <c:pt idx="2765">
                  <c:v>0.41074064960629919</c:v>
                </c:pt>
                <c:pt idx="2766">
                  <c:v>0.41074064960629919</c:v>
                </c:pt>
                <c:pt idx="2767">
                  <c:v>0.41104822834645671</c:v>
                </c:pt>
                <c:pt idx="2768">
                  <c:v>0.41104822834645671</c:v>
                </c:pt>
                <c:pt idx="2769">
                  <c:v>0.41135580708661418</c:v>
                </c:pt>
                <c:pt idx="2770">
                  <c:v>0.41135580708661418</c:v>
                </c:pt>
                <c:pt idx="2771">
                  <c:v>0.4116326279527559</c:v>
                </c:pt>
                <c:pt idx="2772">
                  <c:v>0.4116326279527559</c:v>
                </c:pt>
                <c:pt idx="2773">
                  <c:v>0.41194020669291337</c:v>
                </c:pt>
                <c:pt idx="2774">
                  <c:v>0.41194020669291337</c:v>
                </c:pt>
                <c:pt idx="2775">
                  <c:v>0.41224778543307089</c:v>
                </c:pt>
                <c:pt idx="2776">
                  <c:v>0.41224778543307089</c:v>
                </c:pt>
                <c:pt idx="2777">
                  <c:v>0.41252460629921262</c:v>
                </c:pt>
                <c:pt idx="2778">
                  <c:v>0.41252460629921262</c:v>
                </c:pt>
                <c:pt idx="2779">
                  <c:v>0.41283218503937008</c:v>
                </c:pt>
                <c:pt idx="2780">
                  <c:v>0.41283218503937008</c:v>
                </c:pt>
                <c:pt idx="2781">
                  <c:v>0.41313976377952755</c:v>
                </c:pt>
                <c:pt idx="2782">
                  <c:v>0.41313976377952755</c:v>
                </c:pt>
                <c:pt idx="2783">
                  <c:v>0.41341658464566927</c:v>
                </c:pt>
                <c:pt idx="2784">
                  <c:v>0.41341658464566927</c:v>
                </c:pt>
                <c:pt idx="2785">
                  <c:v>0.41372416338582679</c:v>
                </c:pt>
                <c:pt idx="2786">
                  <c:v>0.41372416338582679</c:v>
                </c:pt>
                <c:pt idx="2787">
                  <c:v>0.41403174212598426</c:v>
                </c:pt>
                <c:pt idx="2788">
                  <c:v>0.41403174212598426</c:v>
                </c:pt>
                <c:pt idx="2789">
                  <c:v>0.41430856299212598</c:v>
                </c:pt>
                <c:pt idx="2790">
                  <c:v>0.41430856299212598</c:v>
                </c:pt>
                <c:pt idx="2791">
                  <c:v>0.41461614173228345</c:v>
                </c:pt>
                <c:pt idx="2792">
                  <c:v>0.41461614173228345</c:v>
                </c:pt>
                <c:pt idx="2793">
                  <c:v>0.41492372047244097</c:v>
                </c:pt>
                <c:pt idx="2794">
                  <c:v>0.41492372047244097</c:v>
                </c:pt>
                <c:pt idx="2795">
                  <c:v>0.4152005413385827</c:v>
                </c:pt>
                <c:pt idx="2796">
                  <c:v>0.4152005413385827</c:v>
                </c:pt>
                <c:pt idx="2797">
                  <c:v>0.41550812007874016</c:v>
                </c:pt>
                <c:pt idx="2798">
                  <c:v>0.41550812007874016</c:v>
                </c:pt>
                <c:pt idx="2799">
                  <c:v>0.41581569881889763</c:v>
                </c:pt>
                <c:pt idx="2800">
                  <c:v>0.41581569881889763</c:v>
                </c:pt>
                <c:pt idx="2801">
                  <c:v>0.41609251968503935</c:v>
                </c:pt>
                <c:pt idx="2802">
                  <c:v>0.41609251968503935</c:v>
                </c:pt>
                <c:pt idx="2803">
                  <c:v>0.41640009842519687</c:v>
                </c:pt>
                <c:pt idx="2804">
                  <c:v>0.41640009842519687</c:v>
                </c:pt>
                <c:pt idx="2805">
                  <c:v>0.41670767716535434</c:v>
                </c:pt>
                <c:pt idx="2806">
                  <c:v>0.41670767716535434</c:v>
                </c:pt>
                <c:pt idx="2807">
                  <c:v>0.41698449803149606</c:v>
                </c:pt>
                <c:pt idx="2808">
                  <c:v>0.41698449803149606</c:v>
                </c:pt>
                <c:pt idx="2809">
                  <c:v>0.41729207677165353</c:v>
                </c:pt>
                <c:pt idx="2810">
                  <c:v>0.41729207677165353</c:v>
                </c:pt>
                <c:pt idx="2811">
                  <c:v>0.417599655511811</c:v>
                </c:pt>
                <c:pt idx="2812">
                  <c:v>0.417599655511811</c:v>
                </c:pt>
                <c:pt idx="2813">
                  <c:v>0.41787647637795278</c:v>
                </c:pt>
                <c:pt idx="2814">
                  <c:v>0.41787647637795278</c:v>
                </c:pt>
                <c:pt idx="2815">
                  <c:v>0.41818405511811024</c:v>
                </c:pt>
                <c:pt idx="2816">
                  <c:v>0.41818405511811024</c:v>
                </c:pt>
                <c:pt idx="2817">
                  <c:v>0.41846087598425202</c:v>
                </c:pt>
                <c:pt idx="2818">
                  <c:v>0.41846087598425202</c:v>
                </c:pt>
                <c:pt idx="2819">
                  <c:v>0.41876845472440943</c:v>
                </c:pt>
                <c:pt idx="2820">
                  <c:v>0.41876845472440943</c:v>
                </c:pt>
                <c:pt idx="2821">
                  <c:v>0.41907603346456695</c:v>
                </c:pt>
                <c:pt idx="2822">
                  <c:v>0.41907603346456695</c:v>
                </c:pt>
                <c:pt idx="2823">
                  <c:v>0.41935285433070868</c:v>
                </c:pt>
                <c:pt idx="2824">
                  <c:v>0.41935285433070868</c:v>
                </c:pt>
                <c:pt idx="2825">
                  <c:v>0.41966043307086615</c:v>
                </c:pt>
                <c:pt idx="2826">
                  <c:v>0.41966043307086615</c:v>
                </c:pt>
                <c:pt idx="2827">
                  <c:v>0.41996801181102361</c:v>
                </c:pt>
                <c:pt idx="2828">
                  <c:v>0.41996801181102361</c:v>
                </c:pt>
                <c:pt idx="2829">
                  <c:v>0.42024483267716534</c:v>
                </c:pt>
                <c:pt idx="2830">
                  <c:v>0.42024483267716534</c:v>
                </c:pt>
                <c:pt idx="2831">
                  <c:v>0.42055241141732286</c:v>
                </c:pt>
                <c:pt idx="2832">
                  <c:v>0.42055241141732286</c:v>
                </c:pt>
                <c:pt idx="2833">
                  <c:v>0.42085999015748032</c:v>
                </c:pt>
                <c:pt idx="2834">
                  <c:v>0.42085999015748032</c:v>
                </c:pt>
                <c:pt idx="2835">
                  <c:v>0.4211368110236221</c:v>
                </c:pt>
                <c:pt idx="2836">
                  <c:v>0.4211368110236221</c:v>
                </c:pt>
                <c:pt idx="2837">
                  <c:v>0.42144438976377951</c:v>
                </c:pt>
                <c:pt idx="2838">
                  <c:v>0.42144438976377951</c:v>
                </c:pt>
                <c:pt idx="2839">
                  <c:v>0.42175196850393698</c:v>
                </c:pt>
                <c:pt idx="2840">
                  <c:v>0.42175196850393698</c:v>
                </c:pt>
                <c:pt idx="2841">
                  <c:v>0.42202878937007871</c:v>
                </c:pt>
                <c:pt idx="2842">
                  <c:v>0.42202878937007871</c:v>
                </c:pt>
                <c:pt idx="2843">
                  <c:v>0.42233636811023623</c:v>
                </c:pt>
                <c:pt idx="2844">
                  <c:v>0.42233636811023623</c:v>
                </c:pt>
                <c:pt idx="2845">
                  <c:v>0.42264394685039369</c:v>
                </c:pt>
                <c:pt idx="2846">
                  <c:v>0.42264394685039369</c:v>
                </c:pt>
                <c:pt idx="2847">
                  <c:v>0.42292076771653542</c:v>
                </c:pt>
                <c:pt idx="2848">
                  <c:v>0.42292076771653542</c:v>
                </c:pt>
                <c:pt idx="2849">
                  <c:v>0.42322834645669294</c:v>
                </c:pt>
                <c:pt idx="2850">
                  <c:v>0.42322834645669294</c:v>
                </c:pt>
                <c:pt idx="2851">
                  <c:v>0.4235359251968504</c:v>
                </c:pt>
                <c:pt idx="2852">
                  <c:v>0.4235359251968504</c:v>
                </c:pt>
                <c:pt idx="2853">
                  <c:v>0.42381274606299218</c:v>
                </c:pt>
                <c:pt idx="2854">
                  <c:v>0.42381274606299218</c:v>
                </c:pt>
                <c:pt idx="2855">
                  <c:v>0.4241203248031496</c:v>
                </c:pt>
                <c:pt idx="2856">
                  <c:v>0.4241203248031496</c:v>
                </c:pt>
                <c:pt idx="2857">
                  <c:v>0.42442790354330706</c:v>
                </c:pt>
                <c:pt idx="2858">
                  <c:v>0.42442790354330706</c:v>
                </c:pt>
                <c:pt idx="2859">
                  <c:v>0.42470472440944879</c:v>
                </c:pt>
                <c:pt idx="2860">
                  <c:v>0.42470472440944879</c:v>
                </c:pt>
                <c:pt idx="2861">
                  <c:v>0.42501230314960631</c:v>
                </c:pt>
                <c:pt idx="2862">
                  <c:v>0.42501230314960631</c:v>
                </c:pt>
                <c:pt idx="2863">
                  <c:v>0.42531988188976377</c:v>
                </c:pt>
                <c:pt idx="2864">
                  <c:v>0.42531988188976377</c:v>
                </c:pt>
                <c:pt idx="2865">
                  <c:v>0.4255967027559055</c:v>
                </c:pt>
                <c:pt idx="2866">
                  <c:v>0.4255967027559055</c:v>
                </c:pt>
                <c:pt idx="2867">
                  <c:v>0.42590428149606302</c:v>
                </c:pt>
                <c:pt idx="2868">
                  <c:v>0.42590428149606302</c:v>
                </c:pt>
                <c:pt idx="2869">
                  <c:v>0.42621186023622049</c:v>
                </c:pt>
                <c:pt idx="2870">
                  <c:v>0.42621186023622049</c:v>
                </c:pt>
                <c:pt idx="2871">
                  <c:v>0.42648868110236221</c:v>
                </c:pt>
                <c:pt idx="2872">
                  <c:v>0.42648868110236221</c:v>
                </c:pt>
                <c:pt idx="2873">
                  <c:v>0.42679625984251968</c:v>
                </c:pt>
                <c:pt idx="2874">
                  <c:v>0.42679625984251968</c:v>
                </c:pt>
                <c:pt idx="2875">
                  <c:v>0.42710383858267714</c:v>
                </c:pt>
                <c:pt idx="2876">
                  <c:v>0.42710383858267714</c:v>
                </c:pt>
                <c:pt idx="2877">
                  <c:v>0.42738065944881892</c:v>
                </c:pt>
                <c:pt idx="2878">
                  <c:v>0.42738065944881892</c:v>
                </c:pt>
                <c:pt idx="2879">
                  <c:v>0.42768823818897639</c:v>
                </c:pt>
                <c:pt idx="2880">
                  <c:v>0.42768823818897639</c:v>
                </c:pt>
                <c:pt idx="2881">
                  <c:v>0.42796505905511811</c:v>
                </c:pt>
                <c:pt idx="2882">
                  <c:v>0.42796505905511811</c:v>
                </c:pt>
                <c:pt idx="2883">
                  <c:v>0.42827263779527558</c:v>
                </c:pt>
                <c:pt idx="2884">
                  <c:v>0.42827263779527558</c:v>
                </c:pt>
                <c:pt idx="2885">
                  <c:v>0.42858021653543305</c:v>
                </c:pt>
                <c:pt idx="2886">
                  <c:v>0.42858021653543305</c:v>
                </c:pt>
                <c:pt idx="2887">
                  <c:v>0.42885703740157483</c:v>
                </c:pt>
                <c:pt idx="2888">
                  <c:v>0.42885703740157483</c:v>
                </c:pt>
                <c:pt idx="2889">
                  <c:v>0.42916461614173229</c:v>
                </c:pt>
                <c:pt idx="2890">
                  <c:v>0.42916461614173229</c:v>
                </c:pt>
                <c:pt idx="2891">
                  <c:v>0.42947219488188976</c:v>
                </c:pt>
                <c:pt idx="2892">
                  <c:v>0.42947219488188976</c:v>
                </c:pt>
                <c:pt idx="2893">
                  <c:v>0.42974901574803148</c:v>
                </c:pt>
                <c:pt idx="2894">
                  <c:v>0.42974901574803148</c:v>
                </c:pt>
                <c:pt idx="2895">
                  <c:v>0.430056594488189</c:v>
                </c:pt>
                <c:pt idx="2896">
                  <c:v>0.430056594488189</c:v>
                </c:pt>
                <c:pt idx="2897">
                  <c:v>0.43036417322834647</c:v>
                </c:pt>
                <c:pt idx="2898">
                  <c:v>0.43036417322834647</c:v>
                </c:pt>
                <c:pt idx="2899">
                  <c:v>0.43064099409448819</c:v>
                </c:pt>
                <c:pt idx="2900">
                  <c:v>0.43064099409448819</c:v>
                </c:pt>
                <c:pt idx="2901">
                  <c:v>0.43094857283464566</c:v>
                </c:pt>
                <c:pt idx="2902">
                  <c:v>0.43094857283464566</c:v>
                </c:pt>
                <c:pt idx="2903">
                  <c:v>0.43125615157480313</c:v>
                </c:pt>
                <c:pt idx="2904">
                  <c:v>0.43125615157480313</c:v>
                </c:pt>
                <c:pt idx="2905">
                  <c:v>0.43153297244094491</c:v>
                </c:pt>
                <c:pt idx="2906">
                  <c:v>0.43153297244094491</c:v>
                </c:pt>
                <c:pt idx="2907">
                  <c:v>0.43184055118110237</c:v>
                </c:pt>
                <c:pt idx="2908">
                  <c:v>0.43184055118110237</c:v>
                </c:pt>
                <c:pt idx="2909">
                  <c:v>0.43214812992125984</c:v>
                </c:pt>
                <c:pt idx="2910">
                  <c:v>0.43214812992125984</c:v>
                </c:pt>
                <c:pt idx="2911">
                  <c:v>0.43242495078740162</c:v>
                </c:pt>
                <c:pt idx="2912">
                  <c:v>0.43242495078740162</c:v>
                </c:pt>
                <c:pt idx="2913">
                  <c:v>0.43273252952755903</c:v>
                </c:pt>
                <c:pt idx="2914">
                  <c:v>0.43273252952755903</c:v>
                </c:pt>
                <c:pt idx="2915">
                  <c:v>0.43304010826771655</c:v>
                </c:pt>
                <c:pt idx="2916">
                  <c:v>0.43304010826771655</c:v>
                </c:pt>
                <c:pt idx="2917">
                  <c:v>0.43331692913385828</c:v>
                </c:pt>
                <c:pt idx="2918">
                  <c:v>0.43331692913385828</c:v>
                </c:pt>
                <c:pt idx="2919">
                  <c:v>0.43362450787401574</c:v>
                </c:pt>
                <c:pt idx="2920">
                  <c:v>0.43362450787401574</c:v>
                </c:pt>
                <c:pt idx="2921">
                  <c:v>0.43393208661417321</c:v>
                </c:pt>
                <c:pt idx="2922">
                  <c:v>0.43393208661417321</c:v>
                </c:pt>
                <c:pt idx="2923">
                  <c:v>0.43420890748031499</c:v>
                </c:pt>
                <c:pt idx="2924">
                  <c:v>0.43420890748031499</c:v>
                </c:pt>
                <c:pt idx="2925">
                  <c:v>0.43451648622047245</c:v>
                </c:pt>
                <c:pt idx="2926">
                  <c:v>0.43451648622047245</c:v>
                </c:pt>
                <c:pt idx="2927">
                  <c:v>0.43482406496062992</c:v>
                </c:pt>
                <c:pt idx="2928">
                  <c:v>0.43482406496062992</c:v>
                </c:pt>
                <c:pt idx="2929">
                  <c:v>0.4351008858267717</c:v>
                </c:pt>
                <c:pt idx="2930">
                  <c:v>0.4351008858267717</c:v>
                </c:pt>
                <c:pt idx="2931">
                  <c:v>0.43540846456692911</c:v>
                </c:pt>
                <c:pt idx="2932">
                  <c:v>0.43540846456692911</c:v>
                </c:pt>
                <c:pt idx="2933">
                  <c:v>0.43571604330708663</c:v>
                </c:pt>
                <c:pt idx="2934">
                  <c:v>0.43571604330708663</c:v>
                </c:pt>
                <c:pt idx="2935">
                  <c:v>0.4359928641732283</c:v>
                </c:pt>
                <c:pt idx="2936">
                  <c:v>0.4359928641732283</c:v>
                </c:pt>
                <c:pt idx="2937">
                  <c:v>0.43630044291338582</c:v>
                </c:pt>
                <c:pt idx="2938">
                  <c:v>0.43630044291338582</c:v>
                </c:pt>
                <c:pt idx="2939">
                  <c:v>0.43660802165354329</c:v>
                </c:pt>
                <c:pt idx="2940">
                  <c:v>0.43660802165354329</c:v>
                </c:pt>
                <c:pt idx="2941">
                  <c:v>0.43688484251968501</c:v>
                </c:pt>
                <c:pt idx="2942">
                  <c:v>0.43688484251968501</c:v>
                </c:pt>
                <c:pt idx="2943">
                  <c:v>0.43719242125984253</c:v>
                </c:pt>
                <c:pt idx="2944">
                  <c:v>0.43719242125984253</c:v>
                </c:pt>
                <c:pt idx="2945">
                  <c:v>0.4375</c:v>
                </c:pt>
                <c:pt idx="2946">
                  <c:v>0.4375</c:v>
                </c:pt>
                <c:pt idx="2947">
                  <c:v>0.43777682086614172</c:v>
                </c:pt>
                <c:pt idx="2948">
                  <c:v>0.43777682086614172</c:v>
                </c:pt>
                <c:pt idx="2949">
                  <c:v>0.43808439960629919</c:v>
                </c:pt>
                <c:pt idx="2950">
                  <c:v>0.43808439960629919</c:v>
                </c:pt>
                <c:pt idx="2951">
                  <c:v>0.43836122047244097</c:v>
                </c:pt>
                <c:pt idx="2952">
                  <c:v>0.43836122047244097</c:v>
                </c:pt>
                <c:pt idx="2953">
                  <c:v>0.43866879921259838</c:v>
                </c:pt>
                <c:pt idx="2954">
                  <c:v>0.43866879921259838</c:v>
                </c:pt>
                <c:pt idx="2955">
                  <c:v>0.4389763779527559</c:v>
                </c:pt>
                <c:pt idx="2956">
                  <c:v>0.4389763779527559</c:v>
                </c:pt>
                <c:pt idx="2957">
                  <c:v>0.43925319881889763</c:v>
                </c:pt>
                <c:pt idx="2958">
                  <c:v>0.43925319881889763</c:v>
                </c:pt>
                <c:pt idx="2959">
                  <c:v>0.43956077755905509</c:v>
                </c:pt>
                <c:pt idx="2960">
                  <c:v>0.43956077755905509</c:v>
                </c:pt>
                <c:pt idx="2961">
                  <c:v>0.43986835629921262</c:v>
                </c:pt>
                <c:pt idx="2962">
                  <c:v>0.43986835629921262</c:v>
                </c:pt>
                <c:pt idx="2963">
                  <c:v>0.44014517716535434</c:v>
                </c:pt>
                <c:pt idx="2964">
                  <c:v>0.44014517716535434</c:v>
                </c:pt>
                <c:pt idx="2965">
                  <c:v>0.44045275590551181</c:v>
                </c:pt>
                <c:pt idx="2966">
                  <c:v>0.44045275590551181</c:v>
                </c:pt>
                <c:pt idx="2967">
                  <c:v>0.44076033464566927</c:v>
                </c:pt>
                <c:pt idx="2968">
                  <c:v>0.44076033464566927</c:v>
                </c:pt>
                <c:pt idx="2969">
                  <c:v>0.441037155511811</c:v>
                </c:pt>
                <c:pt idx="2970">
                  <c:v>0.441037155511811</c:v>
                </c:pt>
                <c:pt idx="2971">
                  <c:v>0.44134473425196852</c:v>
                </c:pt>
                <c:pt idx="2972">
                  <c:v>0.44134473425196852</c:v>
                </c:pt>
                <c:pt idx="2973">
                  <c:v>0.44165231299212598</c:v>
                </c:pt>
                <c:pt idx="2974">
                  <c:v>0.44165231299212598</c:v>
                </c:pt>
                <c:pt idx="2975">
                  <c:v>0.44192913385826771</c:v>
                </c:pt>
                <c:pt idx="2976">
                  <c:v>0.44192913385826771</c:v>
                </c:pt>
                <c:pt idx="2977">
                  <c:v>0.44223671259842517</c:v>
                </c:pt>
                <c:pt idx="2978">
                  <c:v>0.44223671259842517</c:v>
                </c:pt>
                <c:pt idx="2979">
                  <c:v>0.4425442913385827</c:v>
                </c:pt>
                <c:pt idx="2980">
                  <c:v>0.4425442913385827</c:v>
                </c:pt>
                <c:pt idx="2981">
                  <c:v>0.44282111220472442</c:v>
                </c:pt>
                <c:pt idx="2982">
                  <c:v>0.44282111220472442</c:v>
                </c:pt>
                <c:pt idx="2983">
                  <c:v>0.44312869094488189</c:v>
                </c:pt>
                <c:pt idx="2984">
                  <c:v>0.44312869094488189</c:v>
                </c:pt>
                <c:pt idx="2985">
                  <c:v>0.44343626968503935</c:v>
                </c:pt>
                <c:pt idx="2986">
                  <c:v>0.44343626968503935</c:v>
                </c:pt>
                <c:pt idx="2987">
                  <c:v>0.44371309055118108</c:v>
                </c:pt>
                <c:pt idx="2988">
                  <c:v>0.44371309055118108</c:v>
                </c:pt>
                <c:pt idx="2989">
                  <c:v>0.4440206692913386</c:v>
                </c:pt>
                <c:pt idx="2990">
                  <c:v>0.4440206692913386</c:v>
                </c:pt>
                <c:pt idx="2991">
                  <c:v>0.44432824803149606</c:v>
                </c:pt>
                <c:pt idx="2992">
                  <c:v>0.44432824803149606</c:v>
                </c:pt>
                <c:pt idx="2993">
                  <c:v>0.44460506889763779</c:v>
                </c:pt>
                <c:pt idx="2994">
                  <c:v>0.44460506889763779</c:v>
                </c:pt>
                <c:pt idx="2995">
                  <c:v>0.44491264763779526</c:v>
                </c:pt>
                <c:pt idx="2996">
                  <c:v>0.44491264763779526</c:v>
                </c:pt>
                <c:pt idx="2997">
                  <c:v>0.44522022637795278</c:v>
                </c:pt>
                <c:pt idx="2998">
                  <c:v>0.44522022637795278</c:v>
                </c:pt>
                <c:pt idx="2999">
                  <c:v>0.4454970472440945</c:v>
                </c:pt>
                <c:pt idx="3000">
                  <c:v>0.4454970472440945</c:v>
                </c:pt>
                <c:pt idx="3001">
                  <c:v>0.44580462598425202</c:v>
                </c:pt>
                <c:pt idx="3002">
                  <c:v>0.44580462598425202</c:v>
                </c:pt>
                <c:pt idx="3003">
                  <c:v>0.44611220472440943</c:v>
                </c:pt>
                <c:pt idx="3004">
                  <c:v>0.44611220472440943</c:v>
                </c:pt>
                <c:pt idx="3005">
                  <c:v>0.44638902559055121</c:v>
                </c:pt>
                <c:pt idx="3006">
                  <c:v>0.44638902559055121</c:v>
                </c:pt>
                <c:pt idx="3007">
                  <c:v>0.44669660433070868</c:v>
                </c:pt>
                <c:pt idx="3008">
                  <c:v>0.44669660433070868</c:v>
                </c:pt>
                <c:pt idx="3009">
                  <c:v>0.44700418307086615</c:v>
                </c:pt>
                <c:pt idx="3010">
                  <c:v>0.44700418307086615</c:v>
                </c:pt>
                <c:pt idx="3011">
                  <c:v>0.44728100393700782</c:v>
                </c:pt>
                <c:pt idx="3012">
                  <c:v>0.44728100393700782</c:v>
                </c:pt>
                <c:pt idx="3013">
                  <c:v>0.44758858267716534</c:v>
                </c:pt>
                <c:pt idx="3014">
                  <c:v>0.44758858267716534</c:v>
                </c:pt>
                <c:pt idx="3015">
                  <c:v>0.44786540354330706</c:v>
                </c:pt>
                <c:pt idx="3016">
                  <c:v>0.44786540354330706</c:v>
                </c:pt>
                <c:pt idx="3017">
                  <c:v>0.44817298228346458</c:v>
                </c:pt>
                <c:pt idx="3018">
                  <c:v>0.44817298228346458</c:v>
                </c:pt>
                <c:pt idx="3019">
                  <c:v>0.4484805610236221</c:v>
                </c:pt>
                <c:pt idx="3020">
                  <c:v>0.4484805610236221</c:v>
                </c:pt>
                <c:pt idx="3021">
                  <c:v>0.44875738188976377</c:v>
                </c:pt>
                <c:pt idx="3022">
                  <c:v>0.44875738188976377</c:v>
                </c:pt>
                <c:pt idx="3023">
                  <c:v>0.44906496062992129</c:v>
                </c:pt>
                <c:pt idx="3024">
                  <c:v>0.44906496062992129</c:v>
                </c:pt>
                <c:pt idx="3025">
                  <c:v>0.44937253937007871</c:v>
                </c:pt>
                <c:pt idx="3026">
                  <c:v>0.44937253937007871</c:v>
                </c:pt>
                <c:pt idx="3027">
                  <c:v>0.44964936023622049</c:v>
                </c:pt>
                <c:pt idx="3028">
                  <c:v>0.44964936023622049</c:v>
                </c:pt>
                <c:pt idx="3029">
                  <c:v>0.4499569389763779</c:v>
                </c:pt>
                <c:pt idx="3030">
                  <c:v>0.4499569389763779</c:v>
                </c:pt>
                <c:pt idx="3031">
                  <c:v>0.45026451771653542</c:v>
                </c:pt>
                <c:pt idx="3032">
                  <c:v>0.45026451771653542</c:v>
                </c:pt>
                <c:pt idx="3033">
                  <c:v>0.45054133858267714</c:v>
                </c:pt>
                <c:pt idx="3034">
                  <c:v>0.45054133858267714</c:v>
                </c:pt>
                <c:pt idx="3035">
                  <c:v>0.45084891732283466</c:v>
                </c:pt>
                <c:pt idx="3036">
                  <c:v>0.45084891732283466</c:v>
                </c:pt>
                <c:pt idx="3037">
                  <c:v>0.45115649606299218</c:v>
                </c:pt>
                <c:pt idx="3038">
                  <c:v>0.45115649606299218</c:v>
                </c:pt>
                <c:pt idx="3039">
                  <c:v>0.45143331692913385</c:v>
                </c:pt>
                <c:pt idx="3040">
                  <c:v>0.45143331692913385</c:v>
                </c:pt>
                <c:pt idx="3041">
                  <c:v>0.45174089566929132</c:v>
                </c:pt>
                <c:pt idx="3042">
                  <c:v>0.45174089566929132</c:v>
                </c:pt>
                <c:pt idx="3043">
                  <c:v>0.45204847440944879</c:v>
                </c:pt>
                <c:pt idx="3044">
                  <c:v>0.45204847440944879</c:v>
                </c:pt>
                <c:pt idx="3045">
                  <c:v>0.45232529527559057</c:v>
                </c:pt>
                <c:pt idx="3046">
                  <c:v>0.45232529527559057</c:v>
                </c:pt>
                <c:pt idx="3047">
                  <c:v>0.45263287401574798</c:v>
                </c:pt>
                <c:pt idx="3048">
                  <c:v>0.45263287401574798</c:v>
                </c:pt>
                <c:pt idx="3049">
                  <c:v>0.4529404527559055</c:v>
                </c:pt>
                <c:pt idx="3050">
                  <c:v>0.4529404527559055</c:v>
                </c:pt>
                <c:pt idx="3051">
                  <c:v>0.45321727362204722</c:v>
                </c:pt>
                <c:pt idx="3052">
                  <c:v>0.45321727362204722</c:v>
                </c:pt>
                <c:pt idx="3053">
                  <c:v>0.45352485236220474</c:v>
                </c:pt>
                <c:pt idx="3054">
                  <c:v>0.45352485236220474</c:v>
                </c:pt>
                <c:pt idx="3055">
                  <c:v>0.45383243110236221</c:v>
                </c:pt>
                <c:pt idx="3056">
                  <c:v>0.45383243110236221</c:v>
                </c:pt>
                <c:pt idx="3057">
                  <c:v>0.45410925196850394</c:v>
                </c:pt>
                <c:pt idx="3058">
                  <c:v>0.45410925196850394</c:v>
                </c:pt>
                <c:pt idx="3059">
                  <c:v>0.4544168307086614</c:v>
                </c:pt>
                <c:pt idx="3060">
                  <c:v>0.4544168307086614</c:v>
                </c:pt>
                <c:pt idx="3061">
                  <c:v>0.45472440944881892</c:v>
                </c:pt>
                <c:pt idx="3062">
                  <c:v>0.45472440944881892</c:v>
                </c:pt>
                <c:pt idx="3063">
                  <c:v>0.45500123031496065</c:v>
                </c:pt>
                <c:pt idx="3064">
                  <c:v>0.45500123031496065</c:v>
                </c:pt>
                <c:pt idx="3065">
                  <c:v>0.45530880905511811</c:v>
                </c:pt>
                <c:pt idx="3066">
                  <c:v>0.45530880905511811</c:v>
                </c:pt>
                <c:pt idx="3067">
                  <c:v>0.45561638779527558</c:v>
                </c:pt>
                <c:pt idx="3068">
                  <c:v>0.45561638779527558</c:v>
                </c:pt>
                <c:pt idx="3069">
                  <c:v>0.4558932086614173</c:v>
                </c:pt>
                <c:pt idx="3070">
                  <c:v>0.4558932086614173</c:v>
                </c:pt>
                <c:pt idx="3071">
                  <c:v>0.45620078740157483</c:v>
                </c:pt>
                <c:pt idx="3072">
                  <c:v>0.45620078740157483</c:v>
                </c:pt>
                <c:pt idx="3073">
                  <c:v>0.45650836614173229</c:v>
                </c:pt>
                <c:pt idx="3074">
                  <c:v>0.45650836614173229</c:v>
                </c:pt>
                <c:pt idx="3075">
                  <c:v>0.45678518700787402</c:v>
                </c:pt>
                <c:pt idx="3076">
                  <c:v>0.45678518700787402</c:v>
                </c:pt>
                <c:pt idx="3077">
                  <c:v>0.45709276574803148</c:v>
                </c:pt>
                <c:pt idx="3078">
                  <c:v>0.45709276574803148</c:v>
                </c:pt>
                <c:pt idx="3079">
                  <c:v>0.45736958661417321</c:v>
                </c:pt>
                <c:pt idx="3080">
                  <c:v>0.45736958661417321</c:v>
                </c:pt>
                <c:pt idx="3081">
                  <c:v>0.45767716535433073</c:v>
                </c:pt>
                <c:pt idx="3082">
                  <c:v>0.45767716535433073</c:v>
                </c:pt>
                <c:pt idx="3083">
                  <c:v>0.45798474409448819</c:v>
                </c:pt>
                <c:pt idx="3084">
                  <c:v>0.45798474409448819</c:v>
                </c:pt>
                <c:pt idx="3085">
                  <c:v>0.45826156496062992</c:v>
                </c:pt>
                <c:pt idx="3086">
                  <c:v>0.45826156496062992</c:v>
                </c:pt>
                <c:pt idx="3087">
                  <c:v>0.45856914370078738</c:v>
                </c:pt>
                <c:pt idx="3088">
                  <c:v>0.45856914370078738</c:v>
                </c:pt>
                <c:pt idx="3089">
                  <c:v>0.45887672244094491</c:v>
                </c:pt>
                <c:pt idx="3090">
                  <c:v>0.45887672244094491</c:v>
                </c:pt>
                <c:pt idx="3091">
                  <c:v>0.45915354330708663</c:v>
                </c:pt>
                <c:pt idx="3092">
                  <c:v>0.45915354330708663</c:v>
                </c:pt>
                <c:pt idx="3093">
                  <c:v>0.4594611220472441</c:v>
                </c:pt>
                <c:pt idx="3094">
                  <c:v>0.4594611220472441</c:v>
                </c:pt>
                <c:pt idx="3095">
                  <c:v>0.45976870078740162</c:v>
                </c:pt>
                <c:pt idx="3096">
                  <c:v>0.45976870078740162</c:v>
                </c:pt>
                <c:pt idx="3097">
                  <c:v>0.46004552165354329</c:v>
                </c:pt>
                <c:pt idx="3098">
                  <c:v>0.46004552165354329</c:v>
                </c:pt>
                <c:pt idx="3099">
                  <c:v>0.46035310039370081</c:v>
                </c:pt>
                <c:pt idx="3100">
                  <c:v>0.46035310039370081</c:v>
                </c:pt>
                <c:pt idx="3101">
                  <c:v>0.46066067913385828</c:v>
                </c:pt>
                <c:pt idx="3102">
                  <c:v>0.46066067913385828</c:v>
                </c:pt>
                <c:pt idx="3103">
                  <c:v>0.4609375</c:v>
                </c:pt>
                <c:pt idx="3104">
                  <c:v>0.4609375</c:v>
                </c:pt>
                <c:pt idx="3105">
                  <c:v>0.46124507874015747</c:v>
                </c:pt>
                <c:pt idx="3106">
                  <c:v>0.46124507874015747</c:v>
                </c:pt>
                <c:pt idx="3107">
                  <c:v>0.46155265748031499</c:v>
                </c:pt>
                <c:pt idx="3108">
                  <c:v>0.46155265748031499</c:v>
                </c:pt>
                <c:pt idx="3109">
                  <c:v>0.46182947834645671</c:v>
                </c:pt>
                <c:pt idx="3110">
                  <c:v>0.46182947834645671</c:v>
                </c:pt>
                <c:pt idx="3111">
                  <c:v>0.46213705708661418</c:v>
                </c:pt>
                <c:pt idx="3112">
                  <c:v>0.46213705708661418</c:v>
                </c:pt>
                <c:pt idx="3113">
                  <c:v>0.4624446358267717</c:v>
                </c:pt>
                <c:pt idx="3114">
                  <c:v>0.4624446358267717</c:v>
                </c:pt>
                <c:pt idx="3115">
                  <c:v>0.46272145669291337</c:v>
                </c:pt>
                <c:pt idx="3116">
                  <c:v>0.46272145669291337</c:v>
                </c:pt>
                <c:pt idx="3117">
                  <c:v>0.46302903543307089</c:v>
                </c:pt>
                <c:pt idx="3118">
                  <c:v>0.46302903543307089</c:v>
                </c:pt>
                <c:pt idx="3119">
                  <c:v>0.4633366141732283</c:v>
                </c:pt>
                <c:pt idx="3120">
                  <c:v>0.4633366141732283</c:v>
                </c:pt>
                <c:pt idx="3121">
                  <c:v>0.46361343503937008</c:v>
                </c:pt>
                <c:pt idx="3122">
                  <c:v>0.46361343503937008</c:v>
                </c:pt>
                <c:pt idx="3123">
                  <c:v>0.46392101377952755</c:v>
                </c:pt>
                <c:pt idx="3124">
                  <c:v>0.46392101377952755</c:v>
                </c:pt>
                <c:pt idx="3125">
                  <c:v>0.46422859251968501</c:v>
                </c:pt>
                <c:pt idx="3126">
                  <c:v>0.46422859251968501</c:v>
                </c:pt>
                <c:pt idx="3127">
                  <c:v>0.46450541338582679</c:v>
                </c:pt>
                <c:pt idx="3128">
                  <c:v>0.46450541338582679</c:v>
                </c:pt>
                <c:pt idx="3129">
                  <c:v>0.46481299212598426</c:v>
                </c:pt>
                <c:pt idx="3130">
                  <c:v>0.46481299212598426</c:v>
                </c:pt>
                <c:pt idx="3131">
                  <c:v>0.46512057086614172</c:v>
                </c:pt>
                <c:pt idx="3132">
                  <c:v>0.46512057086614172</c:v>
                </c:pt>
                <c:pt idx="3133">
                  <c:v>0.46539739173228345</c:v>
                </c:pt>
                <c:pt idx="3134">
                  <c:v>0.46539739173228345</c:v>
                </c:pt>
                <c:pt idx="3135">
                  <c:v>0.46570497047244097</c:v>
                </c:pt>
                <c:pt idx="3136">
                  <c:v>0.46570497047244097</c:v>
                </c:pt>
                <c:pt idx="3137">
                  <c:v>0.46601254921259838</c:v>
                </c:pt>
                <c:pt idx="3138">
                  <c:v>0.46601254921259838</c:v>
                </c:pt>
                <c:pt idx="3139">
                  <c:v>0.46628937007874016</c:v>
                </c:pt>
                <c:pt idx="3140">
                  <c:v>0.46628937007874016</c:v>
                </c:pt>
                <c:pt idx="3141">
                  <c:v>0.46659694881889763</c:v>
                </c:pt>
                <c:pt idx="3142">
                  <c:v>0.46659694881889763</c:v>
                </c:pt>
                <c:pt idx="3143">
                  <c:v>0.46687376968503935</c:v>
                </c:pt>
                <c:pt idx="3144">
                  <c:v>0.46687376968503935</c:v>
                </c:pt>
                <c:pt idx="3145">
                  <c:v>0.46718134842519687</c:v>
                </c:pt>
                <c:pt idx="3146">
                  <c:v>0.46718134842519687</c:v>
                </c:pt>
                <c:pt idx="3147">
                  <c:v>0.46748892716535434</c:v>
                </c:pt>
                <c:pt idx="3148">
                  <c:v>0.46748892716535434</c:v>
                </c:pt>
                <c:pt idx="3149">
                  <c:v>0.46776574803149606</c:v>
                </c:pt>
                <c:pt idx="3150">
                  <c:v>0.46776574803149606</c:v>
                </c:pt>
                <c:pt idx="3151">
                  <c:v>0.46807332677165353</c:v>
                </c:pt>
                <c:pt idx="3152">
                  <c:v>0.46807332677165353</c:v>
                </c:pt>
                <c:pt idx="3153">
                  <c:v>0.468380905511811</c:v>
                </c:pt>
                <c:pt idx="3154">
                  <c:v>0.468380905511811</c:v>
                </c:pt>
                <c:pt idx="3155">
                  <c:v>0.46865772637795278</c:v>
                </c:pt>
                <c:pt idx="3156">
                  <c:v>0.46865772637795278</c:v>
                </c:pt>
                <c:pt idx="3157">
                  <c:v>0.46896530511811024</c:v>
                </c:pt>
                <c:pt idx="3158">
                  <c:v>0.46896530511811024</c:v>
                </c:pt>
                <c:pt idx="3159">
                  <c:v>0.46927288385826771</c:v>
                </c:pt>
                <c:pt idx="3160">
                  <c:v>0.46927288385826771</c:v>
                </c:pt>
                <c:pt idx="3161">
                  <c:v>0.46954970472440943</c:v>
                </c:pt>
                <c:pt idx="3162">
                  <c:v>0.46954970472440943</c:v>
                </c:pt>
                <c:pt idx="3163">
                  <c:v>0.46985728346456695</c:v>
                </c:pt>
                <c:pt idx="3164">
                  <c:v>0.46985728346456695</c:v>
                </c:pt>
                <c:pt idx="3165">
                  <c:v>0.47016486220472442</c:v>
                </c:pt>
                <c:pt idx="3166">
                  <c:v>0.47016486220472442</c:v>
                </c:pt>
                <c:pt idx="3167">
                  <c:v>0.47044168307086615</c:v>
                </c:pt>
                <c:pt idx="3168">
                  <c:v>0.47044168307086615</c:v>
                </c:pt>
                <c:pt idx="3169">
                  <c:v>0.47074926181102361</c:v>
                </c:pt>
                <c:pt idx="3170">
                  <c:v>0.47074926181102361</c:v>
                </c:pt>
                <c:pt idx="3171">
                  <c:v>0.47105684055118108</c:v>
                </c:pt>
                <c:pt idx="3172">
                  <c:v>0.47105684055118108</c:v>
                </c:pt>
                <c:pt idx="3173">
                  <c:v>0.47133366141732286</c:v>
                </c:pt>
                <c:pt idx="3174">
                  <c:v>0.47133366141732286</c:v>
                </c:pt>
                <c:pt idx="3175">
                  <c:v>0.47164124015748032</c:v>
                </c:pt>
                <c:pt idx="3176">
                  <c:v>0.47164124015748032</c:v>
                </c:pt>
                <c:pt idx="3177">
                  <c:v>0.47194881889763779</c:v>
                </c:pt>
                <c:pt idx="3178">
                  <c:v>0.47194881889763779</c:v>
                </c:pt>
                <c:pt idx="3179">
                  <c:v>0.47222563976377951</c:v>
                </c:pt>
                <c:pt idx="3180">
                  <c:v>0.47222563976377951</c:v>
                </c:pt>
                <c:pt idx="3181">
                  <c:v>0.47253321850393698</c:v>
                </c:pt>
                <c:pt idx="3182">
                  <c:v>0.47253321850393698</c:v>
                </c:pt>
                <c:pt idx="3183">
                  <c:v>0.4728407972440945</c:v>
                </c:pt>
                <c:pt idx="3184">
                  <c:v>0.4728407972440945</c:v>
                </c:pt>
                <c:pt idx="3185">
                  <c:v>0.47311761811023623</c:v>
                </c:pt>
                <c:pt idx="3186">
                  <c:v>0.47311761811023623</c:v>
                </c:pt>
                <c:pt idx="3187">
                  <c:v>0.47342519685039369</c:v>
                </c:pt>
                <c:pt idx="3188">
                  <c:v>0.47342519685039369</c:v>
                </c:pt>
                <c:pt idx="3189">
                  <c:v>0.47373277559055121</c:v>
                </c:pt>
                <c:pt idx="3190">
                  <c:v>0.47373277559055121</c:v>
                </c:pt>
                <c:pt idx="3191">
                  <c:v>0.47400959645669294</c:v>
                </c:pt>
                <c:pt idx="3192">
                  <c:v>0.47400959645669294</c:v>
                </c:pt>
                <c:pt idx="3193">
                  <c:v>0.4743171751968504</c:v>
                </c:pt>
                <c:pt idx="3194">
                  <c:v>0.4743171751968504</c:v>
                </c:pt>
                <c:pt idx="3195">
                  <c:v>0.47462475393700782</c:v>
                </c:pt>
                <c:pt idx="3196">
                  <c:v>0.47462475393700782</c:v>
                </c:pt>
                <c:pt idx="3197">
                  <c:v>0.4749015748031496</c:v>
                </c:pt>
                <c:pt idx="3198">
                  <c:v>0.4749015748031496</c:v>
                </c:pt>
                <c:pt idx="3199">
                  <c:v>0.47520915354330706</c:v>
                </c:pt>
                <c:pt idx="3200">
                  <c:v>0.47520915354330706</c:v>
                </c:pt>
                <c:pt idx="3201">
                  <c:v>0.47551673228346458</c:v>
                </c:pt>
                <c:pt idx="3202">
                  <c:v>0.47551673228346458</c:v>
                </c:pt>
                <c:pt idx="3203">
                  <c:v>0.47579355314960631</c:v>
                </c:pt>
                <c:pt idx="3204">
                  <c:v>0.47579355314960631</c:v>
                </c:pt>
                <c:pt idx="3205">
                  <c:v>0.47610113188976377</c:v>
                </c:pt>
                <c:pt idx="3206">
                  <c:v>0.47610113188976377</c:v>
                </c:pt>
                <c:pt idx="3207">
                  <c:v>0.47640871062992129</c:v>
                </c:pt>
                <c:pt idx="3208">
                  <c:v>0.47640871062992129</c:v>
                </c:pt>
                <c:pt idx="3209">
                  <c:v>0.47668553149606302</c:v>
                </c:pt>
                <c:pt idx="3210">
                  <c:v>0.47668553149606302</c:v>
                </c:pt>
                <c:pt idx="3211">
                  <c:v>0.47699311023622049</c:v>
                </c:pt>
                <c:pt idx="3212">
                  <c:v>0.47699311023622049</c:v>
                </c:pt>
                <c:pt idx="3213">
                  <c:v>0.47726993110236221</c:v>
                </c:pt>
                <c:pt idx="3214">
                  <c:v>0.47726993110236221</c:v>
                </c:pt>
                <c:pt idx="3215">
                  <c:v>0.47757750984251968</c:v>
                </c:pt>
                <c:pt idx="3216">
                  <c:v>0.47757750984251968</c:v>
                </c:pt>
                <c:pt idx="3217">
                  <c:v>0.47788508858267714</c:v>
                </c:pt>
                <c:pt idx="3218">
                  <c:v>0.47788508858267714</c:v>
                </c:pt>
                <c:pt idx="3219">
                  <c:v>0.47816190944881892</c:v>
                </c:pt>
                <c:pt idx="3220">
                  <c:v>0.47816190944881892</c:v>
                </c:pt>
                <c:pt idx="3221">
                  <c:v>0.47846948818897639</c:v>
                </c:pt>
                <c:pt idx="3222">
                  <c:v>0.47846948818897639</c:v>
                </c:pt>
                <c:pt idx="3223">
                  <c:v>0.47877706692913385</c:v>
                </c:pt>
                <c:pt idx="3224">
                  <c:v>0.47877706692913385</c:v>
                </c:pt>
                <c:pt idx="3225">
                  <c:v>0.47905388779527558</c:v>
                </c:pt>
                <c:pt idx="3226">
                  <c:v>0.47905388779527558</c:v>
                </c:pt>
                <c:pt idx="3227">
                  <c:v>0.47936146653543305</c:v>
                </c:pt>
                <c:pt idx="3228">
                  <c:v>0.47936146653543305</c:v>
                </c:pt>
                <c:pt idx="3229">
                  <c:v>0.47966904527559057</c:v>
                </c:pt>
                <c:pt idx="3230">
                  <c:v>0.47966904527559057</c:v>
                </c:pt>
                <c:pt idx="3231">
                  <c:v>0.47994586614173229</c:v>
                </c:pt>
                <c:pt idx="3232">
                  <c:v>0.47994586614173229</c:v>
                </c:pt>
                <c:pt idx="3233">
                  <c:v>0.48025344488188976</c:v>
                </c:pt>
                <c:pt idx="3234">
                  <c:v>0.48025344488188976</c:v>
                </c:pt>
                <c:pt idx="3235">
                  <c:v>0.48056102362204722</c:v>
                </c:pt>
                <c:pt idx="3236">
                  <c:v>0.48056102362204722</c:v>
                </c:pt>
                <c:pt idx="3237">
                  <c:v>0.480837844488189</c:v>
                </c:pt>
                <c:pt idx="3238">
                  <c:v>0.480837844488189</c:v>
                </c:pt>
                <c:pt idx="3239">
                  <c:v>0.48114542322834647</c:v>
                </c:pt>
                <c:pt idx="3240">
                  <c:v>0.48114542322834647</c:v>
                </c:pt>
                <c:pt idx="3241">
                  <c:v>0.48145300196850394</c:v>
                </c:pt>
                <c:pt idx="3242">
                  <c:v>0.48145300196850394</c:v>
                </c:pt>
                <c:pt idx="3243">
                  <c:v>0.48172982283464566</c:v>
                </c:pt>
                <c:pt idx="3244">
                  <c:v>0.48172982283464566</c:v>
                </c:pt>
                <c:pt idx="3245">
                  <c:v>0.48203740157480313</c:v>
                </c:pt>
                <c:pt idx="3246">
                  <c:v>0.48203740157480313</c:v>
                </c:pt>
                <c:pt idx="3247">
                  <c:v>0.48234498031496065</c:v>
                </c:pt>
                <c:pt idx="3248">
                  <c:v>0.48234498031496065</c:v>
                </c:pt>
                <c:pt idx="3249">
                  <c:v>0.48262180118110237</c:v>
                </c:pt>
                <c:pt idx="3250">
                  <c:v>0.48262180118110237</c:v>
                </c:pt>
                <c:pt idx="3251">
                  <c:v>0.48292937992125984</c:v>
                </c:pt>
                <c:pt idx="3252">
                  <c:v>0.48292937992125984</c:v>
                </c:pt>
                <c:pt idx="3253">
                  <c:v>0.4832369586614173</c:v>
                </c:pt>
                <c:pt idx="3254">
                  <c:v>0.4832369586614173</c:v>
                </c:pt>
                <c:pt idx="3255">
                  <c:v>0.48351377952755903</c:v>
                </c:pt>
                <c:pt idx="3256">
                  <c:v>0.48351377952755903</c:v>
                </c:pt>
                <c:pt idx="3257">
                  <c:v>0.48382135826771655</c:v>
                </c:pt>
                <c:pt idx="3258">
                  <c:v>0.48382135826771655</c:v>
                </c:pt>
                <c:pt idx="3259">
                  <c:v>0.48412893700787402</c:v>
                </c:pt>
                <c:pt idx="3260">
                  <c:v>0.48412893700787402</c:v>
                </c:pt>
                <c:pt idx="3261">
                  <c:v>0.48440575787401574</c:v>
                </c:pt>
                <c:pt idx="3262">
                  <c:v>0.48440575787401574</c:v>
                </c:pt>
                <c:pt idx="3263">
                  <c:v>0.48471333661417321</c:v>
                </c:pt>
                <c:pt idx="3264">
                  <c:v>0.48471333661417321</c:v>
                </c:pt>
                <c:pt idx="3265">
                  <c:v>0.48502091535433073</c:v>
                </c:pt>
                <c:pt idx="3266">
                  <c:v>0.48502091535433073</c:v>
                </c:pt>
                <c:pt idx="3267">
                  <c:v>0.48529773622047245</c:v>
                </c:pt>
                <c:pt idx="3268">
                  <c:v>0.48529773622047245</c:v>
                </c:pt>
                <c:pt idx="3269">
                  <c:v>0.48560531496062992</c:v>
                </c:pt>
                <c:pt idx="3270">
                  <c:v>0.48560531496062992</c:v>
                </c:pt>
                <c:pt idx="3271">
                  <c:v>0.48591289370078738</c:v>
                </c:pt>
                <c:pt idx="3272">
                  <c:v>0.48591289370078738</c:v>
                </c:pt>
                <c:pt idx="3273">
                  <c:v>0.48618971456692911</c:v>
                </c:pt>
                <c:pt idx="3274">
                  <c:v>0.48618971456692911</c:v>
                </c:pt>
                <c:pt idx="3275">
                  <c:v>0.48649729330708663</c:v>
                </c:pt>
                <c:pt idx="3276">
                  <c:v>0.48649729330708663</c:v>
                </c:pt>
                <c:pt idx="3277">
                  <c:v>0.4867741141732283</c:v>
                </c:pt>
                <c:pt idx="3278">
                  <c:v>0.4867741141732283</c:v>
                </c:pt>
                <c:pt idx="3279">
                  <c:v>0.48708169291338582</c:v>
                </c:pt>
                <c:pt idx="3280">
                  <c:v>0.48708169291338582</c:v>
                </c:pt>
                <c:pt idx="3281">
                  <c:v>0.48738927165354329</c:v>
                </c:pt>
                <c:pt idx="3282">
                  <c:v>0.48738927165354329</c:v>
                </c:pt>
                <c:pt idx="3283">
                  <c:v>0.48766609251968501</c:v>
                </c:pt>
                <c:pt idx="3284">
                  <c:v>0.48766609251968501</c:v>
                </c:pt>
                <c:pt idx="3285">
                  <c:v>0.48797367125984253</c:v>
                </c:pt>
                <c:pt idx="3286">
                  <c:v>0.48797367125984253</c:v>
                </c:pt>
                <c:pt idx="3287">
                  <c:v>0.48828125</c:v>
                </c:pt>
                <c:pt idx="3288">
                  <c:v>0.48828125</c:v>
                </c:pt>
                <c:pt idx="3289">
                  <c:v>0.48855807086614172</c:v>
                </c:pt>
                <c:pt idx="3290">
                  <c:v>0.48855807086614172</c:v>
                </c:pt>
                <c:pt idx="3291">
                  <c:v>0.48886564960629919</c:v>
                </c:pt>
                <c:pt idx="3292">
                  <c:v>0.48886564960629919</c:v>
                </c:pt>
                <c:pt idx="3293">
                  <c:v>0.48917322834645671</c:v>
                </c:pt>
                <c:pt idx="3294">
                  <c:v>0.48917322834645671</c:v>
                </c:pt>
                <c:pt idx="3295">
                  <c:v>0.48945004921259838</c:v>
                </c:pt>
                <c:pt idx="3296">
                  <c:v>0.48945004921259838</c:v>
                </c:pt>
                <c:pt idx="3297">
                  <c:v>0.4897576279527559</c:v>
                </c:pt>
                <c:pt idx="3298">
                  <c:v>0.4897576279527559</c:v>
                </c:pt>
                <c:pt idx="3299">
                  <c:v>0.49006520669291337</c:v>
                </c:pt>
                <c:pt idx="3300">
                  <c:v>0.49006520669291337</c:v>
                </c:pt>
                <c:pt idx="3301">
                  <c:v>0.49034202755905509</c:v>
                </c:pt>
                <c:pt idx="3302">
                  <c:v>0.49034202755905509</c:v>
                </c:pt>
                <c:pt idx="3303">
                  <c:v>0.49064960629921262</c:v>
                </c:pt>
                <c:pt idx="3304">
                  <c:v>0.49064960629921262</c:v>
                </c:pt>
                <c:pt idx="3305">
                  <c:v>0.49095718503937008</c:v>
                </c:pt>
                <c:pt idx="3306">
                  <c:v>0.49095718503937008</c:v>
                </c:pt>
                <c:pt idx="3307">
                  <c:v>0.49123400590551181</c:v>
                </c:pt>
                <c:pt idx="3308">
                  <c:v>0.49123400590551181</c:v>
                </c:pt>
                <c:pt idx="3309">
                  <c:v>0.49154158464566927</c:v>
                </c:pt>
                <c:pt idx="3310">
                  <c:v>0.49154158464566927</c:v>
                </c:pt>
                <c:pt idx="3311">
                  <c:v>0.49184916338582679</c:v>
                </c:pt>
                <c:pt idx="3312">
                  <c:v>0.49184916338582679</c:v>
                </c:pt>
                <c:pt idx="3313">
                  <c:v>0.49212598425196852</c:v>
                </c:pt>
                <c:pt idx="3314">
                  <c:v>0.49212598425196852</c:v>
                </c:pt>
                <c:pt idx="3315">
                  <c:v>0.49243356299212598</c:v>
                </c:pt>
                <c:pt idx="3316">
                  <c:v>0.49243356299212598</c:v>
                </c:pt>
                <c:pt idx="3317">
                  <c:v>0.49274114173228345</c:v>
                </c:pt>
                <c:pt idx="3318">
                  <c:v>0.49274114173228345</c:v>
                </c:pt>
                <c:pt idx="3319">
                  <c:v>0.49301796259842517</c:v>
                </c:pt>
                <c:pt idx="3320">
                  <c:v>0.49301796259842517</c:v>
                </c:pt>
                <c:pt idx="3321">
                  <c:v>0.4933255413385827</c:v>
                </c:pt>
                <c:pt idx="3322">
                  <c:v>0.4933255413385827</c:v>
                </c:pt>
                <c:pt idx="3323">
                  <c:v>0.49363312007874016</c:v>
                </c:pt>
                <c:pt idx="3324">
                  <c:v>0.49363312007874016</c:v>
                </c:pt>
                <c:pt idx="3325">
                  <c:v>0.49390994094488189</c:v>
                </c:pt>
                <c:pt idx="3326">
                  <c:v>0.49390994094488189</c:v>
                </c:pt>
                <c:pt idx="3327">
                  <c:v>0.49421751968503935</c:v>
                </c:pt>
                <c:pt idx="3328">
                  <c:v>0.49421751968503935</c:v>
                </c:pt>
                <c:pt idx="3329">
                  <c:v>0.49452509842519687</c:v>
                </c:pt>
                <c:pt idx="3330">
                  <c:v>0.49452509842519687</c:v>
                </c:pt>
                <c:pt idx="3331">
                  <c:v>0.4948019192913386</c:v>
                </c:pt>
                <c:pt idx="3332">
                  <c:v>0.4948019192913386</c:v>
                </c:pt>
                <c:pt idx="3333">
                  <c:v>0.49510949803149606</c:v>
                </c:pt>
                <c:pt idx="3334">
                  <c:v>0.49510949803149606</c:v>
                </c:pt>
                <c:pt idx="3335">
                  <c:v>0.49541707677165353</c:v>
                </c:pt>
                <c:pt idx="3336">
                  <c:v>0.49541707677165353</c:v>
                </c:pt>
                <c:pt idx="3337">
                  <c:v>0.49569389763779526</c:v>
                </c:pt>
                <c:pt idx="3338">
                  <c:v>0.49569389763779526</c:v>
                </c:pt>
                <c:pt idx="3339">
                  <c:v>0.49600147637795278</c:v>
                </c:pt>
                <c:pt idx="3340">
                  <c:v>0.49600147637795278</c:v>
                </c:pt>
                <c:pt idx="3341">
                  <c:v>0.4962782972440945</c:v>
                </c:pt>
                <c:pt idx="3342">
                  <c:v>0.4962782972440945</c:v>
                </c:pt>
                <c:pt idx="3343">
                  <c:v>0.49658587598425202</c:v>
                </c:pt>
                <c:pt idx="3344">
                  <c:v>0.49658587598425202</c:v>
                </c:pt>
                <c:pt idx="3345">
                  <c:v>0.49689345472440943</c:v>
                </c:pt>
                <c:pt idx="3346">
                  <c:v>0.49689345472440943</c:v>
                </c:pt>
                <c:pt idx="3347">
                  <c:v>0.49704724409448819</c:v>
                </c:pt>
                <c:pt idx="3348">
                  <c:v>0.49704724409448819</c:v>
                </c:pt>
                <c:pt idx="3349">
                  <c:v>0.49717027559055121</c:v>
                </c:pt>
                <c:pt idx="3350">
                  <c:v>0.49717027559055121</c:v>
                </c:pt>
                <c:pt idx="3351">
                  <c:v>0.49747785433070868</c:v>
                </c:pt>
                <c:pt idx="3352">
                  <c:v>0.49747785433070868</c:v>
                </c:pt>
                <c:pt idx="3353">
                  <c:v>0.49778543307086615</c:v>
                </c:pt>
                <c:pt idx="3354">
                  <c:v>0.49778543307086615</c:v>
                </c:pt>
                <c:pt idx="3355">
                  <c:v>0.49806225393700782</c:v>
                </c:pt>
                <c:pt idx="3356">
                  <c:v>0.49806225393700782</c:v>
                </c:pt>
                <c:pt idx="3357">
                  <c:v>0.49836983267716534</c:v>
                </c:pt>
                <c:pt idx="3358">
                  <c:v>0.49836983267716534</c:v>
                </c:pt>
                <c:pt idx="3359">
                  <c:v>0.49867741141732286</c:v>
                </c:pt>
                <c:pt idx="3360">
                  <c:v>0.49867741141732286</c:v>
                </c:pt>
                <c:pt idx="3361">
                  <c:v>0.49895423228346458</c:v>
                </c:pt>
                <c:pt idx="3362">
                  <c:v>0.49895423228346458</c:v>
                </c:pt>
                <c:pt idx="3363">
                  <c:v>0.4992618110236221</c:v>
                </c:pt>
                <c:pt idx="3364">
                  <c:v>0.4992618110236221</c:v>
                </c:pt>
                <c:pt idx="3365">
                  <c:v>0.49956938976377951</c:v>
                </c:pt>
                <c:pt idx="3366">
                  <c:v>0.49956938976377951</c:v>
                </c:pt>
                <c:pt idx="3367">
                  <c:v>0.49984621062992129</c:v>
                </c:pt>
                <c:pt idx="3368">
                  <c:v>0.49984621062992129</c:v>
                </c:pt>
                <c:pt idx="3369">
                  <c:v>0.50015378937007871</c:v>
                </c:pt>
                <c:pt idx="3370">
                  <c:v>0.50015378937007871</c:v>
                </c:pt>
                <c:pt idx="3371">
                  <c:v>0.50046136811023623</c:v>
                </c:pt>
                <c:pt idx="3372">
                  <c:v>0.50046136811023623</c:v>
                </c:pt>
                <c:pt idx="3373">
                  <c:v>0.50073818897637801</c:v>
                </c:pt>
                <c:pt idx="3374">
                  <c:v>0.50073818897637801</c:v>
                </c:pt>
                <c:pt idx="3375">
                  <c:v>0.50104576771653542</c:v>
                </c:pt>
                <c:pt idx="3376">
                  <c:v>0.50104576771653542</c:v>
                </c:pt>
                <c:pt idx="3377">
                  <c:v>0.50135334645669294</c:v>
                </c:pt>
                <c:pt idx="3378">
                  <c:v>0.50135334645669294</c:v>
                </c:pt>
                <c:pt idx="3379">
                  <c:v>0.50163016732283461</c:v>
                </c:pt>
                <c:pt idx="3380">
                  <c:v>0.50163016732283461</c:v>
                </c:pt>
                <c:pt idx="3381">
                  <c:v>0.50193774606299213</c:v>
                </c:pt>
                <c:pt idx="3382">
                  <c:v>0.50193774606299213</c:v>
                </c:pt>
                <c:pt idx="3383">
                  <c:v>0.50224532480314965</c:v>
                </c:pt>
                <c:pt idx="3384">
                  <c:v>0.50224532480314965</c:v>
                </c:pt>
                <c:pt idx="3385">
                  <c:v>0.50252214566929132</c:v>
                </c:pt>
                <c:pt idx="3386">
                  <c:v>0.50252214566929132</c:v>
                </c:pt>
                <c:pt idx="3387">
                  <c:v>0.50282972440944884</c:v>
                </c:pt>
                <c:pt idx="3388">
                  <c:v>0.50282972440944884</c:v>
                </c:pt>
                <c:pt idx="3389">
                  <c:v>0.50313730314960625</c:v>
                </c:pt>
                <c:pt idx="3390">
                  <c:v>0.50313730314960625</c:v>
                </c:pt>
                <c:pt idx="3391">
                  <c:v>0.50341412401574803</c:v>
                </c:pt>
                <c:pt idx="3392">
                  <c:v>0.50341412401574803</c:v>
                </c:pt>
                <c:pt idx="3393">
                  <c:v>0.50372170275590555</c:v>
                </c:pt>
                <c:pt idx="3394">
                  <c:v>0.50372170275590555</c:v>
                </c:pt>
                <c:pt idx="3395">
                  <c:v>0.50402928149606296</c:v>
                </c:pt>
                <c:pt idx="3396">
                  <c:v>0.50402928149606296</c:v>
                </c:pt>
                <c:pt idx="3397">
                  <c:v>0.50430610236220474</c:v>
                </c:pt>
                <c:pt idx="3398">
                  <c:v>0.50430610236220474</c:v>
                </c:pt>
                <c:pt idx="3399">
                  <c:v>0.50461368110236215</c:v>
                </c:pt>
                <c:pt idx="3400">
                  <c:v>0.50461368110236215</c:v>
                </c:pt>
                <c:pt idx="3401">
                  <c:v>0.50492125984251968</c:v>
                </c:pt>
                <c:pt idx="3402">
                  <c:v>0.50492125984251968</c:v>
                </c:pt>
                <c:pt idx="3403">
                  <c:v>0.50519808070866146</c:v>
                </c:pt>
                <c:pt idx="3404">
                  <c:v>0.50519808070866146</c:v>
                </c:pt>
                <c:pt idx="3405">
                  <c:v>0.50550565944881887</c:v>
                </c:pt>
                <c:pt idx="3406">
                  <c:v>0.50550565944881887</c:v>
                </c:pt>
                <c:pt idx="3407">
                  <c:v>0.50578248031496065</c:v>
                </c:pt>
                <c:pt idx="3408">
                  <c:v>0.50578248031496065</c:v>
                </c:pt>
                <c:pt idx="3409">
                  <c:v>0.50609005905511806</c:v>
                </c:pt>
                <c:pt idx="3410">
                  <c:v>0.50609005905511806</c:v>
                </c:pt>
                <c:pt idx="3411">
                  <c:v>0.50639763779527558</c:v>
                </c:pt>
                <c:pt idx="3412">
                  <c:v>0.50639763779527558</c:v>
                </c:pt>
                <c:pt idx="3413">
                  <c:v>0.50667445866141736</c:v>
                </c:pt>
                <c:pt idx="3414">
                  <c:v>0.50667445866141736</c:v>
                </c:pt>
                <c:pt idx="3415">
                  <c:v>0.50698203740157477</c:v>
                </c:pt>
                <c:pt idx="3416">
                  <c:v>0.50698203740157477</c:v>
                </c:pt>
                <c:pt idx="3417">
                  <c:v>0.50728961614173229</c:v>
                </c:pt>
                <c:pt idx="3418">
                  <c:v>0.50728961614173229</c:v>
                </c:pt>
                <c:pt idx="3419">
                  <c:v>0.50756643700787396</c:v>
                </c:pt>
                <c:pt idx="3420">
                  <c:v>0.50756643700787396</c:v>
                </c:pt>
                <c:pt idx="3421">
                  <c:v>0.50787401574803148</c:v>
                </c:pt>
                <c:pt idx="3422">
                  <c:v>0.50787401574803148</c:v>
                </c:pt>
                <c:pt idx="3423">
                  <c:v>0.508181594488189</c:v>
                </c:pt>
                <c:pt idx="3424">
                  <c:v>0.508181594488189</c:v>
                </c:pt>
                <c:pt idx="3425">
                  <c:v>0.50845841535433067</c:v>
                </c:pt>
                <c:pt idx="3426">
                  <c:v>0.50845841535433067</c:v>
                </c:pt>
                <c:pt idx="3427">
                  <c:v>0.50876599409448819</c:v>
                </c:pt>
                <c:pt idx="3428">
                  <c:v>0.50876599409448819</c:v>
                </c:pt>
                <c:pt idx="3429">
                  <c:v>0.50907357283464572</c:v>
                </c:pt>
                <c:pt idx="3430">
                  <c:v>0.50907357283464572</c:v>
                </c:pt>
                <c:pt idx="3431">
                  <c:v>0.50935039370078738</c:v>
                </c:pt>
                <c:pt idx="3432">
                  <c:v>0.50935039370078738</c:v>
                </c:pt>
                <c:pt idx="3433">
                  <c:v>0.50965797244094491</c:v>
                </c:pt>
                <c:pt idx="3434">
                  <c:v>0.50965797244094491</c:v>
                </c:pt>
                <c:pt idx="3435">
                  <c:v>0.50996555118110232</c:v>
                </c:pt>
                <c:pt idx="3436">
                  <c:v>0.50996555118110232</c:v>
                </c:pt>
                <c:pt idx="3437">
                  <c:v>0.5102423720472441</c:v>
                </c:pt>
                <c:pt idx="3438">
                  <c:v>0.5102423720472441</c:v>
                </c:pt>
                <c:pt idx="3439">
                  <c:v>0.51054995078740162</c:v>
                </c:pt>
                <c:pt idx="3440">
                  <c:v>0.51054995078740162</c:v>
                </c:pt>
                <c:pt idx="3441">
                  <c:v>0.51085752952755903</c:v>
                </c:pt>
                <c:pt idx="3442">
                  <c:v>0.51085752952755903</c:v>
                </c:pt>
                <c:pt idx="3443">
                  <c:v>0.51113435039370081</c:v>
                </c:pt>
                <c:pt idx="3444">
                  <c:v>0.51113435039370081</c:v>
                </c:pt>
                <c:pt idx="3445">
                  <c:v>0.51144192913385822</c:v>
                </c:pt>
                <c:pt idx="3446">
                  <c:v>0.51144192913385822</c:v>
                </c:pt>
                <c:pt idx="3447">
                  <c:v>0.51174950787401574</c:v>
                </c:pt>
                <c:pt idx="3448">
                  <c:v>0.51174950787401574</c:v>
                </c:pt>
                <c:pt idx="3449">
                  <c:v>0.51202632874015752</c:v>
                </c:pt>
                <c:pt idx="3450">
                  <c:v>0.51202632874015752</c:v>
                </c:pt>
                <c:pt idx="3451">
                  <c:v>0.51233390748031493</c:v>
                </c:pt>
                <c:pt idx="3452">
                  <c:v>0.51233390748031493</c:v>
                </c:pt>
                <c:pt idx="3453">
                  <c:v>0.51264148622047245</c:v>
                </c:pt>
                <c:pt idx="3454">
                  <c:v>0.51264148622047245</c:v>
                </c:pt>
                <c:pt idx="3455">
                  <c:v>0.51291830708661412</c:v>
                </c:pt>
                <c:pt idx="3456">
                  <c:v>0.51291830708661412</c:v>
                </c:pt>
                <c:pt idx="3457">
                  <c:v>0.51322588582677164</c:v>
                </c:pt>
                <c:pt idx="3458">
                  <c:v>0.51322588582677164</c:v>
                </c:pt>
                <c:pt idx="3459">
                  <c:v>0.51353346456692917</c:v>
                </c:pt>
                <c:pt idx="3460">
                  <c:v>0.51353346456692917</c:v>
                </c:pt>
                <c:pt idx="3461">
                  <c:v>0.51381028543307083</c:v>
                </c:pt>
                <c:pt idx="3462">
                  <c:v>0.51381028543307083</c:v>
                </c:pt>
                <c:pt idx="3463">
                  <c:v>0.51411786417322836</c:v>
                </c:pt>
                <c:pt idx="3464">
                  <c:v>0.51411786417322836</c:v>
                </c:pt>
                <c:pt idx="3465">
                  <c:v>0.51442544291338588</c:v>
                </c:pt>
                <c:pt idx="3466">
                  <c:v>0.51442544291338588</c:v>
                </c:pt>
                <c:pt idx="3467">
                  <c:v>0.51470226377952755</c:v>
                </c:pt>
                <c:pt idx="3468">
                  <c:v>0.51470226377952755</c:v>
                </c:pt>
                <c:pt idx="3469">
                  <c:v>0.51500984251968507</c:v>
                </c:pt>
                <c:pt idx="3470">
                  <c:v>0.51500984251968507</c:v>
                </c:pt>
                <c:pt idx="3471">
                  <c:v>0.51531742125984248</c:v>
                </c:pt>
                <c:pt idx="3472">
                  <c:v>0.51531742125984248</c:v>
                </c:pt>
                <c:pt idx="3473">
                  <c:v>0.51559424212598426</c:v>
                </c:pt>
                <c:pt idx="3474">
                  <c:v>0.51559424212598426</c:v>
                </c:pt>
                <c:pt idx="3475">
                  <c:v>0.51590182086614178</c:v>
                </c:pt>
                <c:pt idx="3476">
                  <c:v>0.51590182086614178</c:v>
                </c:pt>
                <c:pt idx="3477">
                  <c:v>0.51617864173228345</c:v>
                </c:pt>
                <c:pt idx="3478">
                  <c:v>0.51617864173228345</c:v>
                </c:pt>
                <c:pt idx="3479">
                  <c:v>0.51648622047244097</c:v>
                </c:pt>
                <c:pt idx="3480">
                  <c:v>0.51648622047244097</c:v>
                </c:pt>
                <c:pt idx="3481">
                  <c:v>0.51679379921259838</c:v>
                </c:pt>
                <c:pt idx="3482">
                  <c:v>0.51679379921259838</c:v>
                </c:pt>
                <c:pt idx="3483">
                  <c:v>0.51707062007874016</c:v>
                </c:pt>
                <c:pt idx="3484">
                  <c:v>0.51707062007874016</c:v>
                </c:pt>
                <c:pt idx="3485">
                  <c:v>0.51737819881889768</c:v>
                </c:pt>
                <c:pt idx="3486">
                  <c:v>0.51737819881889768</c:v>
                </c:pt>
                <c:pt idx="3487">
                  <c:v>0.51768577755905509</c:v>
                </c:pt>
                <c:pt idx="3488">
                  <c:v>0.51768577755905509</c:v>
                </c:pt>
                <c:pt idx="3489">
                  <c:v>0.51796259842519687</c:v>
                </c:pt>
                <c:pt idx="3490">
                  <c:v>0.51796259842519687</c:v>
                </c:pt>
                <c:pt idx="3491">
                  <c:v>0.51827017716535428</c:v>
                </c:pt>
                <c:pt idx="3492">
                  <c:v>0.51827017716535428</c:v>
                </c:pt>
                <c:pt idx="3493">
                  <c:v>0.51857775590551181</c:v>
                </c:pt>
                <c:pt idx="3494">
                  <c:v>0.51857775590551181</c:v>
                </c:pt>
                <c:pt idx="3495">
                  <c:v>0.51885457677165359</c:v>
                </c:pt>
                <c:pt idx="3496">
                  <c:v>0.51885457677165359</c:v>
                </c:pt>
                <c:pt idx="3497">
                  <c:v>0.519162155511811</c:v>
                </c:pt>
                <c:pt idx="3498">
                  <c:v>0.519162155511811</c:v>
                </c:pt>
                <c:pt idx="3499">
                  <c:v>0.51946973425196852</c:v>
                </c:pt>
                <c:pt idx="3500">
                  <c:v>0.51946973425196852</c:v>
                </c:pt>
                <c:pt idx="3501">
                  <c:v>0.51974655511811019</c:v>
                </c:pt>
                <c:pt idx="3502">
                  <c:v>0.51974655511811019</c:v>
                </c:pt>
                <c:pt idx="3503">
                  <c:v>0.52005413385826771</c:v>
                </c:pt>
                <c:pt idx="3504">
                  <c:v>0.52005413385826771</c:v>
                </c:pt>
                <c:pt idx="3505">
                  <c:v>0.52036171259842523</c:v>
                </c:pt>
                <c:pt idx="3506">
                  <c:v>0.52036171259842523</c:v>
                </c:pt>
                <c:pt idx="3507">
                  <c:v>0.5206385334645669</c:v>
                </c:pt>
                <c:pt idx="3508">
                  <c:v>0.5206385334645669</c:v>
                </c:pt>
                <c:pt idx="3509">
                  <c:v>0.52094611220472442</c:v>
                </c:pt>
                <c:pt idx="3510">
                  <c:v>0.52094611220472442</c:v>
                </c:pt>
                <c:pt idx="3511">
                  <c:v>0.52125369094488194</c:v>
                </c:pt>
                <c:pt idx="3512">
                  <c:v>0.52125369094488194</c:v>
                </c:pt>
                <c:pt idx="3513">
                  <c:v>0.52153051181102361</c:v>
                </c:pt>
                <c:pt idx="3514">
                  <c:v>0.52153051181102361</c:v>
                </c:pt>
                <c:pt idx="3515">
                  <c:v>0.52183809055118113</c:v>
                </c:pt>
                <c:pt idx="3516">
                  <c:v>0.52183809055118113</c:v>
                </c:pt>
                <c:pt idx="3517">
                  <c:v>0.52214566929133854</c:v>
                </c:pt>
                <c:pt idx="3518">
                  <c:v>0.52214566929133854</c:v>
                </c:pt>
                <c:pt idx="3519">
                  <c:v>0.52242249015748032</c:v>
                </c:pt>
                <c:pt idx="3520">
                  <c:v>0.52242249015748032</c:v>
                </c:pt>
                <c:pt idx="3521">
                  <c:v>0.52273006889763785</c:v>
                </c:pt>
                <c:pt idx="3522">
                  <c:v>0.52273006889763785</c:v>
                </c:pt>
                <c:pt idx="3523">
                  <c:v>0.52303764763779526</c:v>
                </c:pt>
                <c:pt idx="3524">
                  <c:v>0.52303764763779526</c:v>
                </c:pt>
                <c:pt idx="3525">
                  <c:v>0.52331446850393704</c:v>
                </c:pt>
                <c:pt idx="3526">
                  <c:v>0.52331446850393704</c:v>
                </c:pt>
                <c:pt idx="3527">
                  <c:v>0.52362204724409445</c:v>
                </c:pt>
                <c:pt idx="3528">
                  <c:v>0.52362204724409445</c:v>
                </c:pt>
                <c:pt idx="3529">
                  <c:v>0.52392962598425197</c:v>
                </c:pt>
                <c:pt idx="3530">
                  <c:v>0.52392962598425197</c:v>
                </c:pt>
                <c:pt idx="3531">
                  <c:v>0.52420644685039375</c:v>
                </c:pt>
                <c:pt idx="3532">
                  <c:v>0.52420644685039375</c:v>
                </c:pt>
                <c:pt idx="3533">
                  <c:v>0.52451402559055116</c:v>
                </c:pt>
                <c:pt idx="3534">
                  <c:v>0.52451402559055116</c:v>
                </c:pt>
                <c:pt idx="3535">
                  <c:v>0.52482160433070868</c:v>
                </c:pt>
                <c:pt idx="3536">
                  <c:v>0.52482160433070868</c:v>
                </c:pt>
                <c:pt idx="3537">
                  <c:v>0.52509842519685035</c:v>
                </c:pt>
                <c:pt idx="3538">
                  <c:v>0.52509842519685035</c:v>
                </c:pt>
                <c:pt idx="3539">
                  <c:v>0.52540600393700787</c:v>
                </c:pt>
                <c:pt idx="3540">
                  <c:v>0.52540600393700787</c:v>
                </c:pt>
                <c:pt idx="3541">
                  <c:v>0.52568282480314965</c:v>
                </c:pt>
                <c:pt idx="3542">
                  <c:v>0.52568282480314965</c:v>
                </c:pt>
                <c:pt idx="3543">
                  <c:v>0.52599040354330706</c:v>
                </c:pt>
                <c:pt idx="3544">
                  <c:v>0.52599040354330706</c:v>
                </c:pt>
                <c:pt idx="3545">
                  <c:v>0.52629798228346458</c:v>
                </c:pt>
                <c:pt idx="3546">
                  <c:v>0.52629798228346458</c:v>
                </c:pt>
                <c:pt idx="3547">
                  <c:v>0.52657480314960625</c:v>
                </c:pt>
                <c:pt idx="3548">
                  <c:v>0.52657480314960625</c:v>
                </c:pt>
                <c:pt idx="3549">
                  <c:v>0.52688238188976377</c:v>
                </c:pt>
                <c:pt idx="3550">
                  <c:v>0.52688238188976377</c:v>
                </c:pt>
                <c:pt idx="3551">
                  <c:v>0.52718996062992129</c:v>
                </c:pt>
                <c:pt idx="3552">
                  <c:v>0.52718996062992129</c:v>
                </c:pt>
                <c:pt idx="3553">
                  <c:v>0.52746678149606296</c:v>
                </c:pt>
                <c:pt idx="3554">
                  <c:v>0.52746678149606296</c:v>
                </c:pt>
                <c:pt idx="3555">
                  <c:v>0.52777436023622049</c:v>
                </c:pt>
                <c:pt idx="3556">
                  <c:v>0.52777436023622049</c:v>
                </c:pt>
                <c:pt idx="3557">
                  <c:v>0.52808193897637801</c:v>
                </c:pt>
                <c:pt idx="3558">
                  <c:v>0.52808193897637801</c:v>
                </c:pt>
                <c:pt idx="3559">
                  <c:v>0.52835875984251968</c:v>
                </c:pt>
                <c:pt idx="3560">
                  <c:v>0.52835875984251968</c:v>
                </c:pt>
                <c:pt idx="3561">
                  <c:v>0.5286663385826772</c:v>
                </c:pt>
                <c:pt idx="3562">
                  <c:v>0.5286663385826772</c:v>
                </c:pt>
                <c:pt idx="3563">
                  <c:v>0.52897391732283461</c:v>
                </c:pt>
                <c:pt idx="3564">
                  <c:v>0.52897391732283461</c:v>
                </c:pt>
                <c:pt idx="3565">
                  <c:v>0.52925073818897639</c:v>
                </c:pt>
                <c:pt idx="3566">
                  <c:v>0.52925073818897639</c:v>
                </c:pt>
                <c:pt idx="3567">
                  <c:v>0.52955831692913391</c:v>
                </c:pt>
                <c:pt idx="3568">
                  <c:v>0.52955831692913391</c:v>
                </c:pt>
                <c:pt idx="3569">
                  <c:v>0.52986589566929132</c:v>
                </c:pt>
                <c:pt idx="3570">
                  <c:v>0.52986589566929132</c:v>
                </c:pt>
                <c:pt idx="3571">
                  <c:v>0.5301427165354331</c:v>
                </c:pt>
                <c:pt idx="3572">
                  <c:v>0.5301427165354331</c:v>
                </c:pt>
                <c:pt idx="3573">
                  <c:v>0.53045029527559051</c:v>
                </c:pt>
                <c:pt idx="3574">
                  <c:v>0.53045029527559051</c:v>
                </c:pt>
                <c:pt idx="3575">
                  <c:v>0.53075787401574803</c:v>
                </c:pt>
                <c:pt idx="3576">
                  <c:v>0.53075787401574803</c:v>
                </c:pt>
                <c:pt idx="3577">
                  <c:v>0.53103469488188981</c:v>
                </c:pt>
                <c:pt idx="3578">
                  <c:v>0.53103469488188981</c:v>
                </c:pt>
                <c:pt idx="3579">
                  <c:v>0.53134227362204722</c:v>
                </c:pt>
                <c:pt idx="3580">
                  <c:v>0.53134227362204722</c:v>
                </c:pt>
                <c:pt idx="3581">
                  <c:v>0.53164985236220474</c:v>
                </c:pt>
                <c:pt idx="3582">
                  <c:v>0.53164985236220474</c:v>
                </c:pt>
                <c:pt idx="3583">
                  <c:v>0.53192667322834641</c:v>
                </c:pt>
                <c:pt idx="3584">
                  <c:v>0.53192667322834641</c:v>
                </c:pt>
                <c:pt idx="3585">
                  <c:v>0.53223425196850394</c:v>
                </c:pt>
                <c:pt idx="3586">
                  <c:v>0.53223425196850394</c:v>
                </c:pt>
                <c:pt idx="3587">
                  <c:v>0.53254183070866146</c:v>
                </c:pt>
                <c:pt idx="3588">
                  <c:v>0.53254183070866146</c:v>
                </c:pt>
                <c:pt idx="3589">
                  <c:v>0.53281865157480313</c:v>
                </c:pt>
                <c:pt idx="3590">
                  <c:v>0.53281865157480313</c:v>
                </c:pt>
                <c:pt idx="3591">
                  <c:v>0.53312623031496065</c:v>
                </c:pt>
                <c:pt idx="3592">
                  <c:v>0.53312623031496065</c:v>
                </c:pt>
                <c:pt idx="3593">
                  <c:v>0.53343380905511806</c:v>
                </c:pt>
                <c:pt idx="3594">
                  <c:v>0.53343380905511806</c:v>
                </c:pt>
                <c:pt idx="3595">
                  <c:v>0.53371062992125984</c:v>
                </c:pt>
                <c:pt idx="3596">
                  <c:v>0.53371062992125984</c:v>
                </c:pt>
                <c:pt idx="3597">
                  <c:v>0.53401820866141736</c:v>
                </c:pt>
                <c:pt idx="3598">
                  <c:v>0.53401820866141736</c:v>
                </c:pt>
                <c:pt idx="3599">
                  <c:v>0.53432578740157477</c:v>
                </c:pt>
                <c:pt idx="3600">
                  <c:v>0.53432578740157477</c:v>
                </c:pt>
                <c:pt idx="3601">
                  <c:v>0.53460260826771655</c:v>
                </c:pt>
                <c:pt idx="3602">
                  <c:v>0.53460260826771655</c:v>
                </c:pt>
                <c:pt idx="3603">
                  <c:v>0.53491018700787396</c:v>
                </c:pt>
                <c:pt idx="3604">
                  <c:v>0.53491018700787396</c:v>
                </c:pt>
                <c:pt idx="3605">
                  <c:v>0.53518700787401574</c:v>
                </c:pt>
                <c:pt idx="3606">
                  <c:v>0.53518700787401574</c:v>
                </c:pt>
                <c:pt idx="3607">
                  <c:v>0.53549458661417326</c:v>
                </c:pt>
                <c:pt idx="3608">
                  <c:v>0.53549458661417326</c:v>
                </c:pt>
                <c:pt idx="3609">
                  <c:v>0.53580216535433067</c:v>
                </c:pt>
                <c:pt idx="3610">
                  <c:v>0.53580216535433067</c:v>
                </c:pt>
                <c:pt idx="3611">
                  <c:v>0.53607898622047245</c:v>
                </c:pt>
                <c:pt idx="3612">
                  <c:v>0.53607898622047245</c:v>
                </c:pt>
                <c:pt idx="3613">
                  <c:v>0.53638656496062997</c:v>
                </c:pt>
                <c:pt idx="3614">
                  <c:v>0.53638656496062997</c:v>
                </c:pt>
                <c:pt idx="3615">
                  <c:v>0.53669414370078738</c:v>
                </c:pt>
                <c:pt idx="3616">
                  <c:v>0.53669414370078738</c:v>
                </c:pt>
                <c:pt idx="3617">
                  <c:v>0.53697096456692917</c:v>
                </c:pt>
                <c:pt idx="3618">
                  <c:v>0.53697096456692917</c:v>
                </c:pt>
                <c:pt idx="3619">
                  <c:v>0.53727854330708658</c:v>
                </c:pt>
                <c:pt idx="3620">
                  <c:v>0.53727854330708658</c:v>
                </c:pt>
                <c:pt idx="3621">
                  <c:v>0.5375861220472441</c:v>
                </c:pt>
                <c:pt idx="3622">
                  <c:v>0.5375861220472441</c:v>
                </c:pt>
                <c:pt idx="3623">
                  <c:v>0.53786294291338588</c:v>
                </c:pt>
                <c:pt idx="3624">
                  <c:v>0.53786294291338588</c:v>
                </c:pt>
                <c:pt idx="3625">
                  <c:v>0.53817052165354329</c:v>
                </c:pt>
                <c:pt idx="3626">
                  <c:v>0.53817052165354329</c:v>
                </c:pt>
                <c:pt idx="3627">
                  <c:v>0.53847810039370081</c:v>
                </c:pt>
                <c:pt idx="3628">
                  <c:v>0.53847810039370081</c:v>
                </c:pt>
                <c:pt idx="3629">
                  <c:v>0.53875492125984248</c:v>
                </c:pt>
                <c:pt idx="3630">
                  <c:v>0.53875492125984248</c:v>
                </c:pt>
                <c:pt idx="3631">
                  <c:v>0.5390625</c:v>
                </c:pt>
                <c:pt idx="3632">
                  <c:v>0.5390625</c:v>
                </c:pt>
                <c:pt idx="3633">
                  <c:v>0.53937007874015752</c:v>
                </c:pt>
                <c:pt idx="3634">
                  <c:v>0.53937007874015752</c:v>
                </c:pt>
                <c:pt idx="3635">
                  <c:v>0.53964689960629919</c:v>
                </c:pt>
                <c:pt idx="3636">
                  <c:v>0.53964689960629919</c:v>
                </c:pt>
                <c:pt idx="3637">
                  <c:v>0.53995447834645671</c:v>
                </c:pt>
                <c:pt idx="3638">
                  <c:v>0.53995447834645671</c:v>
                </c:pt>
                <c:pt idx="3639">
                  <c:v>0.54026205708661412</c:v>
                </c:pt>
                <c:pt idx="3640">
                  <c:v>0.54026205708661412</c:v>
                </c:pt>
                <c:pt idx="3641">
                  <c:v>0.5405388779527559</c:v>
                </c:pt>
                <c:pt idx="3642">
                  <c:v>0.5405388779527559</c:v>
                </c:pt>
                <c:pt idx="3643">
                  <c:v>0.54084645669291342</c:v>
                </c:pt>
                <c:pt idx="3644">
                  <c:v>0.54084645669291342</c:v>
                </c:pt>
                <c:pt idx="3645">
                  <c:v>0.54115403543307083</c:v>
                </c:pt>
                <c:pt idx="3646">
                  <c:v>0.54115403543307083</c:v>
                </c:pt>
                <c:pt idx="3647">
                  <c:v>0.54143085629921262</c:v>
                </c:pt>
                <c:pt idx="3648">
                  <c:v>0.54143085629921262</c:v>
                </c:pt>
                <c:pt idx="3649">
                  <c:v>0.54173843503937003</c:v>
                </c:pt>
                <c:pt idx="3650">
                  <c:v>0.54173843503937003</c:v>
                </c:pt>
                <c:pt idx="3651">
                  <c:v>0.54204601377952755</c:v>
                </c:pt>
                <c:pt idx="3652">
                  <c:v>0.54204601377952755</c:v>
                </c:pt>
                <c:pt idx="3653">
                  <c:v>0.54232283464566933</c:v>
                </c:pt>
                <c:pt idx="3654">
                  <c:v>0.54232283464566933</c:v>
                </c:pt>
                <c:pt idx="3655">
                  <c:v>0.54263041338582674</c:v>
                </c:pt>
                <c:pt idx="3656">
                  <c:v>0.54263041338582674</c:v>
                </c:pt>
                <c:pt idx="3657">
                  <c:v>0.54293799212598426</c:v>
                </c:pt>
                <c:pt idx="3658">
                  <c:v>0.54293799212598426</c:v>
                </c:pt>
                <c:pt idx="3659">
                  <c:v>0.54321481299212604</c:v>
                </c:pt>
                <c:pt idx="3660">
                  <c:v>0.54321481299212604</c:v>
                </c:pt>
                <c:pt idx="3661">
                  <c:v>0.54352239173228345</c:v>
                </c:pt>
                <c:pt idx="3662">
                  <c:v>0.54352239173228345</c:v>
                </c:pt>
                <c:pt idx="3663">
                  <c:v>0.54382997047244097</c:v>
                </c:pt>
                <c:pt idx="3664">
                  <c:v>0.54382997047244097</c:v>
                </c:pt>
                <c:pt idx="3665">
                  <c:v>0.54410679133858264</c:v>
                </c:pt>
                <c:pt idx="3666">
                  <c:v>0.54410679133858264</c:v>
                </c:pt>
                <c:pt idx="3667">
                  <c:v>0.54441437007874016</c:v>
                </c:pt>
                <c:pt idx="3668">
                  <c:v>0.54441437007874016</c:v>
                </c:pt>
                <c:pt idx="3669">
                  <c:v>0.54469119094488194</c:v>
                </c:pt>
                <c:pt idx="3670">
                  <c:v>0.54469119094488194</c:v>
                </c:pt>
                <c:pt idx="3671">
                  <c:v>0.54499876968503935</c:v>
                </c:pt>
                <c:pt idx="3672">
                  <c:v>0.54499876968503935</c:v>
                </c:pt>
                <c:pt idx="3673">
                  <c:v>0.54530634842519687</c:v>
                </c:pt>
                <c:pt idx="3674">
                  <c:v>0.54530634842519687</c:v>
                </c:pt>
                <c:pt idx="3675">
                  <c:v>0.54558316929133854</c:v>
                </c:pt>
                <c:pt idx="3676">
                  <c:v>0.54558316929133854</c:v>
                </c:pt>
                <c:pt idx="3677">
                  <c:v>0.54589074803149606</c:v>
                </c:pt>
                <c:pt idx="3678">
                  <c:v>0.54589074803149606</c:v>
                </c:pt>
                <c:pt idx="3679">
                  <c:v>0.54619832677165359</c:v>
                </c:pt>
                <c:pt idx="3680">
                  <c:v>0.54619832677165359</c:v>
                </c:pt>
                <c:pt idx="3681">
                  <c:v>0.54647514763779526</c:v>
                </c:pt>
                <c:pt idx="3682">
                  <c:v>0.54647514763779526</c:v>
                </c:pt>
                <c:pt idx="3683">
                  <c:v>0.54678272637795278</c:v>
                </c:pt>
                <c:pt idx="3684">
                  <c:v>0.54678272637795278</c:v>
                </c:pt>
                <c:pt idx="3685">
                  <c:v>0.54709030511811019</c:v>
                </c:pt>
                <c:pt idx="3686">
                  <c:v>0.54709030511811019</c:v>
                </c:pt>
                <c:pt idx="3687">
                  <c:v>0.54736712598425197</c:v>
                </c:pt>
                <c:pt idx="3688">
                  <c:v>0.54736712598425197</c:v>
                </c:pt>
                <c:pt idx="3689">
                  <c:v>0.54767470472440949</c:v>
                </c:pt>
                <c:pt idx="3690">
                  <c:v>0.54767470472440949</c:v>
                </c:pt>
                <c:pt idx="3691">
                  <c:v>0.5479822834645669</c:v>
                </c:pt>
                <c:pt idx="3692">
                  <c:v>0.5479822834645669</c:v>
                </c:pt>
                <c:pt idx="3693">
                  <c:v>0.54825910433070868</c:v>
                </c:pt>
                <c:pt idx="3694">
                  <c:v>0.54825910433070868</c:v>
                </c:pt>
                <c:pt idx="3695">
                  <c:v>0.54856668307086609</c:v>
                </c:pt>
                <c:pt idx="3696">
                  <c:v>0.54856668307086609</c:v>
                </c:pt>
                <c:pt idx="3697">
                  <c:v>0.54887426181102361</c:v>
                </c:pt>
                <c:pt idx="3698">
                  <c:v>0.54887426181102361</c:v>
                </c:pt>
                <c:pt idx="3699">
                  <c:v>0.54915108267716539</c:v>
                </c:pt>
                <c:pt idx="3700">
                  <c:v>0.54915108267716539</c:v>
                </c:pt>
                <c:pt idx="3701">
                  <c:v>0.5494586614173228</c:v>
                </c:pt>
                <c:pt idx="3702">
                  <c:v>0.5494586614173228</c:v>
                </c:pt>
                <c:pt idx="3703">
                  <c:v>0.54976624015748032</c:v>
                </c:pt>
                <c:pt idx="3704">
                  <c:v>0.54976624015748032</c:v>
                </c:pt>
                <c:pt idx="3705">
                  <c:v>0.55004306102362199</c:v>
                </c:pt>
                <c:pt idx="3706">
                  <c:v>0.55004306102362199</c:v>
                </c:pt>
                <c:pt idx="3707">
                  <c:v>0.55035063976377951</c:v>
                </c:pt>
                <c:pt idx="3708">
                  <c:v>0.55035063976377951</c:v>
                </c:pt>
                <c:pt idx="3709">
                  <c:v>0.55065821850393704</c:v>
                </c:pt>
                <c:pt idx="3710">
                  <c:v>0.55065821850393704</c:v>
                </c:pt>
                <c:pt idx="3711">
                  <c:v>0.55093503937007871</c:v>
                </c:pt>
                <c:pt idx="3712">
                  <c:v>0.55093503937007871</c:v>
                </c:pt>
                <c:pt idx="3713">
                  <c:v>0.55124261811023623</c:v>
                </c:pt>
                <c:pt idx="3714">
                  <c:v>0.55124261811023623</c:v>
                </c:pt>
                <c:pt idx="3715">
                  <c:v>0.55155019685039375</c:v>
                </c:pt>
                <c:pt idx="3716">
                  <c:v>0.55155019685039375</c:v>
                </c:pt>
                <c:pt idx="3717">
                  <c:v>0.55182701771653542</c:v>
                </c:pt>
                <c:pt idx="3718">
                  <c:v>0.55182701771653542</c:v>
                </c:pt>
                <c:pt idx="3719">
                  <c:v>0.55213459645669294</c:v>
                </c:pt>
                <c:pt idx="3720">
                  <c:v>0.55213459645669294</c:v>
                </c:pt>
                <c:pt idx="3721">
                  <c:v>0.55244217519685035</c:v>
                </c:pt>
                <c:pt idx="3722">
                  <c:v>0.55244217519685035</c:v>
                </c:pt>
                <c:pt idx="3723">
                  <c:v>0.55271899606299213</c:v>
                </c:pt>
                <c:pt idx="3724">
                  <c:v>0.55271899606299213</c:v>
                </c:pt>
                <c:pt idx="3725">
                  <c:v>0.55302657480314965</c:v>
                </c:pt>
                <c:pt idx="3726">
                  <c:v>0.55302657480314965</c:v>
                </c:pt>
                <c:pt idx="3727">
                  <c:v>0.55333415354330706</c:v>
                </c:pt>
                <c:pt idx="3728">
                  <c:v>0.55333415354330706</c:v>
                </c:pt>
                <c:pt idx="3729">
                  <c:v>0.55361097440944884</c:v>
                </c:pt>
                <c:pt idx="3730">
                  <c:v>0.55361097440944884</c:v>
                </c:pt>
                <c:pt idx="3731">
                  <c:v>0.55391855314960625</c:v>
                </c:pt>
                <c:pt idx="3732">
                  <c:v>0.55391855314960625</c:v>
                </c:pt>
                <c:pt idx="3733">
                  <c:v>0.55422613188976377</c:v>
                </c:pt>
                <c:pt idx="3734">
                  <c:v>0.55422613188976377</c:v>
                </c:pt>
                <c:pt idx="3735">
                  <c:v>0.55450295275590555</c:v>
                </c:pt>
                <c:pt idx="3736">
                  <c:v>0.55450295275590555</c:v>
                </c:pt>
                <c:pt idx="3737">
                  <c:v>0.55481053149606296</c:v>
                </c:pt>
                <c:pt idx="3738">
                  <c:v>0.55481053149606296</c:v>
                </c:pt>
                <c:pt idx="3739">
                  <c:v>0.55508735236220474</c:v>
                </c:pt>
                <c:pt idx="3740">
                  <c:v>0.55508735236220474</c:v>
                </c:pt>
                <c:pt idx="3741">
                  <c:v>0.55539493110236215</c:v>
                </c:pt>
                <c:pt idx="3742">
                  <c:v>0.55539493110236215</c:v>
                </c:pt>
                <c:pt idx="3743">
                  <c:v>0.55570250984251968</c:v>
                </c:pt>
                <c:pt idx="3744">
                  <c:v>0.55570250984251968</c:v>
                </c:pt>
                <c:pt idx="3745">
                  <c:v>0.55597933070866146</c:v>
                </c:pt>
                <c:pt idx="3746">
                  <c:v>0.55597933070866146</c:v>
                </c:pt>
                <c:pt idx="3747">
                  <c:v>0.55628690944881887</c:v>
                </c:pt>
                <c:pt idx="3748">
                  <c:v>0.55628690944881887</c:v>
                </c:pt>
                <c:pt idx="3749">
                  <c:v>0.55659448818897639</c:v>
                </c:pt>
                <c:pt idx="3750">
                  <c:v>0.55659448818897639</c:v>
                </c:pt>
                <c:pt idx="3751">
                  <c:v>0.55687130905511806</c:v>
                </c:pt>
                <c:pt idx="3752">
                  <c:v>0.55687130905511806</c:v>
                </c:pt>
                <c:pt idx="3753">
                  <c:v>0.55717888779527558</c:v>
                </c:pt>
                <c:pt idx="3754">
                  <c:v>0.55717888779527558</c:v>
                </c:pt>
                <c:pt idx="3755">
                  <c:v>0.5574864665354331</c:v>
                </c:pt>
                <c:pt idx="3756">
                  <c:v>0.5574864665354331</c:v>
                </c:pt>
                <c:pt idx="3757">
                  <c:v>0.55776328740157477</c:v>
                </c:pt>
                <c:pt idx="3758">
                  <c:v>0.55776328740157477</c:v>
                </c:pt>
                <c:pt idx="3759">
                  <c:v>0.55807086614173229</c:v>
                </c:pt>
                <c:pt idx="3760">
                  <c:v>0.55807086614173229</c:v>
                </c:pt>
                <c:pt idx="3761">
                  <c:v>0.55837844488188981</c:v>
                </c:pt>
                <c:pt idx="3762">
                  <c:v>0.55837844488188981</c:v>
                </c:pt>
                <c:pt idx="3763">
                  <c:v>0.55865526574803148</c:v>
                </c:pt>
                <c:pt idx="3764">
                  <c:v>0.55865526574803148</c:v>
                </c:pt>
                <c:pt idx="3765">
                  <c:v>0.558962844488189</c:v>
                </c:pt>
                <c:pt idx="3766">
                  <c:v>0.558962844488189</c:v>
                </c:pt>
                <c:pt idx="3767">
                  <c:v>0.55927042322834641</c:v>
                </c:pt>
                <c:pt idx="3768">
                  <c:v>0.55927042322834641</c:v>
                </c:pt>
                <c:pt idx="3769">
                  <c:v>0.55954724409448819</c:v>
                </c:pt>
                <c:pt idx="3770">
                  <c:v>0.55954724409448819</c:v>
                </c:pt>
                <c:pt idx="3771">
                  <c:v>0.55985482283464572</c:v>
                </c:pt>
                <c:pt idx="3772">
                  <c:v>0.55985482283464572</c:v>
                </c:pt>
                <c:pt idx="3773">
                  <c:v>0.56016240157480313</c:v>
                </c:pt>
                <c:pt idx="3774">
                  <c:v>0.56016240157480313</c:v>
                </c:pt>
                <c:pt idx="3775">
                  <c:v>0.56043922244094491</c:v>
                </c:pt>
                <c:pt idx="3776">
                  <c:v>0.56043922244094491</c:v>
                </c:pt>
                <c:pt idx="3777">
                  <c:v>0.56074680118110232</c:v>
                </c:pt>
                <c:pt idx="3778">
                  <c:v>0.56074680118110232</c:v>
                </c:pt>
                <c:pt idx="3779">
                  <c:v>0.56105437992125984</c:v>
                </c:pt>
                <c:pt idx="3780">
                  <c:v>0.56105437992125984</c:v>
                </c:pt>
                <c:pt idx="3781">
                  <c:v>0.56133120078740162</c:v>
                </c:pt>
                <c:pt idx="3782">
                  <c:v>0.56133120078740162</c:v>
                </c:pt>
                <c:pt idx="3783">
                  <c:v>0.56163877952755903</c:v>
                </c:pt>
                <c:pt idx="3784">
                  <c:v>0.56163877952755903</c:v>
                </c:pt>
                <c:pt idx="3785">
                  <c:v>0.56194635826771655</c:v>
                </c:pt>
                <c:pt idx="3786">
                  <c:v>0.56194635826771655</c:v>
                </c:pt>
                <c:pt idx="3787">
                  <c:v>0.56222317913385822</c:v>
                </c:pt>
                <c:pt idx="3788">
                  <c:v>0.56222317913385822</c:v>
                </c:pt>
                <c:pt idx="3789">
                  <c:v>0.56253075787401574</c:v>
                </c:pt>
                <c:pt idx="3790">
                  <c:v>0.56253075787401574</c:v>
                </c:pt>
                <c:pt idx="3791">
                  <c:v>0.56283833661417326</c:v>
                </c:pt>
                <c:pt idx="3792">
                  <c:v>0.56283833661417326</c:v>
                </c:pt>
                <c:pt idx="3793">
                  <c:v>0.56311515748031493</c:v>
                </c:pt>
                <c:pt idx="3794">
                  <c:v>0.56311515748031493</c:v>
                </c:pt>
                <c:pt idx="3795">
                  <c:v>0.56342273622047245</c:v>
                </c:pt>
                <c:pt idx="3796">
                  <c:v>0.56342273622047245</c:v>
                </c:pt>
                <c:pt idx="3797">
                  <c:v>0.56373031496062997</c:v>
                </c:pt>
                <c:pt idx="3798">
                  <c:v>0.56373031496062997</c:v>
                </c:pt>
                <c:pt idx="3799">
                  <c:v>0.56400713582677164</c:v>
                </c:pt>
                <c:pt idx="3800">
                  <c:v>0.56400713582677164</c:v>
                </c:pt>
                <c:pt idx="3801">
                  <c:v>0.56431471456692917</c:v>
                </c:pt>
                <c:pt idx="3802">
                  <c:v>0.56431471456692917</c:v>
                </c:pt>
                <c:pt idx="3803">
                  <c:v>0.56459153543307083</c:v>
                </c:pt>
                <c:pt idx="3804">
                  <c:v>0.56459153543307083</c:v>
                </c:pt>
                <c:pt idx="3805">
                  <c:v>0.56489911417322836</c:v>
                </c:pt>
                <c:pt idx="3806">
                  <c:v>0.56489911417322836</c:v>
                </c:pt>
                <c:pt idx="3807">
                  <c:v>0.56520669291338588</c:v>
                </c:pt>
                <c:pt idx="3808">
                  <c:v>0.56520669291338588</c:v>
                </c:pt>
                <c:pt idx="3809">
                  <c:v>0.56548351377952755</c:v>
                </c:pt>
                <c:pt idx="3810">
                  <c:v>0.56548351377952755</c:v>
                </c:pt>
                <c:pt idx="3811">
                  <c:v>0.56579109251968507</c:v>
                </c:pt>
                <c:pt idx="3812">
                  <c:v>0.56579109251968507</c:v>
                </c:pt>
                <c:pt idx="3813">
                  <c:v>0.56609867125984248</c:v>
                </c:pt>
                <c:pt idx="3814">
                  <c:v>0.56609867125984248</c:v>
                </c:pt>
                <c:pt idx="3815">
                  <c:v>0.56637549212598426</c:v>
                </c:pt>
                <c:pt idx="3816">
                  <c:v>0.56637549212598426</c:v>
                </c:pt>
                <c:pt idx="3817">
                  <c:v>0.56668307086614178</c:v>
                </c:pt>
                <c:pt idx="3818">
                  <c:v>0.56668307086614178</c:v>
                </c:pt>
                <c:pt idx="3819">
                  <c:v>0.56699064960629919</c:v>
                </c:pt>
                <c:pt idx="3820">
                  <c:v>0.56699064960629919</c:v>
                </c:pt>
                <c:pt idx="3821">
                  <c:v>0.56726747047244097</c:v>
                </c:pt>
                <c:pt idx="3822">
                  <c:v>0.56726747047244097</c:v>
                </c:pt>
                <c:pt idx="3823">
                  <c:v>0.56757504921259838</c:v>
                </c:pt>
                <c:pt idx="3824">
                  <c:v>0.56757504921259838</c:v>
                </c:pt>
                <c:pt idx="3825">
                  <c:v>0.5678826279527559</c:v>
                </c:pt>
                <c:pt idx="3826">
                  <c:v>0.5678826279527559</c:v>
                </c:pt>
                <c:pt idx="3827">
                  <c:v>0.56815944881889768</c:v>
                </c:pt>
                <c:pt idx="3828">
                  <c:v>0.56815944881889768</c:v>
                </c:pt>
                <c:pt idx="3829">
                  <c:v>0.56846702755905509</c:v>
                </c:pt>
                <c:pt idx="3830">
                  <c:v>0.56846702755905509</c:v>
                </c:pt>
                <c:pt idx="3831">
                  <c:v>0.56877460629921262</c:v>
                </c:pt>
                <c:pt idx="3832">
                  <c:v>0.56877460629921262</c:v>
                </c:pt>
                <c:pt idx="3833">
                  <c:v>0.56905142716535428</c:v>
                </c:pt>
                <c:pt idx="3834">
                  <c:v>0.56905142716535428</c:v>
                </c:pt>
                <c:pt idx="3835">
                  <c:v>0.56935900590551181</c:v>
                </c:pt>
                <c:pt idx="3836">
                  <c:v>0.56935900590551181</c:v>
                </c:pt>
                <c:pt idx="3837">
                  <c:v>0.56966658464566933</c:v>
                </c:pt>
                <c:pt idx="3838">
                  <c:v>0.56966658464566933</c:v>
                </c:pt>
                <c:pt idx="3839">
                  <c:v>0.569943405511811</c:v>
                </c:pt>
                <c:pt idx="3840">
                  <c:v>0.569943405511811</c:v>
                </c:pt>
                <c:pt idx="3841">
                  <c:v>0.57025098425196852</c:v>
                </c:pt>
                <c:pt idx="3842">
                  <c:v>0.57025098425196852</c:v>
                </c:pt>
                <c:pt idx="3843">
                  <c:v>0.57055856299212604</c:v>
                </c:pt>
                <c:pt idx="3844">
                  <c:v>0.57055856299212604</c:v>
                </c:pt>
                <c:pt idx="3845">
                  <c:v>0.57083538385826771</c:v>
                </c:pt>
                <c:pt idx="3846">
                  <c:v>0.57083538385826771</c:v>
                </c:pt>
                <c:pt idx="3847">
                  <c:v>0.57114296259842523</c:v>
                </c:pt>
                <c:pt idx="3848">
                  <c:v>0.57114296259842523</c:v>
                </c:pt>
                <c:pt idx="3849">
                  <c:v>0.57145054133858264</c:v>
                </c:pt>
                <c:pt idx="3850">
                  <c:v>0.57145054133858264</c:v>
                </c:pt>
                <c:pt idx="3851">
                  <c:v>0.57172736220472442</c:v>
                </c:pt>
                <c:pt idx="3852">
                  <c:v>0.57172736220472442</c:v>
                </c:pt>
                <c:pt idx="3853">
                  <c:v>0.57203494094488194</c:v>
                </c:pt>
                <c:pt idx="3854">
                  <c:v>0.57203494094488194</c:v>
                </c:pt>
                <c:pt idx="3855">
                  <c:v>0.57234251968503935</c:v>
                </c:pt>
                <c:pt idx="3856">
                  <c:v>0.57234251968503935</c:v>
                </c:pt>
                <c:pt idx="3857">
                  <c:v>0.57261934055118113</c:v>
                </c:pt>
                <c:pt idx="3858">
                  <c:v>0.57261934055118113</c:v>
                </c:pt>
                <c:pt idx="3859">
                  <c:v>0.57292691929133854</c:v>
                </c:pt>
                <c:pt idx="3860">
                  <c:v>0.57292691929133854</c:v>
                </c:pt>
                <c:pt idx="3861">
                  <c:v>0.57323449803149606</c:v>
                </c:pt>
                <c:pt idx="3862">
                  <c:v>0.57323449803149606</c:v>
                </c:pt>
                <c:pt idx="3863">
                  <c:v>0.57351131889763785</c:v>
                </c:pt>
                <c:pt idx="3864">
                  <c:v>0.57351131889763785</c:v>
                </c:pt>
                <c:pt idx="3865">
                  <c:v>0.57381889763779526</c:v>
                </c:pt>
                <c:pt idx="3866">
                  <c:v>0.57381889763779526</c:v>
                </c:pt>
                <c:pt idx="3867">
                  <c:v>0.57409571850393704</c:v>
                </c:pt>
                <c:pt idx="3868">
                  <c:v>0.57409571850393704</c:v>
                </c:pt>
                <c:pt idx="3869">
                  <c:v>0.57440329724409445</c:v>
                </c:pt>
                <c:pt idx="3870">
                  <c:v>0.57440329724409445</c:v>
                </c:pt>
                <c:pt idx="3871">
                  <c:v>0.57471087598425197</c:v>
                </c:pt>
                <c:pt idx="3872">
                  <c:v>0.57471087598425197</c:v>
                </c:pt>
                <c:pt idx="3873">
                  <c:v>0.57498769685039375</c:v>
                </c:pt>
                <c:pt idx="3874">
                  <c:v>0.57498769685039375</c:v>
                </c:pt>
                <c:pt idx="3875">
                  <c:v>0.57529527559055116</c:v>
                </c:pt>
                <c:pt idx="3876">
                  <c:v>0.57529527559055116</c:v>
                </c:pt>
                <c:pt idx="3877">
                  <c:v>0.57560285433070868</c:v>
                </c:pt>
                <c:pt idx="3878">
                  <c:v>0.57560285433070868</c:v>
                </c:pt>
                <c:pt idx="3879">
                  <c:v>0.57587967519685035</c:v>
                </c:pt>
                <c:pt idx="3880">
                  <c:v>0.57587967519685035</c:v>
                </c:pt>
                <c:pt idx="3881">
                  <c:v>0.57618725393700787</c:v>
                </c:pt>
                <c:pt idx="3882">
                  <c:v>0.57618725393700787</c:v>
                </c:pt>
                <c:pt idx="3883">
                  <c:v>0.57649483267716539</c:v>
                </c:pt>
                <c:pt idx="3884">
                  <c:v>0.57649483267716539</c:v>
                </c:pt>
                <c:pt idx="3885">
                  <c:v>0.57677165354330706</c:v>
                </c:pt>
                <c:pt idx="3886">
                  <c:v>0.57677165354330706</c:v>
                </c:pt>
                <c:pt idx="3887">
                  <c:v>0.57707923228346458</c:v>
                </c:pt>
                <c:pt idx="3888">
                  <c:v>0.57707923228346458</c:v>
                </c:pt>
                <c:pt idx="3889">
                  <c:v>0.57738681102362199</c:v>
                </c:pt>
                <c:pt idx="3890">
                  <c:v>0.57738681102362199</c:v>
                </c:pt>
                <c:pt idx="3891">
                  <c:v>0.57766363188976377</c:v>
                </c:pt>
                <c:pt idx="3892">
                  <c:v>0.57766363188976377</c:v>
                </c:pt>
                <c:pt idx="3893">
                  <c:v>0.57797121062992129</c:v>
                </c:pt>
                <c:pt idx="3894">
                  <c:v>0.57797121062992129</c:v>
                </c:pt>
                <c:pt idx="3895">
                  <c:v>0.57827878937007871</c:v>
                </c:pt>
                <c:pt idx="3896">
                  <c:v>0.57827878937007871</c:v>
                </c:pt>
                <c:pt idx="3897">
                  <c:v>0.57855561023622049</c:v>
                </c:pt>
                <c:pt idx="3898">
                  <c:v>0.57855561023622049</c:v>
                </c:pt>
                <c:pt idx="3899">
                  <c:v>0.57886318897637801</c:v>
                </c:pt>
                <c:pt idx="3900">
                  <c:v>0.57886318897637801</c:v>
                </c:pt>
                <c:pt idx="3901">
                  <c:v>0.57917076771653542</c:v>
                </c:pt>
                <c:pt idx="3902">
                  <c:v>0.57917076771653542</c:v>
                </c:pt>
                <c:pt idx="3903">
                  <c:v>0.5794475885826772</c:v>
                </c:pt>
                <c:pt idx="3904">
                  <c:v>0.5794475885826772</c:v>
                </c:pt>
                <c:pt idx="3905">
                  <c:v>0.57975516732283461</c:v>
                </c:pt>
                <c:pt idx="3906">
                  <c:v>0.57975516732283461</c:v>
                </c:pt>
                <c:pt idx="3907">
                  <c:v>0.58006274606299213</c:v>
                </c:pt>
                <c:pt idx="3908">
                  <c:v>0.58006274606299213</c:v>
                </c:pt>
                <c:pt idx="3909">
                  <c:v>0.58033956692913391</c:v>
                </c:pt>
                <c:pt idx="3910">
                  <c:v>0.58033956692913391</c:v>
                </c:pt>
                <c:pt idx="3911">
                  <c:v>0.58064714566929132</c:v>
                </c:pt>
                <c:pt idx="3912">
                  <c:v>0.58064714566929132</c:v>
                </c:pt>
                <c:pt idx="3913">
                  <c:v>0.58095472440944884</c:v>
                </c:pt>
                <c:pt idx="3914">
                  <c:v>0.58095472440944884</c:v>
                </c:pt>
                <c:pt idx="3915">
                  <c:v>0.58123154527559051</c:v>
                </c:pt>
                <c:pt idx="3916">
                  <c:v>0.58123154527559051</c:v>
                </c:pt>
                <c:pt idx="3917">
                  <c:v>0.58153912401574803</c:v>
                </c:pt>
                <c:pt idx="3918">
                  <c:v>0.58153912401574803</c:v>
                </c:pt>
                <c:pt idx="3919">
                  <c:v>0.58184670275590555</c:v>
                </c:pt>
                <c:pt idx="3920">
                  <c:v>0.58184670275590555</c:v>
                </c:pt>
                <c:pt idx="3921">
                  <c:v>0.58212352362204722</c:v>
                </c:pt>
                <c:pt idx="3922">
                  <c:v>0.58212352362204722</c:v>
                </c:pt>
                <c:pt idx="3923">
                  <c:v>0.58243110236220474</c:v>
                </c:pt>
                <c:pt idx="3924">
                  <c:v>0.58243110236220474</c:v>
                </c:pt>
                <c:pt idx="3925">
                  <c:v>0.58273868110236215</c:v>
                </c:pt>
                <c:pt idx="3926">
                  <c:v>0.58273868110236215</c:v>
                </c:pt>
                <c:pt idx="3927">
                  <c:v>0.58301550196850394</c:v>
                </c:pt>
                <c:pt idx="3928">
                  <c:v>0.58301550196850394</c:v>
                </c:pt>
                <c:pt idx="3929">
                  <c:v>0.58332308070866146</c:v>
                </c:pt>
                <c:pt idx="3930">
                  <c:v>0.58332308070866146</c:v>
                </c:pt>
                <c:pt idx="3931">
                  <c:v>0.58359990157480313</c:v>
                </c:pt>
                <c:pt idx="3932">
                  <c:v>0.58359990157480313</c:v>
                </c:pt>
                <c:pt idx="3933">
                  <c:v>0.58390748031496065</c:v>
                </c:pt>
                <c:pt idx="3934">
                  <c:v>0.58390748031496065</c:v>
                </c:pt>
                <c:pt idx="3935">
                  <c:v>0.58421505905511806</c:v>
                </c:pt>
                <c:pt idx="3936">
                  <c:v>0.58421505905511806</c:v>
                </c:pt>
                <c:pt idx="3937">
                  <c:v>0.58449187992125984</c:v>
                </c:pt>
                <c:pt idx="3938">
                  <c:v>0.58449187992125984</c:v>
                </c:pt>
                <c:pt idx="3939">
                  <c:v>0.58479945866141736</c:v>
                </c:pt>
                <c:pt idx="3940">
                  <c:v>0.58479945866141736</c:v>
                </c:pt>
                <c:pt idx="3941">
                  <c:v>0.58510703740157477</c:v>
                </c:pt>
                <c:pt idx="3942">
                  <c:v>0.58510703740157477</c:v>
                </c:pt>
                <c:pt idx="3943">
                  <c:v>0.58538385826771655</c:v>
                </c:pt>
                <c:pt idx="3944">
                  <c:v>0.58538385826771655</c:v>
                </c:pt>
                <c:pt idx="3945">
                  <c:v>0.58569143700787396</c:v>
                </c:pt>
                <c:pt idx="3946">
                  <c:v>0.58569143700787396</c:v>
                </c:pt>
                <c:pt idx="3947">
                  <c:v>0.58599901574803148</c:v>
                </c:pt>
                <c:pt idx="3948">
                  <c:v>0.58599901574803148</c:v>
                </c:pt>
                <c:pt idx="3949">
                  <c:v>0.58627583661417326</c:v>
                </c:pt>
                <c:pt idx="3950">
                  <c:v>0.58627583661417326</c:v>
                </c:pt>
                <c:pt idx="3951">
                  <c:v>0.58658341535433067</c:v>
                </c:pt>
                <c:pt idx="3952">
                  <c:v>0.58658341535433067</c:v>
                </c:pt>
                <c:pt idx="3953">
                  <c:v>0.58689099409448819</c:v>
                </c:pt>
                <c:pt idx="3954">
                  <c:v>0.58689099409448819</c:v>
                </c:pt>
                <c:pt idx="3955">
                  <c:v>0.58716781496062997</c:v>
                </c:pt>
                <c:pt idx="3956">
                  <c:v>0.58716781496062997</c:v>
                </c:pt>
                <c:pt idx="3957">
                  <c:v>0.58747539370078738</c:v>
                </c:pt>
                <c:pt idx="3958">
                  <c:v>0.58747539370078738</c:v>
                </c:pt>
                <c:pt idx="3959">
                  <c:v>0.58778297244094491</c:v>
                </c:pt>
                <c:pt idx="3960">
                  <c:v>0.58778297244094491</c:v>
                </c:pt>
                <c:pt idx="3961">
                  <c:v>0.58805979330708658</c:v>
                </c:pt>
                <c:pt idx="3962">
                  <c:v>0.58805979330708658</c:v>
                </c:pt>
                <c:pt idx="3963">
                  <c:v>0.5883673720472441</c:v>
                </c:pt>
                <c:pt idx="3964">
                  <c:v>0.5883673720472441</c:v>
                </c:pt>
                <c:pt idx="3965">
                  <c:v>0.58867495078740162</c:v>
                </c:pt>
                <c:pt idx="3966">
                  <c:v>0.58867495078740162</c:v>
                </c:pt>
                <c:pt idx="3967">
                  <c:v>0.58895177165354329</c:v>
                </c:pt>
                <c:pt idx="3968">
                  <c:v>0.58895177165354329</c:v>
                </c:pt>
                <c:pt idx="3969">
                  <c:v>0.58925935039370081</c:v>
                </c:pt>
                <c:pt idx="3970">
                  <c:v>0.58925935039370081</c:v>
                </c:pt>
                <c:pt idx="3971">
                  <c:v>0.58956692913385822</c:v>
                </c:pt>
                <c:pt idx="3972">
                  <c:v>0.58956692913385822</c:v>
                </c:pt>
                <c:pt idx="3973">
                  <c:v>0.58984375</c:v>
                </c:pt>
                <c:pt idx="3974">
                  <c:v>0.58984375</c:v>
                </c:pt>
                <c:pt idx="3975">
                  <c:v>0.59015132874015752</c:v>
                </c:pt>
                <c:pt idx="3976">
                  <c:v>0.59015132874015752</c:v>
                </c:pt>
                <c:pt idx="3977">
                  <c:v>0.59045890748031493</c:v>
                </c:pt>
                <c:pt idx="3978">
                  <c:v>0.59045890748031493</c:v>
                </c:pt>
                <c:pt idx="3979">
                  <c:v>0.59073572834645671</c:v>
                </c:pt>
                <c:pt idx="3980">
                  <c:v>0.59073572834645671</c:v>
                </c:pt>
                <c:pt idx="3981">
                  <c:v>0.59104330708661412</c:v>
                </c:pt>
                <c:pt idx="3982">
                  <c:v>0.59104330708661412</c:v>
                </c:pt>
                <c:pt idx="3983">
                  <c:v>0.59135088582677164</c:v>
                </c:pt>
                <c:pt idx="3984">
                  <c:v>0.59135088582677164</c:v>
                </c:pt>
                <c:pt idx="3985">
                  <c:v>0.59162770669291342</c:v>
                </c:pt>
                <c:pt idx="3986">
                  <c:v>0.59162770669291342</c:v>
                </c:pt>
                <c:pt idx="3987">
                  <c:v>0.59193528543307083</c:v>
                </c:pt>
                <c:pt idx="3988">
                  <c:v>0.59193528543307083</c:v>
                </c:pt>
                <c:pt idx="3989">
                  <c:v>0.59224286417322836</c:v>
                </c:pt>
                <c:pt idx="3990">
                  <c:v>0.59224286417322836</c:v>
                </c:pt>
                <c:pt idx="3991">
                  <c:v>0.59251968503937003</c:v>
                </c:pt>
                <c:pt idx="3992">
                  <c:v>0.59251968503937003</c:v>
                </c:pt>
                <c:pt idx="3993">
                  <c:v>0.59282726377952755</c:v>
                </c:pt>
                <c:pt idx="3994">
                  <c:v>0.59282726377952755</c:v>
                </c:pt>
                <c:pt idx="3995">
                  <c:v>0.59313484251968507</c:v>
                </c:pt>
                <c:pt idx="3996">
                  <c:v>0.59313484251968507</c:v>
                </c:pt>
              </c:numCache>
            </c:numRef>
          </c:xVal>
          <c:yVal>
            <c:numRef>
              <c:f>データ!$B$2:$B$3998</c:f>
              <c:numCache>
                <c:formatCode>General</c:formatCode>
                <c:ptCount val="3997"/>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0.9999996948242188</c:v>
                </c:pt>
                <c:pt idx="119">
                  <c:v>0.9999996948242188</c:v>
                </c:pt>
                <c:pt idx="120">
                  <c:v>0.9999996948242188</c:v>
                </c:pt>
                <c:pt idx="121">
                  <c:v>0.9999996948242188</c:v>
                </c:pt>
                <c:pt idx="122">
                  <c:v>0.9999996948242188</c:v>
                </c:pt>
                <c:pt idx="123">
                  <c:v>0.9999996948242188</c:v>
                </c:pt>
                <c:pt idx="124">
                  <c:v>0.9999996948242188</c:v>
                </c:pt>
                <c:pt idx="125">
                  <c:v>0.9999996948242188</c:v>
                </c:pt>
                <c:pt idx="126">
                  <c:v>0.9999996948242188</c:v>
                </c:pt>
                <c:pt idx="127">
                  <c:v>0.9999996948242188</c:v>
                </c:pt>
                <c:pt idx="128">
                  <c:v>0.9999996948242188</c:v>
                </c:pt>
                <c:pt idx="129">
                  <c:v>0.9999996948242188</c:v>
                </c:pt>
                <c:pt idx="130">
                  <c:v>0.9999996948242188</c:v>
                </c:pt>
                <c:pt idx="131">
                  <c:v>0.9999996948242188</c:v>
                </c:pt>
                <c:pt idx="132">
                  <c:v>0.9999996948242188</c:v>
                </c:pt>
                <c:pt idx="133">
                  <c:v>0.9999996948242188</c:v>
                </c:pt>
                <c:pt idx="134">
                  <c:v>0.9999996948242188</c:v>
                </c:pt>
                <c:pt idx="135">
                  <c:v>0.9999996948242188</c:v>
                </c:pt>
                <c:pt idx="136">
                  <c:v>0.9999996948242188</c:v>
                </c:pt>
                <c:pt idx="137">
                  <c:v>0.9999996948242188</c:v>
                </c:pt>
                <c:pt idx="138">
                  <c:v>0.9999996948242188</c:v>
                </c:pt>
                <c:pt idx="139">
                  <c:v>0.9999996948242188</c:v>
                </c:pt>
                <c:pt idx="140">
                  <c:v>0.9999996948242188</c:v>
                </c:pt>
                <c:pt idx="141">
                  <c:v>0.9999996948242188</c:v>
                </c:pt>
                <c:pt idx="142">
                  <c:v>0.9999996948242188</c:v>
                </c:pt>
                <c:pt idx="143">
                  <c:v>0.9999996948242188</c:v>
                </c:pt>
                <c:pt idx="144">
                  <c:v>0.9999996948242188</c:v>
                </c:pt>
                <c:pt idx="145">
                  <c:v>0.9999996948242188</c:v>
                </c:pt>
                <c:pt idx="146">
                  <c:v>0.9999996948242188</c:v>
                </c:pt>
                <c:pt idx="147">
                  <c:v>0.9999996948242188</c:v>
                </c:pt>
                <c:pt idx="148">
                  <c:v>0.9999996948242188</c:v>
                </c:pt>
                <c:pt idx="149">
                  <c:v>0.9999996948242188</c:v>
                </c:pt>
                <c:pt idx="150">
                  <c:v>0.9999996948242188</c:v>
                </c:pt>
                <c:pt idx="151">
                  <c:v>0.9999996948242188</c:v>
                </c:pt>
                <c:pt idx="152">
                  <c:v>0.9999996948242188</c:v>
                </c:pt>
                <c:pt idx="153">
                  <c:v>0.9999996948242188</c:v>
                </c:pt>
                <c:pt idx="154">
                  <c:v>0.9999996948242188</c:v>
                </c:pt>
                <c:pt idx="155">
                  <c:v>0.9999996948242188</c:v>
                </c:pt>
                <c:pt idx="156">
                  <c:v>0.9999996948242188</c:v>
                </c:pt>
                <c:pt idx="157">
                  <c:v>0.9999996948242188</c:v>
                </c:pt>
                <c:pt idx="158">
                  <c:v>0.9999993896484376</c:v>
                </c:pt>
                <c:pt idx="159">
                  <c:v>0.9999993896484376</c:v>
                </c:pt>
                <c:pt idx="160">
                  <c:v>0.9999993896484376</c:v>
                </c:pt>
                <c:pt idx="161">
                  <c:v>0.9999993896484376</c:v>
                </c:pt>
                <c:pt idx="162">
                  <c:v>0.9999993896484376</c:v>
                </c:pt>
                <c:pt idx="163">
                  <c:v>0.9999993896484376</c:v>
                </c:pt>
                <c:pt idx="164">
                  <c:v>0.9999993896484376</c:v>
                </c:pt>
                <c:pt idx="165">
                  <c:v>0.9999993896484376</c:v>
                </c:pt>
                <c:pt idx="166">
                  <c:v>0.9999993896484376</c:v>
                </c:pt>
                <c:pt idx="167">
                  <c:v>0.9999993896484376</c:v>
                </c:pt>
                <c:pt idx="168">
                  <c:v>0.9999993896484376</c:v>
                </c:pt>
                <c:pt idx="169">
                  <c:v>0.9999993896484376</c:v>
                </c:pt>
                <c:pt idx="170">
                  <c:v>0.9999993896484376</c:v>
                </c:pt>
                <c:pt idx="171">
                  <c:v>0.9999993896484376</c:v>
                </c:pt>
                <c:pt idx="172">
                  <c:v>0.9999990844726564</c:v>
                </c:pt>
                <c:pt idx="173">
                  <c:v>0.9999990844726564</c:v>
                </c:pt>
                <c:pt idx="174">
                  <c:v>0.9999990844726564</c:v>
                </c:pt>
                <c:pt idx="175">
                  <c:v>0.9999990844726564</c:v>
                </c:pt>
                <c:pt idx="176">
                  <c:v>0.9999990844726564</c:v>
                </c:pt>
                <c:pt idx="177">
                  <c:v>0.9999990844726564</c:v>
                </c:pt>
                <c:pt idx="178">
                  <c:v>0.9999990844726564</c:v>
                </c:pt>
                <c:pt idx="179">
                  <c:v>0.9999990844726564</c:v>
                </c:pt>
                <c:pt idx="180">
                  <c:v>0.99999877929687497</c:v>
                </c:pt>
                <c:pt idx="181">
                  <c:v>0.99999877929687497</c:v>
                </c:pt>
                <c:pt idx="182">
                  <c:v>0.99999877929687497</c:v>
                </c:pt>
                <c:pt idx="183">
                  <c:v>0.99999877929687497</c:v>
                </c:pt>
                <c:pt idx="184">
                  <c:v>0.99999877929687497</c:v>
                </c:pt>
                <c:pt idx="185">
                  <c:v>0.99999877929687497</c:v>
                </c:pt>
                <c:pt idx="186">
                  <c:v>0.99999877929687497</c:v>
                </c:pt>
                <c:pt idx="187">
                  <c:v>0.99999877929687497</c:v>
                </c:pt>
                <c:pt idx="188">
                  <c:v>0.99999877929687497</c:v>
                </c:pt>
                <c:pt idx="189">
                  <c:v>0.99999877929687497</c:v>
                </c:pt>
                <c:pt idx="190">
                  <c:v>0.99999877929687497</c:v>
                </c:pt>
                <c:pt idx="191">
                  <c:v>0.99999877929687497</c:v>
                </c:pt>
                <c:pt idx="192">
                  <c:v>0.99999877929687497</c:v>
                </c:pt>
                <c:pt idx="193">
                  <c:v>0.99999877929687497</c:v>
                </c:pt>
                <c:pt idx="194">
                  <c:v>0.99999877929687497</c:v>
                </c:pt>
                <c:pt idx="195">
                  <c:v>0.99999877929687497</c:v>
                </c:pt>
                <c:pt idx="196">
                  <c:v>0.99999877929687497</c:v>
                </c:pt>
                <c:pt idx="197">
                  <c:v>0.99999877929687497</c:v>
                </c:pt>
                <c:pt idx="198">
                  <c:v>0.99999877929687497</c:v>
                </c:pt>
                <c:pt idx="199">
                  <c:v>0.99999877929687497</c:v>
                </c:pt>
                <c:pt idx="200">
                  <c:v>0.99999877929687497</c:v>
                </c:pt>
                <c:pt idx="201">
                  <c:v>0.99999877929687497</c:v>
                </c:pt>
                <c:pt idx="202">
                  <c:v>0.99999877929687497</c:v>
                </c:pt>
                <c:pt idx="203">
                  <c:v>0.99999877929687497</c:v>
                </c:pt>
                <c:pt idx="204">
                  <c:v>0.99999877929687497</c:v>
                </c:pt>
                <c:pt idx="205">
                  <c:v>0.99999877929687497</c:v>
                </c:pt>
                <c:pt idx="206">
                  <c:v>0.99999877929687497</c:v>
                </c:pt>
                <c:pt idx="207">
                  <c:v>0.99999877929687497</c:v>
                </c:pt>
                <c:pt idx="208">
                  <c:v>0.99999877929687497</c:v>
                </c:pt>
                <c:pt idx="209">
                  <c:v>0.99999877929687497</c:v>
                </c:pt>
                <c:pt idx="210">
                  <c:v>0.99999877929687497</c:v>
                </c:pt>
                <c:pt idx="211">
                  <c:v>0.99999877929687497</c:v>
                </c:pt>
                <c:pt idx="212">
                  <c:v>0.99999877929687497</c:v>
                </c:pt>
                <c:pt idx="213">
                  <c:v>0.99999877929687497</c:v>
                </c:pt>
                <c:pt idx="214">
                  <c:v>0.99999847412109377</c:v>
                </c:pt>
                <c:pt idx="215">
                  <c:v>0.99999847412109377</c:v>
                </c:pt>
                <c:pt idx="216">
                  <c:v>0.99999816894531235</c:v>
                </c:pt>
                <c:pt idx="217">
                  <c:v>0.99999816894531235</c:v>
                </c:pt>
                <c:pt idx="218">
                  <c:v>0.99999816894531235</c:v>
                </c:pt>
                <c:pt idx="219">
                  <c:v>0.99999816894531235</c:v>
                </c:pt>
                <c:pt idx="220">
                  <c:v>0.99999816894531235</c:v>
                </c:pt>
                <c:pt idx="221">
                  <c:v>0.99999816894531235</c:v>
                </c:pt>
                <c:pt idx="222">
                  <c:v>0.99999816894531235</c:v>
                </c:pt>
                <c:pt idx="223">
                  <c:v>0.99999816894531235</c:v>
                </c:pt>
                <c:pt idx="224">
                  <c:v>0.99999816894531235</c:v>
                </c:pt>
                <c:pt idx="225">
                  <c:v>0.99999816894531235</c:v>
                </c:pt>
                <c:pt idx="226">
                  <c:v>0.99999816894531235</c:v>
                </c:pt>
                <c:pt idx="227">
                  <c:v>0.99999816894531235</c:v>
                </c:pt>
                <c:pt idx="228">
                  <c:v>0.99999816894531235</c:v>
                </c:pt>
                <c:pt idx="229">
                  <c:v>0.99999816894531235</c:v>
                </c:pt>
                <c:pt idx="230">
                  <c:v>0.99999816894531235</c:v>
                </c:pt>
                <c:pt idx="231">
                  <c:v>0.99999816894531235</c:v>
                </c:pt>
                <c:pt idx="232">
                  <c:v>0.99999816894531235</c:v>
                </c:pt>
                <c:pt idx="233">
                  <c:v>0.99999816894531235</c:v>
                </c:pt>
                <c:pt idx="234">
                  <c:v>0.99999816894531235</c:v>
                </c:pt>
                <c:pt idx="235">
                  <c:v>0.99999816894531235</c:v>
                </c:pt>
                <c:pt idx="236">
                  <c:v>0.99999816894531235</c:v>
                </c:pt>
                <c:pt idx="237">
                  <c:v>0.99999816894531235</c:v>
                </c:pt>
                <c:pt idx="238">
                  <c:v>0.99999816894531235</c:v>
                </c:pt>
                <c:pt idx="239">
                  <c:v>0.99999816894531235</c:v>
                </c:pt>
                <c:pt idx="240">
                  <c:v>0.99999786376953115</c:v>
                </c:pt>
                <c:pt idx="241">
                  <c:v>0.99999786376953115</c:v>
                </c:pt>
                <c:pt idx="242">
                  <c:v>0.99999755859374995</c:v>
                </c:pt>
                <c:pt idx="243">
                  <c:v>0.99999755859374995</c:v>
                </c:pt>
                <c:pt idx="244">
                  <c:v>0.99999755859374995</c:v>
                </c:pt>
                <c:pt idx="245">
                  <c:v>0.99999755859374995</c:v>
                </c:pt>
                <c:pt idx="246">
                  <c:v>0.99999755859374995</c:v>
                </c:pt>
                <c:pt idx="247">
                  <c:v>0.99999755859374995</c:v>
                </c:pt>
                <c:pt idx="248">
                  <c:v>0.99999755859374995</c:v>
                </c:pt>
                <c:pt idx="249">
                  <c:v>0.99999755859374995</c:v>
                </c:pt>
                <c:pt idx="250">
                  <c:v>0.99999755859374995</c:v>
                </c:pt>
                <c:pt idx="251">
                  <c:v>0.99999755859374995</c:v>
                </c:pt>
                <c:pt idx="252">
                  <c:v>0.99999755859374995</c:v>
                </c:pt>
                <c:pt idx="253">
                  <c:v>0.99999755859374995</c:v>
                </c:pt>
                <c:pt idx="254">
                  <c:v>0.99999755859374995</c:v>
                </c:pt>
                <c:pt idx="255">
                  <c:v>0.99999755859374995</c:v>
                </c:pt>
                <c:pt idx="256">
                  <c:v>0.99999725341796875</c:v>
                </c:pt>
                <c:pt idx="257">
                  <c:v>0.99999725341796875</c:v>
                </c:pt>
                <c:pt idx="258">
                  <c:v>0.99999725341796875</c:v>
                </c:pt>
                <c:pt idx="259">
                  <c:v>0.99999725341796875</c:v>
                </c:pt>
                <c:pt idx="260">
                  <c:v>0.99999725341796875</c:v>
                </c:pt>
                <c:pt idx="261">
                  <c:v>0.99999725341796875</c:v>
                </c:pt>
                <c:pt idx="262">
                  <c:v>0.99999725341796875</c:v>
                </c:pt>
                <c:pt idx="263">
                  <c:v>0.99999725341796875</c:v>
                </c:pt>
                <c:pt idx="264">
                  <c:v>0.99999725341796875</c:v>
                </c:pt>
                <c:pt idx="265">
                  <c:v>0.99999725341796875</c:v>
                </c:pt>
                <c:pt idx="266">
                  <c:v>0.99999694824218766</c:v>
                </c:pt>
                <c:pt idx="267">
                  <c:v>0.99999694824218766</c:v>
                </c:pt>
                <c:pt idx="268">
                  <c:v>0.99999664306640623</c:v>
                </c:pt>
                <c:pt idx="269">
                  <c:v>0.99999664306640623</c:v>
                </c:pt>
                <c:pt idx="270">
                  <c:v>0.99999633789062503</c:v>
                </c:pt>
                <c:pt idx="271">
                  <c:v>0.99999633789062503</c:v>
                </c:pt>
                <c:pt idx="272">
                  <c:v>0.99999603271484361</c:v>
                </c:pt>
                <c:pt idx="273">
                  <c:v>0.99999603271484361</c:v>
                </c:pt>
                <c:pt idx="274">
                  <c:v>0.99999603271484361</c:v>
                </c:pt>
                <c:pt idx="275">
                  <c:v>0.99999603271484361</c:v>
                </c:pt>
                <c:pt idx="276">
                  <c:v>0.99999603271484361</c:v>
                </c:pt>
                <c:pt idx="277">
                  <c:v>0.99999603271484361</c:v>
                </c:pt>
                <c:pt idx="278">
                  <c:v>0.99999603271484361</c:v>
                </c:pt>
                <c:pt idx="279">
                  <c:v>0.99999603271484361</c:v>
                </c:pt>
                <c:pt idx="280">
                  <c:v>0.99999603271484361</c:v>
                </c:pt>
                <c:pt idx="281">
                  <c:v>0.99999603271484361</c:v>
                </c:pt>
                <c:pt idx="282">
                  <c:v>0.99999603271484361</c:v>
                </c:pt>
                <c:pt idx="283">
                  <c:v>0.99999603271484361</c:v>
                </c:pt>
                <c:pt idx="284">
                  <c:v>0.99999572753906241</c:v>
                </c:pt>
                <c:pt idx="285">
                  <c:v>0.99999572753906241</c:v>
                </c:pt>
                <c:pt idx="286">
                  <c:v>0.99999572753906241</c:v>
                </c:pt>
                <c:pt idx="287">
                  <c:v>0.99999572753906241</c:v>
                </c:pt>
                <c:pt idx="288">
                  <c:v>0.99999542236328121</c:v>
                </c:pt>
                <c:pt idx="289">
                  <c:v>0.99999542236328121</c:v>
                </c:pt>
                <c:pt idx="290">
                  <c:v>0.99999542236328121</c:v>
                </c:pt>
                <c:pt idx="291">
                  <c:v>0.99999542236328121</c:v>
                </c:pt>
                <c:pt idx="292">
                  <c:v>0.9999951171875</c:v>
                </c:pt>
                <c:pt idx="293">
                  <c:v>0.9999951171875</c:v>
                </c:pt>
                <c:pt idx="294">
                  <c:v>0.9999945068359376</c:v>
                </c:pt>
                <c:pt idx="295">
                  <c:v>0.9999945068359376</c:v>
                </c:pt>
                <c:pt idx="296">
                  <c:v>0.99999389648437498</c:v>
                </c:pt>
                <c:pt idx="297">
                  <c:v>0.99999389648437498</c:v>
                </c:pt>
                <c:pt idx="298">
                  <c:v>0.99999389648437498</c:v>
                </c:pt>
                <c:pt idx="299">
                  <c:v>0.99999389648437498</c:v>
                </c:pt>
                <c:pt idx="300">
                  <c:v>0.99999389648437498</c:v>
                </c:pt>
                <c:pt idx="301">
                  <c:v>0.99999389648437498</c:v>
                </c:pt>
                <c:pt idx="302">
                  <c:v>0.99999328613281235</c:v>
                </c:pt>
                <c:pt idx="303">
                  <c:v>0.99999328613281235</c:v>
                </c:pt>
                <c:pt idx="304">
                  <c:v>0.99999267578124995</c:v>
                </c:pt>
                <c:pt idx="305">
                  <c:v>0.99999267578124995</c:v>
                </c:pt>
                <c:pt idx="306">
                  <c:v>0.99999267578124995</c:v>
                </c:pt>
                <c:pt idx="307">
                  <c:v>0.99999267578124995</c:v>
                </c:pt>
                <c:pt idx="308">
                  <c:v>0.99999237060546875</c:v>
                </c:pt>
                <c:pt idx="309">
                  <c:v>0.99999237060546875</c:v>
                </c:pt>
                <c:pt idx="310">
                  <c:v>0.99999237060546875</c:v>
                </c:pt>
                <c:pt idx="311">
                  <c:v>0.99999237060546875</c:v>
                </c:pt>
                <c:pt idx="312">
                  <c:v>0.99999206542968755</c:v>
                </c:pt>
                <c:pt idx="313">
                  <c:v>0.99999206542968755</c:v>
                </c:pt>
                <c:pt idx="314">
                  <c:v>0.99999206542968755</c:v>
                </c:pt>
                <c:pt idx="315">
                  <c:v>0.99999206542968755</c:v>
                </c:pt>
                <c:pt idx="316">
                  <c:v>0.99999145507812504</c:v>
                </c:pt>
                <c:pt idx="317">
                  <c:v>0.99999145507812504</c:v>
                </c:pt>
                <c:pt idx="318">
                  <c:v>0.99999145507812504</c:v>
                </c:pt>
                <c:pt idx="319">
                  <c:v>0.99999145507812504</c:v>
                </c:pt>
                <c:pt idx="320">
                  <c:v>0.99999114990234361</c:v>
                </c:pt>
                <c:pt idx="321">
                  <c:v>0.99999114990234361</c:v>
                </c:pt>
                <c:pt idx="322">
                  <c:v>0.99999053955078121</c:v>
                </c:pt>
                <c:pt idx="323">
                  <c:v>0.99999053955078121</c:v>
                </c:pt>
                <c:pt idx="324">
                  <c:v>0.99999053955078121</c:v>
                </c:pt>
                <c:pt idx="325">
                  <c:v>0.99999053955078121</c:v>
                </c:pt>
                <c:pt idx="326">
                  <c:v>0.99999053955078121</c:v>
                </c:pt>
                <c:pt idx="327">
                  <c:v>0.99999053955078121</c:v>
                </c:pt>
                <c:pt idx="328">
                  <c:v>0.99999053955078121</c:v>
                </c:pt>
                <c:pt idx="329">
                  <c:v>0.99999053955078121</c:v>
                </c:pt>
                <c:pt idx="330">
                  <c:v>0.99999053955078121</c:v>
                </c:pt>
                <c:pt idx="331">
                  <c:v>0.99999053955078121</c:v>
                </c:pt>
                <c:pt idx="332">
                  <c:v>0.99999053955078121</c:v>
                </c:pt>
                <c:pt idx="333">
                  <c:v>0.99999053955078121</c:v>
                </c:pt>
                <c:pt idx="334">
                  <c:v>0.99999053955078121</c:v>
                </c:pt>
                <c:pt idx="335">
                  <c:v>0.99999053955078121</c:v>
                </c:pt>
                <c:pt idx="336">
                  <c:v>0.99999053955078121</c:v>
                </c:pt>
                <c:pt idx="337">
                  <c:v>0.99999053955078121</c:v>
                </c:pt>
                <c:pt idx="338">
                  <c:v>0.99998992919921881</c:v>
                </c:pt>
                <c:pt idx="339">
                  <c:v>0.99998992919921881</c:v>
                </c:pt>
                <c:pt idx="340">
                  <c:v>0.99998962402343761</c:v>
                </c:pt>
                <c:pt idx="341">
                  <c:v>0.99998962402343761</c:v>
                </c:pt>
                <c:pt idx="342">
                  <c:v>0.99998962402343761</c:v>
                </c:pt>
                <c:pt idx="343">
                  <c:v>0.99998962402343761</c:v>
                </c:pt>
                <c:pt idx="344">
                  <c:v>0.99998870849609378</c:v>
                </c:pt>
                <c:pt idx="345">
                  <c:v>0.99998870849609378</c:v>
                </c:pt>
                <c:pt idx="346">
                  <c:v>0.99998809814453116</c:v>
                </c:pt>
                <c:pt idx="347">
                  <c:v>0.99998809814453116</c:v>
                </c:pt>
                <c:pt idx="348">
                  <c:v>0.99998779296874996</c:v>
                </c:pt>
                <c:pt idx="349">
                  <c:v>0.99998779296874996</c:v>
                </c:pt>
                <c:pt idx="350">
                  <c:v>0.99998748779296875</c:v>
                </c:pt>
                <c:pt idx="351">
                  <c:v>0.99998748779296875</c:v>
                </c:pt>
                <c:pt idx="352">
                  <c:v>0.99998748779296875</c:v>
                </c:pt>
                <c:pt idx="353">
                  <c:v>0.99998748779296875</c:v>
                </c:pt>
                <c:pt idx="354">
                  <c:v>0.99998687744140624</c:v>
                </c:pt>
                <c:pt idx="355">
                  <c:v>0.99998687744140624</c:v>
                </c:pt>
                <c:pt idx="356">
                  <c:v>0.99998687744140624</c:v>
                </c:pt>
                <c:pt idx="357">
                  <c:v>0.99998687744140624</c:v>
                </c:pt>
                <c:pt idx="358">
                  <c:v>0.99998626708984362</c:v>
                </c:pt>
                <c:pt idx="359">
                  <c:v>0.99998626708984362</c:v>
                </c:pt>
                <c:pt idx="360">
                  <c:v>0.99998626708984362</c:v>
                </c:pt>
                <c:pt idx="361">
                  <c:v>0.99998626708984362</c:v>
                </c:pt>
                <c:pt idx="362">
                  <c:v>0.99998626708984362</c:v>
                </c:pt>
                <c:pt idx="363">
                  <c:v>0.99998626708984362</c:v>
                </c:pt>
                <c:pt idx="364">
                  <c:v>0.99998565673828121</c:v>
                </c:pt>
                <c:pt idx="365">
                  <c:v>0.99998565673828121</c:v>
                </c:pt>
                <c:pt idx="366">
                  <c:v>0.99998535156250001</c:v>
                </c:pt>
                <c:pt idx="367">
                  <c:v>0.99998535156250001</c:v>
                </c:pt>
                <c:pt idx="368">
                  <c:v>0.99998535156250001</c:v>
                </c:pt>
                <c:pt idx="369">
                  <c:v>0.99998535156250001</c:v>
                </c:pt>
                <c:pt idx="370">
                  <c:v>0.99998504638671881</c:v>
                </c:pt>
                <c:pt idx="371">
                  <c:v>0.99998504638671881</c:v>
                </c:pt>
                <c:pt idx="372">
                  <c:v>0.99998504638671881</c:v>
                </c:pt>
                <c:pt idx="373">
                  <c:v>0.99998504638671881</c:v>
                </c:pt>
                <c:pt idx="374">
                  <c:v>0.99998474121093761</c:v>
                </c:pt>
                <c:pt idx="375">
                  <c:v>0.99998474121093761</c:v>
                </c:pt>
                <c:pt idx="376">
                  <c:v>0.99998413085937499</c:v>
                </c:pt>
                <c:pt idx="377">
                  <c:v>0.99998413085937499</c:v>
                </c:pt>
                <c:pt idx="378">
                  <c:v>0.99998382568359379</c:v>
                </c:pt>
                <c:pt idx="379">
                  <c:v>0.99998382568359379</c:v>
                </c:pt>
                <c:pt idx="380">
                  <c:v>0.99998260498046876</c:v>
                </c:pt>
                <c:pt idx="381">
                  <c:v>0.99998260498046876</c:v>
                </c:pt>
                <c:pt idx="382">
                  <c:v>0.99998260498046876</c:v>
                </c:pt>
                <c:pt idx="383">
                  <c:v>0.99998260498046876</c:v>
                </c:pt>
                <c:pt idx="384">
                  <c:v>0.99998260498046876</c:v>
                </c:pt>
                <c:pt idx="385">
                  <c:v>0.99998260498046876</c:v>
                </c:pt>
                <c:pt idx="386">
                  <c:v>0.99998260498046876</c:v>
                </c:pt>
                <c:pt idx="387">
                  <c:v>0.99998260498046876</c:v>
                </c:pt>
                <c:pt idx="388">
                  <c:v>0.99998260498046876</c:v>
                </c:pt>
                <c:pt idx="389">
                  <c:v>0.99998260498046876</c:v>
                </c:pt>
                <c:pt idx="390">
                  <c:v>0.99998229980468745</c:v>
                </c:pt>
                <c:pt idx="391">
                  <c:v>0.99998229980468745</c:v>
                </c:pt>
                <c:pt idx="392">
                  <c:v>0.99998138427734362</c:v>
                </c:pt>
                <c:pt idx="393">
                  <c:v>0.99998138427734362</c:v>
                </c:pt>
                <c:pt idx="394">
                  <c:v>0.99998046875000002</c:v>
                </c:pt>
                <c:pt idx="395">
                  <c:v>0.99998046875000002</c:v>
                </c:pt>
                <c:pt idx="396">
                  <c:v>0.99997985839843762</c:v>
                </c:pt>
                <c:pt idx="397">
                  <c:v>0.99997985839843762</c:v>
                </c:pt>
                <c:pt idx="398">
                  <c:v>0.99997924804687499</c:v>
                </c:pt>
                <c:pt idx="399">
                  <c:v>0.99997924804687499</c:v>
                </c:pt>
                <c:pt idx="400">
                  <c:v>0.99997894287109379</c:v>
                </c:pt>
                <c:pt idx="401">
                  <c:v>0.99997894287109379</c:v>
                </c:pt>
                <c:pt idx="402">
                  <c:v>0.99997863769531237</c:v>
                </c:pt>
                <c:pt idx="403">
                  <c:v>0.99997863769531237</c:v>
                </c:pt>
                <c:pt idx="404">
                  <c:v>0.99997772216796876</c:v>
                </c:pt>
                <c:pt idx="405">
                  <c:v>0.99997772216796876</c:v>
                </c:pt>
                <c:pt idx="406">
                  <c:v>0.99997741699218756</c:v>
                </c:pt>
                <c:pt idx="407">
                  <c:v>0.99997741699218756</c:v>
                </c:pt>
                <c:pt idx="408">
                  <c:v>0.99997711181640625</c:v>
                </c:pt>
                <c:pt idx="409">
                  <c:v>0.99997711181640625</c:v>
                </c:pt>
                <c:pt idx="410">
                  <c:v>0.99997680664062505</c:v>
                </c:pt>
                <c:pt idx="411">
                  <c:v>0.99997680664062505</c:v>
                </c:pt>
                <c:pt idx="412">
                  <c:v>0.99997619628906242</c:v>
                </c:pt>
                <c:pt idx="413">
                  <c:v>0.99997619628906242</c:v>
                </c:pt>
                <c:pt idx="414">
                  <c:v>0.99997589111328122</c:v>
                </c:pt>
                <c:pt idx="415">
                  <c:v>0.99997589111328122</c:v>
                </c:pt>
                <c:pt idx="416">
                  <c:v>0.99997589111328122</c:v>
                </c:pt>
                <c:pt idx="417">
                  <c:v>0.99997589111328122</c:v>
                </c:pt>
                <c:pt idx="418">
                  <c:v>0.99997558593750002</c:v>
                </c:pt>
                <c:pt idx="419">
                  <c:v>0.99997558593750002</c:v>
                </c:pt>
                <c:pt idx="420">
                  <c:v>0.99997558593750002</c:v>
                </c:pt>
                <c:pt idx="421">
                  <c:v>0.99997558593750002</c:v>
                </c:pt>
                <c:pt idx="422">
                  <c:v>0.99997558593750002</c:v>
                </c:pt>
                <c:pt idx="423">
                  <c:v>0.99997558593750002</c:v>
                </c:pt>
                <c:pt idx="424">
                  <c:v>0.99997497558593762</c:v>
                </c:pt>
                <c:pt idx="425">
                  <c:v>0.99997497558593762</c:v>
                </c:pt>
                <c:pt idx="426">
                  <c:v>0.999974365234375</c:v>
                </c:pt>
                <c:pt idx="427">
                  <c:v>0.999974365234375</c:v>
                </c:pt>
                <c:pt idx="428">
                  <c:v>0.999974365234375</c:v>
                </c:pt>
                <c:pt idx="429">
                  <c:v>0.999974365234375</c:v>
                </c:pt>
                <c:pt idx="430">
                  <c:v>0.99997283935546877</c:v>
                </c:pt>
                <c:pt idx="431">
                  <c:v>0.99997283935546877</c:v>
                </c:pt>
                <c:pt idx="432">
                  <c:v>0.99997192382812505</c:v>
                </c:pt>
                <c:pt idx="433">
                  <c:v>0.99997192382812505</c:v>
                </c:pt>
                <c:pt idx="434">
                  <c:v>0.99997192382812505</c:v>
                </c:pt>
                <c:pt idx="435">
                  <c:v>0.99997192382812505</c:v>
                </c:pt>
                <c:pt idx="436">
                  <c:v>0.99997100830078123</c:v>
                </c:pt>
                <c:pt idx="437">
                  <c:v>0.99997100830078123</c:v>
                </c:pt>
                <c:pt idx="438">
                  <c:v>0.99997039794921883</c:v>
                </c:pt>
                <c:pt idx="439">
                  <c:v>0.99997039794921883</c:v>
                </c:pt>
                <c:pt idx="440">
                  <c:v>0.99997009277343762</c:v>
                </c:pt>
                <c:pt idx="441">
                  <c:v>0.99997009277343762</c:v>
                </c:pt>
                <c:pt idx="442">
                  <c:v>0.9999697875976562</c:v>
                </c:pt>
                <c:pt idx="443">
                  <c:v>0.9999697875976562</c:v>
                </c:pt>
                <c:pt idx="444">
                  <c:v>0.999969482421875</c:v>
                </c:pt>
                <c:pt idx="445">
                  <c:v>0.999969482421875</c:v>
                </c:pt>
                <c:pt idx="446">
                  <c:v>0.9999691772460938</c:v>
                </c:pt>
                <c:pt idx="447">
                  <c:v>0.9999691772460938</c:v>
                </c:pt>
                <c:pt idx="448">
                  <c:v>0.99996887207031238</c:v>
                </c:pt>
                <c:pt idx="449">
                  <c:v>0.99996887207031238</c:v>
                </c:pt>
                <c:pt idx="450">
                  <c:v>0.99996887207031238</c:v>
                </c:pt>
                <c:pt idx="451">
                  <c:v>0.99996887207031238</c:v>
                </c:pt>
                <c:pt idx="452">
                  <c:v>0.99996795654296877</c:v>
                </c:pt>
                <c:pt idx="453">
                  <c:v>0.99996795654296877</c:v>
                </c:pt>
                <c:pt idx="454">
                  <c:v>0.99996704101562495</c:v>
                </c:pt>
                <c:pt idx="455">
                  <c:v>0.99996704101562495</c:v>
                </c:pt>
                <c:pt idx="456">
                  <c:v>0.99996582031250003</c:v>
                </c:pt>
                <c:pt idx="457">
                  <c:v>0.99996582031250003</c:v>
                </c:pt>
                <c:pt idx="458">
                  <c:v>0.999964599609375</c:v>
                </c:pt>
                <c:pt idx="459">
                  <c:v>0.999964599609375</c:v>
                </c:pt>
                <c:pt idx="460">
                  <c:v>0.99996368408203118</c:v>
                </c:pt>
                <c:pt idx="461">
                  <c:v>0.99996368408203118</c:v>
                </c:pt>
                <c:pt idx="462">
                  <c:v>0.99996337890624998</c:v>
                </c:pt>
                <c:pt idx="463">
                  <c:v>0.99996337890624998</c:v>
                </c:pt>
                <c:pt idx="464">
                  <c:v>0.99996307373046878</c:v>
                </c:pt>
                <c:pt idx="465">
                  <c:v>0.99996307373046878</c:v>
                </c:pt>
                <c:pt idx="466">
                  <c:v>0.99996215820312495</c:v>
                </c:pt>
                <c:pt idx="467">
                  <c:v>0.99996215820312495</c:v>
                </c:pt>
                <c:pt idx="468">
                  <c:v>0.99996093750000004</c:v>
                </c:pt>
                <c:pt idx="469">
                  <c:v>0.99996093750000004</c:v>
                </c:pt>
                <c:pt idx="470">
                  <c:v>0.99996093750000004</c:v>
                </c:pt>
                <c:pt idx="471">
                  <c:v>0.99996093750000004</c:v>
                </c:pt>
                <c:pt idx="472">
                  <c:v>0.99996002197265621</c:v>
                </c:pt>
                <c:pt idx="473">
                  <c:v>0.99996002197265621</c:v>
                </c:pt>
                <c:pt idx="474">
                  <c:v>0.99995971679687501</c:v>
                </c:pt>
                <c:pt idx="475">
                  <c:v>0.99995971679687501</c:v>
                </c:pt>
                <c:pt idx="476">
                  <c:v>0.99995941162109359</c:v>
                </c:pt>
                <c:pt idx="477">
                  <c:v>0.99995941162109359</c:v>
                </c:pt>
                <c:pt idx="478">
                  <c:v>0.99995880126953118</c:v>
                </c:pt>
                <c:pt idx="479">
                  <c:v>0.99995880126953118</c:v>
                </c:pt>
                <c:pt idx="480">
                  <c:v>0.99995880126953118</c:v>
                </c:pt>
                <c:pt idx="481">
                  <c:v>0.99995880126953118</c:v>
                </c:pt>
                <c:pt idx="482">
                  <c:v>0.99995849609374998</c:v>
                </c:pt>
                <c:pt idx="483">
                  <c:v>0.99995849609374998</c:v>
                </c:pt>
                <c:pt idx="484">
                  <c:v>0.99995849609374998</c:v>
                </c:pt>
                <c:pt idx="485">
                  <c:v>0.99995849609374998</c:v>
                </c:pt>
                <c:pt idx="486">
                  <c:v>0.99995727539062496</c:v>
                </c:pt>
                <c:pt idx="487">
                  <c:v>0.99995727539062496</c:v>
                </c:pt>
                <c:pt idx="488">
                  <c:v>0.99995666503906255</c:v>
                </c:pt>
                <c:pt idx="489">
                  <c:v>0.99995666503906255</c:v>
                </c:pt>
                <c:pt idx="490">
                  <c:v>0.99995635986328124</c:v>
                </c:pt>
                <c:pt idx="491">
                  <c:v>0.99995635986328124</c:v>
                </c:pt>
                <c:pt idx="492">
                  <c:v>0.99995605468750004</c:v>
                </c:pt>
                <c:pt idx="493">
                  <c:v>0.99995605468750004</c:v>
                </c:pt>
                <c:pt idx="494">
                  <c:v>0.99995513916015621</c:v>
                </c:pt>
                <c:pt idx="495">
                  <c:v>0.99995513916015621</c:v>
                </c:pt>
                <c:pt idx="496">
                  <c:v>0.99995483398437501</c:v>
                </c:pt>
                <c:pt idx="497">
                  <c:v>0.99995483398437501</c:v>
                </c:pt>
                <c:pt idx="498">
                  <c:v>0.99995422363281239</c:v>
                </c:pt>
                <c:pt idx="499">
                  <c:v>0.99995422363281239</c:v>
                </c:pt>
                <c:pt idx="500">
                  <c:v>0.99995300292968758</c:v>
                </c:pt>
                <c:pt idx="501">
                  <c:v>0.99995300292968758</c:v>
                </c:pt>
                <c:pt idx="502">
                  <c:v>0.99995300292968758</c:v>
                </c:pt>
                <c:pt idx="503">
                  <c:v>0.99995300292968758</c:v>
                </c:pt>
                <c:pt idx="504">
                  <c:v>0.99995208740234376</c:v>
                </c:pt>
                <c:pt idx="505">
                  <c:v>0.99995208740234376</c:v>
                </c:pt>
                <c:pt idx="506">
                  <c:v>0.99995178222656245</c:v>
                </c:pt>
                <c:pt idx="507">
                  <c:v>0.99995178222656245</c:v>
                </c:pt>
                <c:pt idx="508">
                  <c:v>0.99995086669921884</c:v>
                </c:pt>
                <c:pt idx="509">
                  <c:v>0.99995086669921884</c:v>
                </c:pt>
                <c:pt idx="510">
                  <c:v>0.99994873046874999</c:v>
                </c:pt>
                <c:pt idx="511">
                  <c:v>0.99994873046874999</c:v>
                </c:pt>
                <c:pt idx="512">
                  <c:v>0.99994873046874999</c:v>
                </c:pt>
                <c:pt idx="513">
                  <c:v>0.99994873046874999</c:v>
                </c:pt>
                <c:pt idx="514">
                  <c:v>0.99994842529296879</c:v>
                </c:pt>
                <c:pt idx="515">
                  <c:v>0.99994842529296879</c:v>
                </c:pt>
                <c:pt idx="516">
                  <c:v>0.99994781494140639</c:v>
                </c:pt>
                <c:pt idx="517">
                  <c:v>0.99994781494140639</c:v>
                </c:pt>
                <c:pt idx="518">
                  <c:v>0.99994750976562496</c:v>
                </c:pt>
                <c:pt idx="519">
                  <c:v>0.99994750976562496</c:v>
                </c:pt>
                <c:pt idx="520">
                  <c:v>0.99994689941406245</c:v>
                </c:pt>
                <c:pt idx="521">
                  <c:v>0.99994689941406245</c:v>
                </c:pt>
                <c:pt idx="522">
                  <c:v>0.99994506835937502</c:v>
                </c:pt>
                <c:pt idx="523">
                  <c:v>0.99994506835937502</c:v>
                </c:pt>
                <c:pt idx="524">
                  <c:v>0.9999444580078124</c:v>
                </c:pt>
                <c:pt idx="525">
                  <c:v>0.9999444580078124</c:v>
                </c:pt>
                <c:pt idx="526">
                  <c:v>0.9999444580078124</c:v>
                </c:pt>
                <c:pt idx="527">
                  <c:v>0.9999444580078124</c:v>
                </c:pt>
                <c:pt idx="528">
                  <c:v>0.9999441528320312</c:v>
                </c:pt>
                <c:pt idx="529">
                  <c:v>0.9999441528320312</c:v>
                </c:pt>
                <c:pt idx="530">
                  <c:v>0.99994354248046879</c:v>
                </c:pt>
                <c:pt idx="531">
                  <c:v>0.99994354248046879</c:v>
                </c:pt>
                <c:pt idx="532">
                  <c:v>0.99994201660156234</c:v>
                </c:pt>
                <c:pt idx="533">
                  <c:v>0.99994201660156234</c:v>
                </c:pt>
                <c:pt idx="534">
                  <c:v>0.99994079589843765</c:v>
                </c:pt>
                <c:pt idx="535">
                  <c:v>0.99994079589843765</c:v>
                </c:pt>
                <c:pt idx="536">
                  <c:v>0.99994018554687503</c:v>
                </c:pt>
                <c:pt idx="537">
                  <c:v>0.99994018554687503</c:v>
                </c:pt>
                <c:pt idx="538">
                  <c:v>0.9999398803710936</c:v>
                </c:pt>
                <c:pt idx="539">
                  <c:v>0.9999398803710936</c:v>
                </c:pt>
                <c:pt idx="540">
                  <c:v>0.9999398803710936</c:v>
                </c:pt>
                <c:pt idx="541">
                  <c:v>0.9999398803710936</c:v>
                </c:pt>
                <c:pt idx="542">
                  <c:v>0.9999395751953124</c:v>
                </c:pt>
                <c:pt idx="543">
                  <c:v>0.9999395751953124</c:v>
                </c:pt>
                <c:pt idx="544">
                  <c:v>0.99993896484375</c:v>
                </c:pt>
                <c:pt idx="545">
                  <c:v>0.99993896484375</c:v>
                </c:pt>
                <c:pt idx="546">
                  <c:v>0.9999380493164064</c:v>
                </c:pt>
                <c:pt idx="547">
                  <c:v>0.9999380493164064</c:v>
                </c:pt>
                <c:pt idx="548">
                  <c:v>0.99993682861328115</c:v>
                </c:pt>
                <c:pt idx="549">
                  <c:v>0.99993682861328115</c:v>
                </c:pt>
                <c:pt idx="550">
                  <c:v>0.99993591308593766</c:v>
                </c:pt>
                <c:pt idx="551">
                  <c:v>0.99993591308593766</c:v>
                </c:pt>
                <c:pt idx="552">
                  <c:v>0.99993530273437503</c:v>
                </c:pt>
                <c:pt idx="553">
                  <c:v>0.99993530273437503</c:v>
                </c:pt>
                <c:pt idx="554">
                  <c:v>0.9999337768554688</c:v>
                </c:pt>
                <c:pt idx="555">
                  <c:v>0.9999337768554688</c:v>
                </c:pt>
                <c:pt idx="556">
                  <c:v>0.99993194580078115</c:v>
                </c:pt>
                <c:pt idx="557">
                  <c:v>0.99993194580078115</c:v>
                </c:pt>
                <c:pt idx="558">
                  <c:v>0.99993103027343755</c:v>
                </c:pt>
                <c:pt idx="559">
                  <c:v>0.99993103027343755</c:v>
                </c:pt>
                <c:pt idx="560">
                  <c:v>0.99993072509765624</c:v>
                </c:pt>
                <c:pt idx="561">
                  <c:v>0.99993072509765624</c:v>
                </c:pt>
                <c:pt idx="562">
                  <c:v>0.99992950439453121</c:v>
                </c:pt>
                <c:pt idx="563">
                  <c:v>0.99992950439453121</c:v>
                </c:pt>
                <c:pt idx="564">
                  <c:v>0.99992950439453121</c:v>
                </c:pt>
                <c:pt idx="565">
                  <c:v>0.99992950439453121</c:v>
                </c:pt>
                <c:pt idx="566">
                  <c:v>0.99992919921875001</c:v>
                </c:pt>
                <c:pt idx="567">
                  <c:v>0.99992919921875001</c:v>
                </c:pt>
                <c:pt idx="568">
                  <c:v>0.99992797851562498</c:v>
                </c:pt>
                <c:pt idx="569">
                  <c:v>0.99992797851562498</c:v>
                </c:pt>
                <c:pt idx="570">
                  <c:v>0.99992675781249996</c:v>
                </c:pt>
                <c:pt idx="571">
                  <c:v>0.99992675781249996</c:v>
                </c:pt>
                <c:pt idx="572">
                  <c:v>0.99992523193359362</c:v>
                </c:pt>
                <c:pt idx="573">
                  <c:v>0.99992523193359362</c:v>
                </c:pt>
                <c:pt idx="574">
                  <c:v>0.99992401123046881</c:v>
                </c:pt>
                <c:pt idx="575">
                  <c:v>0.99992401123046881</c:v>
                </c:pt>
                <c:pt idx="576">
                  <c:v>0.99992340087890641</c:v>
                </c:pt>
                <c:pt idx="577">
                  <c:v>0.99992340087890641</c:v>
                </c:pt>
                <c:pt idx="578">
                  <c:v>0.99992309570312499</c:v>
                </c:pt>
                <c:pt idx="579">
                  <c:v>0.99992309570312499</c:v>
                </c:pt>
                <c:pt idx="580">
                  <c:v>0.99992218017578116</c:v>
                </c:pt>
                <c:pt idx="581">
                  <c:v>0.99992218017578116</c:v>
                </c:pt>
                <c:pt idx="582">
                  <c:v>0.99992187499999996</c:v>
                </c:pt>
                <c:pt idx="583">
                  <c:v>0.99992187499999996</c:v>
                </c:pt>
                <c:pt idx="584">
                  <c:v>0.99992095947265625</c:v>
                </c:pt>
                <c:pt idx="585">
                  <c:v>0.99992095947265625</c:v>
                </c:pt>
                <c:pt idx="586">
                  <c:v>0.99991912841796882</c:v>
                </c:pt>
                <c:pt idx="587">
                  <c:v>0.99991912841796882</c:v>
                </c:pt>
                <c:pt idx="588">
                  <c:v>0.99991821289062499</c:v>
                </c:pt>
                <c:pt idx="589">
                  <c:v>0.99991821289062499</c:v>
                </c:pt>
                <c:pt idx="590">
                  <c:v>0.99991668701171876</c:v>
                </c:pt>
                <c:pt idx="591">
                  <c:v>0.99991668701171876</c:v>
                </c:pt>
                <c:pt idx="592">
                  <c:v>0.99991577148437505</c:v>
                </c:pt>
                <c:pt idx="593">
                  <c:v>0.99991577148437505</c:v>
                </c:pt>
                <c:pt idx="594">
                  <c:v>0.99991455078125002</c:v>
                </c:pt>
                <c:pt idx="595">
                  <c:v>0.99991455078125002</c:v>
                </c:pt>
                <c:pt idx="596">
                  <c:v>0.99991271972656237</c:v>
                </c:pt>
                <c:pt idx="597">
                  <c:v>0.99991271972656237</c:v>
                </c:pt>
                <c:pt idx="598">
                  <c:v>0.99991149902343757</c:v>
                </c:pt>
                <c:pt idx="599">
                  <c:v>0.99991149902343757</c:v>
                </c:pt>
                <c:pt idx="600">
                  <c:v>0.99991088867187505</c:v>
                </c:pt>
                <c:pt idx="601">
                  <c:v>0.99991088867187505</c:v>
                </c:pt>
                <c:pt idx="602">
                  <c:v>0.99990936279296883</c:v>
                </c:pt>
                <c:pt idx="603">
                  <c:v>0.99990936279296883</c:v>
                </c:pt>
                <c:pt idx="604">
                  <c:v>0.99990783691406238</c:v>
                </c:pt>
                <c:pt idx="605">
                  <c:v>0.99990783691406238</c:v>
                </c:pt>
                <c:pt idx="606">
                  <c:v>0.99990631103515637</c:v>
                </c:pt>
                <c:pt idx="607">
                  <c:v>0.99990631103515637</c:v>
                </c:pt>
                <c:pt idx="608">
                  <c:v>0.99990509033203123</c:v>
                </c:pt>
                <c:pt idx="609">
                  <c:v>0.99990509033203123</c:v>
                </c:pt>
                <c:pt idx="610">
                  <c:v>0.99990417480468763</c:v>
                </c:pt>
                <c:pt idx="611">
                  <c:v>0.99990417480468763</c:v>
                </c:pt>
                <c:pt idx="612">
                  <c:v>0.99990203857421878</c:v>
                </c:pt>
                <c:pt idx="613">
                  <c:v>0.99990203857421878</c:v>
                </c:pt>
                <c:pt idx="614">
                  <c:v>0.99989990234375004</c:v>
                </c:pt>
                <c:pt idx="615">
                  <c:v>0.99989990234375004</c:v>
                </c:pt>
                <c:pt idx="616">
                  <c:v>0.99989868164062501</c:v>
                </c:pt>
                <c:pt idx="617">
                  <c:v>0.99989868164062501</c:v>
                </c:pt>
                <c:pt idx="618">
                  <c:v>0.99989746093749998</c:v>
                </c:pt>
                <c:pt idx="619">
                  <c:v>0.99989746093749998</c:v>
                </c:pt>
                <c:pt idx="620">
                  <c:v>0.99989715576171878</c:v>
                </c:pt>
                <c:pt idx="621">
                  <c:v>0.99989715576171878</c:v>
                </c:pt>
                <c:pt idx="622">
                  <c:v>0.99989562988281255</c:v>
                </c:pt>
                <c:pt idx="623">
                  <c:v>0.99989562988281255</c:v>
                </c:pt>
                <c:pt idx="624">
                  <c:v>0.99989379882812501</c:v>
                </c:pt>
                <c:pt idx="625">
                  <c:v>0.99989379882812501</c:v>
                </c:pt>
                <c:pt idx="626">
                  <c:v>0.99989166259765638</c:v>
                </c:pt>
                <c:pt idx="627">
                  <c:v>0.99989166259765638</c:v>
                </c:pt>
                <c:pt idx="628">
                  <c:v>0.99988983154296884</c:v>
                </c:pt>
                <c:pt idx="629">
                  <c:v>0.99988983154296884</c:v>
                </c:pt>
                <c:pt idx="630">
                  <c:v>0.99988830566406239</c:v>
                </c:pt>
                <c:pt idx="631">
                  <c:v>0.99988830566406239</c:v>
                </c:pt>
                <c:pt idx="632">
                  <c:v>0.99988586425781245</c:v>
                </c:pt>
                <c:pt idx="633">
                  <c:v>0.99988586425781245</c:v>
                </c:pt>
                <c:pt idx="634">
                  <c:v>0.99988433837890622</c:v>
                </c:pt>
                <c:pt idx="635">
                  <c:v>0.99988433837890622</c:v>
                </c:pt>
                <c:pt idx="636">
                  <c:v>0.9998831176757812</c:v>
                </c:pt>
                <c:pt idx="637">
                  <c:v>0.9998831176757812</c:v>
                </c:pt>
                <c:pt idx="638">
                  <c:v>0.99988067626953125</c:v>
                </c:pt>
                <c:pt idx="639">
                  <c:v>0.99988067626953125</c:v>
                </c:pt>
                <c:pt idx="640">
                  <c:v>0.9998788452148436</c:v>
                </c:pt>
                <c:pt idx="641">
                  <c:v>0.9998788452148436</c:v>
                </c:pt>
                <c:pt idx="642">
                  <c:v>0.9998779296875</c:v>
                </c:pt>
                <c:pt idx="643">
                  <c:v>0.9998779296875</c:v>
                </c:pt>
                <c:pt idx="644">
                  <c:v>0.99987609863281235</c:v>
                </c:pt>
                <c:pt idx="645">
                  <c:v>0.99987609863281235</c:v>
                </c:pt>
                <c:pt idx="646">
                  <c:v>0.99987426757812503</c:v>
                </c:pt>
                <c:pt idx="647">
                  <c:v>0.99987426757812503</c:v>
                </c:pt>
                <c:pt idx="648">
                  <c:v>0.9998727416992188</c:v>
                </c:pt>
                <c:pt idx="649">
                  <c:v>0.9998727416992188</c:v>
                </c:pt>
                <c:pt idx="650">
                  <c:v>0.99987152099609378</c:v>
                </c:pt>
                <c:pt idx="651">
                  <c:v>0.99987152099609378</c:v>
                </c:pt>
                <c:pt idx="652">
                  <c:v>0.99987060546874995</c:v>
                </c:pt>
                <c:pt idx="653">
                  <c:v>0.99987060546874995</c:v>
                </c:pt>
                <c:pt idx="654">
                  <c:v>0.99986877441406241</c:v>
                </c:pt>
                <c:pt idx="655">
                  <c:v>0.99986877441406241</c:v>
                </c:pt>
                <c:pt idx="656">
                  <c:v>0.99986755371093761</c:v>
                </c:pt>
                <c:pt idx="657">
                  <c:v>0.99986755371093761</c:v>
                </c:pt>
                <c:pt idx="658">
                  <c:v>0.99986694335937498</c:v>
                </c:pt>
                <c:pt idx="659">
                  <c:v>0.99986694335937498</c:v>
                </c:pt>
                <c:pt idx="660">
                  <c:v>0.99986511230468755</c:v>
                </c:pt>
                <c:pt idx="661">
                  <c:v>0.99986511230468755</c:v>
                </c:pt>
                <c:pt idx="662">
                  <c:v>0.99986358642578121</c:v>
                </c:pt>
                <c:pt idx="663">
                  <c:v>0.99986358642578121</c:v>
                </c:pt>
                <c:pt idx="664">
                  <c:v>0.99986328125000001</c:v>
                </c:pt>
                <c:pt idx="665">
                  <c:v>0.99986328125000001</c:v>
                </c:pt>
                <c:pt idx="666">
                  <c:v>0.99986145019531236</c:v>
                </c:pt>
                <c:pt idx="667">
                  <c:v>0.99986145019531236</c:v>
                </c:pt>
                <c:pt idx="668">
                  <c:v>0.99986053466796876</c:v>
                </c:pt>
                <c:pt idx="669">
                  <c:v>0.99986053466796876</c:v>
                </c:pt>
                <c:pt idx="670">
                  <c:v>0.99985778808593762</c:v>
                </c:pt>
                <c:pt idx="671">
                  <c:v>0.99985778808593762</c:v>
                </c:pt>
                <c:pt idx="672">
                  <c:v>0.99985595703124996</c:v>
                </c:pt>
                <c:pt idx="673">
                  <c:v>0.99985595703124996</c:v>
                </c:pt>
                <c:pt idx="674">
                  <c:v>0.99985504150390625</c:v>
                </c:pt>
                <c:pt idx="675">
                  <c:v>0.99985504150390625</c:v>
                </c:pt>
                <c:pt idx="676">
                  <c:v>0.99985473632812505</c:v>
                </c:pt>
                <c:pt idx="677">
                  <c:v>0.99985473632812505</c:v>
                </c:pt>
                <c:pt idx="678">
                  <c:v>0.9998526000976562</c:v>
                </c:pt>
                <c:pt idx="679">
                  <c:v>0.9998526000976562</c:v>
                </c:pt>
                <c:pt idx="680">
                  <c:v>0.99985107421874997</c:v>
                </c:pt>
                <c:pt idx="681">
                  <c:v>0.99985107421874997</c:v>
                </c:pt>
                <c:pt idx="682">
                  <c:v>0.99984954833984363</c:v>
                </c:pt>
                <c:pt idx="683">
                  <c:v>0.99984954833984363</c:v>
                </c:pt>
                <c:pt idx="684">
                  <c:v>0.999847412109375</c:v>
                </c:pt>
                <c:pt idx="685">
                  <c:v>0.999847412109375</c:v>
                </c:pt>
                <c:pt idx="686">
                  <c:v>0.99984619140624997</c:v>
                </c:pt>
                <c:pt idx="687">
                  <c:v>0.99984619140624997</c:v>
                </c:pt>
                <c:pt idx="688">
                  <c:v>0.99984497070312495</c:v>
                </c:pt>
                <c:pt idx="689">
                  <c:v>0.99984497070312495</c:v>
                </c:pt>
                <c:pt idx="690">
                  <c:v>0.99984161376953118</c:v>
                </c:pt>
                <c:pt idx="691">
                  <c:v>0.99984161376953118</c:v>
                </c:pt>
                <c:pt idx="692">
                  <c:v>0.99984008789062495</c:v>
                </c:pt>
                <c:pt idx="693">
                  <c:v>0.99984008789062495</c:v>
                </c:pt>
                <c:pt idx="694">
                  <c:v>0.99983795166015621</c:v>
                </c:pt>
                <c:pt idx="695">
                  <c:v>0.99983795166015621</c:v>
                </c:pt>
                <c:pt idx="696">
                  <c:v>0.99983581542968758</c:v>
                </c:pt>
                <c:pt idx="697">
                  <c:v>0.99983581542968758</c:v>
                </c:pt>
                <c:pt idx="698">
                  <c:v>0.99983459472656255</c:v>
                </c:pt>
                <c:pt idx="699">
                  <c:v>0.99983459472656255</c:v>
                </c:pt>
                <c:pt idx="700">
                  <c:v>0.99983398437500004</c:v>
                </c:pt>
                <c:pt idx="701">
                  <c:v>0.99983398437500004</c:v>
                </c:pt>
                <c:pt idx="702">
                  <c:v>0.99983245849609359</c:v>
                </c:pt>
                <c:pt idx="703">
                  <c:v>0.99983245849609359</c:v>
                </c:pt>
                <c:pt idx="704">
                  <c:v>0.99983001708984376</c:v>
                </c:pt>
                <c:pt idx="705">
                  <c:v>0.99983001708984376</c:v>
                </c:pt>
                <c:pt idx="706">
                  <c:v>0.99982849121093764</c:v>
                </c:pt>
                <c:pt idx="707">
                  <c:v>0.99982849121093764</c:v>
                </c:pt>
                <c:pt idx="708">
                  <c:v>0.99982757568359359</c:v>
                </c:pt>
                <c:pt idx="709">
                  <c:v>0.99982757568359359</c:v>
                </c:pt>
                <c:pt idx="710">
                  <c:v>0.99982543945312496</c:v>
                </c:pt>
                <c:pt idx="711">
                  <c:v>0.99982543945312496</c:v>
                </c:pt>
                <c:pt idx="712">
                  <c:v>0.9998223876953124</c:v>
                </c:pt>
                <c:pt idx="713">
                  <c:v>0.9998223876953124</c:v>
                </c:pt>
                <c:pt idx="714">
                  <c:v>0.99982086181640639</c:v>
                </c:pt>
                <c:pt idx="715">
                  <c:v>0.99982086181640639</c:v>
                </c:pt>
                <c:pt idx="716">
                  <c:v>0.9998178100585936</c:v>
                </c:pt>
                <c:pt idx="717">
                  <c:v>0.9998178100585936</c:v>
                </c:pt>
                <c:pt idx="718">
                  <c:v>0.9998171997070312</c:v>
                </c:pt>
                <c:pt idx="719">
                  <c:v>0.9998171997070312</c:v>
                </c:pt>
                <c:pt idx="720">
                  <c:v>0.99981445312499995</c:v>
                </c:pt>
                <c:pt idx="721">
                  <c:v>0.99981445312499995</c:v>
                </c:pt>
                <c:pt idx="722">
                  <c:v>0.9998110961914064</c:v>
                </c:pt>
                <c:pt idx="723">
                  <c:v>0.9998110961914064</c:v>
                </c:pt>
                <c:pt idx="724">
                  <c:v>0.99981079101562498</c:v>
                </c:pt>
                <c:pt idx="725">
                  <c:v>0.99981079101562498</c:v>
                </c:pt>
                <c:pt idx="726">
                  <c:v>0.99980957031249995</c:v>
                </c:pt>
                <c:pt idx="727">
                  <c:v>0.99980957031249995</c:v>
                </c:pt>
                <c:pt idx="728">
                  <c:v>0.99980743408203121</c:v>
                </c:pt>
                <c:pt idx="729">
                  <c:v>0.99980743408203121</c:v>
                </c:pt>
                <c:pt idx="730">
                  <c:v>0.99980560302734378</c:v>
                </c:pt>
                <c:pt idx="731">
                  <c:v>0.99980560302734378</c:v>
                </c:pt>
                <c:pt idx="732">
                  <c:v>0.99980407714843755</c:v>
                </c:pt>
                <c:pt idx="733">
                  <c:v>0.99980407714843755</c:v>
                </c:pt>
                <c:pt idx="734">
                  <c:v>0.99980224609375001</c:v>
                </c:pt>
                <c:pt idx="735">
                  <c:v>0.99980224609375001</c:v>
                </c:pt>
                <c:pt idx="736">
                  <c:v>0.99980072021484379</c:v>
                </c:pt>
                <c:pt idx="737">
                  <c:v>0.99980072021484379</c:v>
                </c:pt>
                <c:pt idx="738">
                  <c:v>0.99979736328125002</c:v>
                </c:pt>
                <c:pt idx="739">
                  <c:v>0.99979736328125002</c:v>
                </c:pt>
                <c:pt idx="740">
                  <c:v>0.99979583740234379</c:v>
                </c:pt>
                <c:pt idx="741">
                  <c:v>0.99979583740234379</c:v>
                </c:pt>
                <c:pt idx="742">
                  <c:v>0.99979431152343756</c:v>
                </c:pt>
                <c:pt idx="743">
                  <c:v>0.99979431152343756</c:v>
                </c:pt>
                <c:pt idx="744">
                  <c:v>0.99979217529296882</c:v>
                </c:pt>
                <c:pt idx="745">
                  <c:v>0.99979217529296882</c:v>
                </c:pt>
                <c:pt idx="746">
                  <c:v>0.99979034423828117</c:v>
                </c:pt>
                <c:pt idx="747">
                  <c:v>0.99979034423828117</c:v>
                </c:pt>
                <c:pt idx="748">
                  <c:v>0.9997866821289062</c:v>
                </c:pt>
                <c:pt idx="749">
                  <c:v>0.9997866821289062</c:v>
                </c:pt>
                <c:pt idx="750">
                  <c:v>0.99978363037109363</c:v>
                </c:pt>
                <c:pt idx="751">
                  <c:v>0.99978363037109363</c:v>
                </c:pt>
                <c:pt idx="752">
                  <c:v>0.99978179931640621</c:v>
                </c:pt>
                <c:pt idx="753">
                  <c:v>0.99978179931640621</c:v>
                </c:pt>
                <c:pt idx="754">
                  <c:v>0.99978057861328118</c:v>
                </c:pt>
                <c:pt idx="755">
                  <c:v>0.99978057861328118</c:v>
                </c:pt>
                <c:pt idx="756">
                  <c:v>0.99977905273437495</c:v>
                </c:pt>
                <c:pt idx="757">
                  <c:v>0.99977905273437495</c:v>
                </c:pt>
                <c:pt idx="758">
                  <c:v>0.99977600097656238</c:v>
                </c:pt>
                <c:pt idx="759">
                  <c:v>0.99977600097656238</c:v>
                </c:pt>
                <c:pt idx="760">
                  <c:v>0.99977355957031255</c:v>
                </c:pt>
                <c:pt idx="761">
                  <c:v>0.99977355957031255</c:v>
                </c:pt>
                <c:pt idx="762">
                  <c:v>0.99977142333984359</c:v>
                </c:pt>
                <c:pt idx="763">
                  <c:v>0.99977142333984359</c:v>
                </c:pt>
                <c:pt idx="764">
                  <c:v>0.99976867675781245</c:v>
                </c:pt>
                <c:pt idx="765">
                  <c:v>0.99976867675781245</c:v>
                </c:pt>
                <c:pt idx="766">
                  <c:v>0.99976623535156239</c:v>
                </c:pt>
                <c:pt idx="767">
                  <c:v>0.99976623535156239</c:v>
                </c:pt>
                <c:pt idx="768">
                  <c:v>0.99976440429687496</c:v>
                </c:pt>
                <c:pt idx="769">
                  <c:v>0.99976440429687496</c:v>
                </c:pt>
                <c:pt idx="770">
                  <c:v>0.99976287841796885</c:v>
                </c:pt>
                <c:pt idx="771">
                  <c:v>0.99976287841796885</c:v>
                </c:pt>
                <c:pt idx="772">
                  <c:v>0.99976226806640622</c:v>
                </c:pt>
                <c:pt idx="773">
                  <c:v>0.99976226806640622</c:v>
                </c:pt>
                <c:pt idx="774">
                  <c:v>0.9997613525390624</c:v>
                </c:pt>
                <c:pt idx="775">
                  <c:v>0.9997613525390624</c:v>
                </c:pt>
                <c:pt idx="776">
                  <c:v>0.99976043701171879</c:v>
                </c:pt>
                <c:pt idx="777">
                  <c:v>0.99976043701171879</c:v>
                </c:pt>
                <c:pt idx="778">
                  <c:v>0.99975769042968765</c:v>
                </c:pt>
                <c:pt idx="779">
                  <c:v>0.99975769042968765</c:v>
                </c:pt>
                <c:pt idx="780">
                  <c:v>0.99975463867187497</c:v>
                </c:pt>
                <c:pt idx="781">
                  <c:v>0.99975463867187497</c:v>
                </c:pt>
                <c:pt idx="782">
                  <c:v>0.99975189208984361</c:v>
                </c:pt>
                <c:pt idx="783">
                  <c:v>0.99975189208984361</c:v>
                </c:pt>
                <c:pt idx="784">
                  <c:v>0.9997500610351564</c:v>
                </c:pt>
                <c:pt idx="785">
                  <c:v>0.9997500610351564</c:v>
                </c:pt>
                <c:pt idx="786">
                  <c:v>0.99974853515624995</c:v>
                </c:pt>
                <c:pt idx="787">
                  <c:v>0.99974853515624995</c:v>
                </c:pt>
                <c:pt idx="788">
                  <c:v>0.99974365234374996</c:v>
                </c:pt>
                <c:pt idx="789">
                  <c:v>0.99974365234374996</c:v>
                </c:pt>
                <c:pt idx="790">
                  <c:v>0.99974182128906242</c:v>
                </c:pt>
                <c:pt idx="791">
                  <c:v>0.99974182128906242</c:v>
                </c:pt>
                <c:pt idx="792">
                  <c:v>0.99973999023437499</c:v>
                </c:pt>
                <c:pt idx="793">
                  <c:v>0.99973999023437499</c:v>
                </c:pt>
                <c:pt idx="794">
                  <c:v>0.99973602294921882</c:v>
                </c:pt>
                <c:pt idx="795">
                  <c:v>0.99973602294921882</c:v>
                </c:pt>
                <c:pt idx="796">
                  <c:v>0.99973205566406242</c:v>
                </c:pt>
                <c:pt idx="797">
                  <c:v>0.99973205566406242</c:v>
                </c:pt>
                <c:pt idx="798">
                  <c:v>0.99972991943359379</c:v>
                </c:pt>
                <c:pt idx="799">
                  <c:v>0.99972991943359379</c:v>
                </c:pt>
                <c:pt idx="800">
                  <c:v>0.99972656250000003</c:v>
                </c:pt>
                <c:pt idx="801">
                  <c:v>0.99972656250000003</c:v>
                </c:pt>
                <c:pt idx="802">
                  <c:v>0.99972198486328123</c:v>
                </c:pt>
                <c:pt idx="803">
                  <c:v>0.99972198486328123</c:v>
                </c:pt>
                <c:pt idx="804">
                  <c:v>0.999720458984375</c:v>
                </c:pt>
                <c:pt idx="805">
                  <c:v>0.999720458984375</c:v>
                </c:pt>
                <c:pt idx="806">
                  <c:v>0.99971618652343763</c:v>
                </c:pt>
                <c:pt idx="807">
                  <c:v>0.99971618652343763</c:v>
                </c:pt>
                <c:pt idx="808">
                  <c:v>0.99971466064453118</c:v>
                </c:pt>
                <c:pt idx="809">
                  <c:v>0.99971466064453118</c:v>
                </c:pt>
                <c:pt idx="810">
                  <c:v>0.99971374511718758</c:v>
                </c:pt>
                <c:pt idx="811">
                  <c:v>0.99971374511718758</c:v>
                </c:pt>
                <c:pt idx="812">
                  <c:v>0.99970977783203119</c:v>
                </c:pt>
                <c:pt idx="813">
                  <c:v>0.99970977783203119</c:v>
                </c:pt>
                <c:pt idx="814">
                  <c:v>0.99970764160156245</c:v>
                </c:pt>
                <c:pt idx="815">
                  <c:v>0.99970764160156245</c:v>
                </c:pt>
                <c:pt idx="816">
                  <c:v>0.99970581054687502</c:v>
                </c:pt>
                <c:pt idx="817">
                  <c:v>0.99970581054687502</c:v>
                </c:pt>
                <c:pt idx="818">
                  <c:v>0.99970336914062496</c:v>
                </c:pt>
                <c:pt idx="819">
                  <c:v>0.99970336914062496</c:v>
                </c:pt>
                <c:pt idx="820">
                  <c:v>0.99969940185546879</c:v>
                </c:pt>
                <c:pt idx="821">
                  <c:v>0.99969940185546879</c:v>
                </c:pt>
                <c:pt idx="822">
                  <c:v>0.99969757080078125</c:v>
                </c:pt>
                <c:pt idx="823">
                  <c:v>0.99969757080078125</c:v>
                </c:pt>
                <c:pt idx="824">
                  <c:v>0.99969482421875</c:v>
                </c:pt>
                <c:pt idx="825">
                  <c:v>0.99969482421875</c:v>
                </c:pt>
                <c:pt idx="826">
                  <c:v>0.99969268798828115</c:v>
                </c:pt>
                <c:pt idx="827">
                  <c:v>0.99969268798828115</c:v>
                </c:pt>
                <c:pt idx="828">
                  <c:v>0.99968994140625</c:v>
                </c:pt>
                <c:pt idx="829">
                  <c:v>0.99968994140625</c:v>
                </c:pt>
                <c:pt idx="830">
                  <c:v>0.99968475341796881</c:v>
                </c:pt>
                <c:pt idx="831">
                  <c:v>0.99968475341796881</c:v>
                </c:pt>
                <c:pt idx="832">
                  <c:v>0.99968200683593755</c:v>
                </c:pt>
                <c:pt idx="833">
                  <c:v>0.99968200683593755</c:v>
                </c:pt>
                <c:pt idx="834">
                  <c:v>0.99968048095703121</c:v>
                </c:pt>
                <c:pt idx="835">
                  <c:v>0.99968048095703121</c:v>
                </c:pt>
                <c:pt idx="836">
                  <c:v>0.99967651367187504</c:v>
                </c:pt>
                <c:pt idx="837">
                  <c:v>0.99967651367187504</c:v>
                </c:pt>
                <c:pt idx="838">
                  <c:v>0.99967224121093756</c:v>
                </c:pt>
                <c:pt idx="839">
                  <c:v>0.99967224121093756</c:v>
                </c:pt>
                <c:pt idx="840">
                  <c:v>0.999669189453125</c:v>
                </c:pt>
                <c:pt idx="841">
                  <c:v>0.999669189453125</c:v>
                </c:pt>
                <c:pt idx="842">
                  <c:v>0.99966583251953123</c:v>
                </c:pt>
                <c:pt idx="843">
                  <c:v>0.99966583251953123</c:v>
                </c:pt>
                <c:pt idx="844">
                  <c:v>0.99966217041015637</c:v>
                </c:pt>
                <c:pt idx="845">
                  <c:v>0.99966217041015637</c:v>
                </c:pt>
                <c:pt idx="846">
                  <c:v>0.99965881347656238</c:v>
                </c:pt>
                <c:pt idx="847">
                  <c:v>0.99965881347656238</c:v>
                </c:pt>
                <c:pt idx="848">
                  <c:v>0.99965606689453124</c:v>
                </c:pt>
                <c:pt idx="849">
                  <c:v>0.99965606689453124</c:v>
                </c:pt>
                <c:pt idx="850">
                  <c:v>0.99965179443359375</c:v>
                </c:pt>
                <c:pt idx="851">
                  <c:v>0.99965179443359375</c:v>
                </c:pt>
                <c:pt idx="852">
                  <c:v>0.99964691162109376</c:v>
                </c:pt>
                <c:pt idx="853">
                  <c:v>0.99964691162109376</c:v>
                </c:pt>
                <c:pt idx="854">
                  <c:v>0.99964172363281245</c:v>
                </c:pt>
                <c:pt idx="855">
                  <c:v>0.99964172363281245</c:v>
                </c:pt>
                <c:pt idx="856">
                  <c:v>0.99963806152343759</c:v>
                </c:pt>
                <c:pt idx="857">
                  <c:v>0.99963806152343759</c:v>
                </c:pt>
                <c:pt idx="858">
                  <c:v>0.9996347045898436</c:v>
                </c:pt>
                <c:pt idx="859">
                  <c:v>0.9996347045898436</c:v>
                </c:pt>
                <c:pt idx="860">
                  <c:v>0.99963043212890623</c:v>
                </c:pt>
                <c:pt idx="861">
                  <c:v>0.99963043212890623</c:v>
                </c:pt>
                <c:pt idx="862">
                  <c:v>0.9996282958984376</c:v>
                </c:pt>
                <c:pt idx="863">
                  <c:v>0.9996282958984376</c:v>
                </c:pt>
                <c:pt idx="864">
                  <c:v>0.99962585449218755</c:v>
                </c:pt>
                <c:pt idx="865">
                  <c:v>0.99962585449218755</c:v>
                </c:pt>
                <c:pt idx="866">
                  <c:v>0.99962310791015641</c:v>
                </c:pt>
                <c:pt idx="867">
                  <c:v>0.99962310791015641</c:v>
                </c:pt>
                <c:pt idx="868">
                  <c:v>0.99962036132812504</c:v>
                </c:pt>
                <c:pt idx="869">
                  <c:v>0.99962036132812504</c:v>
                </c:pt>
                <c:pt idx="870">
                  <c:v>0.99961700439453116</c:v>
                </c:pt>
                <c:pt idx="871">
                  <c:v>0.99961700439453116</c:v>
                </c:pt>
                <c:pt idx="872">
                  <c:v>0.99961425781250002</c:v>
                </c:pt>
                <c:pt idx="873">
                  <c:v>0.99961425781250002</c:v>
                </c:pt>
                <c:pt idx="874">
                  <c:v>0.99961273193359379</c:v>
                </c:pt>
                <c:pt idx="875">
                  <c:v>0.99961273193359379</c:v>
                </c:pt>
                <c:pt idx="876">
                  <c:v>0.9996084594726562</c:v>
                </c:pt>
                <c:pt idx="877">
                  <c:v>0.9996084594726562</c:v>
                </c:pt>
                <c:pt idx="878">
                  <c:v>0.99960449218750003</c:v>
                </c:pt>
                <c:pt idx="879">
                  <c:v>0.99960449218750003</c:v>
                </c:pt>
                <c:pt idx="880">
                  <c:v>0.99960021972656243</c:v>
                </c:pt>
                <c:pt idx="881">
                  <c:v>0.99960021972656243</c:v>
                </c:pt>
                <c:pt idx="882">
                  <c:v>0.99959686279296878</c:v>
                </c:pt>
                <c:pt idx="883">
                  <c:v>0.99959686279296878</c:v>
                </c:pt>
                <c:pt idx="884">
                  <c:v>0.99959075927734375</c:v>
                </c:pt>
                <c:pt idx="885">
                  <c:v>0.99959075927734375</c:v>
                </c:pt>
                <c:pt idx="886">
                  <c:v>0.99958801269531239</c:v>
                </c:pt>
                <c:pt idx="887">
                  <c:v>0.99958801269531239</c:v>
                </c:pt>
                <c:pt idx="888">
                  <c:v>0.99958465576171884</c:v>
                </c:pt>
                <c:pt idx="889">
                  <c:v>0.99958465576171884</c:v>
                </c:pt>
                <c:pt idx="890">
                  <c:v>0.99958007812500005</c:v>
                </c:pt>
                <c:pt idx="891">
                  <c:v>0.99958007812500005</c:v>
                </c:pt>
                <c:pt idx="892">
                  <c:v>0.9995782470703124</c:v>
                </c:pt>
                <c:pt idx="893">
                  <c:v>0.9995782470703124</c:v>
                </c:pt>
                <c:pt idx="894">
                  <c:v>0.99957519531250005</c:v>
                </c:pt>
                <c:pt idx="895">
                  <c:v>0.99957519531250005</c:v>
                </c:pt>
                <c:pt idx="896">
                  <c:v>0.9995736694335936</c:v>
                </c:pt>
                <c:pt idx="897">
                  <c:v>0.9995736694335936</c:v>
                </c:pt>
                <c:pt idx="898">
                  <c:v>0.99957000732421875</c:v>
                </c:pt>
                <c:pt idx="899">
                  <c:v>0.99957000732421875</c:v>
                </c:pt>
                <c:pt idx="900">
                  <c:v>0.99956604003906235</c:v>
                </c:pt>
                <c:pt idx="901">
                  <c:v>0.99956604003906235</c:v>
                </c:pt>
                <c:pt idx="902">
                  <c:v>0.99956268310546881</c:v>
                </c:pt>
                <c:pt idx="903">
                  <c:v>0.99956268310546881</c:v>
                </c:pt>
                <c:pt idx="904">
                  <c:v>0.99956207275390641</c:v>
                </c:pt>
                <c:pt idx="905">
                  <c:v>0.99956207275390641</c:v>
                </c:pt>
                <c:pt idx="906">
                  <c:v>0.99955780029296881</c:v>
                </c:pt>
                <c:pt idx="907">
                  <c:v>0.99955780029296881</c:v>
                </c:pt>
                <c:pt idx="908">
                  <c:v>0.99955383300781242</c:v>
                </c:pt>
                <c:pt idx="909">
                  <c:v>0.99955383300781242</c:v>
                </c:pt>
                <c:pt idx="910">
                  <c:v>0.99955078124999996</c:v>
                </c:pt>
                <c:pt idx="911">
                  <c:v>0.99955078124999996</c:v>
                </c:pt>
                <c:pt idx="912">
                  <c:v>0.999547119140625</c:v>
                </c:pt>
                <c:pt idx="913">
                  <c:v>0.999547119140625</c:v>
                </c:pt>
                <c:pt idx="914">
                  <c:v>0.99954132080078117</c:v>
                </c:pt>
                <c:pt idx="915">
                  <c:v>0.99954132080078117</c:v>
                </c:pt>
                <c:pt idx="916">
                  <c:v>0.99953948974609363</c:v>
                </c:pt>
                <c:pt idx="917">
                  <c:v>0.99953948974609363</c:v>
                </c:pt>
                <c:pt idx="918">
                  <c:v>0.99953643798828118</c:v>
                </c:pt>
                <c:pt idx="919">
                  <c:v>0.99953643798828118</c:v>
                </c:pt>
                <c:pt idx="920">
                  <c:v>0.99953247070312501</c:v>
                </c:pt>
                <c:pt idx="921">
                  <c:v>0.99953247070312501</c:v>
                </c:pt>
                <c:pt idx="922">
                  <c:v>0.99952789306640621</c:v>
                </c:pt>
                <c:pt idx="923">
                  <c:v>0.99952789306640621</c:v>
                </c:pt>
                <c:pt idx="924">
                  <c:v>0.99952331542968764</c:v>
                </c:pt>
                <c:pt idx="925">
                  <c:v>0.99952331542968764</c:v>
                </c:pt>
                <c:pt idx="926">
                  <c:v>0.99952056884765639</c:v>
                </c:pt>
                <c:pt idx="927">
                  <c:v>0.99952056884765639</c:v>
                </c:pt>
                <c:pt idx="928">
                  <c:v>0.99951782226562502</c:v>
                </c:pt>
                <c:pt idx="929">
                  <c:v>0.99951782226562502</c:v>
                </c:pt>
                <c:pt idx="930">
                  <c:v>0.99951446533203125</c:v>
                </c:pt>
                <c:pt idx="931">
                  <c:v>0.99951446533203125</c:v>
                </c:pt>
                <c:pt idx="932">
                  <c:v>0.9995111083984376</c:v>
                </c:pt>
                <c:pt idx="933">
                  <c:v>0.9995111083984376</c:v>
                </c:pt>
                <c:pt idx="934">
                  <c:v>0.99950561523437498</c:v>
                </c:pt>
                <c:pt idx="935">
                  <c:v>0.99950561523437498</c:v>
                </c:pt>
                <c:pt idx="936">
                  <c:v>0.99950042724609378</c:v>
                </c:pt>
                <c:pt idx="937">
                  <c:v>0.99950042724609378</c:v>
                </c:pt>
                <c:pt idx="938">
                  <c:v>0.99949737548828121</c:v>
                </c:pt>
                <c:pt idx="939">
                  <c:v>0.99949737548828121</c:v>
                </c:pt>
                <c:pt idx="940">
                  <c:v>0.99949310302734362</c:v>
                </c:pt>
                <c:pt idx="941">
                  <c:v>0.99949310302734362</c:v>
                </c:pt>
                <c:pt idx="942">
                  <c:v>0.99948852539062505</c:v>
                </c:pt>
                <c:pt idx="943">
                  <c:v>0.99948852539062505</c:v>
                </c:pt>
                <c:pt idx="944">
                  <c:v>0.99948516845703117</c:v>
                </c:pt>
                <c:pt idx="945">
                  <c:v>0.99948516845703117</c:v>
                </c:pt>
                <c:pt idx="946">
                  <c:v>0.99947998046874997</c:v>
                </c:pt>
                <c:pt idx="947">
                  <c:v>0.99947998046874997</c:v>
                </c:pt>
                <c:pt idx="948">
                  <c:v>0.99947326660156244</c:v>
                </c:pt>
                <c:pt idx="949">
                  <c:v>0.99947326660156244</c:v>
                </c:pt>
                <c:pt idx="950">
                  <c:v>0.99946990966796878</c:v>
                </c:pt>
                <c:pt idx="951">
                  <c:v>0.99946990966796878</c:v>
                </c:pt>
                <c:pt idx="952">
                  <c:v>0.99946594238281239</c:v>
                </c:pt>
                <c:pt idx="953">
                  <c:v>0.99946594238281239</c:v>
                </c:pt>
                <c:pt idx="954">
                  <c:v>0.99946166992187502</c:v>
                </c:pt>
                <c:pt idx="955">
                  <c:v>0.99946166992187502</c:v>
                </c:pt>
                <c:pt idx="956">
                  <c:v>0.99945709228515622</c:v>
                </c:pt>
                <c:pt idx="957">
                  <c:v>0.99945709228515622</c:v>
                </c:pt>
                <c:pt idx="958">
                  <c:v>0.99945281982421885</c:v>
                </c:pt>
                <c:pt idx="959">
                  <c:v>0.99945281982421885</c:v>
                </c:pt>
                <c:pt idx="960">
                  <c:v>0.99944854736328115</c:v>
                </c:pt>
                <c:pt idx="961">
                  <c:v>0.99944854736328115</c:v>
                </c:pt>
                <c:pt idx="962">
                  <c:v>0.99944274902343755</c:v>
                </c:pt>
                <c:pt idx="963">
                  <c:v>0.99944274902343755</c:v>
                </c:pt>
                <c:pt idx="964">
                  <c:v>0.99943725585937504</c:v>
                </c:pt>
                <c:pt idx="965">
                  <c:v>0.99943725585937504</c:v>
                </c:pt>
                <c:pt idx="966">
                  <c:v>0.99943298339843745</c:v>
                </c:pt>
                <c:pt idx="967">
                  <c:v>0.99943298339843745</c:v>
                </c:pt>
                <c:pt idx="968">
                  <c:v>0.99942932128906237</c:v>
                </c:pt>
                <c:pt idx="969">
                  <c:v>0.99942932128906237</c:v>
                </c:pt>
                <c:pt idx="970">
                  <c:v>0.999425048828125</c:v>
                </c:pt>
                <c:pt idx="971">
                  <c:v>0.999425048828125</c:v>
                </c:pt>
                <c:pt idx="972">
                  <c:v>0.9994198608398438</c:v>
                </c:pt>
                <c:pt idx="973">
                  <c:v>0.9994198608398438</c:v>
                </c:pt>
                <c:pt idx="974">
                  <c:v>0.999415283203125</c:v>
                </c:pt>
                <c:pt idx="975">
                  <c:v>0.999415283203125</c:v>
                </c:pt>
                <c:pt idx="976">
                  <c:v>0.99940734863281255</c:v>
                </c:pt>
                <c:pt idx="977">
                  <c:v>0.99940734863281255</c:v>
                </c:pt>
                <c:pt idx="978">
                  <c:v>0.99940185546875004</c:v>
                </c:pt>
                <c:pt idx="979">
                  <c:v>0.99940185546875004</c:v>
                </c:pt>
                <c:pt idx="980">
                  <c:v>0.99939819335937496</c:v>
                </c:pt>
                <c:pt idx="981">
                  <c:v>0.99939819335937496</c:v>
                </c:pt>
                <c:pt idx="982">
                  <c:v>0.99939270019531234</c:v>
                </c:pt>
                <c:pt idx="983">
                  <c:v>0.99939270019531234</c:v>
                </c:pt>
                <c:pt idx="984">
                  <c:v>0.9993893432617188</c:v>
                </c:pt>
                <c:pt idx="985">
                  <c:v>0.9993893432617188</c:v>
                </c:pt>
                <c:pt idx="986">
                  <c:v>0.9993841552734376</c:v>
                </c:pt>
                <c:pt idx="987">
                  <c:v>0.9993841552734376</c:v>
                </c:pt>
                <c:pt idx="988">
                  <c:v>0.99937866210937498</c:v>
                </c:pt>
                <c:pt idx="989">
                  <c:v>0.99937866210937498</c:v>
                </c:pt>
                <c:pt idx="990">
                  <c:v>0.99937622070312504</c:v>
                </c:pt>
                <c:pt idx="991">
                  <c:v>0.99937622070312504</c:v>
                </c:pt>
                <c:pt idx="992">
                  <c:v>0.99937225341796876</c:v>
                </c:pt>
                <c:pt idx="993">
                  <c:v>0.99937225341796876</c:v>
                </c:pt>
                <c:pt idx="994">
                  <c:v>0.99936798095703117</c:v>
                </c:pt>
                <c:pt idx="995">
                  <c:v>0.99936798095703117</c:v>
                </c:pt>
                <c:pt idx="996">
                  <c:v>0.99936279296874997</c:v>
                </c:pt>
                <c:pt idx="997">
                  <c:v>0.99936279296874997</c:v>
                </c:pt>
                <c:pt idx="998">
                  <c:v>0.9993588256835938</c:v>
                </c:pt>
                <c:pt idx="999">
                  <c:v>0.9993588256835938</c:v>
                </c:pt>
                <c:pt idx="1000">
                  <c:v>0.99935180664062495</c:v>
                </c:pt>
                <c:pt idx="1001">
                  <c:v>0.99935180664062495</c:v>
                </c:pt>
                <c:pt idx="1002">
                  <c:v>0.99934661865234375</c:v>
                </c:pt>
                <c:pt idx="1003">
                  <c:v>0.99934661865234375</c:v>
                </c:pt>
                <c:pt idx="1004">
                  <c:v>0.99934265136718758</c:v>
                </c:pt>
                <c:pt idx="1005">
                  <c:v>0.99934265136718758</c:v>
                </c:pt>
                <c:pt idx="1006">
                  <c:v>0.9993344116210936</c:v>
                </c:pt>
                <c:pt idx="1007">
                  <c:v>0.9993344116210936</c:v>
                </c:pt>
                <c:pt idx="1008">
                  <c:v>0.9993276977539064</c:v>
                </c:pt>
                <c:pt idx="1009">
                  <c:v>0.9993276977539064</c:v>
                </c:pt>
                <c:pt idx="1010">
                  <c:v>0.99932464599609361</c:v>
                </c:pt>
                <c:pt idx="1011">
                  <c:v>0.99932464599609361</c:v>
                </c:pt>
                <c:pt idx="1012">
                  <c:v>0.99931823730468761</c:v>
                </c:pt>
                <c:pt idx="1013">
                  <c:v>0.99931823730468761</c:v>
                </c:pt>
                <c:pt idx="1014">
                  <c:v>0.99931579589843755</c:v>
                </c:pt>
                <c:pt idx="1015">
                  <c:v>0.99931579589843755</c:v>
                </c:pt>
                <c:pt idx="1016">
                  <c:v>0.99930999755859362</c:v>
                </c:pt>
                <c:pt idx="1017">
                  <c:v>0.99930999755859362</c:v>
                </c:pt>
                <c:pt idx="1018">
                  <c:v>0.99930358886718762</c:v>
                </c:pt>
                <c:pt idx="1019">
                  <c:v>0.99930358886718762</c:v>
                </c:pt>
                <c:pt idx="1020">
                  <c:v>0.9992984008789062</c:v>
                </c:pt>
                <c:pt idx="1021">
                  <c:v>0.9992984008789062</c:v>
                </c:pt>
                <c:pt idx="1022">
                  <c:v>0.9992929077148438</c:v>
                </c:pt>
                <c:pt idx="1023">
                  <c:v>0.9992929077148438</c:v>
                </c:pt>
                <c:pt idx="1024">
                  <c:v>0.99928710937499998</c:v>
                </c:pt>
                <c:pt idx="1025">
                  <c:v>0.99928710937499998</c:v>
                </c:pt>
                <c:pt idx="1026">
                  <c:v>0.99928131103515638</c:v>
                </c:pt>
                <c:pt idx="1027">
                  <c:v>0.99928131103515638</c:v>
                </c:pt>
                <c:pt idx="1028">
                  <c:v>0.9992730712890624</c:v>
                </c:pt>
                <c:pt idx="1029">
                  <c:v>0.9992730712890624</c:v>
                </c:pt>
                <c:pt idx="1030">
                  <c:v>0.999267578125</c:v>
                </c:pt>
                <c:pt idx="1031">
                  <c:v>0.999267578125</c:v>
                </c:pt>
                <c:pt idx="1032">
                  <c:v>0.99926055908203115</c:v>
                </c:pt>
                <c:pt idx="1033">
                  <c:v>0.99926055908203115</c:v>
                </c:pt>
                <c:pt idx="1034">
                  <c:v>0.99925506591796875</c:v>
                </c:pt>
                <c:pt idx="1035">
                  <c:v>0.99925506591796875</c:v>
                </c:pt>
                <c:pt idx="1036">
                  <c:v>0.99925048828124996</c:v>
                </c:pt>
                <c:pt idx="1037">
                  <c:v>0.99925048828124996</c:v>
                </c:pt>
                <c:pt idx="1038">
                  <c:v>0.99924621582031237</c:v>
                </c:pt>
                <c:pt idx="1039">
                  <c:v>0.99924621582031237</c:v>
                </c:pt>
                <c:pt idx="1040">
                  <c:v>0.99924102783203117</c:v>
                </c:pt>
                <c:pt idx="1041">
                  <c:v>0.99924102783203117</c:v>
                </c:pt>
                <c:pt idx="1042">
                  <c:v>0.99923583984374997</c:v>
                </c:pt>
                <c:pt idx="1043">
                  <c:v>0.99923583984374997</c:v>
                </c:pt>
                <c:pt idx="1044">
                  <c:v>0.99923339843750003</c:v>
                </c:pt>
                <c:pt idx="1045">
                  <c:v>0.99923339843750003</c:v>
                </c:pt>
                <c:pt idx="1046">
                  <c:v>0.99922821044921883</c:v>
                </c:pt>
                <c:pt idx="1047">
                  <c:v>0.99922821044921883</c:v>
                </c:pt>
                <c:pt idx="1048">
                  <c:v>0.99922119140624999</c:v>
                </c:pt>
                <c:pt idx="1049">
                  <c:v>0.99922119140624999</c:v>
                </c:pt>
                <c:pt idx="1050">
                  <c:v>0.99921386718750005</c:v>
                </c:pt>
                <c:pt idx="1051">
                  <c:v>0.99921386718750005</c:v>
                </c:pt>
                <c:pt idx="1052">
                  <c:v>0.99920867919921885</c:v>
                </c:pt>
                <c:pt idx="1053">
                  <c:v>0.99920867919921885</c:v>
                </c:pt>
                <c:pt idx="1054">
                  <c:v>0.99920379638671875</c:v>
                </c:pt>
                <c:pt idx="1055">
                  <c:v>0.99920379638671875</c:v>
                </c:pt>
                <c:pt idx="1056">
                  <c:v>0.99919555664062498</c:v>
                </c:pt>
                <c:pt idx="1057">
                  <c:v>0.99919555664062498</c:v>
                </c:pt>
                <c:pt idx="1058">
                  <c:v>0.99919036865234379</c:v>
                </c:pt>
                <c:pt idx="1059">
                  <c:v>0.99919036865234379</c:v>
                </c:pt>
                <c:pt idx="1060">
                  <c:v>0.99918457031249996</c:v>
                </c:pt>
                <c:pt idx="1061">
                  <c:v>0.99918457031249996</c:v>
                </c:pt>
                <c:pt idx="1062">
                  <c:v>0.999176025390625</c:v>
                </c:pt>
                <c:pt idx="1063">
                  <c:v>0.999176025390625</c:v>
                </c:pt>
                <c:pt idx="1064">
                  <c:v>0.99916473388671878</c:v>
                </c:pt>
                <c:pt idx="1065">
                  <c:v>0.99916473388671878</c:v>
                </c:pt>
                <c:pt idx="1066">
                  <c:v>0.99916198730468764</c:v>
                </c:pt>
                <c:pt idx="1067">
                  <c:v>0.99916198730468764</c:v>
                </c:pt>
                <c:pt idx="1068">
                  <c:v>0.99915802001953125</c:v>
                </c:pt>
                <c:pt idx="1069">
                  <c:v>0.99915802001953125</c:v>
                </c:pt>
                <c:pt idx="1070">
                  <c:v>0.99914947509765639</c:v>
                </c:pt>
                <c:pt idx="1071">
                  <c:v>0.99914947509765639</c:v>
                </c:pt>
                <c:pt idx="1072">
                  <c:v>0.99914184570312503</c:v>
                </c:pt>
                <c:pt idx="1073">
                  <c:v>0.99914184570312503</c:v>
                </c:pt>
                <c:pt idx="1074">
                  <c:v>0.99913146972656242</c:v>
                </c:pt>
                <c:pt idx="1075">
                  <c:v>0.99913146972656242</c:v>
                </c:pt>
                <c:pt idx="1076">
                  <c:v>0.99912445068359379</c:v>
                </c:pt>
                <c:pt idx="1077">
                  <c:v>0.99912445068359379</c:v>
                </c:pt>
                <c:pt idx="1078">
                  <c:v>0.99911926269531237</c:v>
                </c:pt>
                <c:pt idx="1079">
                  <c:v>0.99911926269531237</c:v>
                </c:pt>
                <c:pt idx="1080">
                  <c:v>0.99911407470703117</c:v>
                </c:pt>
                <c:pt idx="1081">
                  <c:v>0.99911407470703117</c:v>
                </c:pt>
                <c:pt idx="1082">
                  <c:v>0.99910827636718758</c:v>
                </c:pt>
                <c:pt idx="1083">
                  <c:v>0.99910827636718758</c:v>
                </c:pt>
                <c:pt idx="1084">
                  <c:v>0.99910095214843764</c:v>
                </c:pt>
                <c:pt idx="1085">
                  <c:v>0.99910095214843764</c:v>
                </c:pt>
                <c:pt idx="1086">
                  <c:v>0.99909515380859359</c:v>
                </c:pt>
                <c:pt idx="1087">
                  <c:v>0.99909515380859359</c:v>
                </c:pt>
                <c:pt idx="1088">
                  <c:v>0.99908660888671885</c:v>
                </c:pt>
                <c:pt idx="1089">
                  <c:v>0.99908660888671885</c:v>
                </c:pt>
                <c:pt idx="1090">
                  <c:v>0.99908233642578115</c:v>
                </c:pt>
                <c:pt idx="1091">
                  <c:v>0.99908233642578115</c:v>
                </c:pt>
                <c:pt idx="1092">
                  <c:v>0.99907440185546881</c:v>
                </c:pt>
                <c:pt idx="1093">
                  <c:v>0.99907440185546881</c:v>
                </c:pt>
                <c:pt idx="1094">
                  <c:v>0.99906494140625002</c:v>
                </c:pt>
                <c:pt idx="1095">
                  <c:v>0.99906494140625002</c:v>
                </c:pt>
                <c:pt idx="1096">
                  <c:v>0.99906097412109363</c:v>
                </c:pt>
                <c:pt idx="1097">
                  <c:v>0.99906097412109363</c:v>
                </c:pt>
                <c:pt idx="1098">
                  <c:v>0.99904998779296883</c:v>
                </c:pt>
                <c:pt idx="1099">
                  <c:v>0.99904998779296883</c:v>
                </c:pt>
                <c:pt idx="1100">
                  <c:v>0.99904327392578118</c:v>
                </c:pt>
                <c:pt idx="1101">
                  <c:v>0.99904327392578118</c:v>
                </c:pt>
                <c:pt idx="1102">
                  <c:v>0.99903625488281245</c:v>
                </c:pt>
                <c:pt idx="1103">
                  <c:v>0.99903625488281245</c:v>
                </c:pt>
                <c:pt idx="1104">
                  <c:v>0.99902557373046885</c:v>
                </c:pt>
                <c:pt idx="1105">
                  <c:v>0.99902557373046885</c:v>
                </c:pt>
                <c:pt idx="1106">
                  <c:v>0.9990185546875</c:v>
                </c:pt>
                <c:pt idx="1107">
                  <c:v>0.9990185546875</c:v>
                </c:pt>
                <c:pt idx="1108">
                  <c:v>0.99901153564453116</c:v>
                </c:pt>
                <c:pt idx="1109">
                  <c:v>0.99901153564453116</c:v>
                </c:pt>
                <c:pt idx="1110">
                  <c:v>0.99900573730468745</c:v>
                </c:pt>
                <c:pt idx="1111">
                  <c:v>0.99900573730468745</c:v>
                </c:pt>
                <c:pt idx="1112">
                  <c:v>0.99899688720703117</c:v>
                </c:pt>
                <c:pt idx="1113">
                  <c:v>0.99899688720703117</c:v>
                </c:pt>
                <c:pt idx="1114">
                  <c:v>0.99898986816406243</c:v>
                </c:pt>
                <c:pt idx="1115">
                  <c:v>0.99898986816406243</c:v>
                </c:pt>
                <c:pt idx="1116">
                  <c:v>0.99898101806640638</c:v>
                </c:pt>
                <c:pt idx="1117">
                  <c:v>0.99898101806640638</c:v>
                </c:pt>
                <c:pt idx="1118">
                  <c:v>0.99897583007812496</c:v>
                </c:pt>
                <c:pt idx="1119">
                  <c:v>0.99897583007812496</c:v>
                </c:pt>
                <c:pt idx="1120">
                  <c:v>0.99896728515625</c:v>
                </c:pt>
                <c:pt idx="1121">
                  <c:v>0.99896728515625</c:v>
                </c:pt>
                <c:pt idx="1122">
                  <c:v>0.99895965576171875</c:v>
                </c:pt>
                <c:pt idx="1123">
                  <c:v>0.99895965576171875</c:v>
                </c:pt>
                <c:pt idx="1124">
                  <c:v>0.99895233154296881</c:v>
                </c:pt>
                <c:pt idx="1125">
                  <c:v>0.99895233154296881</c:v>
                </c:pt>
                <c:pt idx="1126">
                  <c:v>0.99894287109375002</c:v>
                </c:pt>
                <c:pt idx="1127">
                  <c:v>0.99894287109375002</c:v>
                </c:pt>
                <c:pt idx="1128">
                  <c:v>0.99893371582031243</c:v>
                </c:pt>
                <c:pt idx="1129">
                  <c:v>0.99893371582031243</c:v>
                </c:pt>
                <c:pt idx="1130">
                  <c:v>0.99892883300781243</c:v>
                </c:pt>
                <c:pt idx="1131">
                  <c:v>0.99892883300781243</c:v>
                </c:pt>
                <c:pt idx="1132">
                  <c:v>0.99891967773437496</c:v>
                </c:pt>
                <c:pt idx="1133">
                  <c:v>0.99891967773437496</c:v>
                </c:pt>
                <c:pt idx="1134">
                  <c:v>0.99891113281249999</c:v>
                </c:pt>
                <c:pt idx="1135">
                  <c:v>0.99891113281249999</c:v>
                </c:pt>
                <c:pt idx="1136">
                  <c:v>0.99890472412109377</c:v>
                </c:pt>
                <c:pt idx="1137">
                  <c:v>0.99890472412109377</c:v>
                </c:pt>
                <c:pt idx="1138">
                  <c:v>0.99889434814453115</c:v>
                </c:pt>
                <c:pt idx="1139">
                  <c:v>0.99889434814453115</c:v>
                </c:pt>
                <c:pt idx="1140">
                  <c:v>0.99888671875000001</c:v>
                </c:pt>
                <c:pt idx="1141">
                  <c:v>0.99888671875000001</c:v>
                </c:pt>
                <c:pt idx="1142">
                  <c:v>0.99888031005859379</c:v>
                </c:pt>
                <c:pt idx="1143">
                  <c:v>0.99888031005859379</c:v>
                </c:pt>
                <c:pt idx="1144">
                  <c:v>0.9988760375976562</c:v>
                </c:pt>
                <c:pt idx="1145">
                  <c:v>0.9988760375976562</c:v>
                </c:pt>
                <c:pt idx="1146">
                  <c:v>0.9988656616210938</c:v>
                </c:pt>
                <c:pt idx="1147">
                  <c:v>0.9988656616210938</c:v>
                </c:pt>
                <c:pt idx="1148">
                  <c:v>0.99885986328124998</c:v>
                </c:pt>
                <c:pt idx="1149">
                  <c:v>0.99885986328124998</c:v>
                </c:pt>
                <c:pt idx="1150">
                  <c:v>0.99885070800781239</c:v>
                </c:pt>
                <c:pt idx="1151">
                  <c:v>0.99885070800781239</c:v>
                </c:pt>
                <c:pt idx="1152">
                  <c:v>0.99884033203125</c:v>
                </c:pt>
                <c:pt idx="1153">
                  <c:v>0.99884033203125</c:v>
                </c:pt>
                <c:pt idx="1154">
                  <c:v>0.99883026123046881</c:v>
                </c:pt>
                <c:pt idx="1155">
                  <c:v>0.99883026123046881</c:v>
                </c:pt>
                <c:pt idx="1156">
                  <c:v>0.99882263183593745</c:v>
                </c:pt>
                <c:pt idx="1157">
                  <c:v>0.99882263183593745</c:v>
                </c:pt>
                <c:pt idx="1158">
                  <c:v>0.9988150024414062</c:v>
                </c:pt>
                <c:pt idx="1159">
                  <c:v>0.9988150024414062</c:v>
                </c:pt>
                <c:pt idx="1160">
                  <c:v>0.99880645751953123</c:v>
                </c:pt>
                <c:pt idx="1161">
                  <c:v>0.99880645751953123</c:v>
                </c:pt>
                <c:pt idx="1162">
                  <c:v>0.99880004882812501</c:v>
                </c:pt>
                <c:pt idx="1163">
                  <c:v>0.99880004882812501</c:v>
                </c:pt>
                <c:pt idx="1164">
                  <c:v>0.99879058837890622</c:v>
                </c:pt>
                <c:pt idx="1165">
                  <c:v>0.99879058837890622</c:v>
                </c:pt>
                <c:pt idx="1166">
                  <c:v>0.9987786865234376</c:v>
                </c:pt>
                <c:pt idx="1167">
                  <c:v>0.9987786865234376</c:v>
                </c:pt>
                <c:pt idx="1168">
                  <c:v>0.99876739501953116</c:v>
                </c:pt>
                <c:pt idx="1169">
                  <c:v>0.99876739501953116</c:v>
                </c:pt>
                <c:pt idx="1170">
                  <c:v>0.99875885009765641</c:v>
                </c:pt>
                <c:pt idx="1171">
                  <c:v>0.99875885009765641</c:v>
                </c:pt>
                <c:pt idx="1172">
                  <c:v>0.99874694824218757</c:v>
                </c:pt>
                <c:pt idx="1173">
                  <c:v>0.99874694824218757</c:v>
                </c:pt>
                <c:pt idx="1174">
                  <c:v>0.99873657226562496</c:v>
                </c:pt>
                <c:pt idx="1175">
                  <c:v>0.99873657226562496</c:v>
                </c:pt>
                <c:pt idx="1176">
                  <c:v>0.99872802734374999</c:v>
                </c:pt>
                <c:pt idx="1177">
                  <c:v>0.99872802734374999</c:v>
                </c:pt>
                <c:pt idx="1178">
                  <c:v>0.99871948242187503</c:v>
                </c:pt>
                <c:pt idx="1179">
                  <c:v>0.99871948242187503</c:v>
                </c:pt>
                <c:pt idx="1180">
                  <c:v>0.99871154785156235</c:v>
                </c:pt>
                <c:pt idx="1181">
                  <c:v>0.99871154785156235</c:v>
                </c:pt>
                <c:pt idx="1182">
                  <c:v>0.99870300292968761</c:v>
                </c:pt>
                <c:pt idx="1183">
                  <c:v>0.99870300292968761</c:v>
                </c:pt>
                <c:pt idx="1184">
                  <c:v>0.99869354248046882</c:v>
                </c:pt>
                <c:pt idx="1185">
                  <c:v>0.99869354248046882</c:v>
                </c:pt>
                <c:pt idx="1186">
                  <c:v>0.99868530273437495</c:v>
                </c:pt>
                <c:pt idx="1187">
                  <c:v>0.99868530273437495</c:v>
                </c:pt>
                <c:pt idx="1188">
                  <c:v>0.99867645263671878</c:v>
                </c:pt>
                <c:pt idx="1189">
                  <c:v>0.99867645263671878</c:v>
                </c:pt>
                <c:pt idx="1190">
                  <c:v>0.99866333007812502</c:v>
                </c:pt>
                <c:pt idx="1191">
                  <c:v>0.99866333007812502</c:v>
                </c:pt>
                <c:pt idx="1192">
                  <c:v>0.9986514282226564</c:v>
                </c:pt>
                <c:pt idx="1193">
                  <c:v>0.9986514282226564</c:v>
                </c:pt>
                <c:pt idx="1194">
                  <c:v>0.99864410400390624</c:v>
                </c:pt>
                <c:pt idx="1195">
                  <c:v>0.99864410400390624</c:v>
                </c:pt>
                <c:pt idx="1196">
                  <c:v>0.99863433837890625</c:v>
                </c:pt>
                <c:pt idx="1197">
                  <c:v>0.99863433837890625</c:v>
                </c:pt>
                <c:pt idx="1198">
                  <c:v>0.998621826171875</c:v>
                </c:pt>
                <c:pt idx="1199">
                  <c:v>0.998621826171875</c:v>
                </c:pt>
                <c:pt idx="1200">
                  <c:v>0.99861175537109359</c:v>
                </c:pt>
                <c:pt idx="1201">
                  <c:v>0.99861175537109359</c:v>
                </c:pt>
                <c:pt idx="1202">
                  <c:v>0.9985968017578124</c:v>
                </c:pt>
                <c:pt idx="1203">
                  <c:v>0.9985968017578124</c:v>
                </c:pt>
                <c:pt idx="1204">
                  <c:v>0.99858886718749995</c:v>
                </c:pt>
                <c:pt idx="1205">
                  <c:v>0.99858886718749995</c:v>
                </c:pt>
                <c:pt idx="1206">
                  <c:v>0.99858154296875001</c:v>
                </c:pt>
                <c:pt idx="1207">
                  <c:v>0.99858154296875001</c:v>
                </c:pt>
                <c:pt idx="1208">
                  <c:v>0.99857543945312499</c:v>
                </c:pt>
                <c:pt idx="1209">
                  <c:v>0.99857543945312499</c:v>
                </c:pt>
                <c:pt idx="1210">
                  <c:v>0.99856933593749997</c:v>
                </c:pt>
                <c:pt idx="1211">
                  <c:v>0.99856933593749997</c:v>
                </c:pt>
                <c:pt idx="1212">
                  <c:v>0.99856170654296883</c:v>
                </c:pt>
                <c:pt idx="1213">
                  <c:v>0.99856170654296883</c:v>
                </c:pt>
                <c:pt idx="1214">
                  <c:v>0.99855163574218764</c:v>
                </c:pt>
                <c:pt idx="1215">
                  <c:v>0.99855163574218764</c:v>
                </c:pt>
                <c:pt idx="1216">
                  <c:v>0.99853942871093759</c:v>
                </c:pt>
                <c:pt idx="1217">
                  <c:v>0.99853942871093759</c:v>
                </c:pt>
                <c:pt idx="1218">
                  <c:v>0.99853240966796875</c:v>
                </c:pt>
                <c:pt idx="1219">
                  <c:v>0.99853240966796875</c:v>
                </c:pt>
                <c:pt idx="1220">
                  <c:v>0.99852050781250001</c:v>
                </c:pt>
                <c:pt idx="1221">
                  <c:v>0.99852050781250001</c:v>
                </c:pt>
                <c:pt idx="1222">
                  <c:v>0.99851135253906242</c:v>
                </c:pt>
                <c:pt idx="1223">
                  <c:v>0.99851135253906242</c:v>
                </c:pt>
                <c:pt idx="1224">
                  <c:v>0.99850158691406243</c:v>
                </c:pt>
                <c:pt idx="1225">
                  <c:v>0.99850158691406243</c:v>
                </c:pt>
                <c:pt idx="1226">
                  <c:v>0.99848693847656245</c:v>
                </c:pt>
                <c:pt idx="1227">
                  <c:v>0.99848693847656245</c:v>
                </c:pt>
                <c:pt idx="1228">
                  <c:v>0.99847747802734377</c:v>
                </c:pt>
                <c:pt idx="1229">
                  <c:v>0.99847747802734377</c:v>
                </c:pt>
                <c:pt idx="1230">
                  <c:v>0.99846679687499995</c:v>
                </c:pt>
                <c:pt idx="1231">
                  <c:v>0.99846679687499995</c:v>
                </c:pt>
                <c:pt idx="1232">
                  <c:v>0.99845733642578116</c:v>
                </c:pt>
                <c:pt idx="1233">
                  <c:v>0.99845733642578116</c:v>
                </c:pt>
                <c:pt idx="1234">
                  <c:v>0.99844512939453123</c:v>
                </c:pt>
                <c:pt idx="1235">
                  <c:v>0.99844512939453123</c:v>
                </c:pt>
                <c:pt idx="1236">
                  <c:v>0.99843200683593758</c:v>
                </c:pt>
                <c:pt idx="1237">
                  <c:v>0.99843200683593758</c:v>
                </c:pt>
                <c:pt idx="1238">
                  <c:v>0.99842071533203125</c:v>
                </c:pt>
                <c:pt idx="1239">
                  <c:v>0.99842071533203125</c:v>
                </c:pt>
                <c:pt idx="1240">
                  <c:v>0.99840972900390623</c:v>
                </c:pt>
                <c:pt idx="1241">
                  <c:v>0.99840972900390623</c:v>
                </c:pt>
                <c:pt idx="1242">
                  <c:v>0.99840026855468755</c:v>
                </c:pt>
                <c:pt idx="1243">
                  <c:v>0.99840026855468755</c:v>
                </c:pt>
                <c:pt idx="1244">
                  <c:v>0.9983877563476562</c:v>
                </c:pt>
                <c:pt idx="1245">
                  <c:v>0.9983877563476562</c:v>
                </c:pt>
                <c:pt idx="1246">
                  <c:v>0.99838012695312495</c:v>
                </c:pt>
                <c:pt idx="1247">
                  <c:v>0.99838012695312495</c:v>
                </c:pt>
                <c:pt idx="1248">
                  <c:v>0.99837036132812496</c:v>
                </c:pt>
                <c:pt idx="1249">
                  <c:v>0.99837036132812496</c:v>
                </c:pt>
                <c:pt idx="1250">
                  <c:v>0.99836212158203119</c:v>
                </c:pt>
                <c:pt idx="1251">
                  <c:v>0.99836212158203119</c:v>
                </c:pt>
                <c:pt idx="1252">
                  <c:v>0.99835205078125</c:v>
                </c:pt>
                <c:pt idx="1253">
                  <c:v>0.99835205078125</c:v>
                </c:pt>
                <c:pt idx="1254">
                  <c:v>0.99834259033203121</c:v>
                </c:pt>
                <c:pt idx="1255">
                  <c:v>0.99834259033203121</c:v>
                </c:pt>
                <c:pt idx="1256">
                  <c:v>0.99833404541015625</c:v>
                </c:pt>
                <c:pt idx="1257">
                  <c:v>0.99833404541015625</c:v>
                </c:pt>
                <c:pt idx="1258">
                  <c:v>0.99832366943359363</c:v>
                </c:pt>
                <c:pt idx="1259">
                  <c:v>0.99832366943359363</c:v>
                </c:pt>
                <c:pt idx="1260">
                  <c:v>0.99830963134765638</c:v>
                </c:pt>
                <c:pt idx="1261">
                  <c:v>0.99830963134765638</c:v>
                </c:pt>
                <c:pt idx="1262">
                  <c:v>0.99829711914062502</c:v>
                </c:pt>
                <c:pt idx="1263">
                  <c:v>0.99829711914062502</c:v>
                </c:pt>
                <c:pt idx="1264">
                  <c:v>0.9982852172851564</c:v>
                </c:pt>
                <c:pt idx="1265">
                  <c:v>0.9982852172851564</c:v>
                </c:pt>
                <c:pt idx="1266">
                  <c:v>0.99827362060546876</c:v>
                </c:pt>
                <c:pt idx="1267">
                  <c:v>0.99827362060546876</c:v>
                </c:pt>
                <c:pt idx="1268">
                  <c:v>0.99826324462890637</c:v>
                </c:pt>
                <c:pt idx="1269">
                  <c:v>0.99826324462890637</c:v>
                </c:pt>
                <c:pt idx="1270">
                  <c:v>0.99825164794921883</c:v>
                </c:pt>
                <c:pt idx="1271">
                  <c:v>0.99825164794921883</c:v>
                </c:pt>
                <c:pt idx="1272">
                  <c:v>0.99823974609374999</c:v>
                </c:pt>
                <c:pt idx="1273">
                  <c:v>0.99823974609374999</c:v>
                </c:pt>
                <c:pt idx="1274">
                  <c:v>0.9982293701171876</c:v>
                </c:pt>
                <c:pt idx="1275">
                  <c:v>0.9982293701171876</c:v>
                </c:pt>
                <c:pt idx="1276">
                  <c:v>0.99821533203125001</c:v>
                </c:pt>
                <c:pt idx="1277">
                  <c:v>0.99821533203125001</c:v>
                </c:pt>
                <c:pt idx="1278">
                  <c:v>0.99820159912109363</c:v>
                </c:pt>
                <c:pt idx="1279">
                  <c:v>0.99820159912109363</c:v>
                </c:pt>
                <c:pt idx="1280">
                  <c:v>0.99818969726562501</c:v>
                </c:pt>
                <c:pt idx="1281">
                  <c:v>0.99818969726562501</c:v>
                </c:pt>
                <c:pt idx="1282">
                  <c:v>0.99817901611328119</c:v>
                </c:pt>
                <c:pt idx="1283">
                  <c:v>0.99817901611328119</c:v>
                </c:pt>
                <c:pt idx="1284">
                  <c:v>0.99816650390624995</c:v>
                </c:pt>
                <c:pt idx="1285">
                  <c:v>0.99816650390624995</c:v>
                </c:pt>
                <c:pt idx="1286">
                  <c:v>0.99815399169921881</c:v>
                </c:pt>
                <c:pt idx="1287">
                  <c:v>0.99815399169921881</c:v>
                </c:pt>
                <c:pt idx="1288">
                  <c:v>0.99814453125000002</c:v>
                </c:pt>
                <c:pt idx="1289">
                  <c:v>0.99814453125000002</c:v>
                </c:pt>
                <c:pt idx="1290">
                  <c:v>0.998133544921875</c:v>
                </c:pt>
                <c:pt idx="1291">
                  <c:v>0.998133544921875</c:v>
                </c:pt>
                <c:pt idx="1292">
                  <c:v>0.99812042236328125</c:v>
                </c:pt>
                <c:pt idx="1293">
                  <c:v>0.99812042236328125</c:v>
                </c:pt>
                <c:pt idx="1294">
                  <c:v>0.9981085205078124</c:v>
                </c:pt>
                <c:pt idx="1295">
                  <c:v>0.9981085205078124</c:v>
                </c:pt>
                <c:pt idx="1296">
                  <c:v>0.99809692382812498</c:v>
                </c:pt>
                <c:pt idx="1297">
                  <c:v>0.99809692382812498</c:v>
                </c:pt>
                <c:pt idx="1298">
                  <c:v>0.99808471679687505</c:v>
                </c:pt>
                <c:pt idx="1299">
                  <c:v>0.99808471679687505</c:v>
                </c:pt>
                <c:pt idx="1300">
                  <c:v>0.99807312011718763</c:v>
                </c:pt>
                <c:pt idx="1301">
                  <c:v>0.99807312011718763</c:v>
                </c:pt>
                <c:pt idx="1302">
                  <c:v>0.99806152343749999</c:v>
                </c:pt>
                <c:pt idx="1303">
                  <c:v>0.99806152343749999</c:v>
                </c:pt>
                <c:pt idx="1304">
                  <c:v>0.9980523681640624</c:v>
                </c:pt>
                <c:pt idx="1305">
                  <c:v>0.9980523681640624</c:v>
                </c:pt>
                <c:pt idx="1306">
                  <c:v>0.99803833007812504</c:v>
                </c:pt>
                <c:pt idx="1307">
                  <c:v>0.99803833007812504</c:v>
                </c:pt>
                <c:pt idx="1308">
                  <c:v>0.99802703857421882</c:v>
                </c:pt>
                <c:pt idx="1309">
                  <c:v>0.99802703857421882</c:v>
                </c:pt>
                <c:pt idx="1310">
                  <c:v>0.99801574707031238</c:v>
                </c:pt>
                <c:pt idx="1311">
                  <c:v>0.99801574707031238</c:v>
                </c:pt>
                <c:pt idx="1312">
                  <c:v>0.99800415039062496</c:v>
                </c:pt>
                <c:pt idx="1313">
                  <c:v>0.99800415039062496</c:v>
                </c:pt>
                <c:pt idx="1314">
                  <c:v>0.9979916381835936</c:v>
                </c:pt>
                <c:pt idx="1315">
                  <c:v>0.9979916381835936</c:v>
                </c:pt>
                <c:pt idx="1316">
                  <c:v>0.99797943115234378</c:v>
                </c:pt>
                <c:pt idx="1317">
                  <c:v>0.99797943115234378</c:v>
                </c:pt>
                <c:pt idx="1318">
                  <c:v>0.99796539306640641</c:v>
                </c:pt>
                <c:pt idx="1319">
                  <c:v>0.99796539306640641</c:v>
                </c:pt>
                <c:pt idx="1320">
                  <c:v>0.997950439453125</c:v>
                </c:pt>
                <c:pt idx="1321">
                  <c:v>0.997950439453125</c:v>
                </c:pt>
                <c:pt idx="1322">
                  <c:v>0.99794097900390621</c:v>
                </c:pt>
                <c:pt idx="1323">
                  <c:v>0.99794097900390621</c:v>
                </c:pt>
                <c:pt idx="1324">
                  <c:v>0.9979299926757812</c:v>
                </c:pt>
                <c:pt idx="1325">
                  <c:v>0.9979299926757812</c:v>
                </c:pt>
                <c:pt idx="1326">
                  <c:v>0.99791473388671881</c:v>
                </c:pt>
                <c:pt idx="1327">
                  <c:v>0.99791473388671881</c:v>
                </c:pt>
                <c:pt idx="1328">
                  <c:v>0.99790191650390625</c:v>
                </c:pt>
                <c:pt idx="1329">
                  <c:v>0.99790191650390625</c:v>
                </c:pt>
                <c:pt idx="1330">
                  <c:v>0.99789093017578123</c:v>
                </c:pt>
                <c:pt idx="1331">
                  <c:v>0.99789093017578123</c:v>
                </c:pt>
                <c:pt idx="1332">
                  <c:v>0.99787719726562496</c:v>
                </c:pt>
                <c:pt idx="1333">
                  <c:v>0.99787719726562496</c:v>
                </c:pt>
                <c:pt idx="1334">
                  <c:v>0.99786132812499995</c:v>
                </c:pt>
                <c:pt idx="1335">
                  <c:v>0.99786132812499995</c:v>
                </c:pt>
                <c:pt idx="1336">
                  <c:v>0.99784881591796881</c:v>
                </c:pt>
                <c:pt idx="1337">
                  <c:v>0.99784881591796881</c:v>
                </c:pt>
                <c:pt idx="1338">
                  <c:v>0.99783721923828117</c:v>
                </c:pt>
                <c:pt idx="1339">
                  <c:v>0.99783721923828117</c:v>
                </c:pt>
                <c:pt idx="1340">
                  <c:v>0.99782501220703124</c:v>
                </c:pt>
                <c:pt idx="1341">
                  <c:v>0.99782501220703124</c:v>
                </c:pt>
                <c:pt idx="1342">
                  <c:v>0.99781555175781245</c:v>
                </c:pt>
                <c:pt idx="1343">
                  <c:v>0.99781555175781245</c:v>
                </c:pt>
                <c:pt idx="1344">
                  <c:v>0.9978036499023436</c:v>
                </c:pt>
                <c:pt idx="1345">
                  <c:v>0.9978036499023436</c:v>
                </c:pt>
                <c:pt idx="1346">
                  <c:v>0.99779052734374996</c:v>
                </c:pt>
                <c:pt idx="1347">
                  <c:v>0.99779052734374996</c:v>
                </c:pt>
                <c:pt idx="1348">
                  <c:v>0.99777648925781237</c:v>
                </c:pt>
                <c:pt idx="1349">
                  <c:v>0.99777648925781237</c:v>
                </c:pt>
                <c:pt idx="1350">
                  <c:v>0.99776428222656244</c:v>
                </c:pt>
                <c:pt idx="1351">
                  <c:v>0.99776428222656244</c:v>
                </c:pt>
                <c:pt idx="1352">
                  <c:v>0.99775146484374999</c:v>
                </c:pt>
                <c:pt idx="1353">
                  <c:v>0.99775146484374999</c:v>
                </c:pt>
                <c:pt idx="1354">
                  <c:v>0.99773773193359361</c:v>
                </c:pt>
                <c:pt idx="1355">
                  <c:v>0.99773773193359361</c:v>
                </c:pt>
                <c:pt idx="1356">
                  <c:v>0.99772277832031242</c:v>
                </c:pt>
                <c:pt idx="1357">
                  <c:v>0.99772277832031242</c:v>
                </c:pt>
                <c:pt idx="1358">
                  <c:v>0.99770965576171877</c:v>
                </c:pt>
                <c:pt idx="1359">
                  <c:v>0.99770965576171877</c:v>
                </c:pt>
                <c:pt idx="1360">
                  <c:v>0.99769714355468764</c:v>
                </c:pt>
                <c:pt idx="1361">
                  <c:v>0.99769714355468764</c:v>
                </c:pt>
                <c:pt idx="1362">
                  <c:v>0.9976809692382812</c:v>
                </c:pt>
                <c:pt idx="1363">
                  <c:v>0.9976809692382812</c:v>
                </c:pt>
                <c:pt idx="1364">
                  <c:v>0.99766540527343761</c:v>
                </c:pt>
                <c:pt idx="1365">
                  <c:v>0.99766540527343761</c:v>
                </c:pt>
                <c:pt idx="1366">
                  <c:v>0.99765075683593762</c:v>
                </c:pt>
                <c:pt idx="1367">
                  <c:v>0.99765075683593762</c:v>
                </c:pt>
                <c:pt idx="1368">
                  <c:v>0.99763153076171884</c:v>
                </c:pt>
                <c:pt idx="1369">
                  <c:v>0.99763153076171884</c:v>
                </c:pt>
                <c:pt idx="1370">
                  <c:v>0.9976202392578124</c:v>
                </c:pt>
                <c:pt idx="1371">
                  <c:v>0.9976202392578124</c:v>
                </c:pt>
                <c:pt idx="1372">
                  <c:v>0.99760101318359362</c:v>
                </c:pt>
                <c:pt idx="1373">
                  <c:v>0.99760101318359362</c:v>
                </c:pt>
                <c:pt idx="1374">
                  <c:v>0.99758453369140621</c:v>
                </c:pt>
                <c:pt idx="1375">
                  <c:v>0.99758453369140621</c:v>
                </c:pt>
                <c:pt idx="1376">
                  <c:v>0.99756988525390622</c:v>
                </c:pt>
                <c:pt idx="1377">
                  <c:v>0.99756988525390622</c:v>
                </c:pt>
                <c:pt idx="1378">
                  <c:v>0.99755004882812504</c:v>
                </c:pt>
                <c:pt idx="1379">
                  <c:v>0.99755004882812504</c:v>
                </c:pt>
                <c:pt idx="1380">
                  <c:v>0.99753387451171882</c:v>
                </c:pt>
                <c:pt idx="1381">
                  <c:v>0.99753387451171882</c:v>
                </c:pt>
                <c:pt idx="1382">
                  <c:v>0.9975228881835938</c:v>
                </c:pt>
                <c:pt idx="1383">
                  <c:v>0.9975228881835938</c:v>
                </c:pt>
                <c:pt idx="1384">
                  <c:v>0.99751129150390638</c:v>
                </c:pt>
                <c:pt idx="1385">
                  <c:v>0.99751129150390638</c:v>
                </c:pt>
                <c:pt idx="1386">
                  <c:v>0.99749755859375</c:v>
                </c:pt>
                <c:pt idx="1387">
                  <c:v>0.99749755859375</c:v>
                </c:pt>
                <c:pt idx="1388">
                  <c:v>0.99747741699218762</c:v>
                </c:pt>
                <c:pt idx="1389">
                  <c:v>0.99747741699218762</c:v>
                </c:pt>
                <c:pt idx="1390">
                  <c:v>0.99746093749999998</c:v>
                </c:pt>
                <c:pt idx="1391">
                  <c:v>0.99746093749999998</c:v>
                </c:pt>
                <c:pt idx="1392">
                  <c:v>0.99744842529296884</c:v>
                </c:pt>
                <c:pt idx="1393">
                  <c:v>0.99744842529296884</c:v>
                </c:pt>
                <c:pt idx="1394">
                  <c:v>0.9974310302734376</c:v>
                </c:pt>
                <c:pt idx="1395">
                  <c:v>0.9974310302734376</c:v>
                </c:pt>
                <c:pt idx="1396">
                  <c:v>0.99741058349609379</c:v>
                </c:pt>
                <c:pt idx="1397">
                  <c:v>0.99741058349609379</c:v>
                </c:pt>
                <c:pt idx="1398">
                  <c:v>0.99739929199218758</c:v>
                </c:pt>
                <c:pt idx="1399">
                  <c:v>0.99739929199218758</c:v>
                </c:pt>
                <c:pt idx="1400">
                  <c:v>0.99738250732421885</c:v>
                </c:pt>
                <c:pt idx="1401">
                  <c:v>0.99738250732421885</c:v>
                </c:pt>
                <c:pt idx="1402">
                  <c:v>0.99736938476562498</c:v>
                </c:pt>
                <c:pt idx="1403">
                  <c:v>0.99736938476562498</c:v>
                </c:pt>
                <c:pt idx="1404">
                  <c:v>0.99735168457031242</c:v>
                </c:pt>
                <c:pt idx="1405">
                  <c:v>0.99735168457031242</c:v>
                </c:pt>
                <c:pt idx="1406">
                  <c:v>0.997340087890625</c:v>
                </c:pt>
                <c:pt idx="1407">
                  <c:v>0.997340087890625</c:v>
                </c:pt>
                <c:pt idx="1408">
                  <c:v>0.99732330322265639</c:v>
                </c:pt>
                <c:pt idx="1409">
                  <c:v>0.99732330322265639</c:v>
                </c:pt>
                <c:pt idx="1410">
                  <c:v>0.99730560302734361</c:v>
                </c:pt>
                <c:pt idx="1411">
                  <c:v>0.99730560302734361</c:v>
                </c:pt>
                <c:pt idx="1412">
                  <c:v>0.99729034423828122</c:v>
                </c:pt>
                <c:pt idx="1413">
                  <c:v>0.99729034423828122</c:v>
                </c:pt>
                <c:pt idx="1414">
                  <c:v>0.99727386474609359</c:v>
                </c:pt>
                <c:pt idx="1415">
                  <c:v>0.99727386474609359</c:v>
                </c:pt>
                <c:pt idx="1416">
                  <c:v>0.99725341796875</c:v>
                </c:pt>
                <c:pt idx="1417">
                  <c:v>0.99725341796875</c:v>
                </c:pt>
                <c:pt idx="1418">
                  <c:v>0.99724029541015624</c:v>
                </c:pt>
                <c:pt idx="1419">
                  <c:v>0.99724029541015624</c:v>
                </c:pt>
                <c:pt idx="1420">
                  <c:v>0.99722351074218762</c:v>
                </c:pt>
                <c:pt idx="1421">
                  <c:v>0.99722351074218762</c:v>
                </c:pt>
                <c:pt idx="1422">
                  <c:v>0.99720794677734359</c:v>
                </c:pt>
                <c:pt idx="1423">
                  <c:v>0.99720794677734359</c:v>
                </c:pt>
                <c:pt idx="1424">
                  <c:v>0.99718902587890623</c:v>
                </c:pt>
                <c:pt idx="1425">
                  <c:v>0.99718902587890623</c:v>
                </c:pt>
                <c:pt idx="1426">
                  <c:v>0.99716796875000002</c:v>
                </c:pt>
                <c:pt idx="1427">
                  <c:v>0.99716796875000002</c:v>
                </c:pt>
                <c:pt idx="1428">
                  <c:v>0.99715148925781238</c:v>
                </c:pt>
                <c:pt idx="1429">
                  <c:v>0.99715148925781238</c:v>
                </c:pt>
                <c:pt idx="1430">
                  <c:v>0.99713439941406234</c:v>
                </c:pt>
                <c:pt idx="1431">
                  <c:v>0.99713439941406234</c:v>
                </c:pt>
                <c:pt idx="1432">
                  <c:v>0.99711914062499996</c:v>
                </c:pt>
                <c:pt idx="1433">
                  <c:v>0.99711914062499996</c:v>
                </c:pt>
                <c:pt idx="1434">
                  <c:v>0.99710632324218762</c:v>
                </c:pt>
                <c:pt idx="1435">
                  <c:v>0.99710632324218762</c:v>
                </c:pt>
                <c:pt idx="1436">
                  <c:v>0.99708557128906239</c:v>
                </c:pt>
                <c:pt idx="1437">
                  <c:v>0.99708557128906239</c:v>
                </c:pt>
                <c:pt idx="1438">
                  <c:v>0.9970654296875</c:v>
                </c:pt>
                <c:pt idx="1439">
                  <c:v>0.9970654296875</c:v>
                </c:pt>
                <c:pt idx="1440">
                  <c:v>0.99704711914062505</c:v>
                </c:pt>
                <c:pt idx="1441">
                  <c:v>0.99704711914062505</c:v>
                </c:pt>
                <c:pt idx="1442">
                  <c:v>0.99703186035156244</c:v>
                </c:pt>
                <c:pt idx="1443">
                  <c:v>0.99703186035156244</c:v>
                </c:pt>
                <c:pt idx="1444">
                  <c:v>0.99701416015625</c:v>
                </c:pt>
                <c:pt idx="1445">
                  <c:v>0.99701416015625</c:v>
                </c:pt>
                <c:pt idx="1446">
                  <c:v>0.99699615478515624</c:v>
                </c:pt>
                <c:pt idx="1447">
                  <c:v>0.99699615478515624</c:v>
                </c:pt>
                <c:pt idx="1448">
                  <c:v>0.99698059082031243</c:v>
                </c:pt>
                <c:pt idx="1449">
                  <c:v>0.99698059082031243</c:v>
                </c:pt>
                <c:pt idx="1450">
                  <c:v>0.99695983886718764</c:v>
                </c:pt>
                <c:pt idx="1451">
                  <c:v>0.99695983886718764</c:v>
                </c:pt>
                <c:pt idx="1452">
                  <c:v>0.99694122314453115</c:v>
                </c:pt>
                <c:pt idx="1453">
                  <c:v>0.99694122314453115</c:v>
                </c:pt>
                <c:pt idx="1454">
                  <c:v>0.99692230224609379</c:v>
                </c:pt>
                <c:pt idx="1455">
                  <c:v>0.99692230224609379</c:v>
                </c:pt>
                <c:pt idx="1456">
                  <c:v>0.99690307617187501</c:v>
                </c:pt>
                <c:pt idx="1457">
                  <c:v>0.99690307617187501</c:v>
                </c:pt>
                <c:pt idx="1458">
                  <c:v>0.9968814086914064</c:v>
                </c:pt>
                <c:pt idx="1459">
                  <c:v>0.9968814086914064</c:v>
                </c:pt>
                <c:pt idx="1460">
                  <c:v>0.99686309814453122</c:v>
                </c:pt>
                <c:pt idx="1461">
                  <c:v>0.99686309814453122</c:v>
                </c:pt>
                <c:pt idx="1462">
                  <c:v>0.99684631347656238</c:v>
                </c:pt>
                <c:pt idx="1463">
                  <c:v>0.99684631347656238</c:v>
                </c:pt>
                <c:pt idx="1464">
                  <c:v>0.99682312011718766</c:v>
                </c:pt>
                <c:pt idx="1465">
                  <c:v>0.99682312011718766</c:v>
                </c:pt>
                <c:pt idx="1466">
                  <c:v>0.99679992675781237</c:v>
                </c:pt>
                <c:pt idx="1467">
                  <c:v>0.99679992675781237</c:v>
                </c:pt>
                <c:pt idx="1468">
                  <c:v>0.99678344726562496</c:v>
                </c:pt>
                <c:pt idx="1469">
                  <c:v>0.99678344726562496</c:v>
                </c:pt>
                <c:pt idx="1470">
                  <c:v>0.99676513671875</c:v>
                </c:pt>
                <c:pt idx="1471">
                  <c:v>0.99676513671875</c:v>
                </c:pt>
                <c:pt idx="1472">
                  <c:v>0.99674072265625002</c:v>
                </c:pt>
                <c:pt idx="1473">
                  <c:v>0.99674072265625002</c:v>
                </c:pt>
                <c:pt idx="1474">
                  <c:v>0.99672302246093758</c:v>
                </c:pt>
                <c:pt idx="1475">
                  <c:v>0.99672302246093758</c:v>
                </c:pt>
                <c:pt idx="1476">
                  <c:v>0.9966989135742188</c:v>
                </c:pt>
                <c:pt idx="1477">
                  <c:v>0.9966989135742188</c:v>
                </c:pt>
                <c:pt idx="1478">
                  <c:v>0.99667663574218757</c:v>
                </c:pt>
                <c:pt idx="1479">
                  <c:v>0.99667663574218757</c:v>
                </c:pt>
                <c:pt idx="1480">
                  <c:v>0.99665710449218758</c:v>
                </c:pt>
                <c:pt idx="1481">
                  <c:v>0.99665710449218758</c:v>
                </c:pt>
                <c:pt idx="1482">
                  <c:v>0.99663604736328115</c:v>
                </c:pt>
                <c:pt idx="1483">
                  <c:v>0.99663604736328115</c:v>
                </c:pt>
                <c:pt idx="1484">
                  <c:v>0.99661315917968762</c:v>
                </c:pt>
                <c:pt idx="1485">
                  <c:v>0.99661315917968762</c:v>
                </c:pt>
                <c:pt idx="1486">
                  <c:v>0.99659423828125004</c:v>
                </c:pt>
                <c:pt idx="1487">
                  <c:v>0.99659423828125004</c:v>
                </c:pt>
                <c:pt idx="1488">
                  <c:v>0.9965762329101564</c:v>
                </c:pt>
                <c:pt idx="1489">
                  <c:v>0.9965762329101564</c:v>
                </c:pt>
                <c:pt idx="1490">
                  <c:v>0.99655914306640625</c:v>
                </c:pt>
                <c:pt idx="1491">
                  <c:v>0.99655914306640625</c:v>
                </c:pt>
                <c:pt idx="1492">
                  <c:v>0.9965463256835938</c:v>
                </c:pt>
                <c:pt idx="1493">
                  <c:v>0.9965463256835938</c:v>
                </c:pt>
                <c:pt idx="1494">
                  <c:v>0.99652587890625</c:v>
                </c:pt>
                <c:pt idx="1495">
                  <c:v>0.99652587890625</c:v>
                </c:pt>
                <c:pt idx="1496">
                  <c:v>0.99650817871093755</c:v>
                </c:pt>
                <c:pt idx="1497">
                  <c:v>0.99650817871093755</c:v>
                </c:pt>
                <c:pt idx="1498">
                  <c:v>0.996485595703125</c:v>
                </c:pt>
                <c:pt idx="1499">
                  <c:v>0.996485595703125</c:v>
                </c:pt>
                <c:pt idx="1500">
                  <c:v>0.99646728515625005</c:v>
                </c:pt>
                <c:pt idx="1501">
                  <c:v>0.99646728515625005</c:v>
                </c:pt>
                <c:pt idx="1502">
                  <c:v>0.99644561767578121</c:v>
                </c:pt>
                <c:pt idx="1503">
                  <c:v>0.99644561767578121</c:v>
                </c:pt>
                <c:pt idx="1504">
                  <c:v>0.99642059326171883</c:v>
                </c:pt>
                <c:pt idx="1505">
                  <c:v>0.99642059326171883</c:v>
                </c:pt>
                <c:pt idx="1506">
                  <c:v>0.99640014648437503</c:v>
                </c:pt>
                <c:pt idx="1507">
                  <c:v>0.99640014648437503</c:v>
                </c:pt>
                <c:pt idx="1508">
                  <c:v>0.99638183593749996</c:v>
                </c:pt>
                <c:pt idx="1509">
                  <c:v>0.99638183593749996</c:v>
                </c:pt>
                <c:pt idx="1510">
                  <c:v>0.99636138916015637</c:v>
                </c:pt>
                <c:pt idx="1511">
                  <c:v>0.99636138916015637</c:v>
                </c:pt>
                <c:pt idx="1512">
                  <c:v>0.99634185791015639</c:v>
                </c:pt>
                <c:pt idx="1513">
                  <c:v>0.99634185791015639</c:v>
                </c:pt>
                <c:pt idx="1514">
                  <c:v>0.99632507324218755</c:v>
                </c:pt>
                <c:pt idx="1515">
                  <c:v>0.99632507324218755</c:v>
                </c:pt>
                <c:pt idx="1516">
                  <c:v>0.99630157470703118</c:v>
                </c:pt>
                <c:pt idx="1517">
                  <c:v>0.99630157470703118</c:v>
                </c:pt>
                <c:pt idx="1518">
                  <c:v>0.99628479003906245</c:v>
                </c:pt>
                <c:pt idx="1519">
                  <c:v>0.99628479003906245</c:v>
                </c:pt>
                <c:pt idx="1520">
                  <c:v>0.99626190185546881</c:v>
                </c:pt>
                <c:pt idx="1521">
                  <c:v>0.99626190185546881</c:v>
                </c:pt>
                <c:pt idx="1522">
                  <c:v>0.99624511718749997</c:v>
                </c:pt>
                <c:pt idx="1523">
                  <c:v>0.99624511718749997</c:v>
                </c:pt>
                <c:pt idx="1524">
                  <c:v>0.99622741699218764</c:v>
                </c:pt>
                <c:pt idx="1525">
                  <c:v>0.99622741699218764</c:v>
                </c:pt>
                <c:pt idx="1526">
                  <c:v>0.99620544433593761</c:v>
                </c:pt>
                <c:pt idx="1527">
                  <c:v>0.99620544433593761</c:v>
                </c:pt>
                <c:pt idx="1528">
                  <c:v>0.99618408203124997</c:v>
                </c:pt>
                <c:pt idx="1529">
                  <c:v>0.99618408203124997</c:v>
                </c:pt>
                <c:pt idx="1530">
                  <c:v>0.99616210937500005</c:v>
                </c:pt>
                <c:pt idx="1531">
                  <c:v>0.99616210937500005</c:v>
                </c:pt>
                <c:pt idx="1532">
                  <c:v>0.99614440917968761</c:v>
                </c:pt>
                <c:pt idx="1533">
                  <c:v>0.99614440917968761</c:v>
                </c:pt>
                <c:pt idx="1534">
                  <c:v>0.99612030029296883</c:v>
                </c:pt>
                <c:pt idx="1535">
                  <c:v>0.99612030029296883</c:v>
                </c:pt>
                <c:pt idx="1536">
                  <c:v>0.9960989379882812</c:v>
                </c:pt>
                <c:pt idx="1537">
                  <c:v>0.9960989379882812</c:v>
                </c:pt>
                <c:pt idx="1538">
                  <c:v>0.99608215332031236</c:v>
                </c:pt>
                <c:pt idx="1539">
                  <c:v>0.99608215332031236</c:v>
                </c:pt>
                <c:pt idx="1540">
                  <c:v>0.99605926513671883</c:v>
                </c:pt>
                <c:pt idx="1541">
                  <c:v>0.99605926513671883</c:v>
                </c:pt>
                <c:pt idx="1542">
                  <c:v>0.99603515625000005</c:v>
                </c:pt>
                <c:pt idx="1543">
                  <c:v>0.99603515625000005</c:v>
                </c:pt>
                <c:pt idx="1544">
                  <c:v>0.99601501464843745</c:v>
                </c:pt>
                <c:pt idx="1545">
                  <c:v>0.99601501464843745</c:v>
                </c:pt>
                <c:pt idx="1546">
                  <c:v>0.99599060058593758</c:v>
                </c:pt>
                <c:pt idx="1547">
                  <c:v>0.99599060058593758</c:v>
                </c:pt>
                <c:pt idx="1548">
                  <c:v>0.9959664916992188</c:v>
                </c:pt>
                <c:pt idx="1549">
                  <c:v>0.9959664916992188</c:v>
                </c:pt>
                <c:pt idx="1550">
                  <c:v>0.99594421386718757</c:v>
                </c:pt>
                <c:pt idx="1551">
                  <c:v>0.99594421386718757</c:v>
                </c:pt>
                <c:pt idx="1552">
                  <c:v>0.99592163085937502</c:v>
                </c:pt>
                <c:pt idx="1553">
                  <c:v>0.99592163085937502</c:v>
                </c:pt>
                <c:pt idx="1554">
                  <c:v>0.99589752197265624</c:v>
                </c:pt>
                <c:pt idx="1555">
                  <c:v>0.99589752197265624</c:v>
                </c:pt>
                <c:pt idx="1556">
                  <c:v>0.99587402343749998</c:v>
                </c:pt>
                <c:pt idx="1557">
                  <c:v>0.99587402343749998</c:v>
                </c:pt>
                <c:pt idx="1558">
                  <c:v>0.9958493041992188</c:v>
                </c:pt>
                <c:pt idx="1559">
                  <c:v>0.9958493041992188</c:v>
                </c:pt>
                <c:pt idx="1560">
                  <c:v>0.99582702636718756</c:v>
                </c:pt>
                <c:pt idx="1561">
                  <c:v>0.99582702636718756</c:v>
                </c:pt>
                <c:pt idx="1562">
                  <c:v>0.99580444335937501</c:v>
                </c:pt>
                <c:pt idx="1563">
                  <c:v>0.99580444335937501</c:v>
                </c:pt>
                <c:pt idx="1564">
                  <c:v>0.99577484130859362</c:v>
                </c:pt>
                <c:pt idx="1565">
                  <c:v>0.99577484130859362</c:v>
                </c:pt>
                <c:pt idx="1566">
                  <c:v>0.99575439453125003</c:v>
                </c:pt>
                <c:pt idx="1567">
                  <c:v>0.99575439453125003</c:v>
                </c:pt>
                <c:pt idx="1568">
                  <c:v>0.99573669433593759</c:v>
                </c:pt>
                <c:pt idx="1569">
                  <c:v>0.99573669433593759</c:v>
                </c:pt>
                <c:pt idx="1570">
                  <c:v>0.99571014404296876</c:v>
                </c:pt>
                <c:pt idx="1571">
                  <c:v>0.99571014404296876</c:v>
                </c:pt>
                <c:pt idx="1572">
                  <c:v>0.99569122314453118</c:v>
                </c:pt>
                <c:pt idx="1573">
                  <c:v>0.99569122314453118</c:v>
                </c:pt>
                <c:pt idx="1574">
                  <c:v>0.99566284179687503</c:v>
                </c:pt>
                <c:pt idx="1575">
                  <c:v>0.99566284179687503</c:v>
                </c:pt>
                <c:pt idx="1576">
                  <c:v>0.99563873291015637</c:v>
                </c:pt>
                <c:pt idx="1577">
                  <c:v>0.99563873291015637</c:v>
                </c:pt>
                <c:pt idx="1578">
                  <c:v>0.99561798095703125</c:v>
                </c:pt>
                <c:pt idx="1579">
                  <c:v>0.99561798095703125</c:v>
                </c:pt>
                <c:pt idx="1580">
                  <c:v>0.99559143066406242</c:v>
                </c:pt>
                <c:pt idx="1581">
                  <c:v>0.99559143066406242</c:v>
                </c:pt>
                <c:pt idx="1582">
                  <c:v>0.99556701660156244</c:v>
                </c:pt>
                <c:pt idx="1583">
                  <c:v>0.99556701660156244</c:v>
                </c:pt>
                <c:pt idx="1584">
                  <c:v>0.99554565429687503</c:v>
                </c:pt>
                <c:pt idx="1585">
                  <c:v>0.99554565429687503</c:v>
                </c:pt>
                <c:pt idx="1586">
                  <c:v>0.99551727294921877</c:v>
                </c:pt>
                <c:pt idx="1587">
                  <c:v>0.99551727294921877</c:v>
                </c:pt>
                <c:pt idx="1588">
                  <c:v>0.99549072265625005</c:v>
                </c:pt>
                <c:pt idx="1589">
                  <c:v>0.99549072265625005</c:v>
                </c:pt>
                <c:pt idx="1590">
                  <c:v>0.99546905517578121</c:v>
                </c:pt>
                <c:pt idx="1591">
                  <c:v>0.99546905517578121</c:v>
                </c:pt>
                <c:pt idx="1592">
                  <c:v>0.99543762207031239</c:v>
                </c:pt>
                <c:pt idx="1593">
                  <c:v>0.99543762207031239</c:v>
                </c:pt>
                <c:pt idx="1594">
                  <c:v>0.99540924072265624</c:v>
                </c:pt>
                <c:pt idx="1595">
                  <c:v>0.99540924072265624</c:v>
                </c:pt>
                <c:pt idx="1596">
                  <c:v>0.99539001464843757</c:v>
                </c:pt>
                <c:pt idx="1597">
                  <c:v>0.99539001464843757</c:v>
                </c:pt>
                <c:pt idx="1598">
                  <c:v>0.9953668212890624</c:v>
                </c:pt>
                <c:pt idx="1599">
                  <c:v>0.9953668212890624</c:v>
                </c:pt>
                <c:pt idx="1600">
                  <c:v>0.99534240722656242</c:v>
                </c:pt>
                <c:pt idx="1601">
                  <c:v>0.99534240722656242</c:v>
                </c:pt>
                <c:pt idx="1602">
                  <c:v>0.99532073974609359</c:v>
                </c:pt>
                <c:pt idx="1603">
                  <c:v>0.99532073974609359</c:v>
                </c:pt>
                <c:pt idx="1604">
                  <c:v>0.99529602050781241</c:v>
                </c:pt>
                <c:pt idx="1605">
                  <c:v>0.99529602050781241</c:v>
                </c:pt>
                <c:pt idx="1606">
                  <c:v>0.99527679443359363</c:v>
                </c:pt>
                <c:pt idx="1607">
                  <c:v>0.99527679443359363</c:v>
                </c:pt>
                <c:pt idx="1608">
                  <c:v>0.99525482177734359</c:v>
                </c:pt>
                <c:pt idx="1609">
                  <c:v>0.99525482177734359</c:v>
                </c:pt>
                <c:pt idx="1610">
                  <c:v>0.99522766113281236</c:v>
                </c:pt>
                <c:pt idx="1611">
                  <c:v>0.99522766113281236</c:v>
                </c:pt>
                <c:pt idx="1612">
                  <c:v>0.99520172119140637</c:v>
                </c:pt>
                <c:pt idx="1613">
                  <c:v>0.99520172119140637</c:v>
                </c:pt>
                <c:pt idx="1614">
                  <c:v>0.9951785278320312</c:v>
                </c:pt>
                <c:pt idx="1615">
                  <c:v>0.9951785278320312</c:v>
                </c:pt>
                <c:pt idx="1616">
                  <c:v>0.99514862060546883</c:v>
                </c:pt>
                <c:pt idx="1617">
                  <c:v>0.99514862060546883</c:v>
                </c:pt>
                <c:pt idx="1618">
                  <c:v>0.9951174926757812</c:v>
                </c:pt>
                <c:pt idx="1619">
                  <c:v>0.9951174926757812</c:v>
                </c:pt>
                <c:pt idx="1620">
                  <c:v>0.99509765625000002</c:v>
                </c:pt>
                <c:pt idx="1621">
                  <c:v>0.99509765625000002</c:v>
                </c:pt>
                <c:pt idx="1622">
                  <c:v>0.99506896972656245</c:v>
                </c:pt>
                <c:pt idx="1623">
                  <c:v>0.99506896972656245</c:v>
                </c:pt>
                <c:pt idx="1624">
                  <c:v>0.99504577636718761</c:v>
                </c:pt>
                <c:pt idx="1625">
                  <c:v>0.99504577636718761</c:v>
                </c:pt>
                <c:pt idx="1626">
                  <c:v>0.9950253295898438</c:v>
                </c:pt>
                <c:pt idx="1627">
                  <c:v>0.9950253295898438</c:v>
                </c:pt>
                <c:pt idx="1628">
                  <c:v>0.99499359130859377</c:v>
                </c:pt>
                <c:pt idx="1629">
                  <c:v>0.99499359130859377</c:v>
                </c:pt>
                <c:pt idx="1630">
                  <c:v>0.99496154785156243</c:v>
                </c:pt>
                <c:pt idx="1631">
                  <c:v>0.99496154785156243</c:v>
                </c:pt>
                <c:pt idx="1632">
                  <c:v>0.9949337768554688</c:v>
                </c:pt>
                <c:pt idx="1633">
                  <c:v>0.9949337768554688</c:v>
                </c:pt>
                <c:pt idx="1634">
                  <c:v>0.99491271972656237</c:v>
                </c:pt>
                <c:pt idx="1635">
                  <c:v>0.99491271972656237</c:v>
                </c:pt>
                <c:pt idx="1636">
                  <c:v>0.99488616943359376</c:v>
                </c:pt>
                <c:pt idx="1637">
                  <c:v>0.99488616943359376</c:v>
                </c:pt>
                <c:pt idx="1638">
                  <c:v>0.99486358642578121</c:v>
                </c:pt>
                <c:pt idx="1639">
                  <c:v>0.99486358642578121</c:v>
                </c:pt>
                <c:pt idx="1640">
                  <c:v>0.99482757568359359</c:v>
                </c:pt>
                <c:pt idx="1641">
                  <c:v>0.99482757568359359</c:v>
                </c:pt>
                <c:pt idx="1642">
                  <c:v>0.99480499267578115</c:v>
                </c:pt>
                <c:pt idx="1643">
                  <c:v>0.99480499267578115</c:v>
                </c:pt>
                <c:pt idx="1644">
                  <c:v>0.9947763061523438</c:v>
                </c:pt>
                <c:pt idx="1645">
                  <c:v>0.9947763061523438</c:v>
                </c:pt>
                <c:pt idx="1646">
                  <c:v>0.9947503662109376</c:v>
                </c:pt>
                <c:pt idx="1647">
                  <c:v>0.9947503662109376</c:v>
                </c:pt>
                <c:pt idx="1648">
                  <c:v>0.99472747802734363</c:v>
                </c:pt>
                <c:pt idx="1649">
                  <c:v>0.99472747802734363</c:v>
                </c:pt>
                <c:pt idx="1650">
                  <c:v>0.99470306396484376</c:v>
                </c:pt>
                <c:pt idx="1651">
                  <c:v>0.99470306396484376</c:v>
                </c:pt>
                <c:pt idx="1652">
                  <c:v>0.99467620849609362</c:v>
                </c:pt>
                <c:pt idx="1653">
                  <c:v>0.99467620849609362</c:v>
                </c:pt>
                <c:pt idx="1654">
                  <c:v>0.99465148925781244</c:v>
                </c:pt>
                <c:pt idx="1655">
                  <c:v>0.99465148925781244</c:v>
                </c:pt>
                <c:pt idx="1656">
                  <c:v>0.9946234130859376</c:v>
                </c:pt>
                <c:pt idx="1657">
                  <c:v>0.9946234130859376</c:v>
                </c:pt>
                <c:pt idx="1658">
                  <c:v>0.99460235595703117</c:v>
                </c:pt>
                <c:pt idx="1659">
                  <c:v>0.99460235595703117</c:v>
                </c:pt>
                <c:pt idx="1660">
                  <c:v>0.99457153320312497</c:v>
                </c:pt>
                <c:pt idx="1661">
                  <c:v>0.99457153320312497</c:v>
                </c:pt>
                <c:pt idx="1662">
                  <c:v>0.9945370483398438</c:v>
                </c:pt>
                <c:pt idx="1663">
                  <c:v>0.9945370483398438</c:v>
                </c:pt>
                <c:pt idx="1664">
                  <c:v>0.99450469970703115</c:v>
                </c:pt>
                <c:pt idx="1665">
                  <c:v>0.99450469970703115</c:v>
                </c:pt>
                <c:pt idx="1666">
                  <c:v>0.99447937011718757</c:v>
                </c:pt>
                <c:pt idx="1667">
                  <c:v>0.99447937011718757</c:v>
                </c:pt>
                <c:pt idx="1668">
                  <c:v>0.99444458007812497</c:v>
                </c:pt>
                <c:pt idx="1669">
                  <c:v>0.99444458007812497</c:v>
                </c:pt>
                <c:pt idx="1670">
                  <c:v>0.99441833496093757</c:v>
                </c:pt>
                <c:pt idx="1671">
                  <c:v>0.99441833496093757</c:v>
                </c:pt>
                <c:pt idx="1672">
                  <c:v>0.99439178466796885</c:v>
                </c:pt>
                <c:pt idx="1673">
                  <c:v>0.99439178466796885</c:v>
                </c:pt>
                <c:pt idx="1674">
                  <c:v>0.99436492919921882</c:v>
                </c:pt>
                <c:pt idx="1675">
                  <c:v>0.99436492919921882</c:v>
                </c:pt>
                <c:pt idx="1676">
                  <c:v>0.99433563232421884</c:v>
                </c:pt>
                <c:pt idx="1677">
                  <c:v>0.99433563232421884</c:v>
                </c:pt>
                <c:pt idx="1678">
                  <c:v>0.99430847167968761</c:v>
                </c:pt>
                <c:pt idx="1679">
                  <c:v>0.99430847167968761</c:v>
                </c:pt>
                <c:pt idx="1680">
                  <c:v>0.99427551269531245</c:v>
                </c:pt>
                <c:pt idx="1681">
                  <c:v>0.99427551269531245</c:v>
                </c:pt>
                <c:pt idx="1682">
                  <c:v>0.99424377441406242</c:v>
                </c:pt>
                <c:pt idx="1683">
                  <c:v>0.99424377441406242</c:v>
                </c:pt>
                <c:pt idx="1684">
                  <c:v>0.99421630859374999</c:v>
                </c:pt>
                <c:pt idx="1685">
                  <c:v>0.99421630859374999</c:v>
                </c:pt>
                <c:pt idx="1686">
                  <c:v>0.99418029785156237</c:v>
                </c:pt>
                <c:pt idx="1687">
                  <c:v>0.99418029785156237</c:v>
                </c:pt>
                <c:pt idx="1688">
                  <c:v>0.99415374755859376</c:v>
                </c:pt>
                <c:pt idx="1689">
                  <c:v>0.99415374755859376</c:v>
                </c:pt>
                <c:pt idx="1690">
                  <c:v>0.99412536621093761</c:v>
                </c:pt>
                <c:pt idx="1691">
                  <c:v>0.99412536621093761</c:v>
                </c:pt>
                <c:pt idx="1692">
                  <c:v>0.99409454345703119</c:v>
                </c:pt>
                <c:pt idx="1693">
                  <c:v>0.99409454345703119</c:v>
                </c:pt>
                <c:pt idx="1694">
                  <c:v>0.99405914306640641</c:v>
                </c:pt>
                <c:pt idx="1695">
                  <c:v>0.99405914306640641</c:v>
                </c:pt>
                <c:pt idx="1696">
                  <c:v>0.99403137207031245</c:v>
                </c:pt>
                <c:pt idx="1697">
                  <c:v>0.99403137207031245</c:v>
                </c:pt>
                <c:pt idx="1698">
                  <c:v>0.99399871826171882</c:v>
                </c:pt>
                <c:pt idx="1699">
                  <c:v>0.99399871826171882</c:v>
                </c:pt>
                <c:pt idx="1700">
                  <c:v>0.99396575927734376</c:v>
                </c:pt>
                <c:pt idx="1701">
                  <c:v>0.99396575927734376</c:v>
                </c:pt>
                <c:pt idx="1702">
                  <c:v>0.99393463134765625</c:v>
                </c:pt>
                <c:pt idx="1703">
                  <c:v>0.99393463134765625</c:v>
                </c:pt>
                <c:pt idx="1704">
                  <c:v>0.99389892578125005</c:v>
                </c:pt>
                <c:pt idx="1705">
                  <c:v>0.99389892578125005</c:v>
                </c:pt>
                <c:pt idx="1706">
                  <c:v>0.99387329101562505</c:v>
                </c:pt>
                <c:pt idx="1707">
                  <c:v>0.99387329101562505</c:v>
                </c:pt>
                <c:pt idx="1708">
                  <c:v>0.99384826660156245</c:v>
                </c:pt>
                <c:pt idx="1709">
                  <c:v>0.99384826660156245</c:v>
                </c:pt>
                <c:pt idx="1710">
                  <c:v>0.99382141113281242</c:v>
                </c:pt>
                <c:pt idx="1711">
                  <c:v>0.99382141113281242</c:v>
                </c:pt>
                <c:pt idx="1712">
                  <c:v>0.99378936767578119</c:v>
                </c:pt>
                <c:pt idx="1713">
                  <c:v>0.99378936767578119</c:v>
                </c:pt>
                <c:pt idx="1714">
                  <c:v>0.99375549316406242</c:v>
                </c:pt>
                <c:pt idx="1715">
                  <c:v>0.99375549316406242</c:v>
                </c:pt>
                <c:pt idx="1716">
                  <c:v>0.99371978759765622</c:v>
                </c:pt>
                <c:pt idx="1717">
                  <c:v>0.99371978759765622</c:v>
                </c:pt>
                <c:pt idx="1718">
                  <c:v>0.99368499755859363</c:v>
                </c:pt>
                <c:pt idx="1719">
                  <c:v>0.99368499755859363</c:v>
                </c:pt>
                <c:pt idx="1720">
                  <c:v>0.9936514282226564</c:v>
                </c:pt>
                <c:pt idx="1721">
                  <c:v>0.9936514282226564</c:v>
                </c:pt>
                <c:pt idx="1722">
                  <c:v>0.99361114501953118</c:v>
                </c:pt>
                <c:pt idx="1723">
                  <c:v>0.99361114501953118</c:v>
                </c:pt>
                <c:pt idx="1724">
                  <c:v>0.99358428955078115</c:v>
                </c:pt>
                <c:pt idx="1725">
                  <c:v>0.99358428955078115</c:v>
                </c:pt>
                <c:pt idx="1726">
                  <c:v>0.99354980468749998</c:v>
                </c:pt>
                <c:pt idx="1727">
                  <c:v>0.99354980468749998</c:v>
                </c:pt>
                <c:pt idx="1728">
                  <c:v>0.99352020263671881</c:v>
                </c:pt>
                <c:pt idx="1729">
                  <c:v>0.99352020263671881</c:v>
                </c:pt>
                <c:pt idx="1730">
                  <c:v>0.99349395751953118</c:v>
                </c:pt>
                <c:pt idx="1731">
                  <c:v>0.99349395751953118</c:v>
                </c:pt>
                <c:pt idx="1732">
                  <c:v>0.9934640502929688</c:v>
                </c:pt>
                <c:pt idx="1733">
                  <c:v>0.9934640502929688</c:v>
                </c:pt>
                <c:pt idx="1734">
                  <c:v>0.99342590332031255</c:v>
                </c:pt>
                <c:pt idx="1735">
                  <c:v>0.99342590332031255</c:v>
                </c:pt>
                <c:pt idx="1736">
                  <c:v>0.99338897705078122</c:v>
                </c:pt>
                <c:pt idx="1737">
                  <c:v>0.99338897705078122</c:v>
                </c:pt>
                <c:pt idx="1738">
                  <c:v>0.99335693359374999</c:v>
                </c:pt>
                <c:pt idx="1739">
                  <c:v>0.99335693359374999</c:v>
                </c:pt>
                <c:pt idx="1740">
                  <c:v>0.9933218383789062</c:v>
                </c:pt>
                <c:pt idx="1741">
                  <c:v>0.9933218383789062</c:v>
                </c:pt>
                <c:pt idx="1742">
                  <c:v>0.99328765869140623</c:v>
                </c:pt>
                <c:pt idx="1743">
                  <c:v>0.99328765869140623</c:v>
                </c:pt>
                <c:pt idx="1744">
                  <c:v>0.99325927734374997</c:v>
                </c:pt>
                <c:pt idx="1745">
                  <c:v>0.99325927734374997</c:v>
                </c:pt>
                <c:pt idx="1746">
                  <c:v>0.99322784423828125</c:v>
                </c:pt>
                <c:pt idx="1747">
                  <c:v>0.99322784423828125</c:v>
                </c:pt>
                <c:pt idx="1748">
                  <c:v>0.993199462890625</c:v>
                </c:pt>
                <c:pt idx="1749">
                  <c:v>0.993199462890625</c:v>
                </c:pt>
                <c:pt idx="1750">
                  <c:v>0.99315795898437498</c:v>
                </c:pt>
                <c:pt idx="1751">
                  <c:v>0.99315795898437498</c:v>
                </c:pt>
                <c:pt idx="1752">
                  <c:v>0.99312774658203118</c:v>
                </c:pt>
                <c:pt idx="1753">
                  <c:v>0.99312774658203118</c:v>
                </c:pt>
                <c:pt idx="1754">
                  <c:v>0.99309570312499995</c:v>
                </c:pt>
                <c:pt idx="1755">
                  <c:v>0.99309570312499995</c:v>
                </c:pt>
                <c:pt idx="1756">
                  <c:v>0.99306365966796883</c:v>
                </c:pt>
                <c:pt idx="1757">
                  <c:v>0.99306365966796883</c:v>
                </c:pt>
                <c:pt idx="1758">
                  <c:v>0.99302886962890624</c:v>
                </c:pt>
                <c:pt idx="1759">
                  <c:v>0.99302886962890624</c:v>
                </c:pt>
                <c:pt idx="1760">
                  <c:v>0.99299438476562496</c:v>
                </c:pt>
                <c:pt idx="1761">
                  <c:v>0.99299438476562496</c:v>
                </c:pt>
                <c:pt idx="1762">
                  <c:v>0.99296142578125002</c:v>
                </c:pt>
                <c:pt idx="1763">
                  <c:v>0.99296142578125002</c:v>
                </c:pt>
                <c:pt idx="1764">
                  <c:v>0.99292175292968765</c:v>
                </c:pt>
                <c:pt idx="1765">
                  <c:v>0.99292175292968765</c:v>
                </c:pt>
                <c:pt idx="1766">
                  <c:v>0.99289154052734363</c:v>
                </c:pt>
                <c:pt idx="1767">
                  <c:v>0.99289154052734363</c:v>
                </c:pt>
                <c:pt idx="1768">
                  <c:v>0.99285583496093766</c:v>
                </c:pt>
                <c:pt idx="1769">
                  <c:v>0.99285583496093766</c:v>
                </c:pt>
                <c:pt idx="1770">
                  <c:v>0.99282897949218762</c:v>
                </c:pt>
                <c:pt idx="1771">
                  <c:v>0.99282897949218762</c:v>
                </c:pt>
                <c:pt idx="1772">
                  <c:v>0.9927926635742188</c:v>
                </c:pt>
                <c:pt idx="1773">
                  <c:v>0.9927926635742188</c:v>
                </c:pt>
                <c:pt idx="1774">
                  <c:v>0.99275848388671883</c:v>
                </c:pt>
                <c:pt idx="1775">
                  <c:v>0.99275848388671883</c:v>
                </c:pt>
                <c:pt idx="1776">
                  <c:v>0.99272674560546881</c:v>
                </c:pt>
                <c:pt idx="1777">
                  <c:v>0.99272674560546881</c:v>
                </c:pt>
                <c:pt idx="1778">
                  <c:v>0.99268890380859376</c:v>
                </c:pt>
                <c:pt idx="1779">
                  <c:v>0.99268890380859376</c:v>
                </c:pt>
                <c:pt idx="1780">
                  <c:v>0.99265838623046876</c:v>
                </c:pt>
                <c:pt idx="1781">
                  <c:v>0.99265838623046876</c:v>
                </c:pt>
                <c:pt idx="1782">
                  <c:v>0.99262176513671885</c:v>
                </c:pt>
                <c:pt idx="1783">
                  <c:v>0.99262176513671885</c:v>
                </c:pt>
                <c:pt idx="1784">
                  <c:v>0.99258819580078117</c:v>
                </c:pt>
                <c:pt idx="1785">
                  <c:v>0.99258819580078117</c:v>
                </c:pt>
                <c:pt idx="1786">
                  <c:v>0.992548828125</c:v>
                </c:pt>
                <c:pt idx="1787">
                  <c:v>0.992548828125</c:v>
                </c:pt>
                <c:pt idx="1788">
                  <c:v>0.99251434326171883</c:v>
                </c:pt>
                <c:pt idx="1789">
                  <c:v>0.99251434326171883</c:v>
                </c:pt>
                <c:pt idx="1790">
                  <c:v>0.99248382568359361</c:v>
                </c:pt>
                <c:pt idx="1791">
                  <c:v>0.99248382568359361</c:v>
                </c:pt>
                <c:pt idx="1792">
                  <c:v>0.99245330810546883</c:v>
                </c:pt>
                <c:pt idx="1793">
                  <c:v>0.99245330810546883</c:v>
                </c:pt>
                <c:pt idx="1794">
                  <c:v>0.99241394042968745</c:v>
                </c:pt>
                <c:pt idx="1795">
                  <c:v>0.99241394042968745</c:v>
                </c:pt>
                <c:pt idx="1796">
                  <c:v>0.99237426757812497</c:v>
                </c:pt>
                <c:pt idx="1797">
                  <c:v>0.99237426757812497</c:v>
                </c:pt>
                <c:pt idx="1798">
                  <c:v>0.9923348999023438</c:v>
                </c:pt>
                <c:pt idx="1799">
                  <c:v>0.9923348999023438</c:v>
                </c:pt>
                <c:pt idx="1800">
                  <c:v>0.99229827880859378</c:v>
                </c:pt>
                <c:pt idx="1801">
                  <c:v>0.99229827880859378</c:v>
                </c:pt>
                <c:pt idx="1802">
                  <c:v>0.99226776123046878</c:v>
                </c:pt>
                <c:pt idx="1803">
                  <c:v>0.99226776123046878</c:v>
                </c:pt>
                <c:pt idx="1804">
                  <c:v>0.99223022460937504</c:v>
                </c:pt>
                <c:pt idx="1805">
                  <c:v>0.99223022460937504</c:v>
                </c:pt>
                <c:pt idx="1806">
                  <c:v>0.99218933105468765</c:v>
                </c:pt>
                <c:pt idx="1807">
                  <c:v>0.99218933105468765</c:v>
                </c:pt>
                <c:pt idx="1808">
                  <c:v>0.99214447021484375</c:v>
                </c:pt>
                <c:pt idx="1809">
                  <c:v>0.99214447021484375</c:v>
                </c:pt>
                <c:pt idx="1810">
                  <c:v>0.99210754394531242</c:v>
                </c:pt>
                <c:pt idx="1811">
                  <c:v>0.99210754394531242</c:v>
                </c:pt>
                <c:pt idx="1812">
                  <c:v>0.99207214355468765</c:v>
                </c:pt>
                <c:pt idx="1813">
                  <c:v>0.99207214355468765</c:v>
                </c:pt>
                <c:pt idx="1814">
                  <c:v>0.99202819824218758</c:v>
                </c:pt>
                <c:pt idx="1815">
                  <c:v>0.99202819824218758</c:v>
                </c:pt>
                <c:pt idx="1816">
                  <c:v>0.99198547363281242</c:v>
                </c:pt>
                <c:pt idx="1817">
                  <c:v>0.99198547363281242</c:v>
                </c:pt>
                <c:pt idx="1818">
                  <c:v>0.9919436645507812</c:v>
                </c:pt>
                <c:pt idx="1819">
                  <c:v>0.9919436645507812</c:v>
                </c:pt>
                <c:pt idx="1820">
                  <c:v>0.99191131591796877</c:v>
                </c:pt>
                <c:pt idx="1821">
                  <c:v>0.99191131591796877</c:v>
                </c:pt>
                <c:pt idx="1822">
                  <c:v>0.99186859130859362</c:v>
                </c:pt>
                <c:pt idx="1823">
                  <c:v>0.99186859130859362</c:v>
                </c:pt>
                <c:pt idx="1824">
                  <c:v>0.99183013916015639</c:v>
                </c:pt>
                <c:pt idx="1825">
                  <c:v>0.99183013916015639</c:v>
                </c:pt>
                <c:pt idx="1826">
                  <c:v>0.99178619384765621</c:v>
                </c:pt>
                <c:pt idx="1827">
                  <c:v>0.99178619384765621</c:v>
                </c:pt>
                <c:pt idx="1828">
                  <c:v>0.99174713134765624</c:v>
                </c:pt>
                <c:pt idx="1829">
                  <c:v>0.99174713134765624</c:v>
                </c:pt>
                <c:pt idx="1830">
                  <c:v>0.99171844482421878</c:v>
                </c:pt>
                <c:pt idx="1831">
                  <c:v>0.99171844482421878</c:v>
                </c:pt>
                <c:pt idx="1832">
                  <c:v>0.991673583984375</c:v>
                </c:pt>
                <c:pt idx="1833">
                  <c:v>0.991673583984375</c:v>
                </c:pt>
                <c:pt idx="1834">
                  <c:v>0.99163055419921875</c:v>
                </c:pt>
                <c:pt idx="1835">
                  <c:v>0.99163055419921875</c:v>
                </c:pt>
                <c:pt idx="1836">
                  <c:v>0.99159271240234359</c:v>
                </c:pt>
                <c:pt idx="1837">
                  <c:v>0.99159271240234359</c:v>
                </c:pt>
                <c:pt idx="1838">
                  <c:v>0.99154602050781238</c:v>
                </c:pt>
                <c:pt idx="1839">
                  <c:v>0.99154602050781238</c:v>
                </c:pt>
                <c:pt idx="1840">
                  <c:v>0.99151153564453121</c:v>
                </c:pt>
                <c:pt idx="1841">
                  <c:v>0.99151153564453121</c:v>
                </c:pt>
                <c:pt idx="1842">
                  <c:v>0.99147094726562501</c:v>
                </c:pt>
                <c:pt idx="1843">
                  <c:v>0.99147094726562501</c:v>
                </c:pt>
                <c:pt idx="1844">
                  <c:v>0.99142242431640637</c:v>
                </c:pt>
                <c:pt idx="1845">
                  <c:v>0.99142242431640637</c:v>
                </c:pt>
                <c:pt idx="1846">
                  <c:v>0.99138519287109361</c:v>
                </c:pt>
                <c:pt idx="1847">
                  <c:v>0.99138519287109361</c:v>
                </c:pt>
                <c:pt idx="1848">
                  <c:v>0.99134521484375004</c:v>
                </c:pt>
                <c:pt idx="1849">
                  <c:v>0.99134521484375004</c:v>
                </c:pt>
                <c:pt idx="1850">
                  <c:v>0.99130340576171883</c:v>
                </c:pt>
                <c:pt idx="1851">
                  <c:v>0.99130340576171883</c:v>
                </c:pt>
                <c:pt idx="1852">
                  <c:v>0.99126739501953121</c:v>
                </c:pt>
                <c:pt idx="1853">
                  <c:v>0.99126739501953121</c:v>
                </c:pt>
                <c:pt idx="1854">
                  <c:v>0.99122833251953124</c:v>
                </c:pt>
                <c:pt idx="1855">
                  <c:v>0.99122833251953124</c:v>
                </c:pt>
                <c:pt idx="1856">
                  <c:v>0.99117980957031238</c:v>
                </c:pt>
                <c:pt idx="1857">
                  <c:v>0.99117980957031238</c:v>
                </c:pt>
                <c:pt idx="1858">
                  <c:v>0.99113464355468761</c:v>
                </c:pt>
                <c:pt idx="1859">
                  <c:v>0.99113464355468761</c:v>
                </c:pt>
                <c:pt idx="1860">
                  <c:v>0.99108612060546875</c:v>
                </c:pt>
                <c:pt idx="1861">
                  <c:v>0.99108612060546875</c:v>
                </c:pt>
                <c:pt idx="1862">
                  <c:v>0.99104095458984376</c:v>
                </c:pt>
                <c:pt idx="1863">
                  <c:v>0.99104095458984376</c:v>
                </c:pt>
                <c:pt idx="1864">
                  <c:v>0.99100585937499996</c:v>
                </c:pt>
                <c:pt idx="1865">
                  <c:v>0.99100585937499996</c:v>
                </c:pt>
                <c:pt idx="1866">
                  <c:v>0.99095428466796875</c:v>
                </c:pt>
                <c:pt idx="1867">
                  <c:v>0.99095428466796875</c:v>
                </c:pt>
                <c:pt idx="1868">
                  <c:v>0.9909054565429688</c:v>
                </c:pt>
                <c:pt idx="1869">
                  <c:v>0.9909054565429688</c:v>
                </c:pt>
                <c:pt idx="1870">
                  <c:v>0.99086273193359375</c:v>
                </c:pt>
                <c:pt idx="1871">
                  <c:v>0.99086273193359375</c:v>
                </c:pt>
                <c:pt idx="1872">
                  <c:v>0.990814208984375</c:v>
                </c:pt>
                <c:pt idx="1873">
                  <c:v>0.990814208984375</c:v>
                </c:pt>
                <c:pt idx="1874">
                  <c:v>0.99077728271484378</c:v>
                </c:pt>
                <c:pt idx="1875">
                  <c:v>0.99077728271484378</c:v>
                </c:pt>
                <c:pt idx="1876">
                  <c:v>0.99073364257812502</c:v>
                </c:pt>
                <c:pt idx="1877">
                  <c:v>0.99073364257812502</c:v>
                </c:pt>
                <c:pt idx="1878">
                  <c:v>0.99068176269531238</c:v>
                </c:pt>
                <c:pt idx="1879">
                  <c:v>0.99068176269531238</c:v>
                </c:pt>
                <c:pt idx="1880">
                  <c:v>0.99064117431640641</c:v>
                </c:pt>
                <c:pt idx="1881">
                  <c:v>0.99064117431640641</c:v>
                </c:pt>
                <c:pt idx="1882">
                  <c:v>0.99060333251953125</c:v>
                </c:pt>
                <c:pt idx="1883">
                  <c:v>0.99060333251953125</c:v>
                </c:pt>
                <c:pt idx="1884">
                  <c:v>0.99055480957031239</c:v>
                </c:pt>
                <c:pt idx="1885">
                  <c:v>0.99055480957031239</c:v>
                </c:pt>
                <c:pt idx="1886">
                  <c:v>0.99050445556640621</c:v>
                </c:pt>
                <c:pt idx="1887">
                  <c:v>0.99050445556640621</c:v>
                </c:pt>
                <c:pt idx="1888">
                  <c:v>0.99046020507812504</c:v>
                </c:pt>
                <c:pt idx="1889">
                  <c:v>0.99046020507812504</c:v>
                </c:pt>
                <c:pt idx="1890">
                  <c:v>0.99042388916015622</c:v>
                </c:pt>
                <c:pt idx="1891">
                  <c:v>0.99042388916015622</c:v>
                </c:pt>
                <c:pt idx="1892">
                  <c:v>0.99037597656249998</c:v>
                </c:pt>
                <c:pt idx="1893">
                  <c:v>0.99037597656249998</c:v>
                </c:pt>
                <c:pt idx="1894">
                  <c:v>0.99033538818359379</c:v>
                </c:pt>
                <c:pt idx="1895">
                  <c:v>0.99033538818359379</c:v>
                </c:pt>
                <c:pt idx="1896">
                  <c:v>0.99028442382812498</c:v>
                </c:pt>
                <c:pt idx="1897">
                  <c:v>0.99028442382812498</c:v>
                </c:pt>
                <c:pt idx="1898">
                  <c:v>0.99023834228515639</c:v>
                </c:pt>
                <c:pt idx="1899">
                  <c:v>0.99023834228515639</c:v>
                </c:pt>
                <c:pt idx="1900">
                  <c:v>0.99020172119140637</c:v>
                </c:pt>
                <c:pt idx="1901">
                  <c:v>0.99020172119140637</c:v>
                </c:pt>
                <c:pt idx="1902">
                  <c:v>0.99014068603515637</c:v>
                </c:pt>
                <c:pt idx="1903">
                  <c:v>0.99014068603515637</c:v>
                </c:pt>
                <c:pt idx="1904">
                  <c:v>0.99008941650390625</c:v>
                </c:pt>
                <c:pt idx="1905">
                  <c:v>0.99008941650390625</c:v>
                </c:pt>
                <c:pt idx="1906">
                  <c:v>0.99003265380859362</c:v>
                </c:pt>
                <c:pt idx="1907">
                  <c:v>0.99003265380859362</c:v>
                </c:pt>
                <c:pt idx="1908">
                  <c:v>0.98998260498046875</c:v>
                </c:pt>
                <c:pt idx="1909">
                  <c:v>0.98998260498046875</c:v>
                </c:pt>
                <c:pt idx="1910">
                  <c:v>0.98994201660156245</c:v>
                </c:pt>
                <c:pt idx="1911">
                  <c:v>0.98994201660156245</c:v>
                </c:pt>
                <c:pt idx="1912">
                  <c:v>0.98989807128906238</c:v>
                </c:pt>
                <c:pt idx="1913">
                  <c:v>0.98989807128906238</c:v>
                </c:pt>
                <c:pt idx="1914">
                  <c:v>0.98985717773437498</c:v>
                </c:pt>
                <c:pt idx="1915">
                  <c:v>0.98985717773437498</c:v>
                </c:pt>
                <c:pt idx="1916">
                  <c:v>0.98980926513671885</c:v>
                </c:pt>
                <c:pt idx="1917">
                  <c:v>0.98980926513671885</c:v>
                </c:pt>
                <c:pt idx="1918">
                  <c:v>0.98975952148437496</c:v>
                </c:pt>
                <c:pt idx="1919">
                  <c:v>0.98975952148437496</c:v>
                </c:pt>
                <c:pt idx="1920">
                  <c:v>0.98970245361328124</c:v>
                </c:pt>
                <c:pt idx="1921">
                  <c:v>0.98970245361328124</c:v>
                </c:pt>
                <c:pt idx="1922">
                  <c:v>0.98966552734375002</c:v>
                </c:pt>
                <c:pt idx="1923">
                  <c:v>0.98966552734375002</c:v>
                </c:pt>
                <c:pt idx="1924">
                  <c:v>0.98961303710937498</c:v>
                </c:pt>
                <c:pt idx="1925">
                  <c:v>0.98961303710937498</c:v>
                </c:pt>
                <c:pt idx="1926">
                  <c:v>0.98954803466796881</c:v>
                </c:pt>
                <c:pt idx="1927">
                  <c:v>0.98954803466796881</c:v>
                </c:pt>
                <c:pt idx="1928">
                  <c:v>0.98949218750000001</c:v>
                </c:pt>
                <c:pt idx="1929">
                  <c:v>0.98949218750000001</c:v>
                </c:pt>
                <c:pt idx="1930">
                  <c:v>0.98944549560546879</c:v>
                </c:pt>
                <c:pt idx="1931">
                  <c:v>0.98944549560546879</c:v>
                </c:pt>
                <c:pt idx="1932">
                  <c:v>0.98939422607421879</c:v>
                </c:pt>
                <c:pt idx="1933">
                  <c:v>0.98939422607421879</c:v>
                </c:pt>
                <c:pt idx="1934">
                  <c:v>0.98935150146484363</c:v>
                </c:pt>
                <c:pt idx="1935">
                  <c:v>0.98935150146484363</c:v>
                </c:pt>
                <c:pt idx="1936">
                  <c:v>0.98930358886718761</c:v>
                </c:pt>
                <c:pt idx="1937">
                  <c:v>0.98930358886718761</c:v>
                </c:pt>
                <c:pt idx="1938">
                  <c:v>0.98924041748046876</c:v>
                </c:pt>
                <c:pt idx="1939">
                  <c:v>0.98924041748046876</c:v>
                </c:pt>
                <c:pt idx="1940">
                  <c:v>0.98919433593749995</c:v>
                </c:pt>
                <c:pt idx="1941">
                  <c:v>0.98919433593749995</c:v>
                </c:pt>
                <c:pt idx="1942">
                  <c:v>0.98914245605468765</c:v>
                </c:pt>
                <c:pt idx="1943">
                  <c:v>0.98914245605468765</c:v>
                </c:pt>
                <c:pt idx="1944">
                  <c:v>0.98908264160156245</c:v>
                </c:pt>
                <c:pt idx="1945">
                  <c:v>0.98908264160156245</c:v>
                </c:pt>
                <c:pt idx="1946">
                  <c:v>0.98903747558593758</c:v>
                </c:pt>
                <c:pt idx="1947">
                  <c:v>0.98903747558593758</c:v>
                </c:pt>
                <c:pt idx="1948">
                  <c:v>0.988983154296875</c:v>
                </c:pt>
                <c:pt idx="1949">
                  <c:v>0.988983154296875</c:v>
                </c:pt>
                <c:pt idx="1950">
                  <c:v>0.98893005371093756</c:v>
                </c:pt>
                <c:pt idx="1951">
                  <c:v>0.98893005371093756</c:v>
                </c:pt>
                <c:pt idx="1952">
                  <c:v>0.9888906860351564</c:v>
                </c:pt>
                <c:pt idx="1953">
                  <c:v>0.9888906860351564</c:v>
                </c:pt>
                <c:pt idx="1954">
                  <c:v>0.98883056640625</c:v>
                </c:pt>
                <c:pt idx="1955">
                  <c:v>0.98883056640625</c:v>
                </c:pt>
                <c:pt idx="1956">
                  <c:v>0.9887750244140624</c:v>
                </c:pt>
                <c:pt idx="1957">
                  <c:v>0.9887750244140624</c:v>
                </c:pt>
                <c:pt idx="1958">
                  <c:v>0.98872741699218758</c:v>
                </c:pt>
                <c:pt idx="1959">
                  <c:v>0.98872741699218758</c:v>
                </c:pt>
                <c:pt idx="1960">
                  <c:v>0.98867034912109375</c:v>
                </c:pt>
                <c:pt idx="1961">
                  <c:v>0.98867034912109375</c:v>
                </c:pt>
                <c:pt idx="1962">
                  <c:v>0.98861572265624997</c:v>
                </c:pt>
                <c:pt idx="1963">
                  <c:v>0.98861572265624997</c:v>
                </c:pt>
                <c:pt idx="1964">
                  <c:v>0.98856475830078117</c:v>
                </c:pt>
                <c:pt idx="1965">
                  <c:v>0.98856475830078117</c:v>
                </c:pt>
                <c:pt idx="1966">
                  <c:v>0.98851318359374996</c:v>
                </c:pt>
                <c:pt idx="1967">
                  <c:v>0.98851318359374996</c:v>
                </c:pt>
                <c:pt idx="1968">
                  <c:v>0.98847351074218759</c:v>
                </c:pt>
                <c:pt idx="1969">
                  <c:v>0.98847351074218759</c:v>
                </c:pt>
                <c:pt idx="1970">
                  <c:v>0.98841674804687496</c:v>
                </c:pt>
                <c:pt idx="1971">
                  <c:v>0.98841674804687496</c:v>
                </c:pt>
                <c:pt idx="1972">
                  <c:v>0.98836120605468758</c:v>
                </c:pt>
                <c:pt idx="1973">
                  <c:v>0.98836120605468758</c:v>
                </c:pt>
                <c:pt idx="1974">
                  <c:v>0.9883114624023438</c:v>
                </c:pt>
                <c:pt idx="1975">
                  <c:v>0.9883114624023438</c:v>
                </c:pt>
                <c:pt idx="1976">
                  <c:v>0.98825256347656243</c:v>
                </c:pt>
                <c:pt idx="1977">
                  <c:v>0.98825256347656243</c:v>
                </c:pt>
                <c:pt idx="1978">
                  <c:v>0.9881900024414062</c:v>
                </c:pt>
                <c:pt idx="1979">
                  <c:v>0.9881900024414062</c:v>
                </c:pt>
                <c:pt idx="1980">
                  <c:v>0.98813995361328122</c:v>
                </c:pt>
                <c:pt idx="1981">
                  <c:v>0.98813995361328122</c:v>
                </c:pt>
                <c:pt idx="1982">
                  <c:v>0.98809326171875</c:v>
                </c:pt>
                <c:pt idx="1983">
                  <c:v>0.98809326171875</c:v>
                </c:pt>
                <c:pt idx="1984">
                  <c:v>0.98802612304687498</c:v>
                </c:pt>
                <c:pt idx="1985">
                  <c:v>0.98802612304687498</c:v>
                </c:pt>
                <c:pt idx="1986">
                  <c:v>0.98796356201171875</c:v>
                </c:pt>
                <c:pt idx="1987">
                  <c:v>0.98796356201171875</c:v>
                </c:pt>
                <c:pt idx="1988">
                  <c:v>0.9879205322265624</c:v>
                </c:pt>
                <c:pt idx="1989">
                  <c:v>0.9879205322265624</c:v>
                </c:pt>
                <c:pt idx="1990">
                  <c:v>0.98785614013671885</c:v>
                </c:pt>
                <c:pt idx="1991">
                  <c:v>0.98785614013671885</c:v>
                </c:pt>
                <c:pt idx="1992">
                  <c:v>0.98780120849609376</c:v>
                </c:pt>
                <c:pt idx="1993">
                  <c:v>0.98780120849609376</c:v>
                </c:pt>
                <c:pt idx="1994">
                  <c:v>0.98774230957031239</c:v>
                </c:pt>
                <c:pt idx="1995">
                  <c:v>0.98774230957031239</c:v>
                </c:pt>
                <c:pt idx="1996">
                  <c:v>0.98768646240234359</c:v>
                </c:pt>
                <c:pt idx="1997">
                  <c:v>0.98768646240234359</c:v>
                </c:pt>
                <c:pt idx="1998">
                  <c:v>0.98763305664062495</c:v>
                </c:pt>
                <c:pt idx="1999">
                  <c:v>0.98763305664062495</c:v>
                </c:pt>
                <c:pt idx="2000">
                  <c:v>0.98757171630859375</c:v>
                </c:pt>
                <c:pt idx="2001">
                  <c:v>0.98757171630859375</c:v>
                </c:pt>
                <c:pt idx="2002">
                  <c:v>0.98751617431640637</c:v>
                </c:pt>
                <c:pt idx="2003">
                  <c:v>0.98751617431640637</c:v>
                </c:pt>
                <c:pt idx="2004">
                  <c:v>0.98746826171875002</c:v>
                </c:pt>
                <c:pt idx="2005">
                  <c:v>0.98746826171875002</c:v>
                </c:pt>
                <c:pt idx="2006">
                  <c:v>0.987401123046875</c:v>
                </c:pt>
                <c:pt idx="2007">
                  <c:v>0.987401123046875</c:v>
                </c:pt>
                <c:pt idx="2008">
                  <c:v>0.98734771728515625</c:v>
                </c:pt>
                <c:pt idx="2009">
                  <c:v>0.98734771728515625</c:v>
                </c:pt>
                <c:pt idx="2010">
                  <c:v>0.98728607177734362</c:v>
                </c:pt>
                <c:pt idx="2011">
                  <c:v>0.98728607177734362</c:v>
                </c:pt>
                <c:pt idx="2012">
                  <c:v>0.98722045898437505</c:v>
                </c:pt>
                <c:pt idx="2013">
                  <c:v>0.98722045898437505</c:v>
                </c:pt>
                <c:pt idx="2014">
                  <c:v>0.98714965820312495</c:v>
                </c:pt>
                <c:pt idx="2015">
                  <c:v>0.98714965820312495</c:v>
                </c:pt>
                <c:pt idx="2016">
                  <c:v>0.98710632324218761</c:v>
                </c:pt>
                <c:pt idx="2017">
                  <c:v>0.98710632324218761</c:v>
                </c:pt>
                <c:pt idx="2018">
                  <c:v>0.98704223632812504</c:v>
                </c:pt>
                <c:pt idx="2019">
                  <c:v>0.98704223632812504</c:v>
                </c:pt>
                <c:pt idx="2020">
                  <c:v>0.98697296142578117</c:v>
                </c:pt>
                <c:pt idx="2021">
                  <c:v>0.98697296142578117</c:v>
                </c:pt>
                <c:pt idx="2022">
                  <c:v>0.98691864013671882</c:v>
                </c:pt>
                <c:pt idx="2023">
                  <c:v>0.98691864013671882</c:v>
                </c:pt>
                <c:pt idx="2024">
                  <c:v>0.98685668945312499</c:v>
                </c:pt>
                <c:pt idx="2025">
                  <c:v>0.98685668945312499</c:v>
                </c:pt>
                <c:pt idx="2026">
                  <c:v>0.98679199218750002</c:v>
                </c:pt>
                <c:pt idx="2027">
                  <c:v>0.98679199218750002</c:v>
                </c:pt>
                <c:pt idx="2028">
                  <c:v>0.98673614501953122</c:v>
                </c:pt>
                <c:pt idx="2029">
                  <c:v>0.98673614501953122</c:v>
                </c:pt>
                <c:pt idx="2030">
                  <c:v>0.98667358398437499</c:v>
                </c:pt>
                <c:pt idx="2031">
                  <c:v>0.98667358398437499</c:v>
                </c:pt>
                <c:pt idx="2032">
                  <c:v>0.98662628173828115</c:v>
                </c:pt>
                <c:pt idx="2033">
                  <c:v>0.98662628173828115</c:v>
                </c:pt>
                <c:pt idx="2034">
                  <c:v>0.98656005859374996</c:v>
                </c:pt>
                <c:pt idx="2035">
                  <c:v>0.98656005859374996</c:v>
                </c:pt>
                <c:pt idx="2036">
                  <c:v>0.98647796630859363</c:v>
                </c:pt>
                <c:pt idx="2037">
                  <c:v>0.98647796630859363</c:v>
                </c:pt>
                <c:pt idx="2038">
                  <c:v>0.98642425537109379</c:v>
                </c:pt>
                <c:pt idx="2039">
                  <c:v>0.98642425537109379</c:v>
                </c:pt>
                <c:pt idx="2040">
                  <c:v>0.98635742187499997</c:v>
                </c:pt>
                <c:pt idx="2041">
                  <c:v>0.98635742187499997</c:v>
                </c:pt>
                <c:pt idx="2042">
                  <c:v>0.98628051757812496</c:v>
                </c:pt>
                <c:pt idx="2043">
                  <c:v>0.98628051757812496</c:v>
                </c:pt>
                <c:pt idx="2044">
                  <c:v>0.98621734619140622</c:v>
                </c:pt>
                <c:pt idx="2045">
                  <c:v>0.98621734619140622</c:v>
                </c:pt>
                <c:pt idx="2046">
                  <c:v>0.98614929199218759</c:v>
                </c:pt>
                <c:pt idx="2047">
                  <c:v>0.98614929199218759</c:v>
                </c:pt>
                <c:pt idx="2048">
                  <c:v>0.9860833740234376</c:v>
                </c:pt>
                <c:pt idx="2049">
                  <c:v>0.9860833740234376</c:v>
                </c:pt>
                <c:pt idx="2050">
                  <c:v>0.9860171508789064</c:v>
                </c:pt>
                <c:pt idx="2051">
                  <c:v>0.9860171508789064</c:v>
                </c:pt>
                <c:pt idx="2052">
                  <c:v>0.98595245361328121</c:v>
                </c:pt>
                <c:pt idx="2053">
                  <c:v>0.98595245361328121</c:v>
                </c:pt>
                <c:pt idx="2054">
                  <c:v>0.98588348388671876</c:v>
                </c:pt>
                <c:pt idx="2055">
                  <c:v>0.98588348388671876</c:v>
                </c:pt>
                <c:pt idx="2056">
                  <c:v>0.98582977294921881</c:v>
                </c:pt>
                <c:pt idx="2057">
                  <c:v>0.98582977294921881</c:v>
                </c:pt>
                <c:pt idx="2058">
                  <c:v>0.98576873779296881</c:v>
                </c:pt>
                <c:pt idx="2059">
                  <c:v>0.98576873779296881</c:v>
                </c:pt>
                <c:pt idx="2060">
                  <c:v>0.98569610595703117</c:v>
                </c:pt>
                <c:pt idx="2061">
                  <c:v>0.98569610595703117</c:v>
                </c:pt>
                <c:pt idx="2062">
                  <c:v>0.98564086914062499</c:v>
                </c:pt>
                <c:pt idx="2063">
                  <c:v>0.98564086914062499</c:v>
                </c:pt>
                <c:pt idx="2064">
                  <c:v>0.98557464599609379</c:v>
                </c:pt>
                <c:pt idx="2065">
                  <c:v>0.98557464599609379</c:v>
                </c:pt>
                <c:pt idx="2066">
                  <c:v>0.985504150390625</c:v>
                </c:pt>
                <c:pt idx="2067">
                  <c:v>0.985504150390625</c:v>
                </c:pt>
                <c:pt idx="2068">
                  <c:v>0.98544067382812495</c:v>
                </c:pt>
                <c:pt idx="2069">
                  <c:v>0.98544067382812495</c:v>
                </c:pt>
                <c:pt idx="2070">
                  <c:v>0.98536804199218764</c:v>
                </c:pt>
                <c:pt idx="2071">
                  <c:v>0.98536804199218764</c:v>
                </c:pt>
                <c:pt idx="2072">
                  <c:v>0.98530822753906255</c:v>
                </c:pt>
                <c:pt idx="2073">
                  <c:v>0.98530822753906255</c:v>
                </c:pt>
                <c:pt idx="2074">
                  <c:v>0.98523681640625005</c:v>
                </c:pt>
                <c:pt idx="2075">
                  <c:v>0.98523681640625005</c:v>
                </c:pt>
                <c:pt idx="2076">
                  <c:v>0.9851739501953124</c:v>
                </c:pt>
                <c:pt idx="2077">
                  <c:v>0.9851739501953124</c:v>
                </c:pt>
                <c:pt idx="2078">
                  <c:v>0.98510589599609377</c:v>
                </c:pt>
                <c:pt idx="2079">
                  <c:v>0.98510589599609377</c:v>
                </c:pt>
                <c:pt idx="2080">
                  <c:v>0.98503784179687504</c:v>
                </c:pt>
                <c:pt idx="2081">
                  <c:v>0.98503784179687504</c:v>
                </c:pt>
                <c:pt idx="2082">
                  <c:v>0.98495880126953117</c:v>
                </c:pt>
                <c:pt idx="2083">
                  <c:v>0.98495880126953117</c:v>
                </c:pt>
                <c:pt idx="2084">
                  <c:v>0.98488464355468763</c:v>
                </c:pt>
                <c:pt idx="2085">
                  <c:v>0.98488464355468763</c:v>
                </c:pt>
                <c:pt idx="2086">
                  <c:v>0.984832763671875</c:v>
                </c:pt>
                <c:pt idx="2087">
                  <c:v>0.984832763671875</c:v>
                </c:pt>
                <c:pt idx="2088">
                  <c:v>0.98476806640625003</c:v>
                </c:pt>
                <c:pt idx="2089">
                  <c:v>0.98476806640625003</c:v>
                </c:pt>
                <c:pt idx="2090">
                  <c:v>0.98470153808593763</c:v>
                </c:pt>
                <c:pt idx="2091">
                  <c:v>0.98470153808593763</c:v>
                </c:pt>
                <c:pt idx="2092">
                  <c:v>0.98465087890625003</c:v>
                </c:pt>
                <c:pt idx="2093">
                  <c:v>0.98465087890625003</c:v>
                </c:pt>
                <c:pt idx="2094">
                  <c:v>0.98457855224609359</c:v>
                </c:pt>
                <c:pt idx="2095">
                  <c:v>0.98457855224609359</c:v>
                </c:pt>
                <c:pt idx="2096">
                  <c:v>0.98451110839843758</c:v>
                </c:pt>
                <c:pt idx="2097">
                  <c:v>0.98451110839843758</c:v>
                </c:pt>
                <c:pt idx="2098">
                  <c:v>0.9844412231445312</c:v>
                </c:pt>
                <c:pt idx="2099">
                  <c:v>0.9844412231445312</c:v>
                </c:pt>
                <c:pt idx="2100">
                  <c:v>0.98436553955078121</c:v>
                </c:pt>
                <c:pt idx="2101">
                  <c:v>0.98436553955078121</c:v>
                </c:pt>
                <c:pt idx="2102">
                  <c:v>0.98429229736328117</c:v>
                </c:pt>
                <c:pt idx="2103">
                  <c:v>0.98429229736328117</c:v>
                </c:pt>
                <c:pt idx="2104">
                  <c:v>0.9842172241210938</c:v>
                </c:pt>
                <c:pt idx="2105">
                  <c:v>0.9842172241210938</c:v>
                </c:pt>
                <c:pt idx="2106">
                  <c:v>0.98415191650390621</c:v>
                </c:pt>
                <c:pt idx="2107">
                  <c:v>0.98415191650390621</c:v>
                </c:pt>
                <c:pt idx="2108">
                  <c:v>0.98408752441406255</c:v>
                </c:pt>
                <c:pt idx="2109">
                  <c:v>0.98408752441406255</c:v>
                </c:pt>
                <c:pt idx="2110">
                  <c:v>0.98399566650390624</c:v>
                </c:pt>
                <c:pt idx="2111">
                  <c:v>0.98399566650390624</c:v>
                </c:pt>
                <c:pt idx="2112">
                  <c:v>0.98392913818359362</c:v>
                </c:pt>
                <c:pt idx="2113">
                  <c:v>0.98392913818359362</c:v>
                </c:pt>
                <c:pt idx="2114">
                  <c:v>0.98384429931640638</c:v>
                </c:pt>
                <c:pt idx="2115">
                  <c:v>0.98384429931640638</c:v>
                </c:pt>
                <c:pt idx="2116">
                  <c:v>0.98376831054687497</c:v>
                </c:pt>
                <c:pt idx="2117">
                  <c:v>0.98376831054687497</c:v>
                </c:pt>
                <c:pt idx="2118">
                  <c:v>0.98368499755859362</c:v>
                </c:pt>
                <c:pt idx="2119">
                  <c:v>0.98368499755859362</c:v>
                </c:pt>
                <c:pt idx="2120">
                  <c:v>0.98362579345703116</c:v>
                </c:pt>
                <c:pt idx="2121">
                  <c:v>0.98362579345703116</c:v>
                </c:pt>
                <c:pt idx="2122">
                  <c:v>0.98354064941406238</c:v>
                </c:pt>
                <c:pt idx="2123">
                  <c:v>0.98354064941406238</c:v>
                </c:pt>
                <c:pt idx="2124">
                  <c:v>0.98345794677734377</c:v>
                </c:pt>
                <c:pt idx="2125">
                  <c:v>0.98345794677734377</c:v>
                </c:pt>
                <c:pt idx="2126">
                  <c:v>0.98339050292968755</c:v>
                </c:pt>
                <c:pt idx="2127">
                  <c:v>0.98339050292968755</c:v>
                </c:pt>
                <c:pt idx="2128">
                  <c:v>0.98331237792968762</c:v>
                </c:pt>
                <c:pt idx="2129">
                  <c:v>0.98331237792968762</c:v>
                </c:pt>
                <c:pt idx="2130">
                  <c:v>0.983240966796875</c:v>
                </c:pt>
                <c:pt idx="2131">
                  <c:v>0.983240966796875</c:v>
                </c:pt>
                <c:pt idx="2132">
                  <c:v>0.98317382812499998</c:v>
                </c:pt>
                <c:pt idx="2133">
                  <c:v>0.98317382812499998</c:v>
                </c:pt>
                <c:pt idx="2134">
                  <c:v>0.98309600830078125</c:v>
                </c:pt>
                <c:pt idx="2135">
                  <c:v>0.98309600830078125</c:v>
                </c:pt>
                <c:pt idx="2136">
                  <c:v>0.98301177978515641</c:v>
                </c:pt>
                <c:pt idx="2137">
                  <c:v>0.98301177978515641</c:v>
                </c:pt>
                <c:pt idx="2138">
                  <c:v>0.98295684814453121</c:v>
                </c:pt>
                <c:pt idx="2139">
                  <c:v>0.98295684814453121</c:v>
                </c:pt>
                <c:pt idx="2140">
                  <c:v>0.98288299560546877</c:v>
                </c:pt>
                <c:pt idx="2141">
                  <c:v>0.98288299560546877</c:v>
                </c:pt>
                <c:pt idx="2142">
                  <c:v>0.98279144287109377</c:v>
                </c:pt>
                <c:pt idx="2143">
                  <c:v>0.98279144287109377</c:v>
                </c:pt>
                <c:pt idx="2144">
                  <c:v>0.98271118164062499</c:v>
                </c:pt>
                <c:pt idx="2145">
                  <c:v>0.98271118164062499</c:v>
                </c:pt>
                <c:pt idx="2146">
                  <c:v>0.98262420654296878</c:v>
                </c:pt>
                <c:pt idx="2147">
                  <c:v>0.98262420654296878</c:v>
                </c:pt>
                <c:pt idx="2148">
                  <c:v>0.98254760742187497</c:v>
                </c:pt>
                <c:pt idx="2149">
                  <c:v>0.98254760742187497</c:v>
                </c:pt>
                <c:pt idx="2150">
                  <c:v>0.98246368408203122</c:v>
                </c:pt>
                <c:pt idx="2151">
                  <c:v>0.98246368408203122</c:v>
                </c:pt>
                <c:pt idx="2152">
                  <c:v>0.98238922119140637</c:v>
                </c:pt>
                <c:pt idx="2153">
                  <c:v>0.98238922119140637</c:v>
                </c:pt>
                <c:pt idx="2154">
                  <c:v>0.9823007202148436</c:v>
                </c:pt>
                <c:pt idx="2155">
                  <c:v>0.9823007202148436</c:v>
                </c:pt>
                <c:pt idx="2156">
                  <c:v>0.98222808837890641</c:v>
                </c:pt>
                <c:pt idx="2157">
                  <c:v>0.98222808837890641</c:v>
                </c:pt>
                <c:pt idx="2158">
                  <c:v>0.98215667724609379</c:v>
                </c:pt>
                <c:pt idx="2159">
                  <c:v>0.98215667724609379</c:v>
                </c:pt>
                <c:pt idx="2160">
                  <c:v>0.98208435058593757</c:v>
                </c:pt>
                <c:pt idx="2161">
                  <c:v>0.98208435058593757</c:v>
                </c:pt>
                <c:pt idx="2162">
                  <c:v>0.98200866699218758</c:v>
                </c:pt>
                <c:pt idx="2163">
                  <c:v>0.98200866699218758</c:v>
                </c:pt>
                <c:pt idx="2164">
                  <c:v>0.98191986083984362</c:v>
                </c:pt>
                <c:pt idx="2165">
                  <c:v>0.98191986083984362</c:v>
                </c:pt>
                <c:pt idx="2166">
                  <c:v>0.98184936523437505</c:v>
                </c:pt>
                <c:pt idx="2167">
                  <c:v>0.98184936523437505</c:v>
                </c:pt>
                <c:pt idx="2168">
                  <c:v>0.98176452636718758</c:v>
                </c:pt>
                <c:pt idx="2169">
                  <c:v>0.98176452636718758</c:v>
                </c:pt>
                <c:pt idx="2170">
                  <c:v>0.98169189453125005</c:v>
                </c:pt>
                <c:pt idx="2171">
                  <c:v>0.98169189453125005</c:v>
                </c:pt>
                <c:pt idx="2172">
                  <c:v>0.98161987304687504</c:v>
                </c:pt>
                <c:pt idx="2173">
                  <c:v>0.98161987304687504</c:v>
                </c:pt>
                <c:pt idx="2174">
                  <c:v>0.98153747558593762</c:v>
                </c:pt>
                <c:pt idx="2175">
                  <c:v>0.98153747558593762</c:v>
                </c:pt>
                <c:pt idx="2176">
                  <c:v>0.98145172119140622</c:v>
                </c:pt>
                <c:pt idx="2177">
                  <c:v>0.98145172119140622</c:v>
                </c:pt>
                <c:pt idx="2178">
                  <c:v>0.98137268066406236</c:v>
                </c:pt>
                <c:pt idx="2179">
                  <c:v>0.98137268066406236</c:v>
                </c:pt>
                <c:pt idx="2180">
                  <c:v>0.98126647949218759</c:v>
                </c:pt>
                <c:pt idx="2181">
                  <c:v>0.98126647949218759</c:v>
                </c:pt>
                <c:pt idx="2182">
                  <c:v>0.98118957519531236</c:v>
                </c:pt>
                <c:pt idx="2183">
                  <c:v>0.98118957519531236</c:v>
                </c:pt>
                <c:pt idx="2184">
                  <c:v>0.98111724853515625</c:v>
                </c:pt>
                <c:pt idx="2185">
                  <c:v>0.98111724853515625</c:v>
                </c:pt>
                <c:pt idx="2186">
                  <c:v>0.9810125732421876</c:v>
                </c:pt>
                <c:pt idx="2187">
                  <c:v>0.9810125732421876</c:v>
                </c:pt>
                <c:pt idx="2188">
                  <c:v>0.980921630859375</c:v>
                </c:pt>
                <c:pt idx="2189">
                  <c:v>0.980921630859375</c:v>
                </c:pt>
                <c:pt idx="2190">
                  <c:v>0.9808346557617188</c:v>
                </c:pt>
                <c:pt idx="2191">
                  <c:v>0.9808346557617188</c:v>
                </c:pt>
                <c:pt idx="2192">
                  <c:v>0.98073730468749998</c:v>
                </c:pt>
                <c:pt idx="2193">
                  <c:v>0.98073730468749998</c:v>
                </c:pt>
                <c:pt idx="2194">
                  <c:v>0.9806521606445312</c:v>
                </c:pt>
                <c:pt idx="2195">
                  <c:v>0.9806521606445312</c:v>
                </c:pt>
                <c:pt idx="2196">
                  <c:v>0.98056793212890625</c:v>
                </c:pt>
                <c:pt idx="2197">
                  <c:v>0.98056793212890625</c:v>
                </c:pt>
                <c:pt idx="2198">
                  <c:v>0.98047607421875005</c:v>
                </c:pt>
                <c:pt idx="2199">
                  <c:v>0.98047607421875005</c:v>
                </c:pt>
                <c:pt idx="2200">
                  <c:v>0.980372314453125</c:v>
                </c:pt>
                <c:pt idx="2201">
                  <c:v>0.980372314453125</c:v>
                </c:pt>
                <c:pt idx="2202">
                  <c:v>0.98029724121093764</c:v>
                </c:pt>
                <c:pt idx="2203">
                  <c:v>0.98029724121093764</c:v>
                </c:pt>
                <c:pt idx="2204">
                  <c:v>0.98020446777343762</c:v>
                </c:pt>
                <c:pt idx="2205">
                  <c:v>0.98020446777343762</c:v>
                </c:pt>
                <c:pt idx="2206">
                  <c:v>0.98010864257812502</c:v>
                </c:pt>
                <c:pt idx="2207">
                  <c:v>0.98010864257812502</c:v>
                </c:pt>
                <c:pt idx="2208">
                  <c:v>0.9800363159179688</c:v>
                </c:pt>
                <c:pt idx="2209">
                  <c:v>0.9800363159179688</c:v>
                </c:pt>
                <c:pt idx="2210">
                  <c:v>0.97994598388671883</c:v>
                </c:pt>
                <c:pt idx="2211">
                  <c:v>0.97994598388671883</c:v>
                </c:pt>
                <c:pt idx="2212">
                  <c:v>0.97985565185546875</c:v>
                </c:pt>
                <c:pt idx="2213">
                  <c:v>0.97985565185546875</c:v>
                </c:pt>
                <c:pt idx="2214">
                  <c:v>0.97977081298828117</c:v>
                </c:pt>
                <c:pt idx="2215">
                  <c:v>0.97977081298828117</c:v>
                </c:pt>
                <c:pt idx="2216">
                  <c:v>0.97967712402343765</c:v>
                </c:pt>
                <c:pt idx="2217">
                  <c:v>0.97967712402343765</c:v>
                </c:pt>
                <c:pt idx="2218">
                  <c:v>0.97958953857421882</c:v>
                </c:pt>
                <c:pt idx="2219">
                  <c:v>0.97958953857421882</c:v>
                </c:pt>
                <c:pt idx="2220">
                  <c:v>0.97951293945312501</c:v>
                </c:pt>
                <c:pt idx="2221">
                  <c:v>0.97951293945312501</c:v>
                </c:pt>
                <c:pt idx="2222">
                  <c:v>0.97940521240234379</c:v>
                </c:pt>
                <c:pt idx="2223">
                  <c:v>0.97940521240234379</c:v>
                </c:pt>
                <c:pt idx="2224">
                  <c:v>0.97929321289062499</c:v>
                </c:pt>
                <c:pt idx="2225">
                  <c:v>0.97929321289062499</c:v>
                </c:pt>
                <c:pt idx="2226">
                  <c:v>0.97921051025390637</c:v>
                </c:pt>
                <c:pt idx="2227">
                  <c:v>0.97921051025390637</c:v>
                </c:pt>
                <c:pt idx="2228">
                  <c:v>0.97911224365234362</c:v>
                </c:pt>
                <c:pt idx="2229">
                  <c:v>0.97911224365234362</c:v>
                </c:pt>
                <c:pt idx="2230">
                  <c:v>0.97902069091796884</c:v>
                </c:pt>
                <c:pt idx="2231">
                  <c:v>0.97902069091796884</c:v>
                </c:pt>
                <c:pt idx="2232">
                  <c:v>0.9789422607421876</c:v>
                </c:pt>
                <c:pt idx="2233">
                  <c:v>0.9789422607421876</c:v>
                </c:pt>
                <c:pt idx="2234">
                  <c:v>0.97883880615234375</c:v>
                </c:pt>
                <c:pt idx="2235">
                  <c:v>0.97883880615234375</c:v>
                </c:pt>
                <c:pt idx="2236">
                  <c:v>0.97874542236328121</c:v>
                </c:pt>
                <c:pt idx="2237">
                  <c:v>0.97874542236328121</c:v>
                </c:pt>
                <c:pt idx="2238">
                  <c:v>0.978642578125</c:v>
                </c:pt>
                <c:pt idx="2239">
                  <c:v>0.978642578125</c:v>
                </c:pt>
                <c:pt idx="2240">
                  <c:v>0.97852600097656239</c:v>
                </c:pt>
                <c:pt idx="2241">
                  <c:v>0.97852600097656239</c:v>
                </c:pt>
                <c:pt idx="2242">
                  <c:v>0.97843627929687504</c:v>
                </c:pt>
                <c:pt idx="2243">
                  <c:v>0.97843627929687504</c:v>
                </c:pt>
                <c:pt idx="2244">
                  <c:v>0.97834991455078124</c:v>
                </c:pt>
                <c:pt idx="2245">
                  <c:v>0.97834991455078124</c:v>
                </c:pt>
                <c:pt idx="2246">
                  <c:v>0.97824249267578123</c:v>
                </c:pt>
                <c:pt idx="2247">
                  <c:v>0.97824249267578123</c:v>
                </c:pt>
                <c:pt idx="2248">
                  <c:v>0.97814453125</c:v>
                </c:pt>
                <c:pt idx="2249">
                  <c:v>0.97814453125</c:v>
                </c:pt>
                <c:pt idx="2250">
                  <c:v>0.97804779052734359</c:v>
                </c:pt>
                <c:pt idx="2251">
                  <c:v>0.97804779052734359</c:v>
                </c:pt>
                <c:pt idx="2252">
                  <c:v>0.97794219970703122</c:v>
                </c:pt>
                <c:pt idx="2253">
                  <c:v>0.97794219970703122</c:v>
                </c:pt>
                <c:pt idx="2254">
                  <c:v>0.97784759521484377</c:v>
                </c:pt>
                <c:pt idx="2255">
                  <c:v>0.97784759521484377</c:v>
                </c:pt>
                <c:pt idx="2256">
                  <c:v>0.97773834228515621</c:v>
                </c:pt>
                <c:pt idx="2257">
                  <c:v>0.97773834228515621</c:v>
                </c:pt>
                <c:pt idx="2258">
                  <c:v>0.97764251708984362</c:v>
                </c:pt>
                <c:pt idx="2259">
                  <c:v>0.97764251708984362</c:v>
                </c:pt>
                <c:pt idx="2260">
                  <c:v>0.97755157470703125</c:v>
                </c:pt>
                <c:pt idx="2261">
                  <c:v>0.97755157470703125</c:v>
                </c:pt>
                <c:pt idx="2262">
                  <c:v>0.97745666503906237</c:v>
                </c:pt>
                <c:pt idx="2263">
                  <c:v>0.97745666503906237</c:v>
                </c:pt>
                <c:pt idx="2264">
                  <c:v>0.97734710693359361</c:v>
                </c:pt>
                <c:pt idx="2265">
                  <c:v>0.97734710693359361</c:v>
                </c:pt>
                <c:pt idx="2266">
                  <c:v>0.977269287109375</c:v>
                </c:pt>
                <c:pt idx="2267">
                  <c:v>0.977269287109375</c:v>
                </c:pt>
                <c:pt idx="2268">
                  <c:v>0.97715911865234362</c:v>
                </c:pt>
                <c:pt idx="2269">
                  <c:v>0.97715911865234362</c:v>
                </c:pt>
                <c:pt idx="2270">
                  <c:v>0.97704833984374995</c:v>
                </c:pt>
                <c:pt idx="2271">
                  <c:v>0.97704833984374995</c:v>
                </c:pt>
                <c:pt idx="2272">
                  <c:v>0.97695343017578118</c:v>
                </c:pt>
                <c:pt idx="2273">
                  <c:v>0.97695343017578118</c:v>
                </c:pt>
                <c:pt idx="2274">
                  <c:v>0.97684020996093757</c:v>
                </c:pt>
                <c:pt idx="2275">
                  <c:v>0.97684020996093757</c:v>
                </c:pt>
                <c:pt idx="2276">
                  <c:v>0.97673126220703121</c:v>
                </c:pt>
                <c:pt idx="2277">
                  <c:v>0.97673126220703121</c:v>
                </c:pt>
                <c:pt idx="2278">
                  <c:v>0.97662048339843766</c:v>
                </c:pt>
                <c:pt idx="2279">
                  <c:v>0.97662048339843766</c:v>
                </c:pt>
                <c:pt idx="2280">
                  <c:v>0.97651885986328124</c:v>
                </c:pt>
                <c:pt idx="2281">
                  <c:v>0.97651885986328124</c:v>
                </c:pt>
                <c:pt idx="2282">
                  <c:v>0.97642578125000001</c:v>
                </c:pt>
                <c:pt idx="2283">
                  <c:v>0.97642578125000001</c:v>
                </c:pt>
                <c:pt idx="2284">
                  <c:v>0.97633392333984359</c:v>
                </c:pt>
                <c:pt idx="2285">
                  <c:v>0.97633392333984359</c:v>
                </c:pt>
                <c:pt idx="2286">
                  <c:v>0.97622497558593757</c:v>
                </c:pt>
                <c:pt idx="2287">
                  <c:v>0.97622497558593757</c:v>
                </c:pt>
                <c:pt idx="2288">
                  <c:v>0.97612365722656236</c:v>
                </c:pt>
                <c:pt idx="2289">
                  <c:v>0.97612365722656236</c:v>
                </c:pt>
                <c:pt idx="2290">
                  <c:v>0.97602203369140639</c:v>
                </c:pt>
                <c:pt idx="2291">
                  <c:v>0.97602203369140639</c:v>
                </c:pt>
                <c:pt idx="2292">
                  <c:v>0.97591369628906244</c:v>
                </c:pt>
                <c:pt idx="2293">
                  <c:v>0.97591369628906244</c:v>
                </c:pt>
                <c:pt idx="2294">
                  <c:v>0.9758291625976564</c:v>
                </c:pt>
                <c:pt idx="2295">
                  <c:v>0.9758291625976564</c:v>
                </c:pt>
                <c:pt idx="2296">
                  <c:v>0.97573486328125003</c:v>
                </c:pt>
                <c:pt idx="2297">
                  <c:v>0.97573486328125003</c:v>
                </c:pt>
                <c:pt idx="2298">
                  <c:v>0.97562286376953122</c:v>
                </c:pt>
                <c:pt idx="2299">
                  <c:v>0.97562286376953122</c:v>
                </c:pt>
                <c:pt idx="2300">
                  <c:v>0.97552612304687503</c:v>
                </c:pt>
                <c:pt idx="2301">
                  <c:v>0.97552612304687503</c:v>
                </c:pt>
                <c:pt idx="2302">
                  <c:v>0.97541931152343764</c:v>
                </c:pt>
                <c:pt idx="2303">
                  <c:v>0.97541931152343764</c:v>
                </c:pt>
                <c:pt idx="2304">
                  <c:v>0.97530120849609359</c:v>
                </c:pt>
                <c:pt idx="2305">
                  <c:v>0.97530120849609359</c:v>
                </c:pt>
                <c:pt idx="2306">
                  <c:v>0.97518798828124997</c:v>
                </c:pt>
                <c:pt idx="2307">
                  <c:v>0.97518798828124997</c:v>
                </c:pt>
                <c:pt idx="2308">
                  <c:v>0.97508483886718755</c:v>
                </c:pt>
                <c:pt idx="2309">
                  <c:v>0.97508483886718755</c:v>
                </c:pt>
                <c:pt idx="2310">
                  <c:v>0.97496673583984361</c:v>
                </c:pt>
                <c:pt idx="2311">
                  <c:v>0.97496673583984361</c:v>
                </c:pt>
                <c:pt idx="2312">
                  <c:v>0.97486419677734359</c:v>
                </c:pt>
                <c:pt idx="2313">
                  <c:v>0.97486419677734359</c:v>
                </c:pt>
                <c:pt idx="2314">
                  <c:v>0.97474182128906239</c:v>
                </c:pt>
                <c:pt idx="2315">
                  <c:v>0.97474182128906239</c:v>
                </c:pt>
                <c:pt idx="2316">
                  <c:v>0.97463592529296883</c:v>
                </c:pt>
                <c:pt idx="2317">
                  <c:v>0.97463592529296883</c:v>
                </c:pt>
                <c:pt idx="2318">
                  <c:v>0.9745477294921876</c:v>
                </c:pt>
                <c:pt idx="2319">
                  <c:v>0.9745477294921876</c:v>
                </c:pt>
                <c:pt idx="2320">
                  <c:v>0.97443756103515622</c:v>
                </c:pt>
                <c:pt idx="2321">
                  <c:v>0.97443756103515622</c:v>
                </c:pt>
                <c:pt idx="2322">
                  <c:v>0.97431365966796879</c:v>
                </c:pt>
                <c:pt idx="2323">
                  <c:v>0.97431365966796879</c:v>
                </c:pt>
                <c:pt idx="2324">
                  <c:v>0.97419830322265621</c:v>
                </c:pt>
                <c:pt idx="2325">
                  <c:v>0.97419830322265621</c:v>
                </c:pt>
                <c:pt idx="2326">
                  <c:v>0.97409271240234363</c:v>
                </c:pt>
                <c:pt idx="2327">
                  <c:v>0.97409271240234363</c:v>
                </c:pt>
                <c:pt idx="2328">
                  <c:v>0.97399139404296875</c:v>
                </c:pt>
                <c:pt idx="2329">
                  <c:v>0.97399139404296875</c:v>
                </c:pt>
                <c:pt idx="2330">
                  <c:v>0.97387542724609377</c:v>
                </c:pt>
                <c:pt idx="2331">
                  <c:v>0.97387542724609377</c:v>
                </c:pt>
                <c:pt idx="2332">
                  <c:v>0.97376831054687496</c:v>
                </c:pt>
                <c:pt idx="2333">
                  <c:v>0.97376831054687496</c:v>
                </c:pt>
                <c:pt idx="2334">
                  <c:v>0.97365112304687496</c:v>
                </c:pt>
                <c:pt idx="2335">
                  <c:v>0.97365112304687496</c:v>
                </c:pt>
                <c:pt idx="2336">
                  <c:v>0.97354522705078117</c:v>
                </c:pt>
                <c:pt idx="2337">
                  <c:v>0.97354522705078117</c:v>
                </c:pt>
                <c:pt idx="2338">
                  <c:v>0.97340332031249999</c:v>
                </c:pt>
                <c:pt idx="2339">
                  <c:v>0.97340332031249999</c:v>
                </c:pt>
                <c:pt idx="2340">
                  <c:v>0.97328094482421879</c:v>
                </c:pt>
                <c:pt idx="2341">
                  <c:v>0.97328094482421879</c:v>
                </c:pt>
                <c:pt idx="2342">
                  <c:v>0.9731698608398438</c:v>
                </c:pt>
                <c:pt idx="2343">
                  <c:v>0.9731698608398438</c:v>
                </c:pt>
                <c:pt idx="2344">
                  <c:v>0.97305053710937495</c:v>
                </c:pt>
                <c:pt idx="2345">
                  <c:v>0.97305053710937495</c:v>
                </c:pt>
                <c:pt idx="2346">
                  <c:v>0.97290924072265639</c:v>
                </c:pt>
                <c:pt idx="2347">
                  <c:v>0.97290924072265639</c:v>
                </c:pt>
                <c:pt idx="2348">
                  <c:v>0.97278900146484359</c:v>
                </c:pt>
                <c:pt idx="2349">
                  <c:v>0.97278900146484359</c:v>
                </c:pt>
                <c:pt idx="2350">
                  <c:v>0.97264190673828121</c:v>
                </c:pt>
                <c:pt idx="2351">
                  <c:v>0.97264190673828121</c:v>
                </c:pt>
                <c:pt idx="2352">
                  <c:v>0.97251037597656242</c:v>
                </c:pt>
                <c:pt idx="2353">
                  <c:v>0.97251037597656242</c:v>
                </c:pt>
                <c:pt idx="2354">
                  <c:v>0.97237945556640637</c:v>
                </c:pt>
                <c:pt idx="2355">
                  <c:v>0.97237945556640637</c:v>
                </c:pt>
                <c:pt idx="2356">
                  <c:v>0.97227294921874996</c:v>
                </c:pt>
                <c:pt idx="2357">
                  <c:v>0.97227294921874996</c:v>
                </c:pt>
                <c:pt idx="2358">
                  <c:v>0.97217132568359377</c:v>
                </c:pt>
                <c:pt idx="2359">
                  <c:v>0.97217132568359377</c:v>
                </c:pt>
                <c:pt idx="2360">
                  <c:v>0.97204376220703115</c:v>
                </c:pt>
                <c:pt idx="2361">
                  <c:v>0.97204376220703115</c:v>
                </c:pt>
                <c:pt idx="2362">
                  <c:v>0.97191375732421881</c:v>
                </c:pt>
                <c:pt idx="2363">
                  <c:v>0.97191375732421881</c:v>
                </c:pt>
                <c:pt idx="2364">
                  <c:v>0.97178894042968755</c:v>
                </c:pt>
                <c:pt idx="2365">
                  <c:v>0.97178894042968755</c:v>
                </c:pt>
                <c:pt idx="2366">
                  <c:v>0.97167602539062503</c:v>
                </c:pt>
                <c:pt idx="2367">
                  <c:v>0.97167602539062503</c:v>
                </c:pt>
                <c:pt idx="2368">
                  <c:v>0.97153411865234363</c:v>
                </c:pt>
                <c:pt idx="2369">
                  <c:v>0.97153411865234363</c:v>
                </c:pt>
                <c:pt idx="2370">
                  <c:v>0.97141693115234362</c:v>
                </c:pt>
                <c:pt idx="2371">
                  <c:v>0.97141693115234362</c:v>
                </c:pt>
                <c:pt idx="2372">
                  <c:v>0.97128631591796877</c:v>
                </c:pt>
                <c:pt idx="2373">
                  <c:v>0.97128631591796877</c:v>
                </c:pt>
                <c:pt idx="2374">
                  <c:v>0.9711557006835938</c:v>
                </c:pt>
                <c:pt idx="2375">
                  <c:v>0.9711557006835938</c:v>
                </c:pt>
                <c:pt idx="2376">
                  <c:v>0.97102050781250004</c:v>
                </c:pt>
                <c:pt idx="2377">
                  <c:v>0.97102050781250004</c:v>
                </c:pt>
                <c:pt idx="2378">
                  <c:v>0.97088195800781241</c:v>
                </c:pt>
                <c:pt idx="2379">
                  <c:v>0.97088195800781241</c:v>
                </c:pt>
                <c:pt idx="2380">
                  <c:v>0.97075561523437504</c:v>
                </c:pt>
                <c:pt idx="2381">
                  <c:v>0.97075561523437504</c:v>
                </c:pt>
                <c:pt idx="2382">
                  <c:v>0.9706365966796876</c:v>
                </c:pt>
                <c:pt idx="2383">
                  <c:v>0.9706365966796876</c:v>
                </c:pt>
                <c:pt idx="2384">
                  <c:v>0.97051391601562498</c:v>
                </c:pt>
                <c:pt idx="2385">
                  <c:v>0.97051391601562498</c:v>
                </c:pt>
                <c:pt idx="2386">
                  <c:v>0.97035675048828118</c:v>
                </c:pt>
                <c:pt idx="2387">
                  <c:v>0.97035675048828118</c:v>
                </c:pt>
                <c:pt idx="2388">
                  <c:v>0.97025726318359362</c:v>
                </c:pt>
                <c:pt idx="2389">
                  <c:v>0.97025726318359362</c:v>
                </c:pt>
                <c:pt idx="2390">
                  <c:v>0.97012695312499997</c:v>
                </c:pt>
                <c:pt idx="2391">
                  <c:v>0.97012695312499997</c:v>
                </c:pt>
                <c:pt idx="2392">
                  <c:v>0.96998657226562501</c:v>
                </c:pt>
                <c:pt idx="2393">
                  <c:v>0.96998657226562501</c:v>
                </c:pt>
                <c:pt idx="2394">
                  <c:v>0.96983520507812504</c:v>
                </c:pt>
                <c:pt idx="2395">
                  <c:v>0.96983520507812504</c:v>
                </c:pt>
                <c:pt idx="2396">
                  <c:v>0.96969390869140637</c:v>
                </c:pt>
                <c:pt idx="2397">
                  <c:v>0.96969390869140637</c:v>
                </c:pt>
                <c:pt idx="2398">
                  <c:v>0.96954589843750005</c:v>
                </c:pt>
                <c:pt idx="2399">
                  <c:v>0.96954589843750005</c:v>
                </c:pt>
                <c:pt idx="2400">
                  <c:v>0.96941345214843755</c:v>
                </c:pt>
                <c:pt idx="2401">
                  <c:v>0.96941345214843755</c:v>
                </c:pt>
                <c:pt idx="2402">
                  <c:v>0.96928222656249996</c:v>
                </c:pt>
                <c:pt idx="2403">
                  <c:v>0.96928222656249996</c:v>
                </c:pt>
                <c:pt idx="2404">
                  <c:v>0.96915771484375002</c:v>
                </c:pt>
                <c:pt idx="2405">
                  <c:v>0.96915771484375002</c:v>
                </c:pt>
                <c:pt idx="2406">
                  <c:v>0.96903259277343756</c:v>
                </c:pt>
                <c:pt idx="2407">
                  <c:v>0.96903259277343756</c:v>
                </c:pt>
                <c:pt idx="2408">
                  <c:v>0.96888092041015639</c:v>
                </c:pt>
                <c:pt idx="2409">
                  <c:v>0.96888092041015639</c:v>
                </c:pt>
                <c:pt idx="2410">
                  <c:v>0.96871246337890637</c:v>
                </c:pt>
                <c:pt idx="2411">
                  <c:v>0.96871246337890637</c:v>
                </c:pt>
                <c:pt idx="2412">
                  <c:v>0.96858093261718758</c:v>
                </c:pt>
                <c:pt idx="2413">
                  <c:v>0.96858093261718758</c:v>
                </c:pt>
                <c:pt idx="2414">
                  <c:v>0.9684140014648438</c:v>
                </c:pt>
                <c:pt idx="2415">
                  <c:v>0.9684140014648438</c:v>
                </c:pt>
                <c:pt idx="2416">
                  <c:v>0.96829101562499997</c:v>
                </c:pt>
                <c:pt idx="2417">
                  <c:v>0.96829101562499997</c:v>
                </c:pt>
                <c:pt idx="2418">
                  <c:v>0.96816192626953124</c:v>
                </c:pt>
                <c:pt idx="2419">
                  <c:v>0.96816192626953124</c:v>
                </c:pt>
                <c:pt idx="2420">
                  <c:v>0.96799987792968745</c:v>
                </c:pt>
                <c:pt idx="2421">
                  <c:v>0.96799987792968745</c:v>
                </c:pt>
                <c:pt idx="2422">
                  <c:v>0.96782806396484378</c:v>
                </c:pt>
                <c:pt idx="2423">
                  <c:v>0.96782806396484378</c:v>
                </c:pt>
                <c:pt idx="2424">
                  <c:v>0.9677069091796876</c:v>
                </c:pt>
                <c:pt idx="2425">
                  <c:v>0.9677069091796876</c:v>
                </c:pt>
                <c:pt idx="2426">
                  <c:v>0.96756164550781243</c:v>
                </c:pt>
                <c:pt idx="2427">
                  <c:v>0.96756164550781243</c:v>
                </c:pt>
                <c:pt idx="2428">
                  <c:v>0.96744201660156237</c:v>
                </c:pt>
                <c:pt idx="2429">
                  <c:v>0.96744201660156237</c:v>
                </c:pt>
                <c:pt idx="2430">
                  <c:v>0.96730499267578118</c:v>
                </c:pt>
                <c:pt idx="2431">
                  <c:v>0.96730499267578118</c:v>
                </c:pt>
                <c:pt idx="2432">
                  <c:v>0.96714630126953116</c:v>
                </c:pt>
                <c:pt idx="2433">
                  <c:v>0.96714630126953116</c:v>
                </c:pt>
                <c:pt idx="2434">
                  <c:v>0.9670101928710938</c:v>
                </c:pt>
                <c:pt idx="2435">
                  <c:v>0.9670101928710938</c:v>
                </c:pt>
                <c:pt idx="2436">
                  <c:v>0.9668634033203124</c:v>
                </c:pt>
                <c:pt idx="2437">
                  <c:v>0.9668634033203124</c:v>
                </c:pt>
                <c:pt idx="2438">
                  <c:v>0.96672302246093755</c:v>
                </c:pt>
                <c:pt idx="2439">
                  <c:v>0.96672302246093755</c:v>
                </c:pt>
                <c:pt idx="2440">
                  <c:v>0.96657958984375003</c:v>
                </c:pt>
                <c:pt idx="2441">
                  <c:v>0.96657958984375003</c:v>
                </c:pt>
                <c:pt idx="2442">
                  <c:v>0.96643951416015639</c:v>
                </c:pt>
                <c:pt idx="2443">
                  <c:v>0.96643951416015639</c:v>
                </c:pt>
                <c:pt idx="2444">
                  <c:v>0.96628417968750002</c:v>
                </c:pt>
                <c:pt idx="2445">
                  <c:v>0.96628417968750002</c:v>
                </c:pt>
                <c:pt idx="2446">
                  <c:v>0.96615203857421883</c:v>
                </c:pt>
                <c:pt idx="2447">
                  <c:v>0.96615203857421883</c:v>
                </c:pt>
                <c:pt idx="2448">
                  <c:v>0.96599029541015624</c:v>
                </c:pt>
                <c:pt idx="2449">
                  <c:v>0.96599029541015624</c:v>
                </c:pt>
                <c:pt idx="2450">
                  <c:v>0.96581634521484361</c:v>
                </c:pt>
                <c:pt idx="2451">
                  <c:v>0.96581634521484361</c:v>
                </c:pt>
                <c:pt idx="2452">
                  <c:v>0.96568115234374996</c:v>
                </c:pt>
                <c:pt idx="2453">
                  <c:v>0.96568115234374996</c:v>
                </c:pt>
                <c:pt idx="2454">
                  <c:v>0.96552612304687502</c:v>
                </c:pt>
                <c:pt idx="2455">
                  <c:v>0.96552612304687502</c:v>
                </c:pt>
                <c:pt idx="2456">
                  <c:v>0.96536987304687505</c:v>
                </c:pt>
                <c:pt idx="2457">
                  <c:v>0.96536987304687505</c:v>
                </c:pt>
                <c:pt idx="2458">
                  <c:v>0.96522399902343758</c:v>
                </c:pt>
                <c:pt idx="2459">
                  <c:v>0.96522399902343758</c:v>
                </c:pt>
                <c:pt idx="2460">
                  <c:v>0.96506317138671882</c:v>
                </c:pt>
                <c:pt idx="2461">
                  <c:v>0.96506317138671882</c:v>
                </c:pt>
                <c:pt idx="2462">
                  <c:v>0.96487518310546883</c:v>
                </c:pt>
                <c:pt idx="2463">
                  <c:v>0.96487518310546883</c:v>
                </c:pt>
                <c:pt idx="2464">
                  <c:v>0.96474639892578118</c:v>
                </c:pt>
                <c:pt idx="2465">
                  <c:v>0.96474639892578118</c:v>
                </c:pt>
                <c:pt idx="2466">
                  <c:v>0.96457214355468757</c:v>
                </c:pt>
                <c:pt idx="2467">
                  <c:v>0.96457214355468757</c:v>
                </c:pt>
                <c:pt idx="2468">
                  <c:v>0.96440765380859361</c:v>
                </c:pt>
                <c:pt idx="2469">
                  <c:v>0.96440765380859361</c:v>
                </c:pt>
                <c:pt idx="2470">
                  <c:v>0.96427368164062499</c:v>
                </c:pt>
                <c:pt idx="2471">
                  <c:v>0.96427368164062499</c:v>
                </c:pt>
                <c:pt idx="2472">
                  <c:v>0.96411743164062502</c:v>
                </c:pt>
                <c:pt idx="2473">
                  <c:v>0.96411743164062502</c:v>
                </c:pt>
                <c:pt idx="2474">
                  <c:v>0.96396820068359379</c:v>
                </c:pt>
                <c:pt idx="2475">
                  <c:v>0.96396820068359379</c:v>
                </c:pt>
                <c:pt idx="2476">
                  <c:v>0.96384338378906242</c:v>
                </c:pt>
                <c:pt idx="2477">
                  <c:v>0.96384338378906242</c:v>
                </c:pt>
                <c:pt idx="2478">
                  <c:v>0.96366729736328116</c:v>
                </c:pt>
                <c:pt idx="2479">
                  <c:v>0.96366729736328116</c:v>
                </c:pt>
                <c:pt idx="2480">
                  <c:v>0.96345642089843764</c:v>
                </c:pt>
                <c:pt idx="2481">
                  <c:v>0.96345642089843764</c:v>
                </c:pt>
                <c:pt idx="2482">
                  <c:v>0.96328460693359363</c:v>
                </c:pt>
                <c:pt idx="2483">
                  <c:v>0.96328460693359363</c:v>
                </c:pt>
                <c:pt idx="2484">
                  <c:v>0.96313842773437497</c:v>
                </c:pt>
                <c:pt idx="2485">
                  <c:v>0.96313842773437497</c:v>
                </c:pt>
                <c:pt idx="2486">
                  <c:v>0.96299957275390624</c:v>
                </c:pt>
                <c:pt idx="2487">
                  <c:v>0.96299957275390624</c:v>
                </c:pt>
                <c:pt idx="2488">
                  <c:v>0.96282257080078115</c:v>
                </c:pt>
                <c:pt idx="2489">
                  <c:v>0.96282257080078115</c:v>
                </c:pt>
                <c:pt idx="2490">
                  <c:v>0.96261352539062495</c:v>
                </c:pt>
                <c:pt idx="2491">
                  <c:v>0.96261352539062495</c:v>
                </c:pt>
                <c:pt idx="2492">
                  <c:v>0.96246582031250005</c:v>
                </c:pt>
                <c:pt idx="2493">
                  <c:v>0.96246582031250005</c:v>
                </c:pt>
                <c:pt idx="2494">
                  <c:v>0.96229492187499999</c:v>
                </c:pt>
                <c:pt idx="2495">
                  <c:v>0.96229492187499999</c:v>
                </c:pt>
                <c:pt idx="2496">
                  <c:v>0.96212860107421883</c:v>
                </c:pt>
                <c:pt idx="2497">
                  <c:v>0.96212860107421883</c:v>
                </c:pt>
                <c:pt idx="2498">
                  <c:v>0.96196228027343755</c:v>
                </c:pt>
                <c:pt idx="2499">
                  <c:v>0.96196228027343755</c:v>
                </c:pt>
                <c:pt idx="2500">
                  <c:v>0.96180694580078119</c:v>
                </c:pt>
                <c:pt idx="2501">
                  <c:v>0.96180694580078119</c:v>
                </c:pt>
                <c:pt idx="2502">
                  <c:v>0.96163635253906243</c:v>
                </c:pt>
                <c:pt idx="2503">
                  <c:v>0.96163635253906243</c:v>
                </c:pt>
                <c:pt idx="2504">
                  <c:v>0.96151794433593762</c:v>
                </c:pt>
                <c:pt idx="2505">
                  <c:v>0.96151794433593762</c:v>
                </c:pt>
                <c:pt idx="2506">
                  <c:v>0.961339111328125</c:v>
                </c:pt>
                <c:pt idx="2507">
                  <c:v>0.961339111328125</c:v>
                </c:pt>
                <c:pt idx="2508">
                  <c:v>0.96117889404296875</c:v>
                </c:pt>
                <c:pt idx="2509">
                  <c:v>0.96117889404296875</c:v>
                </c:pt>
                <c:pt idx="2510">
                  <c:v>0.96101257324218758</c:v>
                </c:pt>
                <c:pt idx="2511">
                  <c:v>0.96101257324218758</c:v>
                </c:pt>
                <c:pt idx="2512">
                  <c:v>0.96085418701171876</c:v>
                </c:pt>
                <c:pt idx="2513">
                  <c:v>0.96085418701171876</c:v>
                </c:pt>
                <c:pt idx="2514">
                  <c:v>0.96068054199218755</c:v>
                </c:pt>
                <c:pt idx="2515">
                  <c:v>0.96068054199218755</c:v>
                </c:pt>
                <c:pt idx="2516">
                  <c:v>0.96052032470703119</c:v>
                </c:pt>
                <c:pt idx="2517">
                  <c:v>0.96052032470703119</c:v>
                </c:pt>
                <c:pt idx="2518">
                  <c:v>0.96036010742187505</c:v>
                </c:pt>
                <c:pt idx="2519">
                  <c:v>0.96036010742187505</c:v>
                </c:pt>
                <c:pt idx="2520">
                  <c:v>0.9601443481445312</c:v>
                </c:pt>
                <c:pt idx="2521">
                  <c:v>0.9601443481445312</c:v>
                </c:pt>
                <c:pt idx="2522">
                  <c:v>0.95999053955078117</c:v>
                </c:pt>
                <c:pt idx="2523">
                  <c:v>0.95999053955078117</c:v>
                </c:pt>
                <c:pt idx="2524">
                  <c:v>0.95983215332031235</c:v>
                </c:pt>
                <c:pt idx="2525">
                  <c:v>0.95983215332031235</c:v>
                </c:pt>
                <c:pt idx="2526">
                  <c:v>0.95961914062499998</c:v>
                </c:pt>
                <c:pt idx="2527">
                  <c:v>0.95961914062499998</c:v>
                </c:pt>
                <c:pt idx="2528">
                  <c:v>0.9594735717773436</c:v>
                </c:pt>
                <c:pt idx="2529">
                  <c:v>0.9594735717773436</c:v>
                </c:pt>
                <c:pt idx="2530">
                  <c:v>0.95928253173828115</c:v>
                </c:pt>
                <c:pt idx="2531">
                  <c:v>0.95928253173828115</c:v>
                </c:pt>
                <c:pt idx="2532">
                  <c:v>0.95911834716796884</c:v>
                </c:pt>
                <c:pt idx="2533">
                  <c:v>0.95911834716796884</c:v>
                </c:pt>
                <c:pt idx="2534">
                  <c:v>0.95895141601562495</c:v>
                </c:pt>
                <c:pt idx="2535">
                  <c:v>0.95895141601562495</c:v>
                </c:pt>
                <c:pt idx="2536">
                  <c:v>0.95877197265625003</c:v>
                </c:pt>
                <c:pt idx="2537">
                  <c:v>0.95877197265625003</c:v>
                </c:pt>
                <c:pt idx="2538">
                  <c:v>0.95859405517578122</c:v>
                </c:pt>
                <c:pt idx="2539">
                  <c:v>0.95859405517578122</c:v>
                </c:pt>
                <c:pt idx="2540">
                  <c:v>0.95842224121093755</c:v>
                </c:pt>
                <c:pt idx="2541">
                  <c:v>0.95842224121093755</c:v>
                </c:pt>
                <c:pt idx="2542">
                  <c:v>0.95825836181640622</c:v>
                </c:pt>
                <c:pt idx="2543">
                  <c:v>0.95825836181640622</c:v>
                </c:pt>
                <c:pt idx="2544">
                  <c:v>0.95797943115234363</c:v>
                </c:pt>
                <c:pt idx="2545">
                  <c:v>0.95797943115234363</c:v>
                </c:pt>
                <c:pt idx="2546">
                  <c:v>0.95782775878906234</c:v>
                </c:pt>
                <c:pt idx="2547">
                  <c:v>0.95782775878906234</c:v>
                </c:pt>
                <c:pt idx="2548">
                  <c:v>0.9576107788085938</c:v>
                </c:pt>
                <c:pt idx="2549">
                  <c:v>0.9576107788085938</c:v>
                </c:pt>
                <c:pt idx="2550">
                  <c:v>0.95741607666015638</c:v>
                </c:pt>
                <c:pt idx="2551">
                  <c:v>0.95741607666015638</c:v>
                </c:pt>
                <c:pt idx="2552">
                  <c:v>0.95723754882812495</c:v>
                </c:pt>
                <c:pt idx="2553">
                  <c:v>0.95723754882812495</c:v>
                </c:pt>
                <c:pt idx="2554">
                  <c:v>0.95703735351562502</c:v>
                </c:pt>
                <c:pt idx="2555">
                  <c:v>0.95703735351562502</c:v>
                </c:pt>
                <c:pt idx="2556">
                  <c:v>0.95683349609375001</c:v>
                </c:pt>
                <c:pt idx="2557">
                  <c:v>0.95683349609375001</c:v>
                </c:pt>
                <c:pt idx="2558">
                  <c:v>0.95665832519531235</c:v>
                </c:pt>
                <c:pt idx="2559">
                  <c:v>0.95665832519531235</c:v>
                </c:pt>
                <c:pt idx="2560">
                  <c:v>0.95647918701171875</c:v>
                </c:pt>
                <c:pt idx="2561">
                  <c:v>0.95647918701171875</c:v>
                </c:pt>
                <c:pt idx="2562">
                  <c:v>0.95629669189453115</c:v>
                </c:pt>
                <c:pt idx="2563">
                  <c:v>0.95629669189453115</c:v>
                </c:pt>
                <c:pt idx="2564">
                  <c:v>0.95606781005859376</c:v>
                </c:pt>
                <c:pt idx="2565">
                  <c:v>0.95606781005859376</c:v>
                </c:pt>
                <c:pt idx="2566">
                  <c:v>0.95586486816406235</c:v>
                </c:pt>
                <c:pt idx="2567">
                  <c:v>0.95586486816406235</c:v>
                </c:pt>
                <c:pt idx="2568">
                  <c:v>0.95569274902343759</c:v>
                </c:pt>
                <c:pt idx="2569">
                  <c:v>0.95569274902343759</c:v>
                </c:pt>
                <c:pt idx="2570">
                  <c:v>0.95548339843749996</c:v>
                </c:pt>
                <c:pt idx="2571">
                  <c:v>0.95548339843749996</c:v>
                </c:pt>
                <c:pt idx="2572">
                  <c:v>0.95527160644531239</c:v>
                </c:pt>
                <c:pt idx="2573">
                  <c:v>0.95527160644531239</c:v>
                </c:pt>
                <c:pt idx="2574">
                  <c:v>0.9551083374023438</c:v>
                </c:pt>
                <c:pt idx="2575">
                  <c:v>0.9551083374023438</c:v>
                </c:pt>
                <c:pt idx="2576">
                  <c:v>0.95492340087890637</c:v>
                </c:pt>
                <c:pt idx="2577">
                  <c:v>0.95492340087890637</c:v>
                </c:pt>
                <c:pt idx="2578">
                  <c:v>0.95471557617187497</c:v>
                </c:pt>
                <c:pt idx="2579">
                  <c:v>0.95471557617187497</c:v>
                </c:pt>
                <c:pt idx="2580">
                  <c:v>0.95453613281250005</c:v>
                </c:pt>
                <c:pt idx="2581">
                  <c:v>0.95453613281250005</c:v>
                </c:pt>
                <c:pt idx="2582">
                  <c:v>0.95434234619140623</c:v>
                </c:pt>
                <c:pt idx="2583">
                  <c:v>0.95434234619140623</c:v>
                </c:pt>
                <c:pt idx="2584">
                  <c:v>0.95413085937499997</c:v>
                </c:pt>
                <c:pt idx="2585">
                  <c:v>0.95413085937499997</c:v>
                </c:pt>
                <c:pt idx="2586">
                  <c:v>0.95393402099609359</c:v>
                </c:pt>
                <c:pt idx="2587">
                  <c:v>0.95393402099609359</c:v>
                </c:pt>
                <c:pt idx="2588">
                  <c:v>0.95375030517578119</c:v>
                </c:pt>
                <c:pt idx="2589">
                  <c:v>0.95375030517578119</c:v>
                </c:pt>
                <c:pt idx="2590">
                  <c:v>0.9535513305664064</c:v>
                </c:pt>
                <c:pt idx="2591">
                  <c:v>0.9535513305664064</c:v>
                </c:pt>
                <c:pt idx="2592">
                  <c:v>0.95335449218750001</c:v>
                </c:pt>
                <c:pt idx="2593">
                  <c:v>0.95335449218750001</c:v>
                </c:pt>
                <c:pt idx="2594">
                  <c:v>0.95314849853515637</c:v>
                </c:pt>
                <c:pt idx="2595">
                  <c:v>0.95314849853515637</c:v>
                </c:pt>
                <c:pt idx="2596">
                  <c:v>0.95293426513671875</c:v>
                </c:pt>
                <c:pt idx="2597">
                  <c:v>0.95293426513671875</c:v>
                </c:pt>
                <c:pt idx="2598">
                  <c:v>0.95274810791015641</c:v>
                </c:pt>
                <c:pt idx="2599">
                  <c:v>0.95274810791015641</c:v>
                </c:pt>
                <c:pt idx="2600">
                  <c:v>0.95254211425781243</c:v>
                </c:pt>
                <c:pt idx="2601">
                  <c:v>0.95254211425781243</c:v>
                </c:pt>
                <c:pt idx="2602">
                  <c:v>0.95227508544921879</c:v>
                </c:pt>
                <c:pt idx="2603">
                  <c:v>0.95227508544921879</c:v>
                </c:pt>
                <c:pt idx="2604">
                  <c:v>0.95209014892578125</c:v>
                </c:pt>
                <c:pt idx="2605">
                  <c:v>0.95209014892578125</c:v>
                </c:pt>
                <c:pt idx="2606">
                  <c:v>0.9518984985351564</c:v>
                </c:pt>
                <c:pt idx="2607">
                  <c:v>0.9518984985351564</c:v>
                </c:pt>
                <c:pt idx="2608">
                  <c:v>0.95168457031249998</c:v>
                </c:pt>
                <c:pt idx="2609">
                  <c:v>0.95168457031249998</c:v>
                </c:pt>
                <c:pt idx="2610">
                  <c:v>0.95143859863281244</c:v>
                </c:pt>
                <c:pt idx="2611">
                  <c:v>0.95143859863281244</c:v>
                </c:pt>
                <c:pt idx="2612">
                  <c:v>0.9512338256835936</c:v>
                </c:pt>
                <c:pt idx="2613">
                  <c:v>0.9512338256835936</c:v>
                </c:pt>
                <c:pt idx="2614">
                  <c:v>0.95104187011718755</c:v>
                </c:pt>
                <c:pt idx="2615">
                  <c:v>0.95104187011718755</c:v>
                </c:pt>
                <c:pt idx="2616">
                  <c:v>0.95081726074218764</c:v>
                </c:pt>
                <c:pt idx="2617">
                  <c:v>0.95081726074218764</c:v>
                </c:pt>
                <c:pt idx="2618">
                  <c:v>0.95056304931640623</c:v>
                </c:pt>
                <c:pt idx="2619">
                  <c:v>0.95056304931640623</c:v>
                </c:pt>
                <c:pt idx="2620">
                  <c:v>0.95038879394531239</c:v>
                </c:pt>
                <c:pt idx="2621">
                  <c:v>0.95038879394531239</c:v>
                </c:pt>
                <c:pt idx="2622">
                  <c:v>0.95019378662109377</c:v>
                </c:pt>
                <c:pt idx="2623">
                  <c:v>0.95019378662109377</c:v>
                </c:pt>
                <c:pt idx="2624">
                  <c:v>0.94996948242187496</c:v>
                </c:pt>
                <c:pt idx="2625">
                  <c:v>0.94996948242187496</c:v>
                </c:pt>
                <c:pt idx="2626">
                  <c:v>0.94977020263671885</c:v>
                </c:pt>
                <c:pt idx="2627">
                  <c:v>0.94977020263671885</c:v>
                </c:pt>
                <c:pt idx="2628">
                  <c:v>0.94950927734375001</c:v>
                </c:pt>
                <c:pt idx="2629">
                  <c:v>0.94950927734375001</c:v>
                </c:pt>
                <c:pt idx="2630">
                  <c:v>0.94924560546875003</c:v>
                </c:pt>
                <c:pt idx="2631">
                  <c:v>0.94924560546875003</c:v>
                </c:pt>
                <c:pt idx="2632">
                  <c:v>0.94902099609375001</c:v>
                </c:pt>
                <c:pt idx="2633">
                  <c:v>0.94902099609375001</c:v>
                </c:pt>
                <c:pt idx="2634">
                  <c:v>0.94880157470703119</c:v>
                </c:pt>
                <c:pt idx="2635">
                  <c:v>0.94880157470703119</c:v>
                </c:pt>
                <c:pt idx="2636">
                  <c:v>0.94856201171874999</c:v>
                </c:pt>
                <c:pt idx="2637">
                  <c:v>0.94856201171874999</c:v>
                </c:pt>
                <c:pt idx="2638">
                  <c:v>0.94833984375000002</c:v>
                </c:pt>
                <c:pt idx="2639">
                  <c:v>0.94833984375000002</c:v>
                </c:pt>
                <c:pt idx="2640">
                  <c:v>0.94806304931640639</c:v>
                </c:pt>
                <c:pt idx="2641">
                  <c:v>0.94806304931640639</c:v>
                </c:pt>
                <c:pt idx="2642">
                  <c:v>0.9478091430664064</c:v>
                </c:pt>
                <c:pt idx="2643">
                  <c:v>0.9478091430664064</c:v>
                </c:pt>
                <c:pt idx="2644">
                  <c:v>0.94759429931640637</c:v>
                </c:pt>
                <c:pt idx="2645">
                  <c:v>0.94759429931640637</c:v>
                </c:pt>
                <c:pt idx="2646">
                  <c:v>0.94737121582031236</c:v>
                </c:pt>
                <c:pt idx="2647">
                  <c:v>0.94737121582031236</c:v>
                </c:pt>
                <c:pt idx="2648">
                  <c:v>0.94713287353515641</c:v>
                </c:pt>
                <c:pt idx="2649">
                  <c:v>0.94713287353515641</c:v>
                </c:pt>
                <c:pt idx="2650">
                  <c:v>0.94691040039062502</c:v>
                </c:pt>
                <c:pt idx="2651">
                  <c:v>0.94691040039062502</c:v>
                </c:pt>
                <c:pt idx="2652">
                  <c:v>0.9466543579101564</c:v>
                </c:pt>
                <c:pt idx="2653">
                  <c:v>0.9466543579101564</c:v>
                </c:pt>
                <c:pt idx="2654">
                  <c:v>0.94636383056640638</c:v>
                </c:pt>
                <c:pt idx="2655">
                  <c:v>0.94636383056640638</c:v>
                </c:pt>
                <c:pt idx="2656">
                  <c:v>0.94613891601562505</c:v>
                </c:pt>
                <c:pt idx="2657">
                  <c:v>0.94613891601562505</c:v>
                </c:pt>
                <c:pt idx="2658">
                  <c:v>0.94592010498046875</c:v>
                </c:pt>
                <c:pt idx="2659">
                  <c:v>0.94592010498046875</c:v>
                </c:pt>
                <c:pt idx="2660">
                  <c:v>0.94569061279296884</c:v>
                </c:pt>
                <c:pt idx="2661">
                  <c:v>0.94569061279296884</c:v>
                </c:pt>
                <c:pt idx="2662">
                  <c:v>0.94547180175781242</c:v>
                </c:pt>
                <c:pt idx="2663">
                  <c:v>0.94547180175781242</c:v>
                </c:pt>
                <c:pt idx="2664">
                  <c:v>0.94514892578124998</c:v>
                </c:pt>
                <c:pt idx="2665">
                  <c:v>0.94514892578124998</c:v>
                </c:pt>
                <c:pt idx="2666">
                  <c:v>0.94491027832031238</c:v>
                </c:pt>
                <c:pt idx="2667">
                  <c:v>0.94491027832031238</c:v>
                </c:pt>
                <c:pt idx="2668">
                  <c:v>0.94468231201171882</c:v>
                </c:pt>
                <c:pt idx="2669">
                  <c:v>0.94468231201171882</c:v>
                </c:pt>
                <c:pt idx="2670">
                  <c:v>0.94445495605468766</c:v>
                </c:pt>
                <c:pt idx="2671">
                  <c:v>0.94445495605468766</c:v>
                </c:pt>
                <c:pt idx="2672">
                  <c:v>0.94418060302734363</c:v>
                </c:pt>
                <c:pt idx="2673">
                  <c:v>0.94418060302734363</c:v>
                </c:pt>
                <c:pt idx="2674">
                  <c:v>0.94391937255859359</c:v>
                </c:pt>
                <c:pt idx="2675">
                  <c:v>0.94391937255859359</c:v>
                </c:pt>
                <c:pt idx="2676">
                  <c:v>0.94365570068359361</c:v>
                </c:pt>
                <c:pt idx="2677">
                  <c:v>0.94365570068359361</c:v>
                </c:pt>
                <c:pt idx="2678">
                  <c:v>0.9434146118164064</c:v>
                </c:pt>
                <c:pt idx="2679">
                  <c:v>0.9434146118164064</c:v>
                </c:pt>
                <c:pt idx="2680">
                  <c:v>0.94317291259765623</c:v>
                </c:pt>
                <c:pt idx="2681">
                  <c:v>0.94317291259765623</c:v>
                </c:pt>
                <c:pt idx="2682">
                  <c:v>0.94292083740234378</c:v>
                </c:pt>
                <c:pt idx="2683">
                  <c:v>0.94292083740234378</c:v>
                </c:pt>
                <c:pt idx="2684">
                  <c:v>0.94263153076171879</c:v>
                </c:pt>
                <c:pt idx="2685">
                  <c:v>0.94263153076171879</c:v>
                </c:pt>
                <c:pt idx="2686">
                  <c:v>0.9424136352539062</c:v>
                </c:pt>
                <c:pt idx="2687">
                  <c:v>0.9424136352539062</c:v>
                </c:pt>
                <c:pt idx="2688">
                  <c:v>0.94214721679687496</c:v>
                </c:pt>
                <c:pt idx="2689">
                  <c:v>0.94214721679687496</c:v>
                </c:pt>
                <c:pt idx="2690">
                  <c:v>0.94193267822265625</c:v>
                </c:pt>
                <c:pt idx="2691">
                  <c:v>0.94193267822265625</c:v>
                </c:pt>
                <c:pt idx="2692">
                  <c:v>0.94169525146484379</c:v>
                </c:pt>
                <c:pt idx="2693">
                  <c:v>0.94169525146484379</c:v>
                </c:pt>
                <c:pt idx="2694">
                  <c:v>0.94143768310546883</c:v>
                </c:pt>
                <c:pt idx="2695">
                  <c:v>0.94143768310546883</c:v>
                </c:pt>
                <c:pt idx="2696">
                  <c:v>0.94123229980468759</c:v>
                </c:pt>
                <c:pt idx="2697">
                  <c:v>0.94123229980468759</c:v>
                </c:pt>
                <c:pt idx="2698">
                  <c:v>0.94095764160156237</c:v>
                </c:pt>
                <c:pt idx="2699">
                  <c:v>0.94095764160156237</c:v>
                </c:pt>
                <c:pt idx="2700">
                  <c:v>0.9406796264648436</c:v>
                </c:pt>
                <c:pt idx="2701">
                  <c:v>0.9406796264648436</c:v>
                </c:pt>
                <c:pt idx="2702">
                  <c:v>0.94041534423828121</c:v>
                </c:pt>
                <c:pt idx="2703">
                  <c:v>0.94041534423828121</c:v>
                </c:pt>
                <c:pt idx="2704">
                  <c:v>0.94005523681640624</c:v>
                </c:pt>
                <c:pt idx="2705">
                  <c:v>0.94005523681640624</c:v>
                </c:pt>
                <c:pt idx="2706">
                  <c:v>0.9398135375976564</c:v>
                </c:pt>
                <c:pt idx="2707">
                  <c:v>0.9398135375976564</c:v>
                </c:pt>
                <c:pt idx="2708">
                  <c:v>0.93953063964843764</c:v>
                </c:pt>
                <c:pt idx="2709">
                  <c:v>0.93953063964843764</c:v>
                </c:pt>
                <c:pt idx="2710">
                  <c:v>0.9392642211914064</c:v>
                </c:pt>
                <c:pt idx="2711">
                  <c:v>0.9392642211914064</c:v>
                </c:pt>
                <c:pt idx="2712">
                  <c:v>0.93894317626953117</c:v>
                </c:pt>
                <c:pt idx="2713">
                  <c:v>0.93894317626953117</c:v>
                </c:pt>
                <c:pt idx="2714">
                  <c:v>0.93874145507812501</c:v>
                </c:pt>
                <c:pt idx="2715">
                  <c:v>0.93874145507812501</c:v>
                </c:pt>
                <c:pt idx="2716">
                  <c:v>0.93845947265624996</c:v>
                </c:pt>
                <c:pt idx="2717">
                  <c:v>0.93845947265624996</c:v>
                </c:pt>
                <c:pt idx="2718">
                  <c:v>0.93819091796874998</c:v>
                </c:pt>
                <c:pt idx="2719">
                  <c:v>0.93819091796874998</c:v>
                </c:pt>
                <c:pt idx="2720">
                  <c:v>0.93790679931640641</c:v>
                </c:pt>
                <c:pt idx="2721">
                  <c:v>0.93790679931640641</c:v>
                </c:pt>
                <c:pt idx="2722">
                  <c:v>0.93767089843749996</c:v>
                </c:pt>
                <c:pt idx="2723">
                  <c:v>0.93767089843749996</c:v>
                </c:pt>
                <c:pt idx="2724">
                  <c:v>0.93738830566406239</c:v>
                </c:pt>
                <c:pt idx="2725">
                  <c:v>0.93738830566406239</c:v>
                </c:pt>
                <c:pt idx="2726">
                  <c:v>0.93717071533203122</c:v>
                </c:pt>
                <c:pt idx="2727">
                  <c:v>0.93717071533203122</c:v>
                </c:pt>
                <c:pt idx="2728">
                  <c:v>0.93691253662109375</c:v>
                </c:pt>
                <c:pt idx="2729">
                  <c:v>0.93691253662109375</c:v>
                </c:pt>
                <c:pt idx="2730">
                  <c:v>0.93661621093750003</c:v>
                </c:pt>
                <c:pt idx="2731">
                  <c:v>0.93661621093750003</c:v>
                </c:pt>
                <c:pt idx="2732">
                  <c:v>0.93634155273437503</c:v>
                </c:pt>
                <c:pt idx="2733">
                  <c:v>0.93634155273437503</c:v>
                </c:pt>
                <c:pt idx="2734">
                  <c:v>0.93603790283203125</c:v>
                </c:pt>
                <c:pt idx="2735">
                  <c:v>0.93603790283203125</c:v>
                </c:pt>
                <c:pt idx="2736">
                  <c:v>0.9357656860351562</c:v>
                </c:pt>
                <c:pt idx="2737">
                  <c:v>0.9357656860351562</c:v>
                </c:pt>
                <c:pt idx="2738">
                  <c:v>0.93548797607421885</c:v>
                </c:pt>
                <c:pt idx="2739">
                  <c:v>0.93548797607421885</c:v>
                </c:pt>
                <c:pt idx="2740">
                  <c:v>0.93513427734374999</c:v>
                </c:pt>
                <c:pt idx="2741">
                  <c:v>0.93513427734374999</c:v>
                </c:pt>
                <c:pt idx="2742">
                  <c:v>0.93478637695312505</c:v>
                </c:pt>
                <c:pt idx="2743">
                  <c:v>0.93478637695312505</c:v>
                </c:pt>
                <c:pt idx="2744">
                  <c:v>0.93452667236328124</c:v>
                </c:pt>
                <c:pt idx="2745">
                  <c:v>0.93452667236328124</c:v>
                </c:pt>
                <c:pt idx="2746">
                  <c:v>0.93415588378906245</c:v>
                </c:pt>
                <c:pt idx="2747">
                  <c:v>0.93415588378906245</c:v>
                </c:pt>
                <c:pt idx="2748">
                  <c:v>0.93384918212890622</c:v>
                </c:pt>
                <c:pt idx="2749">
                  <c:v>0.93384918212890622</c:v>
                </c:pt>
                <c:pt idx="2750">
                  <c:v>0.93356536865234363</c:v>
                </c:pt>
                <c:pt idx="2751">
                  <c:v>0.93356536865234363</c:v>
                </c:pt>
                <c:pt idx="2752">
                  <c:v>0.93324066162109376</c:v>
                </c:pt>
                <c:pt idx="2753">
                  <c:v>0.93324066162109376</c:v>
                </c:pt>
                <c:pt idx="2754">
                  <c:v>0.93294464111328124</c:v>
                </c:pt>
                <c:pt idx="2755">
                  <c:v>0.93294464111328124</c:v>
                </c:pt>
                <c:pt idx="2756">
                  <c:v>0.93259552001953117</c:v>
                </c:pt>
                <c:pt idx="2757">
                  <c:v>0.93259552001953117</c:v>
                </c:pt>
                <c:pt idx="2758">
                  <c:v>0.93230133056640641</c:v>
                </c:pt>
                <c:pt idx="2759">
                  <c:v>0.93230133056640641</c:v>
                </c:pt>
                <c:pt idx="2760">
                  <c:v>0.9320016479492188</c:v>
                </c:pt>
                <c:pt idx="2761">
                  <c:v>0.9320016479492188</c:v>
                </c:pt>
                <c:pt idx="2762">
                  <c:v>0.93167572021484379</c:v>
                </c:pt>
                <c:pt idx="2763">
                  <c:v>0.93167572021484379</c:v>
                </c:pt>
                <c:pt idx="2764">
                  <c:v>0.93123199462890638</c:v>
                </c:pt>
                <c:pt idx="2765">
                  <c:v>0.93123199462890638</c:v>
                </c:pt>
                <c:pt idx="2766">
                  <c:v>0.93092742919921878</c:v>
                </c:pt>
                <c:pt idx="2767">
                  <c:v>0.93092742919921878</c:v>
                </c:pt>
                <c:pt idx="2768">
                  <c:v>0.93052612304687499</c:v>
                </c:pt>
                <c:pt idx="2769">
                  <c:v>0.93052612304687499</c:v>
                </c:pt>
                <c:pt idx="2770">
                  <c:v>0.93018920898437496</c:v>
                </c:pt>
                <c:pt idx="2771">
                  <c:v>0.93018920898437496</c:v>
                </c:pt>
                <c:pt idx="2772">
                  <c:v>0.92992187500000001</c:v>
                </c:pt>
                <c:pt idx="2773">
                  <c:v>0.92992187500000001</c:v>
                </c:pt>
                <c:pt idx="2774">
                  <c:v>0.92960021972656237</c:v>
                </c:pt>
                <c:pt idx="2775">
                  <c:v>0.92960021972656237</c:v>
                </c:pt>
                <c:pt idx="2776">
                  <c:v>0.92927734375000004</c:v>
                </c:pt>
                <c:pt idx="2777">
                  <c:v>0.92927734375000004</c:v>
                </c:pt>
                <c:pt idx="2778">
                  <c:v>0.92904113769531238</c:v>
                </c:pt>
                <c:pt idx="2779">
                  <c:v>0.92904113769531238</c:v>
                </c:pt>
                <c:pt idx="2780">
                  <c:v>0.92869903564453116</c:v>
                </c:pt>
                <c:pt idx="2781">
                  <c:v>0.92869903564453116</c:v>
                </c:pt>
                <c:pt idx="2782">
                  <c:v>0.928309326171875</c:v>
                </c:pt>
                <c:pt idx="2783">
                  <c:v>0.928309326171875</c:v>
                </c:pt>
                <c:pt idx="2784">
                  <c:v>0.92806671142578123</c:v>
                </c:pt>
                <c:pt idx="2785">
                  <c:v>0.92806671142578123</c:v>
                </c:pt>
                <c:pt idx="2786">
                  <c:v>0.92747955322265641</c:v>
                </c:pt>
                <c:pt idx="2787">
                  <c:v>0.92747955322265641</c:v>
                </c:pt>
                <c:pt idx="2788">
                  <c:v>0.927093505859375</c:v>
                </c:pt>
                <c:pt idx="2789">
                  <c:v>0.927093505859375</c:v>
                </c:pt>
                <c:pt idx="2790">
                  <c:v>0.92678039550781244</c:v>
                </c:pt>
                <c:pt idx="2791">
                  <c:v>0.92678039550781244</c:v>
                </c:pt>
                <c:pt idx="2792">
                  <c:v>0.92643554687499996</c:v>
                </c:pt>
                <c:pt idx="2793">
                  <c:v>0.92643554687499996</c:v>
                </c:pt>
                <c:pt idx="2794">
                  <c:v>0.92610656738281238</c:v>
                </c:pt>
                <c:pt idx="2795">
                  <c:v>0.92610656738281238</c:v>
                </c:pt>
                <c:pt idx="2796">
                  <c:v>0.92580535888671878</c:v>
                </c:pt>
                <c:pt idx="2797">
                  <c:v>0.92580535888671878</c:v>
                </c:pt>
                <c:pt idx="2798">
                  <c:v>0.92548461914062496</c:v>
                </c:pt>
                <c:pt idx="2799">
                  <c:v>0.92548461914062496</c:v>
                </c:pt>
                <c:pt idx="2800">
                  <c:v>0.92507843017578117</c:v>
                </c:pt>
                <c:pt idx="2801">
                  <c:v>0.92507843017578117</c:v>
                </c:pt>
                <c:pt idx="2802">
                  <c:v>0.92473419189453121</c:v>
                </c:pt>
                <c:pt idx="2803">
                  <c:v>0.92473419189453121</c:v>
                </c:pt>
                <c:pt idx="2804">
                  <c:v>0.92442199707031236</c:v>
                </c:pt>
                <c:pt idx="2805">
                  <c:v>0.92442199707031236</c:v>
                </c:pt>
                <c:pt idx="2806">
                  <c:v>0.92403747558593763</c:v>
                </c:pt>
                <c:pt idx="2807">
                  <c:v>0.92403747558593763</c:v>
                </c:pt>
                <c:pt idx="2808">
                  <c:v>0.92362457275390641</c:v>
                </c:pt>
                <c:pt idx="2809">
                  <c:v>0.92362457275390641</c:v>
                </c:pt>
                <c:pt idx="2810">
                  <c:v>0.92328796386718759</c:v>
                </c:pt>
                <c:pt idx="2811">
                  <c:v>0.92328796386718759</c:v>
                </c:pt>
                <c:pt idx="2812">
                  <c:v>0.92301879882812499</c:v>
                </c:pt>
                <c:pt idx="2813">
                  <c:v>0.92301879882812499</c:v>
                </c:pt>
                <c:pt idx="2814">
                  <c:v>0.92269531250000003</c:v>
                </c:pt>
                <c:pt idx="2815">
                  <c:v>0.92269531250000003</c:v>
                </c:pt>
                <c:pt idx="2816">
                  <c:v>0.9222720336914062</c:v>
                </c:pt>
                <c:pt idx="2817">
                  <c:v>0.9222720336914062</c:v>
                </c:pt>
                <c:pt idx="2818">
                  <c:v>0.92198425292968755</c:v>
                </c:pt>
                <c:pt idx="2819">
                  <c:v>0.92198425292968755</c:v>
                </c:pt>
                <c:pt idx="2820">
                  <c:v>0.92162475585937498</c:v>
                </c:pt>
                <c:pt idx="2821">
                  <c:v>0.92162475585937498</c:v>
                </c:pt>
                <c:pt idx="2822">
                  <c:v>0.92120819091796879</c:v>
                </c:pt>
                <c:pt idx="2823">
                  <c:v>0.92120819091796879</c:v>
                </c:pt>
                <c:pt idx="2824">
                  <c:v>0.92086853027343762</c:v>
                </c:pt>
                <c:pt idx="2825">
                  <c:v>0.92086853027343762</c:v>
                </c:pt>
                <c:pt idx="2826">
                  <c:v>0.92040344238281235</c:v>
                </c:pt>
                <c:pt idx="2827">
                  <c:v>0.92040344238281235</c:v>
                </c:pt>
                <c:pt idx="2828">
                  <c:v>0.91987609863281239</c:v>
                </c:pt>
                <c:pt idx="2829">
                  <c:v>0.91987609863281239</c:v>
                </c:pt>
                <c:pt idx="2830">
                  <c:v>0.91953155517578122</c:v>
                </c:pt>
                <c:pt idx="2831">
                  <c:v>0.91953155517578122</c:v>
                </c:pt>
                <c:pt idx="2832">
                  <c:v>0.91917938232421881</c:v>
                </c:pt>
                <c:pt idx="2833">
                  <c:v>0.91917938232421881</c:v>
                </c:pt>
                <c:pt idx="2834">
                  <c:v>0.91885559082031243</c:v>
                </c:pt>
                <c:pt idx="2835">
                  <c:v>0.91885559082031243</c:v>
                </c:pt>
                <c:pt idx="2836">
                  <c:v>0.91850616455078116</c:v>
                </c:pt>
                <c:pt idx="2837">
                  <c:v>0.91850616455078116</c:v>
                </c:pt>
                <c:pt idx="2838">
                  <c:v>0.91810241699218764</c:v>
                </c:pt>
                <c:pt idx="2839">
                  <c:v>0.91810241699218764</c:v>
                </c:pt>
                <c:pt idx="2840">
                  <c:v>0.91770233154296876</c:v>
                </c:pt>
                <c:pt idx="2841">
                  <c:v>0.91770233154296876</c:v>
                </c:pt>
                <c:pt idx="2842">
                  <c:v>0.91737152099609376</c:v>
                </c:pt>
                <c:pt idx="2843">
                  <c:v>0.91737152099609376</c:v>
                </c:pt>
                <c:pt idx="2844">
                  <c:v>0.91704040527343755</c:v>
                </c:pt>
                <c:pt idx="2845">
                  <c:v>0.91704040527343755</c:v>
                </c:pt>
                <c:pt idx="2846">
                  <c:v>0.91646453857421883</c:v>
                </c:pt>
                <c:pt idx="2847">
                  <c:v>0.91646453857421883</c:v>
                </c:pt>
                <c:pt idx="2848">
                  <c:v>0.91617614746093756</c:v>
                </c:pt>
                <c:pt idx="2849">
                  <c:v>0.91617614746093756</c:v>
                </c:pt>
                <c:pt idx="2850">
                  <c:v>0.91574768066406242</c:v>
                </c:pt>
                <c:pt idx="2851">
                  <c:v>0.91574768066406242</c:v>
                </c:pt>
                <c:pt idx="2852">
                  <c:v>0.91534545898437503</c:v>
                </c:pt>
                <c:pt idx="2853">
                  <c:v>0.91534545898437503</c:v>
                </c:pt>
                <c:pt idx="2854">
                  <c:v>0.91500427246093763</c:v>
                </c:pt>
                <c:pt idx="2855">
                  <c:v>0.91500427246093763</c:v>
                </c:pt>
                <c:pt idx="2856">
                  <c:v>0.91459869384765624</c:v>
                </c:pt>
                <c:pt idx="2857">
                  <c:v>0.91459869384765624</c:v>
                </c:pt>
                <c:pt idx="2858">
                  <c:v>0.91416168212890625</c:v>
                </c:pt>
                <c:pt idx="2859">
                  <c:v>0.91416168212890625</c:v>
                </c:pt>
                <c:pt idx="2860">
                  <c:v>0.91374542236328116</c:v>
                </c:pt>
                <c:pt idx="2861">
                  <c:v>0.91374542236328116</c:v>
                </c:pt>
                <c:pt idx="2862">
                  <c:v>0.91327301025390639</c:v>
                </c:pt>
                <c:pt idx="2863">
                  <c:v>0.91327301025390639</c:v>
                </c:pt>
                <c:pt idx="2864">
                  <c:v>0.9127142333984376</c:v>
                </c:pt>
                <c:pt idx="2865">
                  <c:v>0.9127142333984376</c:v>
                </c:pt>
                <c:pt idx="2866">
                  <c:v>0.91230438232421884</c:v>
                </c:pt>
                <c:pt idx="2867">
                  <c:v>0.91230438232421884</c:v>
                </c:pt>
                <c:pt idx="2868">
                  <c:v>0.91192260742187503</c:v>
                </c:pt>
                <c:pt idx="2869">
                  <c:v>0.91192260742187503</c:v>
                </c:pt>
                <c:pt idx="2870">
                  <c:v>0.91150238037109377</c:v>
                </c:pt>
                <c:pt idx="2871">
                  <c:v>0.91150238037109377</c:v>
                </c:pt>
                <c:pt idx="2872">
                  <c:v>0.91109436035156244</c:v>
                </c:pt>
                <c:pt idx="2873">
                  <c:v>0.91109436035156244</c:v>
                </c:pt>
                <c:pt idx="2874">
                  <c:v>0.91061340332031238</c:v>
                </c:pt>
                <c:pt idx="2875">
                  <c:v>0.91061340332031238</c:v>
                </c:pt>
                <c:pt idx="2876">
                  <c:v>0.91021911621093765</c:v>
                </c:pt>
                <c:pt idx="2877">
                  <c:v>0.91021911621093765</c:v>
                </c:pt>
                <c:pt idx="2878">
                  <c:v>0.90983367919921876</c:v>
                </c:pt>
                <c:pt idx="2879">
                  <c:v>0.90983367919921876</c:v>
                </c:pt>
                <c:pt idx="2880">
                  <c:v>0.90946502685546882</c:v>
                </c:pt>
                <c:pt idx="2881">
                  <c:v>0.90946502685546882</c:v>
                </c:pt>
                <c:pt idx="2882">
                  <c:v>0.90902954101562505</c:v>
                </c:pt>
                <c:pt idx="2883">
                  <c:v>0.90902954101562505</c:v>
                </c:pt>
                <c:pt idx="2884">
                  <c:v>0.90861114501953122</c:v>
                </c:pt>
                <c:pt idx="2885">
                  <c:v>0.90861114501953122</c:v>
                </c:pt>
                <c:pt idx="2886">
                  <c:v>0.90823608398437505</c:v>
                </c:pt>
                <c:pt idx="2887">
                  <c:v>0.90823608398437505</c:v>
                </c:pt>
                <c:pt idx="2888">
                  <c:v>0.90781951904296876</c:v>
                </c:pt>
                <c:pt idx="2889">
                  <c:v>0.90781951904296876</c:v>
                </c:pt>
                <c:pt idx="2890">
                  <c:v>0.90737487792968763</c:v>
                </c:pt>
                <c:pt idx="2891">
                  <c:v>0.90737487792968763</c:v>
                </c:pt>
                <c:pt idx="2892">
                  <c:v>0.90684448242187499</c:v>
                </c:pt>
                <c:pt idx="2893">
                  <c:v>0.90684448242187499</c:v>
                </c:pt>
                <c:pt idx="2894">
                  <c:v>0.90647430419921882</c:v>
                </c:pt>
                <c:pt idx="2895">
                  <c:v>0.90647430419921882</c:v>
                </c:pt>
                <c:pt idx="2896">
                  <c:v>0.90592315673828117</c:v>
                </c:pt>
                <c:pt idx="2897">
                  <c:v>0.90592315673828117</c:v>
                </c:pt>
                <c:pt idx="2898">
                  <c:v>0.90550170898437499</c:v>
                </c:pt>
                <c:pt idx="2899">
                  <c:v>0.90550170898437499</c:v>
                </c:pt>
                <c:pt idx="2900">
                  <c:v>0.90484863281250005</c:v>
                </c:pt>
                <c:pt idx="2901">
                  <c:v>0.90484863281250005</c:v>
                </c:pt>
                <c:pt idx="2902">
                  <c:v>0.90433624267578117</c:v>
                </c:pt>
                <c:pt idx="2903">
                  <c:v>0.90433624267578117</c:v>
                </c:pt>
                <c:pt idx="2904">
                  <c:v>0.90383575439453123</c:v>
                </c:pt>
                <c:pt idx="2905">
                  <c:v>0.90383575439453123</c:v>
                </c:pt>
                <c:pt idx="2906">
                  <c:v>0.90324279785156236</c:v>
                </c:pt>
                <c:pt idx="2907">
                  <c:v>0.90324279785156236</c:v>
                </c:pt>
                <c:pt idx="2908">
                  <c:v>0.90276611328125</c:v>
                </c:pt>
                <c:pt idx="2909">
                  <c:v>0.90276611328125</c:v>
                </c:pt>
                <c:pt idx="2910">
                  <c:v>0.90226501464843745</c:v>
                </c:pt>
                <c:pt idx="2911">
                  <c:v>0.90226501464843745</c:v>
                </c:pt>
                <c:pt idx="2912">
                  <c:v>0.90184387207031236</c:v>
                </c:pt>
                <c:pt idx="2913">
                  <c:v>0.90184387207031236</c:v>
                </c:pt>
                <c:pt idx="2914">
                  <c:v>0.90127319335937495</c:v>
                </c:pt>
                <c:pt idx="2915">
                  <c:v>0.90127319335937495</c:v>
                </c:pt>
                <c:pt idx="2916">
                  <c:v>0.90063140869140623</c:v>
                </c:pt>
                <c:pt idx="2917">
                  <c:v>0.90063140869140623</c:v>
                </c:pt>
                <c:pt idx="2918">
                  <c:v>0.9001565551757813</c:v>
                </c:pt>
                <c:pt idx="2919">
                  <c:v>0.9001565551757813</c:v>
                </c:pt>
                <c:pt idx="2920">
                  <c:v>0.89954162597656251</c:v>
                </c:pt>
                <c:pt idx="2921">
                  <c:v>0.89954162597656251</c:v>
                </c:pt>
                <c:pt idx="2922">
                  <c:v>0.89895782470703123</c:v>
                </c:pt>
                <c:pt idx="2923">
                  <c:v>0.89895782470703123</c:v>
                </c:pt>
                <c:pt idx="2924">
                  <c:v>0.89850677490234376</c:v>
                </c:pt>
                <c:pt idx="2925">
                  <c:v>0.89850677490234376</c:v>
                </c:pt>
                <c:pt idx="2926">
                  <c:v>0.8979495239257812</c:v>
                </c:pt>
                <c:pt idx="2927">
                  <c:v>0.8979495239257812</c:v>
                </c:pt>
                <c:pt idx="2928">
                  <c:v>0.89743316650390625</c:v>
                </c:pt>
                <c:pt idx="2929">
                  <c:v>0.89743316650390625</c:v>
                </c:pt>
                <c:pt idx="2930">
                  <c:v>0.8970233154296875</c:v>
                </c:pt>
                <c:pt idx="2931">
                  <c:v>0.8970233154296875</c:v>
                </c:pt>
                <c:pt idx="2932">
                  <c:v>0.89652679443359373</c:v>
                </c:pt>
                <c:pt idx="2933">
                  <c:v>0.89652679443359373</c:v>
                </c:pt>
                <c:pt idx="2934">
                  <c:v>0.89603546142578128</c:v>
                </c:pt>
                <c:pt idx="2935">
                  <c:v>0.89603546142578128</c:v>
                </c:pt>
                <c:pt idx="2936">
                  <c:v>0.89552154541015627</c:v>
                </c:pt>
                <c:pt idx="2937">
                  <c:v>0.89552154541015627</c:v>
                </c:pt>
                <c:pt idx="2938">
                  <c:v>0.89481170654296871</c:v>
                </c:pt>
                <c:pt idx="2939">
                  <c:v>0.89481170654296871</c:v>
                </c:pt>
                <c:pt idx="2940">
                  <c:v>0.89432373046875002</c:v>
                </c:pt>
                <c:pt idx="2941">
                  <c:v>0.89432373046875002</c:v>
                </c:pt>
                <c:pt idx="2942">
                  <c:v>0.89390197753906253</c:v>
                </c:pt>
                <c:pt idx="2943">
                  <c:v>0.89390197753906253</c:v>
                </c:pt>
                <c:pt idx="2944">
                  <c:v>0.89334411621093746</c:v>
                </c:pt>
                <c:pt idx="2945">
                  <c:v>0.89334411621093746</c:v>
                </c:pt>
                <c:pt idx="2946">
                  <c:v>0.89283355712890622</c:v>
                </c:pt>
                <c:pt idx="2947">
                  <c:v>0.89283355712890622</c:v>
                </c:pt>
                <c:pt idx="2948">
                  <c:v>0.89225708007812499</c:v>
                </c:pt>
                <c:pt idx="2949">
                  <c:v>0.89225708007812499</c:v>
                </c:pt>
                <c:pt idx="2950">
                  <c:v>0.89175079345703123</c:v>
                </c:pt>
                <c:pt idx="2951">
                  <c:v>0.89175079345703123</c:v>
                </c:pt>
                <c:pt idx="2952">
                  <c:v>0.8911746215820312</c:v>
                </c:pt>
                <c:pt idx="2953">
                  <c:v>0.8911746215820312</c:v>
                </c:pt>
                <c:pt idx="2954">
                  <c:v>0.89064239501953124</c:v>
                </c:pt>
                <c:pt idx="2955">
                  <c:v>0.89064239501953124</c:v>
                </c:pt>
                <c:pt idx="2956">
                  <c:v>0.89002197265625005</c:v>
                </c:pt>
                <c:pt idx="2957">
                  <c:v>0.89002197265625005</c:v>
                </c:pt>
                <c:pt idx="2958">
                  <c:v>0.88938751220703127</c:v>
                </c:pt>
                <c:pt idx="2959">
                  <c:v>0.88938751220703127</c:v>
                </c:pt>
                <c:pt idx="2960">
                  <c:v>0.88881103515625004</c:v>
                </c:pt>
                <c:pt idx="2961">
                  <c:v>0.88881103515625004</c:v>
                </c:pt>
                <c:pt idx="2962">
                  <c:v>0.88775390624999995</c:v>
                </c:pt>
                <c:pt idx="2963">
                  <c:v>0.88775390624999995</c:v>
                </c:pt>
                <c:pt idx="2964">
                  <c:v>0.88699157714843746</c:v>
                </c:pt>
                <c:pt idx="2965">
                  <c:v>0.88699157714843746</c:v>
                </c:pt>
                <c:pt idx="2966">
                  <c:v>0.88646209716796875</c:v>
                </c:pt>
                <c:pt idx="2967">
                  <c:v>0.88646209716796875</c:v>
                </c:pt>
                <c:pt idx="2968">
                  <c:v>0.88581207275390628</c:v>
                </c:pt>
                <c:pt idx="2969">
                  <c:v>0.88581207275390628</c:v>
                </c:pt>
                <c:pt idx="2970">
                  <c:v>0.88539550781249998</c:v>
                </c:pt>
                <c:pt idx="2971">
                  <c:v>0.88539550781249998</c:v>
                </c:pt>
                <c:pt idx="2972">
                  <c:v>0.88465240478515628</c:v>
                </c:pt>
                <c:pt idx="2973">
                  <c:v>0.88465240478515628</c:v>
                </c:pt>
                <c:pt idx="2974">
                  <c:v>0.88402465820312504</c:v>
                </c:pt>
                <c:pt idx="2975">
                  <c:v>0.88402465820312504</c:v>
                </c:pt>
                <c:pt idx="2976">
                  <c:v>0.88348510742187503</c:v>
                </c:pt>
                <c:pt idx="2977">
                  <c:v>0.88348510742187503</c:v>
                </c:pt>
                <c:pt idx="2978">
                  <c:v>0.88300506591796879</c:v>
                </c:pt>
                <c:pt idx="2979">
                  <c:v>0.88300506591796879</c:v>
                </c:pt>
                <c:pt idx="2980">
                  <c:v>0.88254547119140625</c:v>
                </c:pt>
                <c:pt idx="2981">
                  <c:v>0.88254547119140625</c:v>
                </c:pt>
                <c:pt idx="2982">
                  <c:v>0.88181732177734373</c:v>
                </c:pt>
                <c:pt idx="2983">
                  <c:v>0.88181732177734373</c:v>
                </c:pt>
                <c:pt idx="2984">
                  <c:v>0.88126464843749996</c:v>
                </c:pt>
                <c:pt idx="2985">
                  <c:v>0.88126464843749996</c:v>
                </c:pt>
                <c:pt idx="2986">
                  <c:v>0.88065887451171876</c:v>
                </c:pt>
                <c:pt idx="2987">
                  <c:v>0.88065887451171876</c:v>
                </c:pt>
                <c:pt idx="2988">
                  <c:v>0.88007843017578125</c:v>
                </c:pt>
                <c:pt idx="2989">
                  <c:v>0.88007843017578125</c:v>
                </c:pt>
                <c:pt idx="2990">
                  <c:v>0.87949859619140625</c:v>
                </c:pt>
                <c:pt idx="2991">
                  <c:v>0.87949859619140625</c:v>
                </c:pt>
                <c:pt idx="2992">
                  <c:v>0.87883331298828127</c:v>
                </c:pt>
                <c:pt idx="2993">
                  <c:v>0.87883331298828127</c:v>
                </c:pt>
                <c:pt idx="2994">
                  <c:v>0.87826324462890626</c:v>
                </c:pt>
                <c:pt idx="2995">
                  <c:v>0.87826324462890626</c:v>
                </c:pt>
                <c:pt idx="2996">
                  <c:v>0.87765960693359379</c:v>
                </c:pt>
                <c:pt idx="2997">
                  <c:v>0.87765960693359379</c:v>
                </c:pt>
                <c:pt idx="2998">
                  <c:v>0.876988525390625</c:v>
                </c:pt>
                <c:pt idx="2999">
                  <c:v>0.876988525390625</c:v>
                </c:pt>
                <c:pt idx="3000">
                  <c:v>0.87647583007812502</c:v>
                </c:pt>
                <c:pt idx="3001">
                  <c:v>0.87647583007812502</c:v>
                </c:pt>
                <c:pt idx="3002">
                  <c:v>0.87573303222656251</c:v>
                </c:pt>
                <c:pt idx="3003">
                  <c:v>0.87573303222656251</c:v>
                </c:pt>
                <c:pt idx="3004">
                  <c:v>0.8752133178710938</c:v>
                </c:pt>
                <c:pt idx="3005">
                  <c:v>0.8752133178710938</c:v>
                </c:pt>
                <c:pt idx="3006">
                  <c:v>0.8746487426757813</c:v>
                </c:pt>
                <c:pt idx="3007">
                  <c:v>0.8746487426757813</c:v>
                </c:pt>
                <c:pt idx="3008">
                  <c:v>0.8740231323242188</c:v>
                </c:pt>
                <c:pt idx="3009">
                  <c:v>0.8740231323242188</c:v>
                </c:pt>
                <c:pt idx="3010">
                  <c:v>0.87345642089843745</c:v>
                </c:pt>
                <c:pt idx="3011">
                  <c:v>0.87345642089843745</c:v>
                </c:pt>
                <c:pt idx="3012">
                  <c:v>0.87294708251953124</c:v>
                </c:pt>
                <c:pt idx="3013">
                  <c:v>0.87294708251953124</c:v>
                </c:pt>
                <c:pt idx="3014">
                  <c:v>0.87217376708984373</c:v>
                </c:pt>
                <c:pt idx="3015">
                  <c:v>0.87217376708984373</c:v>
                </c:pt>
                <c:pt idx="3016">
                  <c:v>0.87147796630859375</c:v>
                </c:pt>
                <c:pt idx="3017">
                  <c:v>0.87147796630859375</c:v>
                </c:pt>
                <c:pt idx="3018">
                  <c:v>0.8707986450195313</c:v>
                </c:pt>
                <c:pt idx="3019">
                  <c:v>0.8707986450195313</c:v>
                </c:pt>
                <c:pt idx="3020">
                  <c:v>0.87010925292968755</c:v>
                </c:pt>
                <c:pt idx="3021">
                  <c:v>0.87010925292968755</c:v>
                </c:pt>
                <c:pt idx="3022">
                  <c:v>0.86943878173828126</c:v>
                </c:pt>
                <c:pt idx="3023">
                  <c:v>0.86943878173828126</c:v>
                </c:pt>
                <c:pt idx="3024">
                  <c:v>0.86862762451171871</c:v>
                </c:pt>
                <c:pt idx="3025">
                  <c:v>0.86862762451171871</c:v>
                </c:pt>
                <c:pt idx="3026">
                  <c:v>0.8677877807617187</c:v>
                </c:pt>
                <c:pt idx="3027">
                  <c:v>0.8677877807617187</c:v>
                </c:pt>
                <c:pt idx="3028">
                  <c:v>0.86692871093750001</c:v>
                </c:pt>
                <c:pt idx="3029">
                  <c:v>0.86692871093750001</c:v>
                </c:pt>
                <c:pt idx="3030">
                  <c:v>0.86594207763671871</c:v>
                </c:pt>
                <c:pt idx="3031">
                  <c:v>0.86594207763671871</c:v>
                </c:pt>
                <c:pt idx="3032">
                  <c:v>0.86507049560546878</c:v>
                </c:pt>
                <c:pt idx="3033">
                  <c:v>0.86507049560546878</c:v>
                </c:pt>
                <c:pt idx="3034">
                  <c:v>0.86433959960937501</c:v>
                </c:pt>
                <c:pt idx="3035">
                  <c:v>0.86433959960937501</c:v>
                </c:pt>
                <c:pt idx="3036">
                  <c:v>0.86353424072265628</c:v>
                </c:pt>
                <c:pt idx="3037">
                  <c:v>0.86353424072265628</c:v>
                </c:pt>
                <c:pt idx="3038">
                  <c:v>0.86259124755859373</c:v>
                </c:pt>
                <c:pt idx="3039">
                  <c:v>0.86259124755859373</c:v>
                </c:pt>
                <c:pt idx="3040">
                  <c:v>0.86208374023437495</c:v>
                </c:pt>
                <c:pt idx="3041">
                  <c:v>0.86208374023437495</c:v>
                </c:pt>
                <c:pt idx="3042">
                  <c:v>0.86112091064453122</c:v>
                </c:pt>
                <c:pt idx="3043">
                  <c:v>0.86112091064453122</c:v>
                </c:pt>
                <c:pt idx="3044">
                  <c:v>0.86022308349609378</c:v>
                </c:pt>
                <c:pt idx="3045">
                  <c:v>0.86022308349609378</c:v>
                </c:pt>
                <c:pt idx="3046">
                  <c:v>0.8594204711914063</c:v>
                </c:pt>
                <c:pt idx="3047">
                  <c:v>0.8594204711914063</c:v>
                </c:pt>
                <c:pt idx="3048">
                  <c:v>0.85845733642578126</c:v>
                </c:pt>
                <c:pt idx="3049">
                  <c:v>0.85845733642578126</c:v>
                </c:pt>
                <c:pt idx="3050">
                  <c:v>0.85764007568359379</c:v>
                </c:pt>
                <c:pt idx="3051">
                  <c:v>0.85764007568359379</c:v>
                </c:pt>
                <c:pt idx="3052">
                  <c:v>0.8565264892578125</c:v>
                </c:pt>
                <c:pt idx="3053">
                  <c:v>0.8565264892578125</c:v>
                </c:pt>
                <c:pt idx="3054">
                  <c:v>0.85576141357421875</c:v>
                </c:pt>
                <c:pt idx="3055">
                  <c:v>0.85576141357421875</c:v>
                </c:pt>
                <c:pt idx="3056">
                  <c:v>0.85509826660156252</c:v>
                </c:pt>
                <c:pt idx="3057">
                  <c:v>0.85509826660156252</c:v>
                </c:pt>
                <c:pt idx="3058">
                  <c:v>0.85416564941406248</c:v>
                </c:pt>
                <c:pt idx="3059">
                  <c:v>0.85416564941406248</c:v>
                </c:pt>
                <c:pt idx="3060">
                  <c:v>0.85308502197265623</c:v>
                </c:pt>
                <c:pt idx="3061">
                  <c:v>0.85308502197265623</c:v>
                </c:pt>
                <c:pt idx="3062">
                  <c:v>0.85228881835937498</c:v>
                </c:pt>
                <c:pt idx="3063">
                  <c:v>0.85228881835937498</c:v>
                </c:pt>
                <c:pt idx="3064">
                  <c:v>0.85158996582031254</c:v>
                </c:pt>
                <c:pt idx="3065">
                  <c:v>0.85158996582031254</c:v>
                </c:pt>
                <c:pt idx="3066">
                  <c:v>0.85074249267578128</c:v>
                </c:pt>
                <c:pt idx="3067">
                  <c:v>0.85074249267578128</c:v>
                </c:pt>
                <c:pt idx="3068">
                  <c:v>0.8499905395507813</c:v>
                </c:pt>
                <c:pt idx="3069">
                  <c:v>0.8499905395507813</c:v>
                </c:pt>
                <c:pt idx="3070">
                  <c:v>0.8491665649414063</c:v>
                </c:pt>
                <c:pt idx="3071">
                  <c:v>0.8491665649414063</c:v>
                </c:pt>
                <c:pt idx="3072">
                  <c:v>0.84805145263671877</c:v>
                </c:pt>
                <c:pt idx="3073">
                  <c:v>0.84805145263671877</c:v>
                </c:pt>
                <c:pt idx="3074">
                  <c:v>0.84729309082031246</c:v>
                </c:pt>
                <c:pt idx="3075">
                  <c:v>0.84729309082031246</c:v>
                </c:pt>
                <c:pt idx="3076">
                  <c:v>0.84649932861328125</c:v>
                </c:pt>
                <c:pt idx="3077">
                  <c:v>0.84649932861328125</c:v>
                </c:pt>
                <c:pt idx="3078">
                  <c:v>0.84499877929687495</c:v>
                </c:pt>
                <c:pt idx="3079">
                  <c:v>0.84499877929687495</c:v>
                </c:pt>
                <c:pt idx="3080">
                  <c:v>0.84438964843749997</c:v>
                </c:pt>
                <c:pt idx="3081">
                  <c:v>0.84438964843749997</c:v>
                </c:pt>
                <c:pt idx="3082">
                  <c:v>0.84277099609374995</c:v>
                </c:pt>
                <c:pt idx="3083">
                  <c:v>0.84277099609374995</c:v>
                </c:pt>
                <c:pt idx="3084">
                  <c:v>0.84196777343749996</c:v>
                </c:pt>
                <c:pt idx="3085">
                  <c:v>0.84196777343749996</c:v>
                </c:pt>
                <c:pt idx="3086">
                  <c:v>0.84107086181640622</c:v>
                </c:pt>
                <c:pt idx="3087">
                  <c:v>0.84107086181640622</c:v>
                </c:pt>
                <c:pt idx="3088">
                  <c:v>0.8395281982421875</c:v>
                </c:pt>
                <c:pt idx="3089">
                  <c:v>0.8395281982421875</c:v>
                </c:pt>
                <c:pt idx="3090">
                  <c:v>0.83848327636718745</c:v>
                </c:pt>
                <c:pt idx="3091">
                  <c:v>0.83848327636718745</c:v>
                </c:pt>
                <c:pt idx="3092">
                  <c:v>0.8376004028320313</c:v>
                </c:pt>
                <c:pt idx="3093">
                  <c:v>0.8376004028320313</c:v>
                </c:pt>
                <c:pt idx="3094">
                  <c:v>0.83638336181640627</c:v>
                </c:pt>
                <c:pt idx="3095">
                  <c:v>0.83638336181640627</c:v>
                </c:pt>
                <c:pt idx="3096">
                  <c:v>0.83553222656250004</c:v>
                </c:pt>
                <c:pt idx="3097">
                  <c:v>0.83553222656250004</c:v>
                </c:pt>
                <c:pt idx="3098">
                  <c:v>0.8346658325195313</c:v>
                </c:pt>
                <c:pt idx="3099">
                  <c:v>0.8346658325195313</c:v>
                </c:pt>
                <c:pt idx="3100">
                  <c:v>0.83379333496093755</c:v>
                </c:pt>
                <c:pt idx="3101">
                  <c:v>0.83379333496093755</c:v>
                </c:pt>
                <c:pt idx="3102">
                  <c:v>0.83221343994140629</c:v>
                </c:pt>
                <c:pt idx="3103">
                  <c:v>0.83221343994140629</c:v>
                </c:pt>
                <c:pt idx="3104">
                  <c:v>0.83117584228515629</c:v>
                </c:pt>
                <c:pt idx="3105">
                  <c:v>0.83117584228515629</c:v>
                </c:pt>
                <c:pt idx="3106">
                  <c:v>0.82952270507812498</c:v>
                </c:pt>
                <c:pt idx="3107">
                  <c:v>0.82952270507812498</c:v>
                </c:pt>
                <c:pt idx="3108">
                  <c:v>0.82851593017578129</c:v>
                </c:pt>
                <c:pt idx="3109">
                  <c:v>0.82851593017578129</c:v>
                </c:pt>
                <c:pt idx="3110">
                  <c:v>0.82764648437499999</c:v>
                </c:pt>
                <c:pt idx="3111">
                  <c:v>0.82764648437499999</c:v>
                </c:pt>
                <c:pt idx="3112">
                  <c:v>0.82571472167968751</c:v>
                </c:pt>
                <c:pt idx="3113">
                  <c:v>0.82571472167968751</c:v>
                </c:pt>
                <c:pt idx="3114">
                  <c:v>0.82468200683593751</c:v>
                </c:pt>
                <c:pt idx="3115">
                  <c:v>0.82468200683593751</c:v>
                </c:pt>
                <c:pt idx="3116">
                  <c:v>0.82366821289062497</c:v>
                </c:pt>
                <c:pt idx="3117">
                  <c:v>0.82366821289062497</c:v>
                </c:pt>
                <c:pt idx="3118">
                  <c:v>0.82253265380859375</c:v>
                </c:pt>
                <c:pt idx="3119">
                  <c:v>0.82253265380859375</c:v>
                </c:pt>
                <c:pt idx="3120">
                  <c:v>0.82110961914062497</c:v>
                </c:pt>
                <c:pt idx="3121">
                  <c:v>0.82110961914062497</c:v>
                </c:pt>
                <c:pt idx="3122">
                  <c:v>0.8202056884765625</c:v>
                </c:pt>
                <c:pt idx="3123">
                  <c:v>0.8202056884765625</c:v>
                </c:pt>
                <c:pt idx="3124">
                  <c:v>0.81891357421875</c:v>
                </c:pt>
                <c:pt idx="3125">
                  <c:v>0.81891357421875</c:v>
                </c:pt>
                <c:pt idx="3126">
                  <c:v>0.81781616210937502</c:v>
                </c:pt>
                <c:pt idx="3127">
                  <c:v>0.81781616210937502</c:v>
                </c:pt>
                <c:pt idx="3128">
                  <c:v>0.81537536621093754</c:v>
                </c:pt>
                <c:pt idx="3129">
                  <c:v>0.81537536621093754</c:v>
                </c:pt>
                <c:pt idx="3130">
                  <c:v>0.81415557861328125</c:v>
                </c:pt>
                <c:pt idx="3131">
                  <c:v>0.81415557861328125</c:v>
                </c:pt>
                <c:pt idx="3132">
                  <c:v>0.81292083740234378</c:v>
                </c:pt>
                <c:pt idx="3133">
                  <c:v>0.81292083740234378</c:v>
                </c:pt>
                <c:pt idx="3134">
                  <c:v>0.81186553955078122</c:v>
                </c:pt>
                <c:pt idx="3135">
                  <c:v>0.81186553955078122</c:v>
                </c:pt>
                <c:pt idx="3136">
                  <c:v>0.81036285400390629</c:v>
                </c:pt>
                <c:pt idx="3137">
                  <c:v>0.81036285400390629</c:v>
                </c:pt>
                <c:pt idx="3138">
                  <c:v>0.80859619140625005</c:v>
                </c:pt>
                <c:pt idx="3139">
                  <c:v>0.80859619140625005</c:v>
                </c:pt>
                <c:pt idx="3140">
                  <c:v>0.80716644287109374</c:v>
                </c:pt>
                <c:pt idx="3141">
                  <c:v>0.80716644287109374</c:v>
                </c:pt>
                <c:pt idx="3142">
                  <c:v>0.80543792724609375</c:v>
                </c:pt>
                <c:pt idx="3143">
                  <c:v>0.80543792724609375</c:v>
                </c:pt>
                <c:pt idx="3144">
                  <c:v>0.80458709716796872</c:v>
                </c:pt>
                <c:pt idx="3145">
                  <c:v>0.80458709716796872</c:v>
                </c:pt>
                <c:pt idx="3146">
                  <c:v>0.80305145263671873</c:v>
                </c:pt>
                <c:pt idx="3147">
                  <c:v>0.80305145263671873</c:v>
                </c:pt>
                <c:pt idx="3148">
                  <c:v>0.80189361572265627</c:v>
                </c:pt>
                <c:pt idx="3149">
                  <c:v>0.80189361572265627</c:v>
                </c:pt>
                <c:pt idx="3150">
                  <c:v>0.80085632324218747</c:v>
                </c:pt>
                <c:pt idx="3151">
                  <c:v>0.80085632324218747</c:v>
                </c:pt>
                <c:pt idx="3152">
                  <c:v>0.79936096191406247</c:v>
                </c:pt>
                <c:pt idx="3153">
                  <c:v>0.79936096191406247</c:v>
                </c:pt>
                <c:pt idx="3154">
                  <c:v>0.79654693603515625</c:v>
                </c:pt>
                <c:pt idx="3155">
                  <c:v>0.79654693603515625</c:v>
                </c:pt>
                <c:pt idx="3156">
                  <c:v>0.79425292968750005</c:v>
                </c:pt>
                <c:pt idx="3157">
                  <c:v>0.79425292968750005</c:v>
                </c:pt>
                <c:pt idx="3158">
                  <c:v>0.79111267089843751</c:v>
                </c:pt>
                <c:pt idx="3159">
                  <c:v>0.79111267089843751</c:v>
                </c:pt>
                <c:pt idx="3160">
                  <c:v>0.78975219726562496</c:v>
                </c:pt>
                <c:pt idx="3161">
                  <c:v>0.78975219726562496</c:v>
                </c:pt>
                <c:pt idx="3162">
                  <c:v>0.78774444580078129</c:v>
                </c:pt>
                <c:pt idx="3163">
                  <c:v>0.78774444580078129</c:v>
                </c:pt>
                <c:pt idx="3164">
                  <c:v>0.7857052612304688</c:v>
                </c:pt>
                <c:pt idx="3165">
                  <c:v>0.7857052612304688</c:v>
                </c:pt>
                <c:pt idx="3166">
                  <c:v>0.7841134643554688</c:v>
                </c:pt>
                <c:pt idx="3167">
                  <c:v>0.7841134643554688</c:v>
                </c:pt>
                <c:pt idx="3168">
                  <c:v>0.78164550781249997</c:v>
                </c:pt>
                <c:pt idx="3169">
                  <c:v>0.78164550781249997</c:v>
                </c:pt>
                <c:pt idx="3170">
                  <c:v>0.78042266845703123</c:v>
                </c:pt>
                <c:pt idx="3171">
                  <c:v>0.78042266845703123</c:v>
                </c:pt>
                <c:pt idx="3172">
                  <c:v>0.77915405273437499</c:v>
                </c:pt>
                <c:pt idx="3173">
                  <c:v>0.77915405273437499</c:v>
                </c:pt>
                <c:pt idx="3174">
                  <c:v>0.77739379882812498</c:v>
                </c:pt>
                <c:pt idx="3175">
                  <c:v>0.77739379882812498</c:v>
                </c:pt>
                <c:pt idx="3176">
                  <c:v>0.77373046874999996</c:v>
                </c:pt>
                <c:pt idx="3177">
                  <c:v>0.77373046874999996</c:v>
                </c:pt>
                <c:pt idx="3178">
                  <c:v>0.77136108398437497</c:v>
                </c:pt>
                <c:pt idx="3179">
                  <c:v>0.77136108398437497</c:v>
                </c:pt>
                <c:pt idx="3180">
                  <c:v>0.76858642578125003</c:v>
                </c:pt>
                <c:pt idx="3181">
                  <c:v>0.76858642578125003</c:v>
                </c:pt>
                <c:pt idx="3182">
                  <c:v>0.76716461181640627</c:v>
                </c:pt>
                <c:pt idx="3183">
                  <c:v>0.76716461181640627</c:v>
                </c:pt>
                <c:pt idx="3184">
                  <c:v>0.76412750244140626</c:v>
                </c:pt>
                <c:pt idx="3185">
                  <c:v>0.76412750244140626</c:v>
                </c:pt>
                <c:pt idx="3186">
                  <c:v>0.76195587158203126</c:v>
                </c:pt>
                <c:pt idx="3187">
                  <c:v>0.76195587158203126</c:v>
                </c:pt>
                <c:pt idx="3188">
                  <c:v>0.76006134033203121</c:v>
                </c:pt>
                <c:pt idx="3189">
                  <c:v>0.76006134033203121</c:v>
                </c:pt>
                <c:pt idx="3190">
                  <c:v>0.75884857177734377</c:v>
                </c:pt>
                <c:pt idx="3191">
                  <c:v>0.75884857177734377</c:v>
                </c:pt>
                <c:pt idx="3192">
                  <c:v>0.75462280273437499</c:v>
                </c:pt>
                <c:pt idx="3193">
                  <c:v>0.75462280273437499</c:v>
                </c:pt>
                <c:pt idx="3194">
                  <c:v>0.7526345825195313</c:v>
                </c:pt>
                <c:pt idx="3195">
                  <c:v>0.7526345825195313</c:v>
                </c:pt>
                <c:pt idx="3196">
                  <c:v>0.74983612060546878</c:v>
                </c:pt>
                <c:pt idx="3197">
                  <c:v>0.74983612060546878</c:v>
                </c:pt>
                <c:pt idx="3198">
                  <c:v>0.74875183105468746</c:v>
                </c:pt>
                <c:pt idx="3199">
                  <c:v>0.74875183105468746</c:v>
                </c:pt>
                <c:pt idx="3200">
                  <c:v>0.74634368896484371</c:v>
                </c:pt>
                <c:pt idx="3201">
                  <c:v>0.74634368896484371</c:v>
                </c:pt>
                <c:pt idx="3202">
                  <c:v>0.74372009277343754</c:v>
                </c:pt>
                <c:pt idx="3203">
                  <c:v>0.74372009277343754</c:v>
                </c:pt>
                <c:pt idx="3204">
                  <c:v>0.74119873046874996</c:v>
                </c:pt>
                <c:pt idx="3205">
                  <c:v>0.74119873046874996</c:v>
                </c:pt>
                <c:pt idx="3206">
                  <c:v>0.73734924316406247</c:v>
                </c:pt>
                <c:pt idx="3207">
                  <c:v>0.73734924316406247</c:v>
                </c:pt>
                <c:pt idx="3208">
                  <c:v>0.7344821166992187</c:v>
                </c:pt>
                <c:pt idx="3209">
                  <c:v>0.7344821166992187</c:v>
                </c:pt>
                <c:pt idx="3210">
                  <c:v>0.73132476806640623</c:v>
                </c:pt>
                <c:pt idx="3211">
                  <c:v>0.73132476806640623</c:v>
                </c:pt>
                <c:pt idx="3212">
                  <c:v>0.72850738525390624</c:v>
                </c:pt>
                <c:pt idx="3213">
                  <c:v>0.72850738525390624</c:v>
                </c:pt>
                <c:pt idx="3214">
                  <c:v>0.72594390869140624</c:v>
                </c:pt>
                <c:pt idx="3215">
                  <c:v>0.72594390869140624</c:v>
                </c:pt>
                <c:pt idx="3216">
                  <c:v>0.72069427490234372</c:v>
                </c:pt>
                <c:pt idx="3217">
                  <c:v>0.72069427490234372</c:v>
                </c:pt>
                <c:pt idx="3218">
                  <c:v>0.71810058593750004</c:v>
                </c:pt>
                <c:pt idx="3219">
                  <c:v>0.71810058593750004</c:v>
                </c:pt>
                <c:pt idx="3220">
                  <c:v>0.71631469726562502</c:v>
                </c:pt>
                <c:pt idx="3221">
                  <c:v>0.71631469726562502</c:v>
                </c:pt>
                <c:pt idx="3222">
                  <c:v>0.71180633544921879</c:v>
                </c:pt>
                <c:pt idx="3223">
                  <c:v>0.71180633544921879</c:v>
                </c:pt>
                <c:pt idx="3224">
                  <c:v>0.71024932861328127</c:v>
                </c:pt>
                <c:pt idx="3225">
                  <c:v>0.71024932861328127</c:v>
                </c:pt>
                <c:pt idx="3226">
                  <c:v>0.70498077392578129</c:v>
                </c:pt>
                <c:pt idx="3227">
                  <c:v>0.70498077392578129</c:v>
                </c:pt>
                <c:pt idx="3228">
                  <c:v>0.70127593994140625</c:v>
                </c:pt>
                <c:pt idx="3229">
                  <c:v>0.70127593994140625</c:v>
                </c:pt>
                <c:pt idx="3230">
                  <c:v>0.69832061767578124</c:v>
                </c:pt>
                <c:pt idx="3231">
                  <c:v>0.69832061767578124</c:v>
                </c:pt>
                <c:pt idx="3232">
                  <c:v>0.69608398437499996</c:v>
                </c:pt>
                <c:pt idx="3233">
                  <c:v>0.69608398437499996</c:v>
                </c:pt>
                <c:pt idx="3234">
                  <c:v>0.69377777099609372</c:v>
                </c:pt>
                <c:pt idx="3235">
                  <c:v>0.69377777099609372</c:v>
                </c:pt>
                <c:pt idx="3236">
                  <c:v>0.6897329711914062</c:v>
                </c:pt>
                <c:pt idx="3237">
                  <c:v>0.6897329711914062</c:v>
                </c:pt>
                <c:pt idx="3238">
                  <c:v>0.6852978515625</c:v>
                </c:pt>
                <c:pt idx="3239">
                  <c:v>0.6852978515625</c:v>
                </c:pt>
                <c:pt idx="3240">
                  <c:v>0.68325988769531254</c:v>
                </c:pt>
                <c:pt idx="3241">
                  <c:v>0.68325988769531254</c:v>
                </c:pt>
                <c:pt idx="3242">
                  <c:v>0.67973419189453121</c:v>
                </c:pt>
                <c:pt idx="3243">
                  <c:v>0.67973419189453121</c:v>
                </c:pt>
                <c:pt idx="3244">
                  <c:v>0.67607513427734378</c:v>
                </c:pt>
                <c:pt idx="3245">
                  <c:v>0.67607513427734378</c:v>
                </c:pt>
                <c:pt idx="3246">
                  <c:v>0.67274230957031245</c:v>
                </c:pt>
                <c:pt idx="3247">
                  <c:v>0.67274230957031245</c:v>
                </c:pt>
                <c:pt idx="3248">
                  <c:v>0.67122802734374998</c:v>
                </c:pt>
                <c:pt idx="3249">
                  <c:v>0.67122802734374998</c:v>
                </c:pt>
                <c:pt idx="3250">
                  <c:v>0.66824920654296871</c:v>
                </c:pt>
                <c:pt idx="3251">
                  <c:v>0.66824920654296871</c:v>
                </c:pt>
                <c:pt idx="3252">
                  <c:v>0.66275970458984379</c:v>
                </c:pt>
                <c:pt idx="3253">
                  <c:v>0.66275970458984379</c:v>
                </c:pt>
                <c:pt idx="3254">
                  <c:v>0.65978912353515629</c:v>
                </c:pt>
                <c:pt idx="3255">
                  <c:v>0.65978912353515629</c:v>
                </c:pt>
                <c:pt idx="3256">
                  <c:v>0.65745147705078122</c:v>
                </c:pt>
                <c:pt idx="3257">
                  <c:v>0.65745147705078122</c:v>
                </c:pt>
                <c:pt idx="3258">
                  <c:v>0.65324188232421876</c:v>
                </c:pt>
                <c:pt idx="3259">
                  <c:v>0.65324188232421876</c:v>
                </c:pt>
                <c:pt idx="3260">
                  <c:v>0.65032379150390629</c:v>
                </c:pt>
                <c:pt idx="3261">
                  <c:v>0.65032379150390629</c:v>
                </c:pt>
                <c:pt idx="3262">
                  <c:v>0.64409729003906246</c:v>
                </c:pt>
                <c:pt idx="3263">
                  <c:v>0.64409729003906246</c:v>
                </c:pt>
                <c:pt idx="3264">
                  <c:v>0.63811431884765624</c:v>
                </c:pt>
                <c:pt idx="3265">
                  <c:v>0.63811431884765624</c:v>
                </c:pt>
                <c:pt idx="3266">
                  <c:v>0.63277557373046878</c:v>
                </c:pt>
                <c:pt idx="3267">
                  <c:v>0.63277557373046878</c:v>
                </c:pt>
                <c:pt idx="3268">
                  <c:v>0.62765289306640626</c:v>
                </c:pt>
                <c:pt idx="3269">
                  <c:v>0.62765289306640626</c:v>
                </c:pt>
                <c:pt idx="3270">
                  <c:v>0.62343017578125004</c:v>
                </c:pt>
                <c:pt idx="3271">
                  <c:v>0.62343017578125004</c:v>
                </c:pt>
                <c:pt idx="3272">
                  <c:v>0.61869506835937504</c:v>
                </c:pt>
                <c:pt idx="3273">
                  <c:v>0.61869506835937504</c:v>
                </c:pt>
                <c:pt idx="3274">
                  <c:v>0.61520477294921871</c:v>
                </c:pt>
                <c:pt idx="3275">
                  <c:v>0.61520477294921871</c:v>
                </c:pt>
                <c:pt idx="3276">
                  <c:v>0.61136840820312499</c:v>
                </c:pt>
                <c:pt idx="3277">
                  <c:v>0.61136840820312499</c:v>
                </c:pt>
                <c:pt idx="3278">
                  <c:v>0.60873748779296877</c:v>
                </c:pt>
                <c:pt idx="3279">
                  <c:v>0.60873748779296877</c:v>
                </c:pt>
                <c:pt idx="3280">
                  <c:v>0.60319915771484378</c:v>
                </c:pt>
                <c:pt idx="3281">
                  <c:v>0.60319915771484378</c:v>
                </c:pt>
                <c:pt idx="3282">
                  <c:v>0.60058166503906252</c:v>
                </c:pt>
                <c:pt idx="3283">
                  <c:v>0.60058166503906252</c:v>
                </c:pt>
                <c:pt idx="3284">
                  <c:v>0.59517791748046878</c:v>
                </c:pt>
                <c:pt idx="3285">
                  <c:v>0.59517791748046878</c:v>
                </c:pt>
                <c:pt idx="3286">
                  <c:v>0.59201995849609379</c:v>
                </c:pt>
                <c:pt idx="3287">
                  <c:v>0.59201995849609379</c:v>
                </c:pt>
                <c:pt idx="3288">
                  <c:v>0.58711334228515621</c:v>
                </c:pt>
                <c:pt idx="3289">
                  <c:v>0.58711334228515621</c:v>
                </c:pt>
                <c:pt idx="3290">
                  <c:v>0.58225799560546876</c:v>
                </c:pt>
                <c:pt idx="3291">
                  <c:v>0.58225799560546876</c:v>
                </c:pt>
                <c:pt idx="3292">
                  <c:v>0.57808715820312495</c:v>
                </c:pt>
                <c:pt idx="3293">
                  <c:v>0.57808715820312495</c:v>
                </c:pt>
                <c:pt idx="3294">
                  <c:v>0.57255462646484379</c:v>
                </c:pt>
                <c:pt idx="3295">
                  <c:v>0.57255462646484379</c:v>
                </c:pt>
                <c:pt idx="3296">
                  <c:v>0.56745727539062496</c:v>
                </c:pt>
                <c:pt idx="3297">
                  <c:v>0.56745727539062496</c:v>
                </c:pt>
                <c:pt idx="3298">
                  <c:v>0.56135833740234375</c:v>
                </c:pt>
                <c:pt idx="3299">
                  <c:v>0.56135833740234375</c:v>
                </c:pt>
                <c:pt idx="3300">
                  <c:v>0.55805114746093754</c:v>
                </c:pt>
                <c:pt idx="3301">
                  <c:v>0.55805114746093754</c:v>
                </c:pt>
                <c:pt idx="3302">
                  <c:v>0.55023406982421874</c:v>
                </c:pt>
                <c:pt idx="3303">
                  <c:v>0.55023406982421874</c:v>
                </c:pt>
                <c:pt idx="3304">
                  <c:v>0.54401489257812496</c:v>
                </c:pt>
                <c:pt idx="3305">
                  <c:v>0.54401489257812496</c:v>
                </c:pt>
                <c:pt idx="3306">
                  <c:v>0.53994110107421878</c:v>
                </c:pt>
                <c:pt idx="3307">
                  <c:v>0.53994110107421878</c:v>
                </c:pt>
                <c:pt idx="3308">
                  <c:v>0.53565887451171879</c:v>
                </c:pt>
                <c:pt idx="3309">
                  <c:v>0.53565887451171879</c:v>
                </c:pt>
                <c:pt idx="3310">
                  <c:v>0.53021789550781251</c:v>
                </c:pt>
                <c:pt idx="3311">
                  <c:v>0.53021789550781251</c:v>
                </c:pt>
                <c:pt idx="3312">
                  <c:v>0.52482666015625001</c:v>
                </c:pt>
                <c:pt idx="3313">
                  <c:v>0.52482666015625001</c:v>
                </c:pt>
                <c:pt idx="3314">
                  <c:v>0.51797760009765625</c:v>
                </c:pt>
                <c:pt idx="3315">
                  <c:v>0.51797760009765625</c:v>
                </c:pt>
                <c:pt idx="3316">
                  <c:v>0.5133413696289062</c:v>
                </c:pt>
                <c:pt idx="3317">
                  <c:v>0.5133413696289062</c:v>
                </c:pt>
                <c:pt idx="3318">
                  <c:v>0.50907562255859373</c:v>
                </c:pt>
                <c:pt idx="3319">
                  <c:v>0.50907562255859373</c:v>
                </c:pt>
                <c:pt idx="3320">
                  <c:v>0.50431976318359373</c:v>
                </c:pt>
                <c:pt idx="3321">
                  <c:v>0.50431976318359373</c:v>
                </c:pt>
                <c:pt idx="3322">
                  <c:v>0.49784667968750002</c:v>
                </c:pt>
                <c:pt idx="3323">
                  <c:v>0.49784667968750002</c:v>
                </c:pt>
                <c:pt idx="3324">
                  <c:v>0.49401245117187498</c:v>
                </c:pt>
                <c:pt idx="3325">
                  <c:v>0.49401245117187498</c:v>
                </c:pt>
                <c:pt idx="3326">
                  <c:v>0.48912872314453126</c:v>
                </c:pt>
                <c:pt idx="3327">
                  <c:v>0.48912872314453126</c:v>
                </c:pt>
                <c:pt idx="3328">
                  <c:v>0.48374176025390625</c:v>
                </c:pt>
                <c:pt idx="3329">
                  <c:v>0.48374176025390625</c:v>
                </c:pt>
                <c:pt idx="3330">
                  <c:v>0.48050231933593751</c:v>
                </c:pt>
                <c:pt idx="3331">
                  <c:v>0.48050231933593751</c:v>
                </c:pt>
                <c:pt idx="3332">
                  <c:v>0.47466186523437498</c:v>
                </c:pt>
                <c:pt idx="3333">
                  <c:v>0.47466186523437498</c:v>
                </c:pt>
                <c:pt idx="3334">
                  <c:v>0.4675469970703125</c:v>
                </c:pt>
                <c:pt idx="3335">
                  <c:v>0.4675469970703125</c:v>
                </c:pt>
                <c:pt idx="3336">
                  <c:v>0.46099761962890623</c:v>
                </c:pt>
                <c:pt idx="3337">
                  <c:v>0.46099761962890623</c:v>
                </c:pt>
                <c:pt idx="3338">
                  <c:v>0.45588226318359376</c:v>
                </c:pt>
                <c:pt idx="3339">
                  <c:v>0.45588226318359376</c:v>
                </c:pt>
                <c:pt idx="3340">
                  <c:v>0.45165496826171869</c:v>
                </c:pt>
                <c:pt idx="3341">
                  <c:v>0.45165496826171869</c:v>
                </c:pt>
                <c:pt idx="3342">
                  <c:v>0.44519439697265623</c:v>
                </c:pt>
                <c:pt idx="3343">
                  <c:v>0.44519439697265623</c:v>
                </c:pt>
                <c:pt idx="3344">
                  <c:v>0.43966644287109374</c:v>
                </c:pt>
                <c:pt idx="3345">
                  <c:v>0.43966644287109374</c:v>
                </c:pt>
                <c:pt idx="3346">
                  <c:v>0.43163787841796875</c:v>
                </c:pt>
                <c:pt idx="3347">
                  <c:v>0.43163787841796875</c:v>
                </c:pt>
                <c:pt idx="3348">
                  <c:v>0.42678070068359375</c:v>
                </c:pt>
                <c:pt idx="3349">
                  <c:v>0.42678070068359375</c:v>
                </c:pt>
                <c:pt idx="3350">
                  <c:v>0.42487731933593748</c:v>
                </c:pt>
                <c:pt idx="3351">
                  <c:v>0.42487731933593748</c:v>
                </c:pt>
                <c:pt idx="3352">
                  <c:v>0.41954956054687498</c:v>
                </c:pt>
                <c:pt idx="3353">
                  <c:v>0.41954956054687498</c:v>
                </c:pt>
                <c:pt idx="3354">
                  <c:v>0.41444030761718748</c:v>
                </c:pt>
                <c:pt idx="3355">
                  <c:v>0.41444030761718748</c:v>
                </c:pt>
                <c:pt idx="3356">
                  <c:v>0.40949859619140622</c:v>
                </c:pt>
                <c:pt idx="3357">
                  <c:v>0.40949859619140622</c:v>
                </c:pt>
                <c:pt idx="3358">
                  <c:v>0.40611907958984372</c:v>
                </c:pt>
                <c:pt idx="3359">
                  <c:v>0.40611907958984372</c:v>
                </c:pt>
                <c:pt idx="3360">
                  <c:v>0.39933013916015625</c:v>
                </c:pt>
                <c:pt idx="3361">
                  <c:v>0.39933013916015625</c:v>
                </c:pt>
                <c:pt idx="3362">
                  <c:v>0.39622314453125002</c:v>
                </c:pt>
                <c:pt idx="3363">
                  <c:v>0.39622314453125002</c:v>
                </c:pt>
                <c:pt idx="3364">
                  <c:v>0.39031707763671875</c:v>
                </c:pt>
                <c:pt idx="3365">
                  <c:v>0.39031707763671875</c:v>
                </c:pt>
                <c:pt idx="3366">
                  <c:v>0.38605529785156251</c:v>
                </c:pt>
                <c:pt idx="3367">
                  <c:v>0.38605529785156251</c:v>
                </c:pt>
                <c:pt idx="3368">
                  <c:v>0.38326202392578129</c:v>
                </c:pt>
                <c:pt idx="3369">
                  <c:v>0.38326202392578129</c:v>
                </c:pt>
                <c:pt idx="3370">
                  <c:v>0.38038696289062501</c:v>
                </c:pt>
                <c:pt idx="3371">
                  <c:v>0.38038696289062501</c:v>
                </c:pt>
                <c:pt idx="3372">
                  <c:v>0.37544830322265627</c:v>
                </c:pt>
                <c:pt idx="3373">
                  <c:v>0.37544830322265627</c:v>
                </c:pt>
                <c:pt idx="3374">
                  <c:v>0.37028686523437498</c:v>
                </c:pt>
                <c:pt idx="3375">
                  <c:v>0.37028686523437498</c:v>
                </c:pt>
                <c:pt idx="3376">
                  <c:v>0.36703430175781249</c:v>
                </c:pt>
                <c:pt idx="3377">
                  <c:v>0.36703430175781249</c:v>
                </c:pt>
                <c:pt idx="3378">
                  <c:v>0.36246032714843751</c:v>
                </c:pt>
                <c:pt idx="3379">
                  <c:v>0.36246032714843751</c:v>
                </c:pt>
                <c:pt idx="3380">
                  <c:v>0.35792755126953124</c:v>
                </c:pt>
                <c:pt idx="3381">
                  <c:v>0.35792755126953124</c:v>
                </c:pt>
                <c:pt idx="3382">
                  <c:v>0.35202453613281248</c:v>
                </c:pt>
                <c:pt idx="3383">
                  <c:v>0.35202453613281248</c:v>
                </c:pt>
                <c:pt idx="3384">
                  <c:v>0.34448394775390623</c:v>
                </c:pt>
                <c:pt idx="3385">
                  <c:v>0.34448394775390623</c:v>
                </c:pt>
                <c:pt idx="3386">
                  <c:v>0.33850982666015628</c:v>
                </c:pt>
                <c:pt idx="3387">
                  <c:v>0.33850982666015628</c:v>
                </c:pt>
                <c:pt idx="3388">
                  <c:v>0.33399932861328124</c:v>
                </c:pt>
                <c:pt idx="3389">
                  <c:v>0.33399932861328124</c:v>
                </c:pt>
                <c:pt idx="3390">
                  <c:v>0.33041748046875002</c:v>
                </c:pt>
                <c:pt idx="3391">
                  <c:v>0.33041748046875002</c:v>
                </c:pt>
                <c:pt idx="3392">
                  <c:v>0.32485412597656249</c:v>
                </c:pt>
                <c:pt idx="3393">
                  <c:v>0.32485412597656249</c:v>
                </c:pt>
                <c:pt idx="3394">
                  <c:v>0.32056427001953125</c:v>
                </c:pt>
                <c:pt idx="3395">
                  <c:v>0.32056427001953125</c:v>
                </c:pt>
                <c:pt idx="3396">
                  <c:v>0.31465881347656249</c:v>
                </c:pt>
                <c:pt idx="3397">
                  <c:v>0.31465881347656249</c:v>
                </c:pt>
                <c:pt idx="3398">
                  <c:v>0.30890686035156251</c:v>
                </c:pt>
                <c:pt idx="3399">
                  <c:v>0.30890686035156251</c:v>
                </c:pt>
                <c:pt idx="3400">
                  <c:v>0.30339813232421875</c:v>
                </c:pt>
                <c:pt idx="3401">
                  <c:v>0.30339813232421875</c:v>
                </c:pt>
                <c:pt idx="3402">
                  <c:v>0.29935821533203127</c:v>
                </c:pt>
                <c:pt idx="3403">
                  <c:v>0.29935821533203127</c:v>
                </c:pt>
                <c:pt idx="3404">
                  <c:v>0.29630279541015625</c:v>
                </c:pt>
                <c:pt idx="3405">
                  <c:v>0.29630279541015625</c:v>
                </c:pt>
                <c:pt idx="3406">
                  <c:v>0.29251983642578128</c:v>
                </c:pt>
                <c:pt idx="3407">
                  <c:v>0.29251983642578128</c:v>
                </c:pt>
                <c:pt idx="3408">
                  <c:v>0.28965179443359373</c:v>
                </c:pt>
                <c:pt idx="3409">
                  <c:v>0.28965179443359373</c:v>
                </c:pt>
                <c:pt idx="3410">
                  <c:v>0.28504974365234376</c:v>
                </c:pt>
                <c:pt idx="3411">
                  <c:v>0.28504974365234376</c:v>
                </c:pt>
                <c:pt idx="3412">
                  <c:v>0.281834716796875</c:v>
                </c:pt>
                <c:pt idx="3413">
                  <c:v>0.281834716796875</c:v>
                </c:pt>
                <c:pt idx="3414">
                  <c:v>0.27810455322265626</c:v>
                </c:pt>
                <c:pt idx="3415">
                  <c:v>0.27810455322265626</c:v>
                </c:pt>
                <c:pt idx="3416">
                  <c:v>0.2751898193359375</c:v>
                </c:pt>
                <c:pt idx="3417">
                  <c:v>0.2751898193359375</c:v>
                </c:pt>
                <c:pt idx="3418">
                  <c:v>0.27230529785156249</c:v>
                </c:pt>
                <c:pt idx="3419">
                  <c:v>0.27230529785156249</c:v>
                </c:pt>
                <c:pt idx="3420">
                  <c:v>0.26691467285156251</c:v>
                </c:pt>
                <c:pt idx="3421">
                  <c:v>0.26691467285156251</c:v>
                </c:pt>
                <c:pt idx="3422">
                  <c:v>0.26029571533203127</c:v>
                </c:pt>
                <c:pt idx="3423">
                  <c:v>0.26029571533203127</c:v>
                </c:pt>
                <c:pt idx="3424">
                  <c:v>0.25760070800781248</c:v>
                </c:pt>
                <c:pt idx="3425">
                  <c:v>0.25760070800781248</c:v>
                </c:pt>
                <c:pt idx="3426">
                  <c:v>0.25602325439453127</c:v>
                </c:pt>
                <c:pt idx="3427">
                  <c:v>0.25602325439453127</c:v>
                </c:pt>
                <c:pt idx="3428">
                  <c:v>0.25207336425781252</c:v>
                </c:pt>
                <c:pt idx="3429">
                  <c:v>0.25207336425781252</c:v>
                </c:pt>
                <c:pt idx="3430">
                  <c:v>0.249144287109375</c:v>
                </c:pt>
                <c:pt idx="3431">
                  <c:v>0.249144287109375</c:v>
                </c:pt>
                <c:pt idx="3432">
                  <c:v>0.24572509765625</c:v>
                </c:pt>
                <c:pt idx="3433">
                  <c:v>0.24572509765625</c:v>
                </c:pt>
                <c:pt idx="3434">
                  <c:v>0.2410113525390625</c:v>
                </c:pt>
                <c:pt idx="3435">
                  <c:v>0.2410113525390625</c:v>
                </c:pt>
                <c:pt idx="3436">
                  <c:v>0.23762969970703124</c:v>
                </c:pt>
                <c:pt idx="3437">
                  <c:v>0.23762969970703124</c:v>
                </c:pt>
                <c:pt idx="3438">
                  <c:v>0.23353973388671875</c:v>
                </c:pt>
                <c:pt idx="3439">
                  <c:v>0.23353973388671875</c:v>
                </c:pt>
                <c:pt idx="3440">
                  <c:v>0.23193359375</c:v>
                </c:pt>
                <c:pt idx="3441">
                  <c:v>0.23193359375</c:v>
                </c:pt>
                <c:pt idx="3442">
                  <c:v>0.23000518798828129</c:v>
                </c:pt>
                <c:pt idx="3443">
                  <c:v>0.23000518798828129</c:v>
                </c:pt>
                <c:pt idx="3444">
                  <c:v>0.22525878906249999</c:v>
                </c:pt>
                <c:pt idx="3445">
                  <c:v>0.22525878906249999</c:v>
                </c:pt>
                <c:pt idx="3446">
                  <c:v>0.22222167968750001</c:v>
                </c:pt>
                <c:pt idx="3447">
                  <c:v>0.22222167968750001</c:v>
                </c:pt>
                <c:pt idx="3448">
                  <c:v>0.21738128662109377</c:v>
                </c:pt>
                <c:pt idx="3449">
                  <c:v>0.21738128662109377</c:v>
                </c:pt>
                <c:pt idx="3450">
                  <c:v>0.21458770751953124</c:v>
                </c:pt>
                <c:pt idx="3451">
                  <c:v>0.21458770751953124</c:v>
                </c:pt>
                <c:pt idx="3452">
                  <c:v>0.21112121582031251</c:v>
                </c:pt>
                <c:pt idx="3453">
                  <c:v>0.21112121582031251</c:v>
                </c:pt>
                <c:pt idx="3454">
                  <c:v>0.20682556152343751</c:v>
                </c:pt>
                <c:pt idx="3455">
                  <c:v>0.20682556152343751</c:v>
                </c:pt>
                <c:pt idx="3456">
                  <c:v>0.20475799560546876</c:v>
                </c:pt>
                <c:pt idx="3457">
                  <c:v>0.20475799560546876</c:v>
                </c:pt>
                <c:pt idx="3458">
                  <c:v>0.20197265624999999</c:v>
                </c:pt>
                <c:pt idx="3459">
                  <c:v>0.20197265624999999</c:v>
                </c:pt>
                <c:pt idx="3460">
                  <c:v>0.20006072998046875</c:v>
                </c:pt>
                <c:pt idx="3461">
                  <c:v>0.20006072998046875</c:v>
                </c:pt>
                <c:pt idx="3462">
                  <c:v>0.19831817626953124</c:v>
                </c:pt>
                <c:pt idx="3463">
                  <c:v>0.19831817626953124</c:v>
                </c:pt>
                <c:pt idx="3464">
                  <c:v>0.19447784423828124</c:v>
                </c:pt>
                <c:pt idx="3465">
                  <c:v>0.19447784423828124</c:v>
                </c:pt>
                <c:pt idx="3466">
                  <c:v>0.19206329345703124</c:v>
                </c:pt>
                <c:pt idx="3467">
                  <c:v>0.19206329345703124</c:v>
                </c:pt>
                <c:pt idx="3468">
                  <c:v>0.19000091552734377</c:v>
                </c:pt>
                <c:pt idx="3469">
                  <c:v>0.19000091552734377</c:v>
                </c:pt>
                <c:pt idx="3470">
                  <c:v>0.185550537109375</c:v>
                </c:pt>
                <c:pt idx="3471">
                  <c:v>0.185550537109375</c:v>
                </c:pt>
                <c:pt idx="3472">
                  <c:v>0.18169830322265623</c:v>
                </c:pt>
                <c:pt idx="3473">
                  <c:v>0.18169830322265623</c:v>
                </c:pt>
                <c:pt idx="3474">
                  <c:v>0.17992248535156249</c:v>
                </c:pt>
                <c:pt idx="3475">
                  <c:v>0.17992248535156249</c:v>
                </c:pt>
                <c:pt idx="3476">
                  <c:v>0.17638153076171875</c:v>
                </c:pt>
                <c:pt idx="3477">
                  <c:v>0.17638153076171875</c:v>
                </c:pt>
                <c:pt idx="3478">
                  <c:v>0.17187103271484375</c:v>
                </c:pt>
                <c:pt idx="3479">
                  <c:v>0.17187103271484375</c:v>
                </c:pt>
                <c:pt idx="3480">
                  <c:v>0.1686578369140625</c:v>
                </c:pt>
                <c:pt idx="3481">
                  <c:v>0.1686578369140625</c:v>
                </c:pt>
                <c:pt idx="3482">
                  <c:v>0.1649981689453125</c:v>
                </c:pt>
                <c:pt idx="3483">
                  <c:v>0.1649981689453125</c:v>
                </c:pt>
                <c:pt idx="3484">
                  <c:v>0.16257476806640625</c:v>
                </c:pt>
                <c:pt idx="3485">
                  <c:v>0.16257476806640625</c:v>
                </c:pt>
                <c:pt idx="3486">
                  <c:v>0.159910888671875</c:v>
                </c:pt>
                <c:pt idx="3487">
                  <c:v>0.159910888671875</c:v>
                </c:pt>
                <c:pt idx="3488">
                  <c:v>0.1569036865234375</c:v>
                </c:pt>
                <c:pt idx="3489">
                  <c:v>0.1569036865234375</c:v>
                </c:pt>
                <c:pt idx="3490">
                  <c:v>0.15479766845703125</c:v>
                </c:pt>
                <c:pt idx="3491">
                  <c:v>0.15479766845703125</c:v>
                </c:pt>
                <c:pt idx="3492">
                  <c:v>0.15284942626953124</c:v>
                </c:pt>
                <c:pt idx="3493">
                  <c:v>0.15284942626953124</c:v>
                </c:pt>
                <c:pt idx="3494">
                  <c:v>0.14986419677734375</c:v>
                </c:pt>
                <c:pt idx="3495">
                  <c:v>0.14986419677734375</c:v>
                </c:pt>
                <c:pt idx="3496">
                  <c:v>0.14729522705078124</c:v>
                </c:pt>
                <c:pt idx="3497">
                  <c:v>0.14729522705078124</c:v>
                </c:pt>
                <c:pt idx="3498">
                  <c:v>0.14582061767578125</c:v>
                </c:pt>
                <c:pt idx="3499">
                  <c:v>0.14582061767578125</c:v>
                </c:pt>
                <c:pt idx="3500">
                  <c:v>0.14234313964843751</c:v>
                </c:pt>
                <c:pt idx="3501">
                  <c:v>0.14234313964843751</c:v>
                </c:pt>
                <c:pt idx="3502">
                  <c:v>0.1393597412109375</c:v>
                </c:pt>
                <c:pt idx="3503">
                  <c:v>0.1393597412109375</c:v>
                </c:pt>
                <c:pt idx="3504">
                  <c:v>0.13748931884765625</c:v>
                </c:pt>
                <c:pt idx="3505">
                  <c:v>0.13748931884765625</c:v>
                </c:pt>
                <c:pt idx="3506">
                  <c:v>0.13620269775390623</c:v>
                </c:pt>
                <c:pt idx="3507">
                  <c:v>0.13620269775390623</c:v>
                </c:pt>
                <c:pt idx="3508">
                  <c:v>0.13467071533203126</c:v>
                </c:pt>
                <c:pt idx="3509">
                  <c:v>0.13467071533203126</c:v>
                </c:pt>
                <c:pt idx="3510">
                  <c:v>0.13303192138671874</c:v>
                </c:pt>
                <c:pt idx="3511">
                  <c:v>0.13303192138671874</c:v>
                </c:pt>
                <c:pt idx="3512">
                  <c:v>0.13119384765625</c:v>
                </c:pt>
                <c:pt idx="3513">
                  <c:v>0.13119384765625</c:v>
                </c:pt>
                <c:pt idx="3514">
                  <c:v>0.1295611572265625</c:v>
                </c:pt>
                <c:pt idx="3515">
                  <c:v>0.1295611572265625</c:v>
                </c:pt>
                <c:pt idx="3516">
                  <c:v>0.127225341796875</c:v>
                </c:pt>
                <c:pt idx="3517">
                  <c:v>0.127225341796875</c:v>
                </c:pt>
                <c:pt idx="3518">
                  <c:v>0.1249420166015625</c:v>
                </c:pt>
                <c:pt idx="3519">
                  <c:v>0.1249420166015625</c:v>
                </c:pt>
                <c:pt idx="3520">
                  <c:v>0.1226654052734375</c:v>
                </c:pt>
                <c:pt idx="3521">
                  <c:v>0.1226654052734375</c:v>
                </c:pt>
                <c:pt idx="3522">
                  <c:v>0.12040100097656251</c:v>
                </c:pt>
                <c:pt idx="3523">
                  <c:v>0.12040100097656251</c:v>
                </c:pt>
                <c:pt idx="3524">
                  <c:v>0.11892791748046876</c:v>
                </c:pt>
                <c:pt idx="3525">
                  <c:v>0.11892791748046876</c:v>
                </c:pt>
                <c:pt idx="3526">
                  <c:v>0.11763153076171876</c:v>
                </c:pt>
                <c:pt idx="3527">
                  <c:v>0.11763153076171876</c:v>
                </c:pt>
                <c:pt idx="3528">
                  <c:v>0.11527862548828124</c:v>
                </c:pt>
                <c:pt idx="3529">
                  <c:v>0.11527862548828124</c:v>
                </c:pt>
                <c:pt idx="3530">
                  <c:v>0.11332275390625</c:v>
                </c:pt>
                <c:pt idx="3531">
                  <c:v>0.11332275390625</c:v>
                </c:pt>
                <c:pt idx="3532">
                  <c:v>0.11210021972656251</c:v>
                </c:pt>
                <c:pt idx="3533">
                  <c:v>0.11210021972656251</c:v>
                </c:pt>
                <c:pt idx="3534">
                  <c:v>0.1104998779296875</c:v>
                </c:pt>
                <c:pt idx="3535">
                  <c:v>0.1104998779296875</c:v>
                </c:pt>
                <c:pt idx="3536">
                  <c:v>0.1073748779296875</c:v>
                </c:pt>
                <c:pt idx="3537">
                  <c:v>0.1073748779296875</c:v>
                </c:pt>
                <c:pt idx="3538">
                  <c:v>0.10603271484375</c:v>
                </c:pt>
                <c:pt idx="3539">
                  <c:v>0.10603271484375</c:v>
                </c:pt>
                <c:pt idx="3540">
                  <c:v>0.10431610107421876</c:v>
                </c:pt>
                <c:pt idx="3541">
                  <c:v>0.10431610107421876</c:v>
                </c:pt>
                <c:pt idx="3542">
                  <c:v>0.103634033203125</c:v>
                </c:pt>
                <c:pt idx="3543">
                  <c:v>0.103634033203125</c:v>
                </c:pt>
                <c:pt idx="3544">
                  <c:v>0.1019854736328125</c:v>
                </c:pt>
                <c:pt idx="3545">
                  <c:v>0.1019854736328125</c:v>
                </c:pt>
                <c:pt idx="3546">
                  <c:v>0.1011846923828125</c:v>
                </c:pt>
                <c:pt idx="3547">
                  <c:v>0.1011846923828125</c:v>
                </c:pt>
                <c:pt idx="3548">
                  <c:v>0.100635986328125</c:v>
                </c:pt>
                <c:pt idx="3549">
                  <c:v>0.100635986328125</c:v>
                </c:pt>
                <c:pt idx="3550">
                  <c:v>9.9720458984374996E-2</c:v>
                </c:pt>
                <c:pt idx="3551">
                  <c:v>9.9720458984374996E-2</c:v>
                </c:pt>
                <c:pt idx="3552">
                  <c:v>9.7924194335937506E-2</c:v>
                </c:pt>
                <c:pt idx="3553">
                  <c:v>9.7924194335937506E-2</c:v>
                </c:pt>
                <c:pt idx="3554">
                  <c:v>9.6395568847656238E-2</c:v>
                </c:pt>
                <c:pt idx="3555">
                  <c:v>9.6395568847656238E-2</c:v>
                </c:pt>
                <c:pt idx="3556">
                  <c:v>9.4815673828125002E-2</c:v>
                </c:pt>
                <c:pt idx="3557">
                  <c:v>9.4815673828125002E-2</c:v>
                </c:pt>
                <c:pt idx="3558">
                  <c:v>9.3484497070312506E-2</c:v>
                </c:pt>
                <c:pt idx="3559">
                  <c:v>9.3484497070312506E-2</c:v>
                </c:pt>
                <c:pt idx="3560">
                  <c:v>9.1838378906250004E-2</c:v>
                </c:pt>
                <c:pt idx="3561">
                  <c:v>9.1838378906250004E-2</c:v>
                </c:pt>
                <c:pt idx="3562">
                  <c:v>9.0910949707031244E-2</c:v>
                </c:pt>
                <c:pt idx="3563">
                  <c:v>9.0910949707031244E-2</c:v>
                </c:pt>
                <c:pt idx="3564">
                  <c:v>9.0064392089843751E-2</c:v>
                </c:pt>
                <c:pt idx="3565">
                  <c:v>9.0064392089843751E-2</c:v>
                </c:pt>
                <c:pt idx="3566">
                  <c:v>8.8872985839843752E-2</c:v>
                </c:pt>
                <c:pt idx="3567">
                  <c:v>8.8872985839843752E-2</c:v>
                </c:pt>
                <c:pt idx="3568">
                  <c:v>8.7424621582031251E-2</c:v>
                </c:pt>
                <c:pt idx="3569">
                  <c:v>8.7424621582031251E-2</c:v>
                </c:pt>
                <c:pt idx="3570">
                  <c:v>8.6827697753906252E-2</c:v>
                </c:pt>
                <c:pt idx="3571">
                  <c:v>8.6827697753906252E-2</c:v>
                </c:pt>
                <c:pt idx="3572">
                  <c:v>8.6204833984375007E-2</c:v>
                </c:pt>
                <c:pt idx="3573">
                  <c:v>8.6204833984375007E-2</c:v>
                </c:pt>
                <c:pt idx="3574">
                  <c:v>8.5394592285156251E-2</c:v>
                </c:pt>
                <c:pt idx="3575">
                  <c:v>8.5394592285156251E-2</c:v>
                </c:pt>
                <c:pt idx="3576">
                  <c:v>8.4094543457031254E-2</c:v>
                </c:pt>
                <c:pt idx="3577">
                  <c:v>8.4094543457031254E-2</c:v>
                </c:pt>
                <c:pt idx="3578">
                  <c:v>8.3321228027343749E-2</c:v>
                </c:pt>
                <c:pt idx="3579">
                  <c:v>8.3321228027343749E-2</c:v>
                </c:pt>
                <c:pt idx="3580">
                  <c:v>8.2286071777343747E-2</c:v>
                </c:pt>
                <c:pt idx="3581">
                  <c:v>8.2286071777343747E-2</c:v>
                </c:pt>
                <c:pt idx="3582">
                  <c:v>8.1371154785156247E-2</c:v>
                </c:pt>
                <c:pt idx="3583">
                  <c:v>8.1371154785156247E-2</c:v>
                </c:pt>
                <c:pt idx="3584">
                  <c:v>8.0147399902343749E-2</c:v>
                </c:pt>
                <c:pt idx="3585">
                  <c:v>8.0147399902343749E-2</c:v>
                </c:pt>
                <c:pt idx="3586">
                  <c:v>7.8753356933593754E-2</c:v>
                </c:pt>
                <c:pt idx="3587">
                  <c:v>7.8753356933593754E-2</c:v>
                </c:pt>
                <c:pt idx="3588">
                  <c:v>7.7737731933593748E-2</c:v>
                </c:pt>
                <c:pt idx="3589">
                  <c:v>7.7737731933593748E-2</c:v>
                </c:pt>
                <c:pt idx="3590">
                  <c:v>7.6836242675781249E-2</c:v>
                </c:pt>
                <c:pt idx="3591">
                  <c:v>7.6836242675781249E-2</c:v>
                </c:pt>
                <c:pt idx="3592">
                  <c:v>7.5924377441406246E-2</c:v>
                </c:pt>
                <c:pt idx="3593">
                  <c:v>7.5924377441406246E-2</c:v>
                </c:pt>
                <c:pt idx="3594">
                  <c:v>7.5304870605468754E-2</c:v>
                </c:pt>
                <c:pt idx="3595">
                  <c:v>7.5304870605468754E-2</c:v>
                </c:pt>
                <c:pt idx="3596">
                  <c:v>7.437896728515625E-2</c:v>
                </c:pt>
                <c:pt idx="3597">
                  <c:v>7.437896728515625E-2</c:v>
                </c:pt>
                <c:pt idx="3598">
                  <c:v>7.3769531250000006E-2</c:v>
                </c:pt>
                <c:pt idx="3599">
                  <c:v>7.3769531250000006E-2</c:v>
                </c:pt>
                <c:pt idx="3600">
                  <c:v>7.3124999999999996E-2</c:v>
                </c:pt>
                <c:pt idx="3601">
                  <c:v>7.3124999999999996E-2</c:v>
                </c:pt>
                <c:pt idx="3602">
                  <c:v>7.2663574218749999E-2</c:v>
                </c:pt>
                <c:pt idx="3603">
                  <c:v>7.2663574218749999E-2</c:v>
                </c:pt>
                <c:pt idx="3604">
                  <c:v>7.1699829101562501E-2</c:v>
                </c:pt>
                <c:pt idx="3605">
                  <c:v>7.1699829101562501E-2</c:v>
                </c:pt>
                <c:pt idx="3606">
                  <c:v>7.0716552734374993E-2</c:v>
                </c:pt>
                <c:pt idx="3607">
                  <c:v>7.0716552734374993E-2</c:v>
                </c:pt>
                <c:pt idx="3608">
                  <c:v>6.9579467773437501E-2</c:v>
                </c:pt>
                <c:pt idx="3609">
                  <c:v>6.9579467773437501E-2</c:v>
                </c:pt>
                <c:pt idx="3610">
                  <c:v>6.8983459472656244E-2</c:v>
                </c:pt>
                <c:pt idx="3611">
                  <c:v>6.8983459472656244E-2</c:v>
                </c:pt>
                <c:pt idx="3612">
                  <c:v>6.8560180664062498E-2</c:v>
                </c:pt>
                <c:pt idx="3613">
                  <c:v>6.8560180664062498E-2</c:v>
                </c:pt>
                <c:pt idx="3614">
                  <c:v>6.7835083007812505E-2</c:v>
                </c:pt>
                <c:pt idx="3615">
                  <c:v>6.7835083007812505E-2</c:v>
                </c:pt>
                <c:pt idx="3616">
                  <c:v>6.6500854492187497E-2</c:v>
                </c:pt>
                <c:pt idx="3617">
                  <c:v>6.6500854492187497E-2</c:v>
                </c:pt>
                <c:pt idx="3618">
                  <c:v>6.5790405273437505E-2</c:v>
                </c:pt>
                <c:pt idx="3619">
                  <c:v>6.5790405273437505E-2</c:v>
                </c:pt>
                <c:pt idx="3620">
                  <c:v>6.528472900390625E-2</c:v>
                </c:pt>
                <c:pt idx="3621">
                  <c:v>6.528472900390625E-2</c:v>
                </c:pt>
                <c:pt idx="3622">
                  <c:v>6.4577941894531254E-2</c:v>
                </c:pt>
                <c:pt idx="3623">
                  <c:v>6.4577941894531254E-2</c:v>
                </c:pt>
                <c:pt idx="3624">
                  <c:v>6.3992004394531246E-2</c:v>
                </c:pt>
                <c:pt idx="3625">
                  <c:v>6.3992004394531246E-2</c:v>
                </c:pt>
                <c:pt idx="3626">
                  <c:v>6.3198547363281246E-2</c:v>
                </c:pt>
                <c:pt idx="3627">
                  <c:v>6.3198547363281246E-2</c:v>
                </c:pt>
                <c:pt idx="3628">
                  <c:v>6.2189636230468748E-2</c:v>
                </c:pt>
                <c:pt idx="3629">
                  <c:v>6.2189636230468748E-2</c:v>
                </c:pt>
                <c:pt idx="3630">
                  <c:v>6.1624145507812499E-2</c:v>
                </c:pt>
                <c:pt idx="3631">
                  <c:v>6.1624145507812499E-2</c:v>
                </c:pt>
                <c:pt idx="3632">
                  <c:v>6.1327209472656248E-2</c:v>
                </c:pt>
                <c:pt idx="3633">
                  <c:v>6.1327209472656248E-2</c:v>
                </c:pt>
                <c:pt idx="3634">
                  <c:v>6.0776367187499999E-2</c:v>
                </c:pt>
                <c:pt idx="3635">
                  <c:v>6.0776367187499999E-2</c:v>
                </c:pt>
                <c:pt idx="3636">
                  <c:v>6.0207519531250003E-2</c:v>
                </c:pt>
                <c:pt idx="3637">
                  <c:v>6.0207519531250003E-2</c:v>
                </c:pt>
                <c:pt idx="3638">
                  <c:v>5.9566345214843747E-2</c:v>
                </c:pt>
                <c:pt idx="3639">
                  <c:v>5.9566345214843747E-2</c:v>
                </c:pt>
                <c:pt idx="3640">
                  <c:v>5.9332885742187501E-2</c:v>
                </c:pt>
                <c:pt idx="3641">
                  <c:v>5.9332885742187501E-2</c:v>
                </c:pt>
                <c:pt idx="3642">
                  <c:v>5.8893737792968748E-2</c:v>
                </c:pt>
                <c:pt idx="3643">
                  <c:v>5.8893737792968748E-2</c:v>
                </c:pt>
                <c:pt idx="3644">
                  <c:v>5.8391723632812503E-2</c:v>
                </c:pt>
                <c:pt idx="3645">
                  <c:v>5.8391723632812503E-2</c:v>
                </c:pt>
                <c:pt idx="3646">
                  <c:v>5.7901306152343748E-2</c:v>
                </c:pt>
                <c:pt idx="3647">
                  <c:v>5.7901306152343748E-2</c:v>
                </c:pt>
                <c:pt idx="3648">
                  <c:v>5.7470703125000001E-2</c:v>
                </c:pt>
                <c:pt idx="3649">
                  <c:v>5.7470703125000001E-2</c:v>
                </c:pt>
                <c:pt idx="3650">
                  <c:v>5.6514282226562497E-2</c:v>
                </c:pt>
                <c:pt idx="3651">
                  <c:v>5.6514282226562497E-2</c:v>
                </c:pt>
                <c:pt idx="3652">
                  <c:v>5.5990905761718751E-2</c:v>
                </c:pt>
                <c:pt idx="3653">
                  <c:v>5.5990905761718751E-2</c:v>
                </c:pt>
                <c:pt idx="3654">
                  <c:v>5.5412902832031249E-2</c:v>
                </c:pt>
                <c:pt idx="3655">
                  <c:v>5.5412902832031249E-2</c:v>
                </c:pt>
                <c:pt idx="3656">
                  <c:v>5.4806823730468752E-2</c:v>
                </c:pt>
                <c:pt idx="3657">
                  <c:v>5.4806823730468752E-2</c:v>
                </c:pt>
                <c:pt idx="3658">
                  <c:v>5.4154052734374999E-2</c:v>
                </c:pt>
                <c:pt idx="3659">
                  <c:v>5.4154052734374999E-2</c:v>
                </c:pt>
                <c:pt idx="3660">
                  <c:v>5.3609619140625002E-2</c:v>
                </c:pt>
                <c:pt idx="3661">
                  <c:v>5.3609619140625002E-2</c:v>
                </c:pt>
                <c:pt idx="3662">
                  <c:v>5.2867431640624997E-2</c:v>
                </c:pt>
                <c:pt idx="3663">
                  <c:v>5.2867431640624997E-2</c:v>
                </c:pt>
                <c:pt idx="3664">
                  <c:v>5.2272949218750003E-2</c:v>
                </c:pt>
                <c:pt idx="3665">
                  <c:v>5.2272949218750003E-2</c:v>
                </c:pt>
                <c:pt idx="3666">
                  <c:v>5.1614990234374998E-2</c:v>
                </c:pt>
                <c:pt idx="3667">
                  <c:v>5.1614990234374998E-2</c:v>
                </c:pt>
                <c:pt idx="3668">
                  <c:v>5.121612548828125E-2</c:v>
                </c:pt>
                <c:pt idx="3669">
                  <c:v>5.121612548828125E-2</c:v>
                </c:pt>
                <c:pt idx="3670">
                  <c:v>5.0890197753906248E-2</c:v>
                </c:pt>
                <c:pt idx="3671">
                  <c:v>5.0890197753906248E-2</c:v>
                </c:pt>
                <c:pt idx="3672">
                  <c:v>5.025482177734375E-2</c:v>
                </c:pt>
                <c:pt idx="3673">
                  <c:v>5.025482177734375E-2</c:v>
                </c:pt>
                <c:pt idx="3674">
                  <c:v>4.9846496582031247E-2</c:v>
                </c:pt>
                <c:pt idx="3675">
                  <c:v>4.9846496582031247E-2</c:v>
                </c:pt>
                <c:pt idx="3676">
                  <c:v>4.9551391601562501E-2</c:v>
                </c:pt>
                <c:pt idx="3677">
                  <c:v>4.9551391601562501E-2</c:v>
                </c:pt>
                <c:pt idx="3678">
                  <c:v>4.9239501953125001E-2</c:v>
                </c:pt>
                <c:pt idx="3679">
                  <c:v>4.9239501953125001E-2</c:v>
                </c:pt>
                <c:pt idx="3680">
                  <c:v>4.875152587890625E-2</c:v>
                </c:pt>
                <c:pt idx="3681">
                  <c:v>4.875152587890625E-2</c:v>
                </c:pt>
                <c:pt idx="3682">
                  <c:v>4.8177185058593752E-2</c:v>
                </c:pt>
                <c:pt idx="3683">
                  <c:v>4.8177185058593752E-2</c:v>
                </c:pt>
                <c:pt idx="3684">
                  <c:v>4.7441711425781248E-2</c:v>
                </c:pt>
                <c:pt idx="3685">
                  <c:v>4.7441711425781248E-2</c:v>
                </c:pt>
                <c:pt idx="3686">
                  <c:v>4.6923828124999997E-2</c:v>
                </c:pt>
                <c:pt idx="3687">
                  <c:v>4.6923828124999997E-2</c:v>
                </c:pt>
                <c:pt idx="3688">
                  <c:v>4.6422729492187502E-2</c:v>
                </c:pt>
                <c:pt idx="3689">
                  <c:v>4.6422729492187502E-2</c:v>
                </c:pt>
                <c:pt idx="3690">
                  <c:v>4.6006469726562499E-2</c:v>
                </c:pt>
                <c:pt idx="3691">
                  <c:v>4.6006469726562499E-2</c:v>
                </c:pt>
                <c:pt idx="3692">
                  <c:v>4.5632324218749999E-2</c:v>
                </c:pt>
                <c:pt idx="3693">
                  <c:v>4.5632324218749999E-2</c:v>
                </c:pt>
                <c:pt idx="3694">
                  <c:v>4.5256347656250001E-2</c:v>
                </c:pt>
                <c:pt idx="3695">
                  <c:v>4.5256347656250001E-2</c:v>
                </c:pt>
                <c:pt idx="3696">
                  <c:v>4.4756164550781248E-2</c:v>
                </c:pt>
                <c:pt idx="3697">
                  <c:v>4.4756164550781248E-2</c:v>
                </c:pt>
                <c:pt idx="3698">
                  <c:v>4.4229431152343748E-2</c:v>
                </c:pt>
                <c:pt idx="3699">
                  <c:v>4.4229431152343748E-2</c:v>
                </c:pt>
                <c:pt idx="3700">
                  <c:v>4.3946533203124999E-2</c:v>
                </c:pt>
                <c:pt idx="3701">
                  <c:v>4.3946533203124999E-2</c:v>
                </c:pt>
                <c:pt idx="3702">
                  <c:v>4.3415832519531253E-2</c:v>
                </c:pt>
                <c:pt idx="3703">
                  <c:v>4.3415832519531253E-2</c:v>
                </c:pt>
                <c:pt idx="3704">
                  <c:v>4.2761535644531251E-2</c:v>
                </c:pt>
                <c:pt idx="3705">
                  <c:v>4.2761535644531251E-2</c:v>
                </c:pt>
                <c:pt idx="3706">
                  <c:v>4.2466125488281249E-2</c:v>
                </c:pt>
                <c:pt idx="3707">
                  <c:v>4.2466125488281249E-2</c:v>
                </c:pt>
                <c:pt idx="3708">
                  <c:v>4.2226562500000002E-2</c:v>
                </c:pt>
                <c:pt idx="3709">
                  <c:v>4.2226562500000002E-2</c:v>
                </c:pt>
                <c:pt idx="3710">
                  <c:v>4.1682434082031247E-2</c:v>
                </c:pt>
                <c:pt idx="3711">
                  <c:v>4.1682434082031247E-2</c:v>
                </c:pt>
                <c:pt idx="3712">
                  <c:v>4.1425476074218752E-2</c:v>
                </c:pt>
                <c:pt idx="3713">
                  <c:v>4.1425476074218752E-2</c:v>
                </c:pt>
                <c:pt idx="3714">
                  <c:v>4.1128234863281252E-2</c:v>
                </c:pt>
                <c:pt idx="3715">
                  <c:v>4.1128234863281252E-2</c:v>
                </c:pt>
                <c:pt idx="3716">
                  <c:v>4.080230712890625E-2</c:v>
                </c:pt>
                <c:pt idx="3717">
                  <c:v>4.080230712890625E-2</c:v>
                </c:pt>
                <c:pt idx="3718">
                  <c:v>4.0462646484375003E-2</c:v>
                </c:pt>
                <c:pt idx="3719">
                  <c:v>4.0462646484375003E-2</c:v>
                </c:pt>
                <c:pt idx="3720">
                  <c:v>4.0025939941406248E-2</c:v>
                </c:pt>
                <c:pt idx="3721">
                  <c:v>4.0025939941406248E-2</c:v>
                </c:pt>
                <c:pt idx="3722">
                  <c:v>3.9795837402343749E-2</c:v>
                </c:pt>
                <c:pt idx="3723">
                  <c:v>3.9795837402343749E-2</c:v>
                </c:pt>
                <c:pt idx="3724">
                  <c:v>3.9516601562500003E-2</c:v>
                </c:pt>
                <c:pt idx="3725">
                  <c:v>3.9516601562500003E-2</c:v>
                </c:pt>
                <c:pt idx="3726">
                  <c:v>3.9113464355468752E-2</c:v>
                </c:pt>
                <c:pt idx="3727">
                  <c:v>3.9113464355468752E-2</c:v>
                </c:pt>
                <c:pt idx="3728">
                  <c:v>3.882598876953125E-2</c:v>
                </c:pt>
                <c:pt idx="3729">
                  <c:v>3.882598876953125E-2</c:v>
                </c:pt>
                <c:pt idx="3730">
                  <c:v>3.8286437988281248E-2</c:v>
                </c:pt>
                <c:pt idx="3731">
                  <c:v>3.8286437988281248E-2</c:v>
                </c:pt>
                <c:pt idx="3732">
                  <c:v>3.7815246582031253E-2</c:v>
                </c:pt>
                <c:pt idx="3733">
                  <c:v>3.7815246582031253E-2</c:v>
                </c:pt>
                <c:pt idx="3734">
                  <c:v>3.7588195800781252E-2</c:v>
                </c:pt>
                <c:pt idx="3735">
                  <c:v>3.7588195800781252E-2</c:v>
                </c:pt>
                <c:pt idx="3736">
                  <c:v>3.720062255859375E-2</c:v>
                </c:pt>
                <c:pt idx="3737">
                  <c:v>3.720062255859375E-2</c:v>
                </c:pt>
                <c:pt idx="3738">
                  <c:v>3.6936035156249998E-2</c:v>
                </c:pt>
                <c:pt idx="3739">
                  <c:v>3.6936035156249998E-2</c:v>
                </c:pt>
                <c:pt idx="3740">
                  <c:v>3.667449951171875E-2</c:v>
                </c:pt>
                <c:pt idx="3741">
                  <c:v>3.667449951171875E-2</c:v>
                </c:pt>
                <c:pt idx="3742">
                  <c:v>3.6527099609375002E-2</c:v>
                </c:pt>
                <c:pt idx="3743">
                  <c:v>3.6527099609375002E-2</c:v>
                </c:pt>
                <c:pt idx="3744">
                  <c:v>3.6317443847656249E-2</c:v>
                </c:pt>
                <c:pt idx="3745">
                  <c:v>3.6317443847656249E-2</c:v>
                </c:pt>
                <c:pt idx="3746">
                  <c:v>3.5977172851562503E-2</c:v>
                </c:pt>
                <c:pt idx="3747">
                  <c:v>3.5977172851562503E-2</c:v>
                </c:pt>
                <c:pt idx="3748">
                  <c:v>3.5593872070312498E-2</c:v>
                </c:pt>
                <c:pt idx="3749">
                  <c:v>3.5593872070312498E-2</c:v>
                </c:pt>
                <c:pt idx="3750">
                  <c:v>3.54156494140625E-2</c:v>
                </c:pt>
                <c:pt idx="3751">
                  <c:v>3.54156494140625E-2</c:v>
                </c:pt>
                <c:pt idx="3752">
                  <c:v>3.5108642578125002E-2</c:v>
                </c:pt>
                <c:pt idx="3753">
                  <c:v>3.5108642578125002E-2</c:v>
                </c:pt>
                <c:pt idx="3754">
                  <c:v>3.4708251953124998E-2</c:v>
                </c:pt>
                <c:pt idx="3755">
                  <c:v>3.4708251953124998E-2</c:v>
                </c:pt>
                <c:pt idx="3756">
                  <c:v>3.4572753906250003E-2</c:v>
                </c:pt>
                <c:pt idx="3757">
                  <c:v>3.4572753906250003E-2</c:v>
                </c:pt>
                <c:pt idx="3758">
                  <c:v>3.4352111816406253E-2</c:v>
                </c:pt>
                <c:pt idx="3759">
                  <c:v>3.4352111816406253E-2</c:v>
                </c:pt>
                <c:pt idx="3760">
                  <c:v>3.411102294921875E-2</c:v>
                </c:pt>
                <c:pt idx="3761">
                  <c:v>3.411102294921875E-2</c:v>
                </c:pt>
                <c:pt idx="3762">
                  <c:v>3.3780212402343752E-2</c:v>
                </c:pt>
                <c:pt idx="3763">
                  <c:v>3.3780212402343752E-2</c:v>
                </c:pt>
                <c:pt idx="3764">
                  <c:v>3.3650207519531253E-2</c:v>
                </c:pt>
                <c:pt idx="3765">
                  <c:v>3.3650207519531253E-2</c:v>
                </c:pt>
                <c:pt idx="3766">
                  <c:v>3.337890625E-2</c:v>
                </c:pt>
                <c:pt idx="3767">
                  <c:v>3.337890625E-2</c:v>
                </c:pt>
                <c:pt idx="3768">
                  <c:v>3.3182678222656248E-2</c:v>
                </c:pt>
                <c:pt idx="3769">
                  <c:v>3.3182678222656248E-2</c:v>
                </c:pt>
                <c:pt idx="3770">
                  <c:v>3.292816162109375E-2</c:v>
                </c:pt>
                <c:pt idx="3771">
                  <c:v>3.292816162109375E-2</c:v>
                </c:pt>
                <c:pt idx="3772">
                  <c:v>3.2488403320312498E-2</c:v>
                </c:pt>
                <c:pt idx="3773">
                  <c:v>3.2488403320312498E-2</c:v>
                </c:pt>
                <c:pt idx="3774">
                  <c:v>3.2324829101562501E-2</c:v>
                </c:pt>
                <c:pt idx="3775">
                  <c:v>3.2324829101562501E-2</c:v>
                </c:pt>
                <c:pt idx="3776">
                  <c:v>3.2059936523437499E-2</c:v>
                </c:pt>
                <c:pt idx="3777">
                  <c:v>3.2059936523437499E-2</c:v>
                </c:pt>
                <c:pt idx="3778">
                  <c:v>3.1823730468749999E-2</c:v>
                </c:pt>
                <c:pt idx="3779">
                  <c:v>3.1823730468749999E-2</c:v>
                </c:pt>
                <c:pt idx="3780">
                  <c:v>3.1406555175781253E-2</c:v>
                </c:pt>
                <c:pt idx="3781">
                  <c:v>3.1406555175781253E-2</c:v>
                </c:pt>
                <c:pt idx="3782">
                  <c:v>3.1036376953125E-2</c:v>
                </c:pt>
                <c:pt idx="3783">
                  <c:v>3.1036376953125E-2</c:v>
                </c:pt>
                <c:pt idx="3784">
                  <c:v>3.079193115234375E-2</c:v>
                </c:pt>
                <c:pt idx="3785">
                  <c:v>3.079193115234375E-2</c:v>
                </c:pt>
                <c:pt idx="3786">
                  <c:v>3.0427246093749999E-2</c:v>
                </c:pt>
                <c:pt idx="3787">
                  <c:v>3.0427246093749999E-2</c:v>
                </c:pt>
                <c:pt idx="3788">
                  <c:v>3.0264282226562501E-2</c:v>
                </c:pt>
                <c:pt idx="3789">
                  <c:v>3.0264282226562501E-2</c:v>
                </c:pt>
                <c:pt idx="3790">
                  <c:v>2.9844665527343751E-2</c:v>
                </c:pt>
                <c:pt idx="3791">
                  <c:v>2.9844665527343751E-2</c:v>
                </c:pt>
                <c:pt idx="3792">
                  <c:v>2.9609375E-2</c:v>
                </c:pt>
                <c:pt idx="3793">
                  <c:v>2.9609375E-2</c:v>
                </c:pt>
                <c:pt idx="3794">
                  <c:v>2.943450927734375E-2</c:v>
                </c:pt>
                <c:pt idx="3795">
                  <c:v>2.943450927734375E-2</c:v>
                </c:pt>
                <c:pt idx="3796">
                  <c:v>2.9252929687499998E-2</c:v>
                </c:pt>
                <c:pt idx="3797">
                  <c:v>2.9252929687499998E-2</c:v>
                </c:pt>
                <c:pt idx="3798">
                  <c:v>2.9081115722656248E-2</c:v>
                </c:pt>
                <c:pt idx="3799">
                  <c:v>2.9081115722656248E-2</c:v>
                </c:pt>
                <c:pt idx="3800">
                  <c:v>2.875946044921875E-2</c:v>
                </c:pt>
                <c:pt idx="3801">
                  <c:v>2.875946044921875E-2</c:v>
                </c:pt>
                <c:pt idx="3802">
                  <c:v>2.8627014160156249E-2</c:v>
                </c:pt>
                <c:pt idx="3803">
                  <c:v>2.8627014160156249E-2</c:v>
                </c:pt>
                <c:pt idx="3804">
                  <c:v>2.830078125E-2</c:v>
                </c:pt>
                <c:pt idx="3805">
                  <c:v>2.830078125E-2</c:v>
                </c:pt>
                <c:pt idx="3806">
                  <c:v>2.82208251953125E-2</c:v>
                </c:pt>
                <c:pt idx="3807">
                  <c:v>2.82208251953125E-2</c:v>
                </c:pt>
                <c:pt idx="3808">
                  <c:v>2.8044738769531251E-2</c:v>
                </c:pt>
                <c:pt idx="3809">
                  <c:v>2.8044738769531251E-2</c:v>
                </c:pt>
                <c:pt idx="3810">
                  <c:v>2.7952575683593751E-2</c:v>
                </c:pt>
                <c:pt idx="3811">
                  <c:v>2.7952575683593751E-2</c:v>
                </c:pt>
                <c:pt idx="3812">
                  <c:v>2.7763977050781249E-2</c:v>
                </c:pt>
                <c:pt idx="3813">
                  <c:v>2.7763977050781249E-2</c:v>
                </c:pt>
                <c:pt idx="3814">
                  <c:v>2.7540893554687501E-2</c:v>
                </c:pt>
                <c:pt idx="3815">
                  <c:v>2.7540893554687501E-2</c:v>
                </c:pt>
                <c:pt idx="3816">
                  <c:v>2.7349548339843752E-2</c:v>
                </c:pt>
                <c:pt idx="3817">
                  <c:v>2.7349548339843752E-2</c:v>
                </c:pt>
                <c:pt idx="3818">
                  <c:v>2.7041320800781251E-2</c:v>
                </c:pt>
                <c:pt idx="3819">
                  <c:v>2.7041320800781251E-2</c:v>
                </c:pt>
                <c:pt idx="3820">
                  <c:v>2.6951599121093749E-2</c:v>
                </c:pt>
                <c:pt idx="3821">
                  <c:v>2.6951599121093749E-2</c:v>
                </c:pt>
                <c:pt idx="3822">
                  <c:v>2.6708679199218752E-2</c:v>
                </c:pt>
                <c:pt idx="3823">
                  <c:v>2.6708679199218752E-2</c:v>
                </c:pt>
                <c:pt idx="3824">
                  <c:v>2.651947021484375E-2</c:v>
                </c:pt>
                <c:pt idx="3825">
                  <c:v>2.651947021484375E-2</c:v>
                </c:pt>
                <c:pt idx="3826">
                  <c:v>2.6303710937499999E-2</c:v>
                </c:pt>
                <c:pt idx="3827">
                  <c:v>2.6303710937499999E-2</c:v>
                </c:pt>
                <c:pt idx="3828">
                  <c:v>2.6137390136718751E-2</c:v>
                </c:pt>
                <c:pt idx="3829">
                  <c:v>2.6137390136718751E-2</c:v>
                </c:pt>
                <c:pt idx="3830">
                  <c:v>2.5884704589843752E-2</c:v>
                </c:pt>
                <c:pt idx="3831">
                  <c:v>2.5884704589843752E-2</c:v>
                </c:pt>
                <c:pt idx="3832">
                  <c:v>2.5640869140625001E-2</c:v>
                </c:pt>
                <c:pt idx="3833">
                  <c:v>2.5640869140625001E-2</c:v>
                </c:pt>
                <c:pt idx="3834">
                  <c:v>2.5472717285156252E-2</c:v>
                </c:pt>
                <c:pt idx="3835">
                  <c:v>2.5472717285156252E-2</c:v>
                </c:pt>
                <c:pt idx="3836">
                  <c:v>2.5250549316406249E-2</c:v>
                </c:pt>
                <c:pt idx="3837">
                  <c:v>2.5250549316406249E-2</c:v>
                </c:pt>
                <c:pt idx="3838">
                  <c:v>2.5065002441406251E-2</c:v>
                </c:pt>
                <c:pt idx="3839">
                  <c:v>2.5065002441406251E-2</c:v>
                </c:pt>
                <c:pt idx="3840">
                  <c:v>2.4931945800781251E-2</c:v>
                </c:pt>
                <c:pt idx="3841">
                  <c:v>2.4931945800781251E-2</c:v>
                </c:pt>
                <c:pt idx="3842">
                  <c:v>2.4793701171875002E-2</c:v>
                </c:pt>
                <c:pt idx="3843">
                  <c:v>2.4793701171875002E-2</c:v>
                </c:pt>
                <c:pt idx="3844">
                  <c:v>2.4619140625000001E-2</c:v>
                </c:pt>
                <c:pt idx="3845">
                  <c:v>2.4619140625000001E-2</c:v>
                </c:pt>
                <c:pt idx="3846">
                  <c:v>2.4476928710937498E-2</c:v>
                </c:pt>
                <c:pt idx="3847">
                  <c:v>2.4476928710937498E-2</c:v>
                </c:pt>
                <c:pt idx="3848">
                  <c:v>2.4229736328125001E-2</c:v>
                </c:pt>
                <c:pt idx="3849">
                  <c:v>2.4229736328125001E-2</c:v>
                </c:pt>
                <c:pt idx="3850">
                  <c:v>2.4023742675781251E-2</c:v>
                </c:pt>
                <c:pt idx="3851">
                  <c:v>2.4023742675781251E-2</c:v>
                </c:pt>
                <c:pt idx="3852">
                  <c:v>2.3807373046875E-2</c:v>
                </c:pt>
                <c:pt idx="3853">
                  <c:v>2.3807373046875E-2</c:v>
                </c:pt>
                <c:pt idx="3854">
                  <c:v>2.368896484375E-2</c:v>
                </c:pt>
                <c:pt idx="3855">
                  <c:v>2.368896484375E-2</c:v>
                </c:pt>
                <c:pt idx="3856">
                  <c:v>2.3562622070312501E-2</c:v>
                </c:pt>
                <c:pt idx="3857">
                  <c:v>2.3562622070312501E-2</c:v>
                </c:pt>
                <c:pt idx="3858">
                  <c:v>2.3430786132812499E-2</c:v>
                </c:pt>
                <c:pt idx="3859">
                  <c:v>2.3430786132812499E-2</c:v>
                </c:pt>
                <c:pt idx="3860">
                  <c:v>2.327392578125E-2</c:v>
                </c:pt>
                <c:pt idx="3861">
                  <c:v>2.327392578125E-2</c:v>
                </c:pt>
                <c:pt idx="3862">
                  <c:v>2.3104248046875001E-2</c:v>
                </c:pt>
                <c:pt idx="3863">
                  <c:v>2.3104248046875001E-2</c:v>
                </c:pt>
                <c:pt idx="3864">
                  <c:v>2.3049011230468749E-2</c:v>
                </c:pt>
                <c:pt idx="3865">
                  <c:v>2.3049011230468749E-2</c:v>
                </c:pt>
                <c:pt idx="3866">
                  <c:v>2.2896423339843749E-2</c:v>
                </c:pt>
                <c:pt idx="3867">
                  <c:v>2.2896423339843749E-2</c:v>
                </c:pt>
                <c:pt idx="3868">
                  <c:v>2.2852783203125001E-2</c:v>
                </c:pt>
                <c:pt idx="3869">
                  <c:v>2.2852783203125001E-2</c:v>
                </c:pt>
                <c:pt idx="3870">
                  <c:v>2.252960205078125E-2</c:v>
                </c:pt>
                <c:pt idx="3871">
                  <c:v>2.252960205078125E-2</c:v>
                </c:pt>
                <c:pt idx="3872">
                  <c:v>2.2267761230468749E-2</c:v>
                </c:pt>
                <c:pt idx="3873">
                  <c:v>2.2267761230468749E-2</c:v>
                </c:pt>
                <c:pt idx="3874">
                  <c:v>2.2215881347656251E-2</c:v>
                </c:pt>
                <c:pt idx="3875">
                  <c:v>2.2215881347656251E-2</c:v>
                </c:pt>
                <c:pt idx="3876">
                  <c:v>2.197235107421875E-2</c:v>
                </c:pt>
                <c:pt idx="3877">
                  <c:v>2.197235107421875E-2</c:v>
                </c:pt>
                <c:pt idx="3878">
                  <c:v>2.1775207519531249E-2</c:v>
                </c:pt>
                <c:pt idx="3879">
                  <c:v>2.1775207519531249E-2</c:v>
                </c:pt>
                <c:pt idx="3880">
                  <c:v>2.1612854003906251E-2</c:v>
                </c:pt>
                <c:pt idx="3881">
                  <c:v>2.1612854003906251E-2</c:v>
                </c:pt>
                <c:pt idx="3882">
                  <c:v>2.148834228515625E-2</c:v>
                </c:pt>
                <c:pt idx="3883">
                  <c:v>2.148834228515625E-2</c:v>
                </c:pt>
                <c:pt idx="3884">
                  <c:v>2.137725830078125E-2</c:v>
                </c:pt>
                <c:pt idx="3885">
                  <c:v>2.137725830078125E-2</c:v>
                </c:pt>
                <c:pt idx="3886">
                  <c:v>2.1144104003906251E-2</c:v>
                </c:pt>
                <c:pt idx="3887">
                  <c:v>2.1144104003906251E-2</c:v>
                </c:pt>
                <c:pt idx="3888">
                  <c:v>2.09088134765625E-2</c:v>
                </c:pt>
                <c:pt idx="3889">
                  <c:v>2.09088134765625E-2</c:v>
                </c:pt>
                <c:pt idx="3890">
                  <c:v>2.0787963867187498E-2</c:v>
                </c:pt>
                <c:pt idx="3891">
                  <c:v>2.0787963867187498E-2</c:v>
                </c:pt>
                <c:pt idx="3892">
                  <c:v>2.0708312988281252E-2</c:v>
                </c:pt>
                <c:pt idx="3893">
                  <c:v>2.0708312988281252E-2</c:v>
                </c:pt>
                <c:pt idx="3894">
                  <c:v>2.056549072265625E-2</c:v>
                </c:pt>
                <c:pt idx="3895">
                  <c:v>2.056549072265625E-2</c:v>
                </c:pt>
                <c:pt idx="3896">
                  <c:v>2.040863037109375E-2</c:v>
                </c:pt>
                <c:pt idx="3897">
                  <c:v>2.040863037109375E-2</c:v>
                </c:pt>
                <c:pt idx="3898">
                  <c:v>2.0236206054687501E-2</c:v>
                </c:pt>
                <c:pt idx="3899">
                  <c:v>2.0236206054687501E-2</c:v>
                </c:pt>
                <c:pt idx="3900">
                  <c:v>2.0142211914062499E-2</c:v>
                </c:pt>
                <c:pt idx="3901">
                  <c:v>2.0142211914062499E-2</c:v>
                </c:pt>
                <c:pt idx="3902">
                  <c:v>2.0036621093749998E-2</c:v>
                </c:pt>
                <c:pt idx="3903">
                  <c:v>2.0036621093749998E-2</c:v>
                </c:pt>
                <c:pt idx="3904">
                  <c:v>1.9869995117187501E-2</c:v>
                </c:pt>
                <c:pt idx="3905">
                  <c:v>1.9869995117187501E-2</c:v>
                </c:pt>
                <c:pt idx="3906">
                  <c:v>1.9636535644531251E-2</c:v>
                </c:pt>
                <c:pt idx="3907">
                  <c:v>1.9636535644531251E-2</c:v>
                </c:pt>
                <c:pt idx="3908">
                  <c:v>1.9471130371093749E-2</c:v>
                </c:pt>
                <c:pt idx="3909">
                  <c:v>1.9471130371093749E-2</c:v>
                </c:pt>
                <c:pt idx="3910">
                  <c:v>1.9368591308593749E-2</c:v>
                </c:pt>
                <c:pt idx="3911">
                  <c:v>1.9368591308593749E-2</c:v>
                </c:pt>
                <c:pt idx="3912">
                  <c:v>1.913848876953125E-2</c:v>
                </c:pt>
                <c:pt idx="3913">
                  <c:v>1.913848876953125E-2</c:v>
                </c:pt>
                <c:pt idx="3914">
                  <c:v>1.899749755859375E-2</c:v>
                </c:pt>
                <c:pt idx="3915">
                  <c:v>1.899749755859375E-2</c:v>
                </c:pt>
                <c:pt idx="3916">
                  <c:v>1.89166259765625E-2</c:v>
                </c:pt>
                <c:pt idx="3917">
                  <c:v>1.89166259765625E-2</c:v>
                </c:pt>
                <c:pt idx="3918">
                  <c:v>1.8817138671875001E-2</c:v>
                </c:pt>
                <c:pt idx="3919">
                  <c:v>1.8817138671875001E-2</c:v>
                </c:pt>
                <c:pt idx="3920">
                  <c:v>1.8723754882812499E-2</c:v>
                </c:pt>
                <c:pt idx="3921">
                  <c:v>1.8723754882812499E-2</c:v>
                </c:pt>
                <c:pt idx="3922">
                  <c:v>1.8638000488281251E-2</c:v>
                </c:pt>
                <c:pt idx="3923">
                  <c:v>1.8638000488281251E-2</c:v>
                </c:pt>
                <c:pt idx="3924">
                  <c:v>1.845977783203125E-2</c:v>
                </c:pt>
                <c:pt idx="3925">
                  <c:v>1.845977783203125E-2</c:v>
                </c:pt>
                <c:pt idx="3926">
                  <c:v>1.8406982421874999E-2</c:v>
                </c:pt>
                <c:pt idx="3927">
                  <c:v>1.8406982421874999E-2</c:v>
                </c:pt>
                <c:pt idx="3928">
                  <c:v>1.8333740234375E-2</c:v>
                </c:pt>
                <c:pt idx="3929">
                  <c:v>1.8333740234375E-2</c:v>
                </c:pt>
                <c:pt idx="3930">
                  <c:v>1.8248901367187501E-2</c:v>
                </c:pt>
                <c:pt idx="3931">
                  <c:v>1.8248901367187501E-2</c:v>
                </c:pt>
                <c:pt idx="3932">
                  <c:v>1.8118591308593751E-2</c:v>
                </c:pt>
                <c:pt idx="3933">
                  <c:v>1.8118591308593751E-2</c:v>
                </c:pt>
                <c:pt idx="3934">
                  <c:v>1.7973327636718751E-2</c:v>
                </c:pt>
                <c:pt idx="3935">
                  <c:v>1.7973327636718751E-2</c:v>
                </c:pt>
                <c:pt idx="3936">
                  <c:v>1.78033447265625E-2</c:v>
                </c:pt>
                <c:pt idx="3937">
                  <c:v>1.78033447265625E-2</c:v>
                </c:pt>
                <c:pt idx="3938">
                  <c:v>1.7709045410156249E-2</c:v>
                </c:pt>
                <c:pt idx="3939">
                  <c:v>1.7709045410156249E-2</c:v>
                </c:pt>
                <c:pt idx="3940">
                  <c:v>1.7580261230468752E-2</c:v>
                </c:pt>
                <c:pt idx="3941">
                  <c:v>1.7580261230468752E-2</c:v>
                </c:pt>
                <c:pt idx="3942">
                  <c:v>1.7493591308593751E-2</c:v>
                </c:pt>
                <c:pt idx="3943">
                  <c:v>1.7493591308593751E-2</c:v>
                </c:pt>
                <c:pt idx="3944">
                  <c:v>1.7415771484374998E-2</c:v>
                </c:pt>
                <c:pt idx="3945">
                  <c:v>1.7415771484374998E-2</c:v>
                </c:pt>
                <c:pt idx="3946">
                  <c:v>1.7340087890625001E-2</c:v>
                </c:pt>
                <c:pt idx="3947">
                  <c:v>1.7340087890625001E-2</c:v>
                </c:pt>
                <c:pt idx="3948">
                  <c:v>1.7283630371093751E-2</c:v>
                </c:pt>
                <c:pt idx="3949">
                  <c:v>1.7283630371093751E-2</c:v>
                </c:pt>
                <c:pt idx="3950">
                  <c:v>1.7188110351562501E-2</c:v>
                </c:pt>
                <c:pt idx="3951">
                  <c:v>1.7188110351562501E-2</c:v>
                </c:pt>
                <c:pt idx="3952">
                  <c:v>1.7128906249999999E-2</c:v>
                </c:pt>
                <c:pt idx="3953">
                  <c:v>1.7128906249999999E-2</c:v>
                </c:pt>
                <c:pt idx="3954">
                  <c:v>1.6927795410156252E-2</c:v>
                </c:pt>
                <c:pt idx="3955">
                  <c:v>1.6927795410156252E-2</c:v>
                </c:pt>
                <c:pt idx="3956">
                  <c:v>1.6890869140625001E-2</c:v>
                </c:pt>
                <c:pt idx="3957">
                  <c:v>1.6890869140625001E-2</c:v>
                </c:pt>
                <c:pt idx="3958">
                  <c:v>1.6726684570312501E-2</c:v>
                </c:pt>
                <c:pt idx="3959">
                  <c:v>1.6726684570312501E-2</c:v>
                </c:pt>
                <c:pt idx="3960">
                  <c:v>1.6641540527343748E-2</c:v>
                </c:pt>
                <c:pt idx="3961">
                  <c:v>1.6641540527343748E-2</c:v>
                </c:pt>
                <c:pt idx="3962">
                  <c:v>1.656768798828125E-2</c:v>
                </c:pt>
                <c:pt idx="3963">
                  <c:v>1.656768798828125E-2</c:v>
                </c:pt>
                <c:pt idx="3964">
                  <c:v>1.6411437988281249E-2</c:v>
                </c:pt>
                <c:pt idx="3965">
                  <c:v>1.6411437988281249E-2</c:v>
                </c:pt>
                <c:pt idx="3966">
                  <c:v>1.628509521484375E-2</c:v>
                </c:pt>
                <c:pt idx="3967">
                  <c:v>1.628509521484375E-2</c:v>
                </c:pt>
                <c:pt idx="3968">
                  <c:v>1.6167907714843749E-2</c:v>
                </c:pt>
                <c:pt idx="3969">
                  <c:v>1.6167907714843749E-2</c:v>
                </c:pt>
                <c:pt idx="3970">
                  <c:v>1.6096191406250002E-2</c:v>
                </c:pt>
                <c:pt idx="3971">
                  <c:v>1.6096191406250002E-2</c:v>
                </c:pt>
                <c:pt idx="3972">
                  <c:v>1.6031494140625002E-2</c:v>
                </c:pt>
                <c:pt idx="3973">
                  <c:v>1.6031494140625002E-2</c:v>
                </c:pt>
                <c:pt idx="3974">
                  <c:v>1.5927734374999999E-2</c:v>
                </c:pt>
                <c:pt idx="3975">
                  <c:v>1.5927734374999999E-2</c:v>
                </c:pt>
                <c:pt idx="3976">
                  <c:v>1.5811157226562501E-2</c:v>
                </c:pt>
                <c:pt idx="3977">
                  <c:v>1.5811157226562501E-2</c:v>
                </c:pt>
                <c:pt idx="3978">
                  <c:v>1.5645141601562499E-2</c:v>
                </c:pt>
                <c:pt idx="3979">
                  <c:v>1.5645141601562499E-2</c:v>
                </c:pt>
                <c:pt idx="3980">
                  <c:v>1.5494689941406251E-2</c:v>
                </c:pt>
                <c:pt idx="3981">
                  <c:v>1.5494689941406251E-2</c:v>
                </c:pt>
                <c:pt idx="3982">
                  <c:v>1.5412292480468749E-2</c:v>
                </c:pt>
                <c:pt idx="3983">
                  <c:v>1.5412292480468749E-2</c:v>
                </c:pt>
                <c:pt idx="3984">
                  <c:v>1.5362548828124999E-2</c:v>
                </c:pt>
                <c:pt idx="3985">
                  <c:v>1.5362548828124999E-2</c:v>
                </c:pt>
                <c:pt idx="3986">
                  <c:v>1.531219482421875E-2</c:v>
                </c:pt>
                <c:pt idx="3987">
                  <c:v>1.531219482421875E-2</c:v>
                </c:pt>
                <c:pt idx="3988">
                  <c:v>1.5275268554687501E-2</c:v>
                </c:pt>
                <c:pt idx="3989">
                  <c:v>1.5275268554687501E-2</c:v>
                </c:pt>
                <c:pt idx="3990">
                  <c:v>1.5193176269531251E-2</c:v>
                </c:pt>
                <c:pt idx="3991">
                  <c:v>1.5193176269531251E-2</c:v>
                </c:pt>
                <c:pt idx="3992">
                  <c:v>1.51043701171875E-2</c:v>
                </c:pt>
                <c:pt idx="3993">
                  <c:v>1.51043701171875E-2</c:v>
                </c:pt>
                <c:pt idx="3994">
                  <c:v>1.4989013671875001E-2</c:v>
                </c:pt>
                <c:pt idx="3995">
                  <c:v>1.4989013671875001E-2</c:v>
                </c:pt>
                <c:pt idx="3996">
                  <c:v>1.4882202148437501E-2</c:v>
                </c:pt>
              </c:numCache>
            </c:numRef>
          </c:yVal>
          <c:smooth val="0"/>
          <c:extLst>
            <c:ext xmlns:c16="http://schemas.microsoft.com/office/drawing/2014/chart" uri="{C3380CC4-5D6E-409C-BE32-E72D297353CC}">
              <c16:uniqueId val="{00000001-FECD-4BE3-8E43-61B7E5625EF9}"/>
            </c:ext>
          </c:extLst>
        </c:ser>
        <c:ser>
          <c:idx val="1"/>
          <c:order val="1"/>
          <c:tx>
            <c:v>C=2（200回）</c:v>
          </c:tx>
          <c:spPr>
            <a:ln w="25400" cap="rnd">
              <a:solidFill>
                <a:srgbClr val="CC6733"/>
              </a:solidFill>
              <a:round/>
            </a:ln>
            <a:effectLst/>
          </c:spPr>
          <c:marker>
            <c:symbol val="none"/>
          </c:marker>
          <c:xVal>
            <c:numRef>
              <c:f>データ!$D$2:$D$3998</c:f>
              <c:numCache>
                <c:formatCode>General</c:formatCode>
                <c:ptCount val="3997"/>
                <c:pt idx="0">
                  <c:v>0</c:v>
                </c:pt>
                <c:pt idx="1">
                  <c:v>2.7682086614173228E-4</c:v>
                </c:pt>
                <c:pt idx="2">
                  <c:v>2.7682086614173228E-4</c:v>
                </c:pt>
                <c:pt idx="3">
                  <c:v>5.8439960629921264E-4</c:v>
                </c:pt>
                <c:pt idx="4">
                  <c:v>5.8439960629921264E-4</c:v>
                </c:pt>
                <c:pt idx="5">
                  <c:v>8.9197834645669296E-4</c:v>
                </c:pt>
                <c:pt idx="6">
                  <c:v>8.9197834645669296E-4</c:v>
                </c:pt>
                <c:pt idx="7">
                  <c:v>1.1995570866141733E-3</c:v>
                </c:pt>
                <c:pt idx="8">
                  <c:v>1.1995570866141733E-3</c:v>
                </c:pt>
                <c:pt idx="9">
                  <c:v>1.4763779527559057E-3</c:v>
                </c:pt>
                <c:pt idx="10">
                  <c:v>1.4763779527559057E-3</c:v>
                </c:pt>
                <c:pt idx="11">
                  <c:v>1.7839566929133859E-3</c:v>
                </c:pt>
                <c:pt idx="12">
                  <c:v>1.7839566929133859E-3</c:v>
                </c:pt>
                <c:pt idx="13">
                  <c:v>2.0915354330708663E-3</c:v>
                </c:pt>
                <c:pt idx="14">
                  <c:v>2.0915354330708663E-3</c:v>
                </c:pt>
                <c:pt idx="15">
                  <c:v>2.3991141732283465E-3</c:v>
                </c:pt>
                <c:pt idx="16">
                  <c:v>2.3991141732283465E-3</c:v>
                </c:pt>
                <c:pt idx="17">
                  <c:v>2.6759350393700788E-3</c:v>
                </c:pt>
                <c:pt idx="18">
                  <c:v>2.6759350393700788E-3</c:v>
                </c:pt>
                <c:pt idx="19">
                  <c:v>2.983513779527559E-3</c:v>
                </c:pt>
                <c:pt idx="20">
                  <c:v>2.983513779527559E-3</c:v>
                </c:pt>
                <c:pt idx="21">
                  <c:v>3.2910925196850392E-3</c:v>
                </c:pt>
                <c:pt idx="22">
                  <c:v>3.2910925196850392E-3</c:v>
                </c:pt>
                <c:pt idx="23">
                  <c:v>3.5986712598425198E-3</c:v>
                </c:pt>
                <c:pt idx="24">
                  <c:v>3.5986712598425198E-3</c:v>
                </c:pt>
                <c:pt idx="25">
                  <c:v>3.875492125984252E-3</c:v>
                </c:pt>
                <c:pt idx="26">
                  <c:v>3.875492125984252E-3</c:v>
                </c:pt>
                <c:pt idx="27">
                  <c:v>4.1830708661417327E-3</c:v>
                </c:pt>
                <c:pt idx="28">
                  <c:v>4.1830708661417327E-3</c:v>
                </c:pt>
                <c:pt idx="29">
                  <c:v>4.4906496062992124E-3</c:v>
                </c:pt>
                <c:pt idx="30">
                  <c:v>4.4906496062992124E-3</c:v>
                </c:pt>
                <c:pt idx="31">
                  <c:v>4.7982283464566931E-3</c:v>
                </c:pt>
                <c:pt idx="32">
                  <c:v>4.7982283464566931E-3</c:v>
                </c:pt>
                <c:pt idx="33">
                  <c:v>5.0750492125984249E-3</c:v>
                </c:pt>
                <c:pt idx="34">
                  <c:v>5.0750492125984249E-3</c:v>
                </c:pt>
                <c:pt idx="35">
                  <c:v>5.3826279527559055E-3</c:v>
                </c:pt>
                <c:pt idx="36">
                  <c:v>5.3826279527559055E-3</c:v>
                </c:pt>
                <c:pt idx="37">
                  <c:v>5.6902066929133861E-3</c:v>
                </c:pt>
                <c:pt idx="38">
                  <c:v>5.6902066929133861E-3</c:v>
                </c:pt>
                <c:pt idx="39">
                  <c:v>5.9977854330708659E-3</c:v>
                </c:pt>
                <c:pt idx="40">
                  <c:v>5.9977854330708659E-3</c:v>
                </c:pt>
                <c:pt idx="41">
                  <c:v>6.2746062992125986E-3</c:v>
                </c:pt>
                <c:pt idx="42">
                  <c:v>6.2746062992125986E-3</c:v>
                </c:pt>
                <c:pt idx="43">
                  <c:v>6.5821850393700783E-3</c:v>
                </c:pt>
                <c:pt idx="44">
                  <c:v>6.5821850393700783E-3</c:v>
                </c:pt>
                <c:pt idx="45">
                  <c:v>6.889763779527559E-3</c:v>
                </c:pt>
                <c:pt idx="46">
                  <c:v>6.889763779527559E-3</c:v>
                </c:pt>
                <c:pt idx="47">
                  <c:v>7.1973425196850396E-3</c:v>
                </c:pt>
                <c:pt idx="48">
                  <c:v>7.1973425196850396E-3</c:v>
                </c:pt>
                <c:pt idx="49">
                  <c:v>7.4741633858267714E-3</c:v>
                </c:pt>
                <c:pt idx="50">
                  <c:v>7.4741633858267714E-3</c:v>
                </c:pt>
                <c:pt idx="51">
                  <c:v>7.781742125984252E-3</c:v>
                </c:pt>
                <c:pt idx="52">
                  <c:v>7.781742125984252E-3</c:v>
                </c:pt>
                <c:pt idx="53">
                  <c:v>8.0893208661417318E-3</c:v>
                </c:pt>
                <c:pt idx="54">
                  <c:v>8.0893208661417318E-3</c:v>
                </c:pt>
                <c:pt idx="55">
                  <c:v>8.3968996062992133E-3</c:v>
                </c:pt>
                <c:pt idx="56">
                  <c:v>8.3968996062992133E-3</c:v>
                </c:pt>
                <c:pt idx="57">
                  <c:v>8.6737204724409451E-3</c:v>
                </c:pt>
                <c:pt idx="58">
                  <c:v>8.6737204724409451E-3</c:v>
                </c:pt>
                <c:pt idx="59">
                  <c:v>8.9812992125984249E-3</c:v>
                </c:pt>
                <c:pt idx="60">
                  <c:v>8.9812992125984249E-3</c:v>
                </c:pt>
                <c:pt idx="61">
                  <c:v>9.2888779527559064E-3</c:v>
                </c:pt>
                <c:pt idx="62">
                  <c:v>9.2888779527559064E-3</c:v>
                </c:pt>
                <c:pt idx="63">
                  <c:v>9.5964566929133861E-3</c:v>
                </c:pt>
                <c:pt idx="64">
                  <c:v>9.5964566929133861E-3</c:v>
                </c:pt>
                <c:pt idx="65">
                  <c:v>9.8732775590551179E-3</c:v>
                </c:pt>
                <c:pt idx="66">
                  <c:v>9.8732775590551179E-3</c:v>
                </c:pt>
                <c:pt idx="67">
                  <c:v>1.0180856299212598E-2</c:v>
                </c:pt>
                <c:pt idx="68">
                  <c:v>1.0180856299212598E-2</c:v>
                </c:pt>
                <c:pt idx="69">
                  <c:v>1.0488435039370079E-2</c:v>
                </c:pt>
                <c:pt idx="70">
                  <c:v>1.0488435039370079E-2</c:v>
                </c:pt>
                <c:pt idx="71">
                  <c:v>1.0796013779527561E-2</c:v>
                </c:pt>
                <c:pt idx="72">
                  <c:v>1.0796013779527561E-2</c:v>
                </c:pt>
                <c:pt idx="73">
                  <c:v>1.1072834645669291E-2</c:v>
                </c:pt>
                <c:pt idx="74">
                  <c:v>1.1072834645669291E-2</c:v>
                </c:pt>
                <c:pt idx="75">
                  <c:v>1.1380413385826772E-2</c:v>
                </c:pt>
                <c:pt idx="76">
                  <c:v>1.1380413385826772E-2</c:v>
                </c:pt>
                <c:pt idx="77">
                  <c:v>1.1687992125984252E-2</c:v>
                </c:pt>
                <c:pt idx="78">
                  <c:v>1.1687992125984252E-2</c:v>
                </c:pt>
                <c:pt idx="79">
                  <c:v>1.1995570866141732E-2</c:v>
                </c:pt>
                <c:pt idx="80">
                  <c:v>1.1995570866141732E-2</c:v>
                </c:pt>
                <c:pt idx="81">
                  <c:v>1.2272391732283464E-2</c:v>
                </c:pt>
                <c:pt idx="82">
                  <c:v>1.2272391732283464E-2</c:v>
                </c:pt>
                <c:pt idx="83">
                  <c:v>1.2579970472440943E-2</c:v>
                </c:pt>
                <c:pt idx="84">
                  <c:v>1.2579970472440943E-2</c:v>
                </c:pt>
                <c:pt idx="85">
                  <c:v>1.2887549212598425E-2</c:v>
                </c:pt>
                <c:pt idx="86">
                  <c:v>1.2887549212598425E-2</c:v>
                </c:pt>
                <c:pt idx="87">
                  <c:v>1.3195127952755906E-2</c:v>
                </c:pt>
                <c:pt idx="88">
                  <c:v>1.3195127952755906E-2</c:v>
                </c:pt>
                <c:pt idx="89">
                  <c:v>1.3471948818897638E-2</c:v>
                </c:pt>
                <c:pt idx="90">
                  <c:v>1.3471948818897638E-2</c:v>
                </c:pt>
                <c:pt idx="91">
                  <c:v>1.3779527559055118E-2</c:v>
                </c:pt>
                <c:pt idx="92">
                  <c:v>1.3779527559055118E-2</c:v>
                </c:pt>
                <c:pt idx="93">
                  <c:v>1.4087106299212598E-2</c:v>
                </c:pt>
                <c:pt idx="94">
                  <c:v>1.4087106299212598E-2</c:v>
                </c:pt>
                <c:pt idx="95">
                  <c:v>1.4394685039370079E-2</c:v>
                </c:pt>
                <c:pt idx="96">
                  <c:v>1.4394685039370079E-2</c:v>
                </c:pt>
                <c:pt idx="97">
                  <c:v>1.4671505905511813E-2</c:v>
                </c:pt>
                <c:pt idx="98">
                  <c:v>1.4671505905511813E-2</c:v>
                </c:pt>
                <c:pt idx="99">
                  <c:v>1.4979084645669291E-2</c:v>
                </c:pt>
                <c:pt idx="100">
                  <c:v>1.4979084645669291E-2</c:v>
                </c:pt>
                <c:pt idx="101">
                  <c:v>1.5286663385826772E-2</c:v>
                </c:pt>
                <c:pt idx="102">
                  <c:v>1.5286663385826772E-2</c:v>
                </c:pt>
                <c:pt idx="103">
                  <c:v>1.5594242125984252E-2</c:v>
                </c:pt>
                <c:pt idx="104">
                  <c:v>1.5594242125984252E-2</c:v>
                </c:pt>
                <c:pt idx="105">
                  <c:v>1.5871062992125984E-2</c:v>
                </c:pt>
                <c:pt idx="106">
                  <c:v>1.5871062992125984E-2</c:v>
                </c:pt>
                <c:pt idx="107">
                  <c:v>1.6178641732283464E-2</c:v>
                </c:pt>
                <c:pt idx="108">
                  <c:v>1.6178641732283464E-2</c:v>
                </c:pt>
                <c:pt idx="109">
                  <c:v>1.6486220472440943E-2</c:v>
                </c:pt>
                <c:pt idx="110">
                  <c:v>1.6486220472440943E-2</c:v>
                </c:pt>
                <c:pt idx="111">
                  <c:v>1.6793799212598427E-2</c:v>
                </c:pt>
                <c:pt idx="112">
                  <c:v>1.6793799212598427E-2</c:v>
                </c:pt>
                <c:pt idx="113">
                  <c:v>1.7070620078740158E-2</c:v>
                </c:pt>
                <c:pt idx="114">
                  <c:v>1.7070620078740158E-2</c:v>
                </c:pt>
                <c:pt idx="115">
                  <c:v>1.7378198818897638E-2</c:v>
                </c:pt>
                <c:pt idx="116">
                  <c:v>1.7378198818897638E-2</c:v>
                </c:pt>
                <c:pt idx="117">
                  <c:v>1.7685777559055118E-2</c:v>
                </c:pt>
                <c:pt idx="118">
                  <c:v>1.7685777559055118E-2</c:v>
                </c:pt>
                <c:pt idx="119">
                  <c:v>1.7993356299212598E-2</c:v>
                </c:pt>
                <c:pt idx="120">
                  <c:v>1.7993356299212598E-2</c:v>
                </c:pt>
                <c:pt idx="121">
                  <c:v>1.8270177165354329E-2</c:v>
                </c:pt>
                <c:pt idx="122">
                  <c:v>1.8270177165354329E-2</c:v>
                </c:pt>
                <c:pt idx="123">
                  <c:v>1.8577755905511813E-2</c:v>
                </c:pt>
                <c:pt idx="124">
                  <c:v>1.8577755905511813E-2</c:v>
                </c:pt>
                <c:pt idx="125">
                  <c:v>1.8885334645669292E-2</c:v>
                </c:pt>
                <c:pt idx="126">
                  <c:v>1.8885334645669292E-2</c:v>
                </c:pt>
                <c:pt idx="127">
                  <c:v>1.9192913385826772E-2</c:v>
                </c:pt>
                <c:pt idx="128">
                  <c:v>1.9192913385826772E-2</c:v>
                </c:pt>
                <c:pt idx="129">
                  <c:v>1.9469734251968504E-2</c:v>
                </c:pt>
                <c:pt idx="130">
                  <c:v>1.9469734251968504E-2</c:v>
                </c:pt>
                <c:pt idx="131">
                  <c:v>1.9777312992125984E-2</c:v>
                </c:pt>
                <c:pt idx="132">
                  <c:v>1.9777312992125984E-2</c:v>
                </c:pt>
                <c:pt idx="133">
                  <c:v>2.0084891732283464E-2</c:v>
                </c:pt>
                <c:pt idx="134">
                  <c:v>2.0084891732283464E-2</c:v>
                </c:pt>
                <c:pt idx="135">
                  <c:v>2.0392470472440943E-2</c:v>
                </c:pt>
                <c:pt idx="136">
                  <c:v>2.0392470472440943E-2</c:v>
                </c:pt>
                <c:pt idx="137">
                  <c:v>2.0669291338582679E-2</c:v>
                </c:pt>
                <c:pt idx="138">
                  <c:v>2.0669291338582679E-2</c:v>
                </c:pt>
                <c:pt idx="139">
                  <c:v>2.0976870078740158E-2</c:v>
                </c:pt>
                <c:pt idx="140">
                  <c:v>2.0976870078740158E-2</c:v>
                </c:pt>
                <c:pt idx="141">
                  <c:v>2.1284448818897642E-2</c:v>
                </c:pt>
                <c:pt idx="142">
                  <c:v>2.1284448818897642E-2</c:v>
                </c:pt>
                <c:pt idx="143">
                  <c:v>2.1592027559055121E-2</c:v>
                </c:pt>
                <c:pt idx="144">
                  <c:v>2.1592027559055121E-2</c:v>
                </c:pt>
                <c:pt idx="145">
                  <c:v>2.186884842519685E-2</c:v>
                </c:pt>
                <c:pt idx="146">
                  <c:v>2.186884842519685E-2</c:v>
                </c:pt>
                <c:pt idx="147">
                  <c:v>2.2176427165354329E-2</c:v>
                </c:pt>
                <c:pt idx="148">
                  <c:v>2.2176427165354329E-2</c:v>
                </c:pt>
                <c:pt idx="149">
                  <c:v>2.2484005905511813E-2</c:v>
                </c:pt>
                <c:pt idx="150">
                  <c:v>2.2484005905511813E-2</c:v>
                </c:pt>
                <c:pt idx="151">
                  <c:v>2.2791584645669292E-2</c:v>
                </c:pt>
                <c:pt idx="152">
                  <c:v>2.2791584645669292E-2</c:v>
                </c:pt>
                <c:pt idx="153">
                  <c:v>2.3068405511811024E-2</c:v>
                </c:pt>
                <c:pt idx="154">
                  <c:v>2.3068405511811024E-2</c:v>
                </c:pt>
                <c:pt idx="155">
                  <c:v>2.3375984251968504E-2</c:v>
                </c:pt>
                <c:pt idx="156">
                  <c:v>2.3375984251968504E-2</c:v>
                </c:pt>
                <c:pt idx="157">
                  <c:v>2.3683562992125984E-2</c:v>
                </c:pt>
                <c:pt idx="158">
                  <c:v>2.3683562992125984E-2</c:v>
                </c:pt>
                <c:pt idx="159">
                  <c:v>2.3991141732283464E-2</c:v>
                </c:pt>
                <c:pt idx="160">
                  <c:v>2.3991141732283464E-2</c:v>
                </c:pt>
                <c:pt idx="161">
                  <c:v>2.4267962598425195E-2</c:v>
                </c:pt>
                <c:pt idx="162">
                  <c:v>2.4267962598425195E-2</c:v>
                </c:pt>
                <c:pt idx="163">
                  <c:v>2.4575541338582679E-2</c:v>
                </c:pt>
                <c:pt idx="164">
                  <c:v>2.4575541338582679E-2</c:v>
                </c:pt>
                <c:pt idx="165">
                  <c:v>2.4883120078740158E-2</c:v>
                </c:pt>
                <c:pt idx="166">
                  <c:v>2.4883120078740158E-2</c:v>
                </c:pt>
                <c:pt idx="167">
                  <c:v>2.5190698818897642E-2</c:v>
                </c:pt>
                <c:pt idx="168">
                  <c:v>2.5190698818897642E-2</c:v>
                </c:pt>
                <c:pt idx="169">
                  <c:v>2.546751968503937E-2</c:v>
                </c:pt>
                <c:pt idx="170">
                  <c:v>2.546751968503937E-2</c:v>
                </c:pt>
                <c:pt idx="171">
                  <c:v>2.577509842519685E-2</c:v>
                </c:pt>
                <c:pt idx="172">
                  <c:v>2.577509842519685E-2</c:v>
                </c:pt>
                <c:pt idx="173">
                  <c:v>2.6082677165354329E-2</c:v>
                </c:pt>
                <c:pt idx="174">
                  <c:v>2.6082677165354329E-2</c:v>
                </c:pt>
                <c:pt idx="175">
                  <c:v>2.6390255905511813E-2</c:v>
                </c:pt>
                <c:pt idx="176">
                  <c:v>2.6390255905511813E-2</c:v>
                </c:pt>
                <c:pt idx="177">
                  <c:v>2.6667076771653545E-2</c:v>
                </c:pt>
                <c:pt idx="178">
                  <c:v>2.6667076771653545E-2</c:v>
                </c:pt>
                <c:pt idx="179">
                  <c:v>2.6974655511811024E-2</c:v>
                </c:pt>
                <c:pt idx="180">
                  <c:v>2.6974655511811024E-2</c:v>
                </c:pt>
                <c:pt idx="181">
                  <c:v>2.7282234251968504E-2</c:v>
                </c:pt>
                <c:pt idx="182">
                  <c:v>2.7282234251968504E-2</c:v>
                </c:pt>
                <c:pt idx="183">
                  <c:v>2.7589812992125984E-2</c:v>
                </c:pt>
                <c:pt idx="184">
                  <c:v>2.7589812992125984E-2</c:v>
                </c:pt>
                <c:pt idx="185">
                  <c:v>2.7866633858267716E-2</c:v>
                </c:pt>
                <c:pt idx="186">
                  <c:v>2.7866633858267716E-2</c:v>
                </c:pt>
                <c:pt idx="187">
                  <c:v>2.8174212598425195E-2</c:v>
                </c:pt>
                <c:pt idx="188">
                  <c:v>2.8174212598425195E-2</c:v>
                </c:pt>
                <c:pt idx="189">
                  <c:v>2.8481791338582679E-2</c:v>
                </c:pt>
                <c:pt idx="190">
                  <c:v>2.8481791338582679E-2</c:v>
                </c:pt>
                <c:pt idx="191">
                  <c:v>2.8789370078740158E-2</c:v>
                </c:pt>
                <c:pt idx="192">
                  <c:v>2.8789370078740158E-2</c:v>
                </c:pt>
                <c:pt idx="193">
                  <c:v>2.906619094488189E-2</c:v>
                </c:pt>
                <c:pt idx="194">
                  <c:v>2.906619094488189E-2</c:v>
                </c:pt>
                <c:pt idx="195">
                  <c:v>2.937376968503937E-2</c:v>
                </c:pt>
                <c:pt idx="196">
                  <c:v>2.937376968503937E-2</c:v>
                </c:pt>
                <c:pt idx="197">
                  <c:v>2.968134842519685E-2</c:v>
                </c:pt>
                <c:pt idx="198">
                  <c:v>2.968134842519685E-2</c:v>
                </c:pt>
                <c:pt idx="199">
                  <c:v>2.9988927165354329E-2</c:v>
                </c:pt>
                <c:pt idx="200">
                  <c:v>2.9988927165354329E-2</c:v>
                </c:pt>
                <c:pt idx="201">
                  <c:v>3.0265748031496061E-2</c:v>
                </c:pt>
                <c:pt idx="202">
                  <c:v>3.0265748031496061E-2</c:v>
                </c:pt>
                <c:pt idx="203">
                  <c:v>3.0573326771653545E-2</c:v>
                </c:pt>
                <c:pt idx="204">
                  <c:v>3.0573326771653545E-2</c:v>
                </c:pt>
                <c:pt idx="205">
                  <c:v>3.0880905511811024E-2</c:v>
                </c:pt>
                <c:pt idx="206">
                  <c:v>3.0880905511811024E-2</c:v>
                </c:pt>
                <c:pt idx="207">
                  <c:v>3.1188484251968504E-2</c:v>
                </c:pt>
                <c:pt idx="208">
                  <c:v>3.1188484251968504E-2</c:v>
                </c:pt>
                <c:pt idx="209">
                  <c:v>3.1465305118110236E-2</c:v>
                </c:pt>
                <c:pt idx="210">
                  <c:v>3.1465305118110236E-2</c:v>
                </c:pt>
                <c:pt idx="211">
                  <c:v>3.1772883858267716E-2</c:v>
                </c:pt>
                <c:pt idx="212">
                  <c:v>3.1772883858267716E-2</c:v>
                </c:pt>
                <c:pt idx="213">
                  <c:v>3.2080462598425195E-2</c:v>
                </c:pt>
                <c:pt idx="214">
                  <c:v>3.2080462598425195E-2</c:v>
                </c:pt>
                <c:pt idx="215">
                  <c:v>3.2388041338582675E-2</c:v>
                </c:pt>
                <c:pt idx="216">
                  <c:v>3.2388041338582675E-2</c:v>
                </c:pt>
                <c:pt idx="217">
                  <c:v>3.2664862204724407E-2</c:v>
                </c:pt>
                <c:pt idx="218">
                  <c:v>3.2664862204724407E-2</c:v>
                </c:pt>
                <c:pt idx="219">
                  <c:v>3.2972440944881887E-2</c:v>
                </c:pt>
                <c:pt idx="220">
                  <c:v>3.2972440944881887E-2</c:v>
                </c:pt>
                <c:pt idx="221">
                  <c:v>3.3280019685039373E-2</c:v>
                </c:pt>
                <c:pt idx="222">
                  <c:v>3.3280019685039373E-2</c:v>
                </c:pt>
                <c:pt idx="223">
                  <c:v>3.3587598425196853E-2</c:v>
                </c:pt>
                <c:pt idx="224">
                  <c:v>3.3587598425196853E-2</c:v>
                </c:pt>
                <c:pt idx="225">
                  <c:v>3.3864419291338585E-2</c:v>
                </c:pt>
                <c:pt idx="226">
                  <c:v>3.3864419291338585E-2</c:v>
                </c:pt>
                <c:pt idx="227">
                  <c:v>3.4171998031496065E-2</c:v>
                </c:pt>
                <c:pt idx="228">
                  <c:v>3.4171998031496065E-2</c:v>
                </c:pt>
                <c:pt idx="229">
                  <c:v>3.4479576771653545E-2</c:v>
                </c:pt>
                <c:pt idx="230">
                  <c:v>3.4479576771653545E-2</c:v>
                </c:pt>
                <c:pt idx="231">
                  <c:v>3.4787155511811024E-2</c:v>
                </c:pt>
                <c:pt idx="232">
                  <c:v>3.4787155511811024E-2</c:v>
                </c:pt>
                <c:pt idx="233">
                  <c:v>3.5063976377952756E-2</c:v>
                </c:pt>
                <c:pt idx="234">
                  <c:v>3.5063976377952756E-2</c:v>
                </c:pt>
                <c:pt idx="235">
                  <c:v>3.5371555118110236E-2</c:v>
                </c:pt>
                <c:pt idx="236">
                  <c:v>3.5371555118110236E-2</c:v>
                </c:pt>
                <c:pt idx="237">
                  <c:v>3.5679133858267716E-2</c:v>
                </c:pt>
                <c:pt idx="238">
                  <c:v>3.5679133858267716E-2</c:v>
                </c:pt>
                <c:pt idx="239">
                  <c:v>3.5986712598425195E-2</c:v>
                </c:pt>
                <c:pt idx="240">
                  <c:v>3.5986712598425195E-2</c:v>
                </c:pt>
                <c:pt idx="241">
                  <c:v>3.6294291338582675E-2</c:v>
                </c:pt>
                <c:pt idx="242">
                  <c:v>3.6294291338582675E-2</c:v>
                </c:pt>
                <c:pt idx="243">
                  <c:v>3.6571112204724407E-2</c:v>
                </c:pt>
                <c:pt idx="244">
                  <c:v>3.6571112204724407E-2</c:v>
                </c:pt>
                <c:pt idx="245">
                  <c:v>3.6878690944881887E-2</c:v>
                </c:pt>
                <c:pt idx="246">
                  <c:v>3.6878690944881887E-2</c:v>
                </c:pt>
                <c:pt idx="247">
                  <c:v>3.7186269685039373E-2</c:v>
                </c:pt>
                <c:pt idx="248">
                  <c:v>3.7186269685039373E-2</c:v>
                </c:pt>
                <c:pt idx="249">
                  <c:v>3.7493848425196853E-2</c:v>
                </c:pt>
                <c:pt idx="250">
                  <c:v>3.7493848425196853E-2</c:v>
                </c:pt>
                <c:pt idx="251">
                  <c:v>3.7770669291338585E-2</c:v>
                </c:pt>
                <c:pt idx="252">
                  <c:v>3.7770669291338585E-2</c:v>
                </c:pt>
                <c:pt idx="253">
                  <c:v>3.8078248031496065E-2</c:v>
                </c:pt>
                <c:pt idx="254">
                  <c:v>3.8078248031496065E-2</c:v>
                </c:pt>
                <c:pt idx="255">
                  <c:v>3.8385826771653545E-2</c:v>
                </c:pt>
                <c:pt idx="256">
                  <c:v>3.8385826771653545E-2</c:v>
                </c:pt>
                <c:pt idx="257">
                  <c:v>3.8693405511811024E-2</c:v>
                </c:pt>
                <c:pt idx="258">
                  <c:v>3.8693405511811024E-2</c:v>
                </c:pt>
                <c:pt idx="259">
                  <c:v>3.8970226377952749E-2</c:v>
                </c:pt>
                <c:pt idx="260">
                  <c:v>3.8970226377952749E-2</c:v>
                </c:pt>
                <c:pt idx="261">
                  <c:v>3.9277805118110243E-2</c:v>
                </c:pt>
                <c:pt idx="262">
                  <c:v>3.9277805118110243E-2</c:v>
                </c:pt>
                <c:pt idx="263">
                  <c:v>3.9585383858267709E-2</c:v>
                </c:pt>
                <c:pt idx="264">
                  <c:v>3.9585383858267709E-2</c:v>
                </c:pt>
                <c:pt idx="265">
                  <c:v>3.9892962598425195E-2</c:v>
                </c:pt>
                <c:pt idx="266">
                  <c:v>3.9892962598425195E-2</c:v>
                </c:pt>
                <c:pt idx="267">
                  <c:v>4.0169783464566927E-2</c:v>
                </c:pt>
                <c:pt idx="268">
                  <c:v>4.0169783464566927E-2</c:v>
                </c:pt>
                <c:pt idx="269">
                  <c:v>4.0477362204724407E-2</c:v>
                </c:pt>
                <c:pt idx="270">
                  <c:v>4.0477362204724407E-2</c:v>
                </c:pt>
                <c:pt idx="271">
                  <c:v>4.0784940944881887E-2</c:v>
                </c:pt>
                <c:pt idx="272">
                  <c:v>4.0784940944881887E-2</c:v>
                </c:pt>
                <c:pt idx="273">
                  <c:v>4.1092519685039373E-2</c:v>
                </c:pt>
                <c:pt idx="274">
                  <c:v>4.1092519685039373E-2</c:v>
                </c:pt>
                <c:pt idx="275">
                  <c:v>4.1369340551181105E-2</c:v>
                </c:pt>
                <c:pt idx="276">
                  <c:v>4.1369340551181105E-2</c:v>
                </c:pt>
                <c:pt idx="277">
                  <c:v>4.1676919291338585E-2</c:v>
                </c:pt>
                <c:pt idx="278">
                  <c:v>4.1676919291338585E-2</c:v>
                </c:pt>
                <c:pt idx="279">
                  <c:v>4.1984498031496065E-2</c:v>
                </c:pt>
                <c:pt idx="280">
                  <c:v>4.1984498031496065E-2</c:v>
                </c:pt>
                <c:pt idx="281">
                  <c:v>4.2292076771653545E-2</c:v>
                </c:pt>
                <c:pt idx="282">
                  <c:v>4.2292076771653545E-2</c:v>
                </c:pt>
                <c:pt idx="283">
                  <c:v>4.2568897637795283E-2</c:v>
                </c:pt>
                <c:pt idx="284">
                  <c:v>4.2568897637795283E-2</c:v>
                </c:pt>
                <c:pt idx="285">
                  <c:v>4.2876476377952749E-2</c:v>
                </c:pt>
                <c:pt idx="286">
                  <c:v>4.2876476377952749E-2</c:v>
                </c:pt>
                <c:pt idx="287">
                  <c:v>4.3184055118110243E-2</c:v>
                </c:pt>
                <c:pt idx="288">
                  <c:v>4.3184055118110243E-2</c:v>
                </c:pt>
                <c:pt idx="289">
                  <c:v>4.3491633858267709E-2</c:v>
                </c:pt>
                <c:pt idx="290">
                  <c:v>4.3491633858267709E-2</c:v>
                </c:pt>
                <c:pt idx="291">
                  <c:v>4.3768454724409447E-2</c:v>
                </c:pt>
                <c:pt idx="292">
                  <c:v>4.3768454724409447E-2</c:v>
                </c:pt>
                <c:pt idx="293">
                  <c:v>4.4076033464566927E-2</c:v>
                </c:pt>
                <c:pt idx="294">
                  <c:v>4.4076033464566927E-2</c:v>
                </c:pt>
                <c:pt idx="295">
                  <c:v>4.4383612204724407E-2</c:v>
                </c:pt>
                <c:pt idx="296">
                  <c:v>4.4383612204724407E-2</c:v>
                </c:pt>
                <c:pt idx="297">
                  <c:v>4.4691190944881887E-2</c:v>
                </c:pt>
                <c:pt idx="298">
                  <c:v>4.4691190944881887E-2</c:v>
                </c:pt>
                <c:pt idx="299">
                  <c:v>4.4968011811023625E-2</c:v>
                </c:pt>
                <c:pt idx="300">
                  <c:v>4.4968011811023625E-2</c:v>
                </c:pt>
                <c:pt idx="301">
                  <c:v>4.5275590551181105E-2</c:v>
                </c:pt>
                <c:pt idx="302">
                  <c:v>4.5275590551181105E-2</c:v>
                </c:pt>
                <c:pt idx="303">
                  <c:v>4.5583169291338585E-2</c:v>
                </c:pt>
                <c:pt idx="304">
                  <c:v>4.5583169291338585E-2</c:v>
                </c:pt>
                <c:pt idx="305">
                  <c:v>4.5890748031496065E-2</c:v>
                </c:pt>
                <c:pt idx="306">
                  <c:v>4.5890748031496065E-2</c:v>
                </c:pt>
                <c:pt idx="307">
                  <c:v>4.6167568897637797E-2</c:v>
                </c:pt>
                <c:pt idx="308">
                  <c:v>4.6167568897637797E-2</c:v>
                </c:pt>
                <c:pt idx="309">
                  <c:v>4.6475147637795283E-2</c:v>
                </c:pt>
                <c:pt idx="310">
                  <c:v>4.6475147637795283E-2</c:v>
                </c:pt>
                <c:pt idx="311">
                  <c:v>4.6782726377952749E-2</c:v>
                </c:pt>
                <c:pt idx="312">
                  <c:v>4.6782726377952749E-2</c:v>
                </c:pt>
                <c:pt idx="313">
                  <c:v>4.7090305118110243E-2</c:v>
                </c:pt>
                <c:pt idx="314">
                  <c:v>4.7090305118110243E-2</c:v>
                </c:pt>
                <c:pt idx="315">
                  <c:v>4.7367125984251968E-2</c:v>
                </c:pt>
                <c:pt idx="316">
                  <c:v>4.7367125984251968E-2</c:v>
                </c:pt>
                <c:pt idx="317">
                  <c:v>4.7674704724409447E-2</c:v>
                </c:pt>
                <c:pt idx="318">
                  <c:v>4.7674704724409447E-2</c:v>
                </c:pt>
                <c:pt idx="319">
                  <c:v>4.7982283464566927E-2</c:v>
                </c:pt>
                <c:pt idx="320">
                  <c:v>4.7982283464566927E-2</c:v>
                </c:pt>
                <c:pt idx="321">
                  <c:v>4.8289862204724407E-2</c:v>
                </c:pt>
                <c:pt idx="322">
                  <c:v>4.8289862204724407E-2</c:v>
                </c:pt>
                <c:pt idx="323">
                  <c:v>4.8566683070866139E-2</c:v>
                </c:pt>
                <c:pt idx="324">
                  <c:v>4.8566683070866139E-2</c:v>
                </c:pt>
                <c:pt idx="325">
                  <c:v>4.8874261811023625E-2</c:v>
                </c:pt>
                <c:pt idx="326">
                  <c:v>4.8874261811023625E-2</c:v>
                </c:pt>
                <c:pt idx="327">
                  <c:v>4.9181840551181105E-2</c:v>
                </c:pt>
                <c:pt idx="328">
                  <c:v>4.9181840551181105E-2</c:v>
                </c:pt>
                <c:pt idx="329">
                  <c:v>4.9489419291338585E-2</c:v>
                </c:pt>
                <c:pt idx="330">
                  <c:v>4.9489419291338585E-2</c:v>
                </c:pt>
                <c:pt idx="331">
                  <c:v>4.9766240157480317E-2</c:v>
                </c:pt>
                <c:pt idx="332">
                  <c:v>4.9766240157480317E-2</c:v>
                </c:pt>
                <c:pt idx="333">
                  <c:v>5.0073818897637797E-2</c:v>
                </c:pt>
                <c:pt idx="334">
                  <c:v>5.0073818897637797E-2</c:v>
                </c:pt>
                <c:pt idx="335">
                  <c:v>5.0381397637795283E-2</c:v>
                </c:pt>
                <c:pt idx="336">
                  <c:v>5.0381397637795283E-2</c:v>
                </c:pt>
                <c:pt idx="337">
                  <c:v>5.0688976377952749E-2</c:v>
                </c:pt>
                <c:pt idx="338">
                  <c:v>5.0688976377952749E-2</c:v>
                </c:pt>
                <c:pt idx="339">
                  <c:v>5.0965797244094488E-2</c:v>
                </c:pt>
                <c:pt idx="340">
                  <c:v>5.0965797244094488E-2</c:v>
                </c:pt>
                <c:pt idx="341">
                  <c:v>5.1273375984251968E-2</c:v>
                </c:pt>
                <c:pt idx="342">
                  <c:v>5.1273375984251968E-2</c:v>
                </c:pt>
                <c:pt idx="343">
                  <c:v>5.1580954724409447E-2</c:v>
                </c:pt>
                <c:pt idx="344">
                  <c:v>5.1580954724409447E-2</c:v>
                </c:pt>
                <c:pt idx="345">
                  <c:v>5.1888533464566927E-2</c:v>
                </c:pt>
                <c:pt idx="346">
                  <c:v>5.1888533464566927E-2</c:v>
                </c:pt>
                <c:pt idx="347">
                  <c:v>5.2165354330708659E-2</c:v>
                </c:pt>
                <c:pt idx="348">
                  <c:v>5.2165354330708659E-2</c:v>
                </c:pt>
                <c:pt idx="349">
                  <c:v>5.2472933070866139E-2</c:v>
                </c:pt>
                <c:pt idx="350">
                  <c:v>5.2472933070866139E-2</c:v>
                </c:pt>
                <c:pt idx="351">
                  <c:v>5.2780511811023625E-2</c:v>
                </c:pt>
                <c:pt idx="352">
                  <c:v>5.2780511811023625E-2</c:v>
                </c:pt>
                <c:pt idx="353">
                  <c:v>5.3088090551181105E-2</c:v>
                </c:pt>
                <c:pt idx="354">
                  <c:v>5.3088090551181105E-2</c:v>
                </c:pt>
                <c:pt idx="355">
                  <c:v>5.3364911417322837E-2</c:v>
                </c:pt>
                <c:pt idx="356">
                  <c:v>5.3364911417322837E-2</c:v>
                </c:pt>
                <c:pt idx="357">
                  <c:v>5.3672490157480317E-2</c:v>
                </c:pt>
                <c:pt idx="358">
                  <c:v>5.3672490157480317E-2</c:v>
                </c:pt>
                <c:pt idx="359">
                  <c:v>5.3980068897637797E-2</c:v>
                </c:pt>
                <c:pt idx="360">
                  <c:v>5.3980068897637797E-2</c:v>
                </c:pt>
                <c:pt idx="361">
                  <c:v>5.4287647637795283E-2</c:v>
                </c:pt>
                <c:pt idx="362">
                  <c:v>5.4287647637795283E-2</c:v>
                </c:pt>
                <c:pt idx="363">
                  <c:v>5.4564468503937008E-2</c:v>
                </c:pt>
                <c:pt idx="364">
                  <c:v>5.4564468503937008E-2</c:v>
                </c:pt>
                <c:pt idx="365">
                  <c:v>5.4872047244094488E-2</c:v>
                </c:pt>
                <c:pt idx="366">
                  <c:v>5.4872047244094488E-2</c:v>
                </c:pt>
                <c:pt idx="367">
                  <c:v>5.5179625984251968E-2</c:v>
                </c:pt>
                <c:pt idx="368">
                  <c:v>5.5179625984251968E-2</c:v>
                </c:pt>
                <c:pt idx="369">
                  <c:v>5.5487204724409447E-2</c:v>
                </c:pt>
                <c:pt idx="370">
                  <c:v>5.5487204724409447E-2</c:v>
                </c:pt>
                <c:pt idx="371">
                  <c:v>5.5764025590551179E-2</c:v>
                </c:pt>
                <c:pt idx="372">
                  <c:v>5.5764025590551179E-2</c:v>
                </c:pt>
                <c:pt idx="373">
                  <c:v>5.6071604330708659E-2</c:v>
                </c:pt>
                <c:pt idx="374">
                  <c:v>5.6071604330708659E-2</c:v>
                </c:pt>
                <c:pt idx="375">
                  <c:v>5.6379183070866139E-2</c:v>
                </c:pt>
                <c:pt idx="376">
                  <c:v>5.6379183070866139E-2</c:v>
                </c:pt>
                <c:pt idx="377">
                  <c:v>5.6686761811023625E-2</c:v>
                </c:pt>
                <c:pt idx="378">
                  <c:v>5.6686761811023625E-2</c:v>
                </c:pt>
                <c:pt idx="379">
                  <c:v>5.6963582677165357E-2</c:v>
                </c:pt>
                <c:pt idx="380">
                  <c:v>5.6963582677165357E-2</c:v>
                </c:pt>
                <c:pt idx="381">
                  <c:v>5.7271161417322837E-2</c:v>
                </c:pt>
                <c:pt idx="382">
                  <c:v>5.7271161417322837E-2</c:v>
                </c:pt>
                <c:pt idx="383">
                  <c:v>5.7578740157480317E-2</c:v>
                </c:pt>
                <c:pt idx="384">
                  <c:v>5.7578740157480317E-2</c:v>
                </c:pt>
                <c:pt idx="385">
                  <c:v>5.7886318897637797E-2</c:v>
                </c:pt>
                <c:pt idx="386">
                  <c:v>5.7886318897637797E-2</c:v>
                </c:pt>
                <c:pt idx="387">
                  <c:v>5.8163139763779528E-2</c:v>
                </c:pt>
                <c:pt idx="388">
                  <c:v>5.8163139763779528E-2</c:v>
                </c:pt>
                <c:pt idx="389">
                  <c:v>5.8470718503937008E-2</c:v>
                </c:pt>
                <c:pt idx="390">
                  <c:v>5.8470718503937008E-2</c:v>
                </c:pt>
                <c:pt idx="391">
                  <c:v>5.8778297244094488E-2</c:v>
                </c:pt>
                <c:pt idx="392">
                  <c:v>5.8778297244094488E-2</c:v>
                </c:pt>
                <c:pt idx="393">
                  <c:v>5.9085875984251968E-2</c:v>
                </c:pt>
                <c:pt idx="394">
                  <c:v>5.9085875984251968E-2</c:v>
                </c:pt>
                <c:pt idx="395">
                  <c:v>5.9362696850393699E-2</c:v>
                </c:pt>
                <c:pt idx="396">
                  <c:v>5.9362696850393699E-2</c:v>
                </c:pt>
                <c:pt idx="397">
                  <c:v>5.9670275590551179E-2</c:v>
                </c:pt>
                <c:pt idx="398">
                  <c:v>5.9670275590551179E-2</c:v>
                </c:pt>
                <c:pt idx="399">
                  <c:v>5.9977854330708659E-2</c:v>
                </c:pt>
                <c:pt idx="400">
                  <c:v>5.9977854330708659E-2</c:v>
                </c:pt>
                <c:pt idx="401">
                  <c:v>6.0285433070866139E-2</c:v>
                </c:pt>
                <c:pt idx="402">
                  <c:v>6.0285433070866139E-2</c:v>
                </c:pt>
                <c:pt idx="403">
                  <c:v>6.0562253937007877E-2</c:v>
                </c:pt>
                <c:pt idx="404">
                  <c:v>6.0562253937007877E-2</c:v>
                </c:pt>
                <c:pt idx="405">
                  <c:v>6.0869832677165357E-2</c:v>
                </c:pt>
                <c:pt idx="406">
                  <c:v>6.0869832677165357E-2</c:v>
                </c:pt>
                <c:pt idx="407">
                  <c:v>6.1177411417322837E-2</c:v>
                </c:pt>
                <c:pt idx="408">
                  <c:v>6.1177411417322837E-2</c:v>
                </c:pt>
                <c:pt idx="409">
                  <c:v>6.1484990157480317E-2</c:v>
                </c:pt>
                <c:pt idx="410">
                  <c:v>6.1484990157480317E-2</c:v>
                </c:pt>
                <c:pt idx="411">
                  <c:v>6.1761811023622049E-2</c:v>
                </c:pt>
                <c:pt idx="412">
                  <c:v>6.1761811023622049E-2</c:v>
                </c:pt>
                <c:pt idx="413">
                  <c:v>6.2069389763779528E-2</c:v>
                </c:pt>
                <c:pt idx="414">
                  <c:v>6.2069389763779528E-2</c:v>
                </c:pt>
                <c:pt idx="415">
                  <c:v>6.2376968503937008E-2</c:v>
                </c:pt>
                <c:pt idx="416">
                  <c:v>6.2376968503937008E-2</c:v>
                </c:pt>
                <c:pt idx="417">
                  <c:v>6.2684547244094488E-2</c:v>
                </c:pt>
                <c:pt idx="418">
                  <c:v>6.2684547244094488E-2</c:v>
                </c:pt>
                <c:pt idx="419">
                  <c:v>6.2961368110236227E-2</c:v>
                </c:pt>
                <c:pt idx="420">
                  <c:v>6.2961368110236227E-2</c:v>
                </c:pt>
                <c:pt idx="421">
                  <c:v>6.3268946850393706E-2</c:v>
                </c:pt>
                <c:pt idx="422">
                  <c:v>6.3268946850393706E-2</c:v>
                </c:pt>
                <c:pt idx="423">
                  <c:v>6.3576525590551186E-2</c:v>
                </c:pt>
                <c:pt idx="424">
                  <c:v>6.3576525590551186E-2</c:v>
                </c:pt>
                <c:pt idx="425">
                  <c:v>6.3884104330708666E-2</c:v>
                </c:pt>
                <c:pt idx="426">
                  <c:v>6.3884104330708666E-2</c:v>
                </c:pt>
                <c:pt idx="427">
                  <c:v>6.4160925196850391E-2</c:v>
                </c:pt>
                <c:pt idx="428">
                  <c:v>6.4160925196850391E-2</c:v>
                </c:pt>
                <c:pt idx="429">
                  <c:v>6.4468503937007871E-2</c:v>
                </c:pt>
                <c:pt idx="430">
                  <c:v>6.4468503937007871E-2</c:v>
                </c:pt>
                <c:pt idx="431">
                  <c:v>6.477608267716535E-2</c:v>
                </c:pt>
                <c:pt idx="432">
                  <c:v>6.477608267716535E-2</c:v>
                </c:pt>
                <c:pt idx="433">
                  <c:v>6.508366141732283E-2</c:v>
                </c:pt>
                <c:pt idx="434">
                  <c:v>6.508366141732283E-2</c:v>
                </c:pt>
                <c:pt idx="435">
                  <c:v>6.5360482283464569E-2</c:v>
                </c:pt>
                <c:pt idx="436">
                  <c:v>6.5360482283464569E-2</c:v>
                </c:pt>
                <c:pt idx="437">
                  <c:v>6.5668061023622049E-2</c:v>
                </c:pt>
                <c:pt idx="438">
                  <c:v>6.5668061023622049E-2</c:v>
                </c:pt>
                <c:pt idx="439">
                  <c:v>6.5975639763779528E-2</c:v>
                </c:pt>
                <c:pt idx="440">
                  <c:v>6.5975639763779528E-2</c:v>
                </c:pt>
                <c:pt idx="441">
                  <c:v>6.6283218503937008E-2</c:v>
                </c:pt>
                <c:pt idx="442">
                  <c:v>6.6283218503937008E-2</c:v>
                </c:pt>
                <c:pt idx="443">
                  <c:v>6.6560039370078747E-2</c:v>
                </c:pt>
                <c:pt idx="444">
                  <c:v>6.6560039370078747E-2</c:v>
                </c:pt>
                <c:pt idx="445">
                  <c:v>6.6867618110236227E-2</c:v>
                </c:pt>
                <c:pt idx="446">
                  <c:v>6.6867618110236227E-2</c:v>
                </c:pt>
                <c:pt idx="447">
                  <c:v>6.7175196850393706E-2</c:v>
                </c:pt>
                <c:pt idx="448">
                  <c:v>6.7175196850393706E-2</c:v>
                </c:pt>
                <c:pt idx="449">
                  <c:v>6.7482775590551186E-2</c:v>
                </c:pt>
                <c:pt idx="450">
                  <c:v>6.7482775590551186E-2</c:v>
                </c:pt>
                <c:pt idx="451">
                  <c:v>6.7759596456692911E-2</c:v>
                </c:pt>
                <c:pt idx="452">
                  <c:v>6.7759596456692911E-2</c:v>
                </c:pt>
                <c:pt idx="453">
                  <c:v>6.8067175196850391E-2</c:v>
                </c:pt>
                <c:pt idx="454">
                  <c:v>6.8067175196850391E-2</c:v>
                </c:pt>
                <c:pt idx="455">
                  <c:v>6.8374753937007871E-2</c:v>
                </c:pt>
                <c:pt idx="456">
                  <c:v>6.8374753937007871E-2</c:v>
                </c:pt>
                <c:pt idx="457">
                  <c:v>6.868233267716535E-2</c:v>
                </c:pt>
                <c:pt idx="458">
                  <c:v>6.868233267716535E-2</c:v>
                </c:pt>
                <c:pt idx="459">
                  <c:v>6.8959153543307089E-2</c:v>
                </c:pt>
                <c:pt idx="460">
                  <c:v>6.8959153543307089E-2</c:v>
                </c:pt>
                <c:pt idx="461">
                  <c:v>6.9266732283464569E-2</c:v>
                </c:pt>
                <c:pt idx="462">
                  <c:v>6.9266732283464569E-2</c:v>
                </c:pt>
                <c:pt idx="463">
                  <c:v>6.9574311023622049E-2</c:v>
                </c:pt>
                <c:pt idx="464">
                  <c:v>6.9574311023622049E-2</c:v>
                </c:pt>
                <c:pt idx="465">
                  <c:v>6.9881889763779528E-2</c:v>
                </c:pt>
                <c:pt idx="466">
                  <c:v>6.9881889763779528E-2</c:v>
                </c:pt>
                <c:pt idx="467">
                  <c:v>7.0158710629921253E-2</c:v>
                </c:pt>
                <c:pt idx="468">
                  <c:v>7.0158710629921253E-2</c:v>
                </c:pt>
                <c:pt idx="469">
                  <c:v>7.0466289370078747E-2</c:v>
                </c:pt>
                <c:pt idx="470">
                  <c:v>7.0466289370078747E-2</c:v>
                </c:pt>
                <c:pt idx="471">
                  <c:v>7.0773868110236227E-2</c:v>
                </c:pt>
                <c:pt idx="472">
                  <c:v>7.0773868110236227E-2</c:v>
                </c:pt>
                <c:pt idx="473">
                  <c:v>7.1081446850393706E-2</c:v>
                </c:pt>
                <c:pt idx="474">
                  <c:v>7.1081446850393706E-2</c:v>
                </c:pt>
                <c:pt idx="475">
                  <c:v>7.1389025590551186E-2</c:v>
                </c:pt>
                <c:pt idx="476">
                  <c:v>7.1389025590551186E-2</c:v>
                </c:pt>
                <c:pt idx="477">
                  <c:v>7.1665846456692911E-2</c:v>
                </c:pt>
                <c:pt idx="478">
                  <c:v>7.1665846456692911E-2</c:v>
                </c:pt>
                <c:pt idx="479">
                  <c:v>7.1973425196850391E-2</c:v>
                </c:pt>
                <c:pt idx="480">
                  <c:v>7.1973425196850391E-2</c:v>
                </c:pt>
                <c:pt idx="481">
                  <c:v>7.2281003937007871E-2</c:v>
                </c:pt>
                <c:pt idx="482">
                  <c:v>7.2281003937007871E-2</c:v>
                </c:pt>
                <c:pt idx="483">
                  <c:v>7.258858267716535E-2</c:v>
                </c:pt>
                <c:pt idx="484">
                  <c:v>7.258858267716535E-2</c:v>
                </c:pt>
                <c:pt idx="485">
                  <c:v>7.2865403543307089E-2</c:v>
                </c:pt>
                <c:pt idx="486">
                  <c:v>7.2865403543307089E-2</c:v>
                </c:pt>
                <c:pt idx="487">
                  <c:v>7.3172982283464569E-2</c:v>
                </c:pt>
                <c:pt idx="488">
                  <c:v>7.3172982283464569E-2</c:v>
                </c:pt>
                <c:pt idx="489">
                  <c:v>7.3480561023622049E-2</c:v>
                </c:pt>
                <c:pt idx="490">
                  <c:v>7.3480561023622049E-2</c:v>
                </c:pt>
                <c:pt idx="491">
                  <c:v>7.3788139763779528E-2</c:v>
                </c:pt>
                <c:pt idx="492">
                  <c:v>7.3788139763779528E-2</c:v>
                </c:pt>
                <c:pt idx="493">
                  <c:v>7.4064960629921253E-2</c:v>
                </c:pt>
                <c:pt idx="494">
                  <c:v>7.4064960629921253E-2</c:v>
                </c:pt>
                <c:pt idx="495">
                  <c:v>7.4372539370078747E-2</c:v>
                </c:pt>
                <c:pt idx="496">
                  <c:v>7.4372539370078747E-2</c:v>
                </c:pt>
                <c:pt idx="497">
                  <c:v>7.4680118110236227E-2</c:v>
                </c:pt>
                <c:pt idx="498">
                  <c:v>7.4680118110236227E-2</c:v>
                </c:pt>
                <c:pt idx="499">
                  <c:v>7.4987696850393706E-2</c:v>
                </c:pt>
                <c:pt idx="500">
                  <c:v>7.4987696850393706E-2</c:v>
                </c:pt>
                <c:pt idx="501">
                  <c:v>7.5264517716535431E-2</c:v>
                </c:pt>
                <c:pt idx="502">
                  <c:v>7.5264517716535431E-2</c:v>
                </c:pt>
                <c:pt idx="503">
                  <c:v>7.5572096456692911E-2</c:v>
                </c:pt>
                <c:pt idx="504">
                  <c:v>7.5572096456692911E-2</c:v>
                </c:pt>
                <c:pt idx="505">
                  <c:v>7.5879675196850391E-2</c:v>
                </c:pt>
                <c:pt idx="506">
                  <c:v>7.5879675196850391E-2</c:v>
                </c:pt>
                <c:pt idx="507">
                  <c:v>7.6187253937007871E-2</c:v>
                </c:pt>
                <c:pt idx="508">
                  <c:v>7.6187253937007871E-2</c:v>
                </c:pt>
                <c:pt idx="509">
                  <c:v>7.6464074803149609E-2</c:v>
                </c:pt>
                <c:pt idx="510">
                  <c:v>7.6464074803149609E-2</c:v>
                </c:pt>
                <c:pt idx="511">
                  <c:v>7.6771653543307089E-2</c:v>
                </c:pt>
                <c:pt idx="512">
                  <c:v>7.6771653543307089E-2</c:v>
                </c:pt>
                <c:pt idx="513">
                  <c:v>7.7079232283464569E-2</c:v>
                </c:pt>
                <c:pt idx="514">
                  <c:v>7.7079232283464569E-2</c:v>
                </c:pt>
                <c:pt idx="515">
                  <c:v>7.7386811023622049E-2</c:v>
                </c:pt>
                <c:pt idx="516">
                  <c:v>7.7386811023622049E-2</c:v>
                </c:pt>
                <c:pt idx="517">
                  <c:v>7.7663631889763773E-2</c:v>
                </c:pt>
                <c:pt idx="518">
                  <c:v>7.7663631889763773E-2</c:v>
                </c:pt>
                <c:pt idx="519">
                  <c:v>7.7971210629921253E-2</c:v>
                </c:pt>
                <c:pt idx="520">
                  <c:v>7.7971210629921253E-2</c:v>
                </c:pt>
                <c:pt idx="521">
                  <c:v>7.8278789370078747E-2</c:v>
                </c:pt>
                <c:pt idx="522">
                  <c:v>7.8278789370078747E-2</c:v>
                </c:pt>
                <c:pt idx="523">
                  <c:v>7.8586368110236227E-2</c:v>
                </c:pt>
                <c:pt idx="524">
                  <c:v>7.8586368110236227E-2</c:v>
                </c:pt>
                <c:pt idx="525">
                  <c:v>7.8863188976377951E-2</c:v>
                </c:pt>
                <c:pt idx="526">
                  <c:v>7.8863188976377951E-2</c:v>
                </c:pt>
                <c:pt idx="527">
                  <c:v>7.9170767716535431E-2</c:v>
                </c:pt>
                <c:pt idx="528">
                  <c:v>7.9170767716535431E-2</c:v>
                </c:pt>
                <c:pt idx="529">
                  <c:v>7.9478346456692911E-2</c:v>
                </c:pt>
                <c:pt idx="530">
                  <c:v>7.9478346456692911E-2</c:v>
                </c:pt>
                <c:pt idx="531">
                  <c:v>7.9785925196850391E-2</c:v>
                </c:pt>
                <c:pt idx="532">
                  <c:v>7.9785925196850391E-2</c:v>
                </c:pt>
                <c:pt idx="533">
                  <c:v>8.0062746062992129E-2</c:v>
                </c:pt>
                <c:pt idx="534">
                  <c:v>8.0062746062992129E-2</c:v>
                </c:pt>
                <c:pt idx="535">
                  <c:v>8.0370324803149609E-2</c:v>
                </c:pt>
                <c:pt idx="536">
                  <c:v>8.0370324803149609E-2</c:v>
                </c:pt>
                <c:pt idx="537">
                  <c:v>8.0677903543307089E-2</c:v>
                </c:pt>
                <c:pt idx="538">
                  <c:v>8.0677903543307089E-2</c:v>
                </c:pt>
                <c:pt idx="539">
                  <c:v>8.0985482283464569E-2</c:v>
                </c:pt>
                <c:pt idx="540">
                  <c:v>8.0985482283464569E-2</c:v>
                </c:pt>
                <c:pt idx="541">
                  <c:v>8.1262303149606294E-2</c:v>
                </c:pt>
                <c:pt idx="542">
                  <c:v>8.1262303149606294E-2</c:v>
                </c:pt>
                <c:pt idx="543">
                  <c:v>8.1569881889763773E-2</c:v>
                </c:pt>
                <c:pt idx="544">
                  <c:v>8.1569881889763773E-2</c:v>
                </c:pt>
                <c:pt idx="545">
                  <c:v>8.1877460629921253E-2</c:v>
                </c:pt>
                <c:pt idx="546">
                  <c:v>8.1877460629921253E-2</c:v>
                </c:pt>
                <c:pt idx="547">
                  <c:v>8.2185039370078747E-2</c:v>
                </c:pt>
                <c:pt idx="548">
                  <c:v>8.2185039370078747E-2</c:v>
                </c:pt>
                <c:pt idx="549">
                  <c:v>8.2461860236220472E-2</c:v>
                </c:pt>
                <c:pt idx="550">
                  <c:v>8.2461860236220472E-2</c:v>
                </c:pt>
                <c:pt idx="551">
                  <c:v>8.2769438976377951E-2</c:v>
                </c:pt>
                <c:pt idx="552">
                  <c:v>8.2769438976377951E-2</c:v>
                </c:pt>
                <c:pt idx="553">
                  <c:v>8.3077017716535431E-2</c:v>
                </c:pt>
                <c:pt idx="554">
                  <c:v>8.3077017716535431E-2</c:v>
                </c:pt>
                <c:pt idx="555">
                  <c:v>8.3384596456692911E-2</c:v>
                </c:pt>
                <c:pt idx="556">
                  <c:v>8.3384596456692911E-2</c:v>
                </c:pt>
                <c:pt idx="557">
                  <c:v>8.366141732283465E-2</c:v>
                </c:pt>
                <c:pt idx="558">
                  <c:v>8.366141732283465E-2</c:v>
                </c:pt>
                <c:pt idx="559">
                  <c:v>8.3968996062992129E-2</c:v>
                </c:pt>
                <c:pt idx="560">
                  <c:v>8.3968996062992129E-2</c:v>
                </c:pt>
                <c:pt idx="561">
                  <c:v>8.4276574803149609E-2</c:v>
                </c:pt>
                <c:pt idx="562">
                  <c:v>8.4276574803149609E-2</c:v>
                </c:pt>
                <c:pt idx="563">
                  <c:v>8.4584153543307089E-2</c:v>
                </c:pt>
                <c:pt idx="564">
                  <c:v>8.4584153543307089E-2</c:v>
                </c:pt>
                <c:pt idx="565">
                  <c:v>8.4860974409448814E-2</c:v>
                </c:pt>
                <c:pt idx="566">
                  <c:v>8.4860974409448814E-2</c:v>
                </c:pt>
                <c:pt idx="567">
                  <c:v>8.5168553149606294E-2</c:v>
                </c:pt>
                <c:pt idx="568">
                  <c:v>8.5168553149606294E-2</c:v>
                </c:pt>
                <c:pt idx="569">
                  <c:v>8.5476131889763773E-2</c:v>
                </c:pt>
                <c:pt idx="570">
                  <c:v>8.5476131889763773E-2</c:v>
                </c:pt>
                <c:pt idx="571">
                  <c:v>8.5783710629921253E-2</c:v>
                </c:pt>
                <c:pt idx="572">
                  <c:v>8.5783710629921253E-2</c:v>
                </c:pt>
                <c:pt idx="573">
                  <c:v>8.6060531496062992E-2</c:v>
                </c:pt>
                <c:pt idx="574">
                  <c:v>8.6060531496062992E-2</c:v>
                </c:pt>
                <c:pt idx="575">
                  <c:v>8.6368110236220472E-2</c:v>
                </c:pt>
                <c:pt idx="576">
                  <c:v>8.6368110236220472E-2</c:v>
                </c:pt>
                <c:pt idx="577">
                  <c:v>8.6675688976377951E-2</c:v>
                </c:pt>
                <c:pt idx="578">
                  <c:v>8.6675688976377951E-2</c:v>
                </c:pt>
                <c:pt idx="579">
                  <c:v>8.6983267716535431E-2</c:v>
                </c:pt>
                <c:pt idx="580">
                  <c:v>8.6983267716535431E-2</c:v>
                </c:pt>
                <c:pt idx="581">
                  <c:v>8.726008858267717E-2</c:v>
                </c:pt>
                <c:pt idx="582">
                  <c:v>8.726008858267717E-2</c:v>
                </c:pt>
                <c:pt idx="583">
                  <c:v>8.756766732283465E-2</c:v>
                </c:pt>
                <c:pt idx="584">
                  <c:v>8.756766732283465E-2</c:v>
                </c:pt>
                <c:pt idx="585">
                  <c:v>8.7875246062992129E-2</c:v>
                </c:pt>
                <c:pt idx="586">
                  <c:v>8.7875246062992129E-2</c:v>
                </c:pt>
                <c:pt idx="587">
                  <c:v>8.8182824803149609E-2</c:v>
                </c:pt>
                <c:pt idx="588">
                  <c:v>8.8182824803149609E-2</c:v>
                </c:pt>
                <c:pt idx="589">
                  <c:v>8.8459645669291334E-2</c:v>
                </c:pt>
                <c:pt idx="590">
                  <c:v>8.8459645669291334E-2</c:v>
                </c:pt>
                <c:pt idx="591">
                  <c:v>8.8767224409448814E-2</c:v>
                </c:pt>
                <c:pt idx="592">
                  <c:v>8.8767224409448814E-2</c:v>
                </c:pt>
                <c:pt idx="593">
                  <c:v>8.9074803149606294E-2</c:v>
                </c:pt>
                <c:pt idx="594">
                  <c:v>8.9074803149606294E-2</c:v>
                </c:pt>
                <c:pt idx="595">
                  <c:v>8.9382381889763773E-2</c:v>
                </c:pt>
                <c:pt idx="596">
                  <c:v>8.9382381889763773E-2</c:v>
                </c:pt>
                <c:pt idx="597">
                  <c:v>8.9659202755905512E-2</c:v>
                </c:pt>
                <c:pt idx="598">
                  <c:v>8.9659202755905512E-2</c:v>
                </c:pt>
                <c:pt idx="599">
                  <c:v>8.9966781496062992E-2</c:v>
                </c:pt>
                <c:pt idx="600">
                  <c:v>8.9966781496062992E-2</c:v>
                </c:pt>
                <c:pt idx="601">
                  <c:v>9.0274360236220486E-2</c:v>
                </c:pt>
                <c:pt idx="602">
                  <c:v>9.0274360236220486E-2</c:v>
                </c:pt>
                <c:pt idx="603">
                  <c:v>9.0581938976377965E-2</c:v>
                </c:pt>
                <c:pt idx="604">
                  <c:v>9.0581938976377965E-2</c:v>
                </c:pt>
                <c:pt idx="605">
                  <c:v>9.0858759842519676E-2</c:v>
                </c:pt>
                <c:pt idx="606">
                  <c:v>9.0858759842519676E-2</c:v>
                </c:pt>
                <c:pt idx="607">
                  <c:v>9.1166338582677156E-2</c:v>
                </c:pt>
                <c:pt idx="608">
                  <c:v>9.1166338582677156E-2</c:v>
                </c:pt>
                <c:pt idx="609">
                  <c:v>9.1473917322834636E-2</c:v>
                </c:pt>
                <c:pt idx="610">
                  <c:v>9.1473917322834636E-2</c:v>
                </c:pt>
                <c:pt idx="611">
                  <c:v>9.1781496062992116E-2</c:v>
                </c:pt>
                <c:pt idx="612">
                  <c:v>9.1781496062992116E-2</c:v>
                </c:pt>
                <c:pt idx="613">
                  <c:v>9.205831692913384E-2</c:v>
                </c:pt>
                <c:pt idx="614">
                  <c:v>9.205831692913384E-2</c:v>
                </c:pt>
                <c:pt idx="615">
                  <c:v>9.236589566929132E-2</c:v>
                </c:pt>
                <c:pt idx="616">
                  <c:v>9.236589566929132E-2</c:v>
                </c:pt>
                <c:pt idx="617">
                  <c:v>9.26734744094488E-2</c:v>
                </c:pt>
                <c:pt idx="618">
                  <c:v>9.26734744094488E-2</c:v>
                </c:pt>
                <c:pt idx="619">
                  <c:v>9.2981053149606294E-2</c:v>
                </c:pt>
                <c:pt idx="620">
                  <c:v>9.2981053149606294E-2</c:v>
                </c:pt>
                <c:pt idx="621">
                  <c:v>9.3257874015748046E-2</c:v>
                </c:pt>
                <c:pt idx="622">
                  <c:v>9.3257874015748046E-2</c:v>
                </c:pt>
                <c:pt idx="623">
                  <c:v>9.3565452755905526E-2</c:v>
                </c:pt>
                <c:pt idx="624">
                  <c:v>9.3565452755905526E-2</c:v>
                </c:pt>
                <c:pt idx="625">
                  <c:v>9.3873031496063006E-2</c:v>
                </c:pt>
                <c:pt idx="626">
                  <c:v>9.3873031496063006E-2</c:v>
                </c:pt>
                <c:pt idx="627">
                  <c:v>9.4180610236220486E-2</c:v>
                </c:pt>
                <c:pt idx="628">
                  <c:v>9.4180610236220486E-2</c:v>
                </c:pt>
                <c:pt idx="629">
                  <c:v>9.4457431102362197E-2</c:v>
                </c:pt>
                <c:pt idx="630">
                  <c:v>9.4457431102362197E-2</c:v>
                </c:pt>
                <c:pt idx="631">
                  <c:v>9.4765009842519676E-2</c:v>
                </c:pt>
                <c:pt idx="632">
                  <c:v>9.4765009842519676E-2</c:v>
                </c:pt>
                <c:pt idx="633">
                  <c:v>9.5072588582677156E-2</c:v>
                </c:pt>
                <c:pt idx="634">
                  <c:v>9.5072588582677156E-2</c:v>
                </c:pt>
                <c:pt idx="635">
                  <c:v>9.5380167322834636E-2</c:v>
                </c:pt>
                <c:pt idx="636">
                  <c:v>9.5380167322834636E-2</c:v>
                </c:pt>
                <c:pt idx="637">
                  <c:v>9.5656988188976361E-2</c:v>
                </c:pt>
                <c:pt idx="638">
                  <c:v>9.5656988188976361E-2</c:v>
                </c:pt>
                <c:pt idx="639">
                  <c:v>9.596456692913384E-2</c:v>
                </c:pt>
                <c:pt idx="640">
                  <c:v>9.596456692913384E-2</c:v>
                </c:pt>
                <c:pt idx="641">
                  <c:v>9.627214566929132E-2</c:v>
                </c:pt>
                <c:pt idx="642">
                  <c:v>9.627214566929132E-2</c:v>
                </c:pt>
                <c:pt idx="643">
                  <c:v>9.65797244094488E-2</c:v>
                </c:pt>
                <c:pt idx="644">
                  <c:v>9.65797244094488E-2</c:v>
                </c:pt>
                <c:pt idx="645">
                  <c:v>9.6856545275590566E-2</c:v>
                </c:pt>
                <c:pt idx="646">
                  <c:v>9.6856545275590566E-2</c:v>
                </c:pt>
                <c:pt idx="647">
                  <c:v>9.7164124015748046E-2</c:v>
                </c:pt>
                <c:pt idx="648">
                  <c:v>9.7164124015748046E-2</c:v>
                </c:pt>
                <c:pt idx="649">
                  <c:v>9.7471702755905526E-2</c:v>
                </c:pt>
                <c:pt idx="650">
                  <c:v>9.7471702755905526E-2</c:v>
                </c:pt>
                <c:pt idx="651">
                  <c:v>9.7779281496063006E-2</c:v>
                </c:pt>
                <c:pt idx="652">
                  <c:v>9.7779281496063006E-2</c:v>
                </c:pt>
                <c:pt idx="653">
                  <c:v>9.8056102362204717E-2</c:v>
                </c:pt>
                <c:pt idx="654">
                  <c:v>9.8056102362204717E-2</c:v>
                </c:pt>
                <c:pt idx="655">
                  <c:v>9.8363681102362197E-2</c:v>
                </c:pt>
                <c:pt idx="656">
                  <c:v>9.8363681102362197E-2</c:v>
                </c:pt>
                <c:pt idx="657">
                  <c:v>9.8671259842519676E-2</c:v>
                </c:pt>
                <c:pt idx="658">
                  <c:v>9.8671259842519676E-2</c:v>
                </c:pt>
                <c:pt idx="659">
                  <c:v>9.8978838582677156E-2</c:v>
                </c:pt>
                <c:pt idx="660">
                  <c:v>9.8978838582677156E-2</c:v>
                </c:pt>
                <c:pt idx="661">
                  <c:v>9.9255659448818895E-2</c:v>
                </c:pt>
                <c:pt idx="662">
                  <c:v>9.9255659448818895E-2</c:v>
                </c:pt>
                <c:pt idx="663">
                  <c:v>9.9563238188976361E-2</c:v>
                </c:pt>
                <c:pt idx="664">
                  <c:v>9.9563238188976361E-2</c:v>
                </c:pt>
                <c:pt idx="665">
                  <c:v>9.987081692913384E-2</c:v>
                </c:pt>
                <c:pt idx="666">
                  <c:v>9.987081692913384E-2</c:v>
                </c:pt>
                <c:pt idx="667">
                  <c:v>0.10017839566929132</c:v>
                </c:pt>
                <c:pt idx="668">
                  <c:v>0.10017839566929132</c:v>
                </c:pt>
                <c:pt idx="669">
                  <c:v>0.10045521653543309</c:v>
                </c:pt>
                <c:pt idx="670">
                  <c:v>0.10045521653543309</c:v>
                </c:pt>
                <c:pt idx="671">
                  <c:v>0.10076279527559057</c:v>
                </c:pt>
                <c:pt idx="672">
                  <c:v>0.10076279527559057</c:v>
                </c:pt>
                <c:pt idx="673">
                  <c:v>0.10107037401574805</c:v>
                </c:pt>
                <c:pt idx="674">
                  <c:v>0.10107037401574805</c:v>
                </c:pt>
                <c:pt idx="675">
                  <c:v>0.10137795275590553</c:v>
                </c:pt>
                <c:pt idx="676">
                  <c:v>0.10137795275590553</c:v>
                </c:pt>
                <c:pt idx="677">
                  <c:v>0.10165477362204724</c:v>
                </c:pt>
                <c:pt idx="678">
                  <c:v>0.10165477362204724</c:v>
                </c:pt>
                <c:pt idx="679">
                  <c:v>0.10196235236220472</c:v>
                </c:pt>
                <c:pt idx="680">
                  <c:v>0.10196235236220472</c:v>
                </c:pt>
                <c:pt idx="681">
                  <c:v>0.1022699311023622</c:v>
                </c:pt>
                <c:pt idx="682">
                  <c:v>0.1022699311023622</c:v>
                </c:pt>
                <c:pt idx="683">
                  <c:v>0.10257750984251968</c:v>
                </c:pt>
                <c:pt idx="684">
                  <c:v>0.10257750984251968</c:v>
                </c:pt>
                <c:pt idx="685">
                  <c:v>0.10285433070866142</c:v>
                </c:pt>
                <c:pt idx="686">
                  <c:v>0.10285433070866142</c:v>
                </c:pt>
                <c:pt idx="687">
                  <c:v>0.10316190944881889</c:v>
                </c:pt>
                <c:pt idx="688">
                  <c:v>0.10316190944881889</c:v>
                </c:pt>
                <c:pt idx="689">
                  <c:v>0.10346948818897636</c:v>
                </c:pt>
                <c:pt idx="690">
                  <c:v>0.10346948818897636</c:v>
                </c:pt>
                <c:pt idx="691">
                  <c:v>0.10377706692913384</c:v>
                </c:pt>
                <c:pt idx="692">
                  <c:v>0.10377706692913384</c:v>
                </c:pt>
                <c:pt idx="693">
                  <c:v>0.10405388779527559</c:v>
                </c:pt>
                <c:pt idx="694">
                  <c:v>0.10405388779527559</c:v>
                </c:pt>
                <c:pt idx="695">
                  <c:v>0.10436146653543309</c:v>
                </c:pt>
                <c:pt idx="696">
                  <c:v>0.10436146653543309</c:v>
                </c:pt>
                <c:pt idx="697">
                  <c:v>0.10466904527559057</c:v>
                </c:pt>
                <c:pt idx="698">
                  <c:v>0.10466904527559057</c:v>
                </c:pt>
                <c:pt idx="699">
                  <c:v>0.10497662401574805</c:v>
                </c:pt>
                <c:pt idx="700">
                  <c:v>0.10497662401574805</c:v>
                </c:pt>
                <c:pt idx="701">
                  <c:v>0.10525344488188976</c:v>
                </c:pt>
                <c:pt idx="702">
                  <c:v>0.10525344488188976</c:v>
                </c:pt>
                <c:pt idx="703">
                  <c:v>0.10556102362204724</c:v>
                </c:pt>
                <c:pt idx="704">
                  <c:v>0.10556102362204724</c:v>
                </c:pt>
                <c:pt idx="705">
                  <c:v>0.10586860236220472</c:v>
                </c:pt>
                <c:pt idx="706">
                  <c:v>0.10586860236220472</c:v>
                </c:pt>
                <c:pt idx="707">
                  <c:v>0.1061761811023622</c:v>
                </c:pt>
                <c:pt idx="708">
                  <c:v>0.1061761811023622</c:v>
                </c:pt>
                <c:pt idx="709">
                  <c:v>0.10648375984251968</c:v>
                </c:pt>
                <c:pt idx="710">
                  <c:v>0.10648375984251968</c:v>
                </c:pt>
                <c:pt idx="711">
                  <c:v>0.10676058070866142</c:v>
                </c:pt>
                <c:pt idx="712">
                  <c:v>0.10676058070866142</c:v>
                </c:pt>
                <c:pt idx="713">
                  <c:v>0.10706815944881889</c:v>
                </c:pt>
                <c:pt idx="714">
                  <c:v>0.10706815944881889</c:v>
                </c:pt>
                <c:pt idx="715">
                  <c:v>0.10737573818897636</c:v>
                </c:pt>
                <c:pt idx="716">
                  <c:v>0.10737573818897636</c:v>
                </c:pt>
                <c:pt idx="717">
                  <c:v>0.10768331692913384</c:v>
                </c:pt>
                <c:pt idx="718">
                  <c:v>0.10768331692913384</c:v>
                </c:pt>
                <c:pt idx="719">
                  <c:v>0.10796013779527559</c:v>
                </c:pt>
                <c:pt idx="720">
                  <c:v>0.10796013779527559</c:v>
                </c:pt>
                <c:pt idx="721">
                  <c:v>0.10826771653543309</c:v>
                </c:pt>
                <c:pt idx="722">
                  <c:v>0.10826771653543309</c:v>
                </c:pt>
                <c:pt idx="723">
                  <c:v>0.10857529527559057</c:v>
                </c:pt>
                <c:pt idx="724">
                  <c:v>0.10857529527559057</c:v>
                </c:pt>
                <c:pt idx="725">
                  <c:v>0.10888287401574805</c:v>
                </c:pt>
                <c:pt idx="726">
                  <c:v>0.10888287401574805</c:v>
                </c:pt>
                <c:pt idx="727">
                  <c:v>0.10915969488188976</c:v>
                </c:pt>
                <c:pt idx="728">
                  <c:v>0.10915969488188976</c:v>
                </c:pt>
                <c:pt idx="729">
                  <c:v>0.10946727362204724</c:v>
                </c:pt>
                <c:pt idx="730">
                  <c:v>0.10946727362204724</c:v>
                </c:pt>
                <c:pt idx="731">
                  <c:v>0.10977485236220472</c:v>
                </c:pt>
                <c:pt idx="732">
                  <c:v>0.10977485236220472</c:v>
                </c:pt>
                <c:pt idx="733">
                  <c:v>0.1100824311023622</c:v>
                </c:pt>
                <c:pt idx="734">
                  <c:v>0.1100824311023622</c:v>
                </c:pt>
                <c:pt idx="735">
                  <c:v>0.11035925196850394</c:v>
                </c:pt>
                <c:pt idx="736">
                  <c:v>0.11035925196850394</c:v>
                </c:pt>
                <c:pt idx="737">
                  <c:v>0.11066683070866142</c:v>
                </c:pt>
                <c:pt idx="738">
                  <c:v>0.11066683070866142</c:v>
                </c:pt>
                <c:pt idx="739">
                  <c:v>0.11097440944881889</c:v>
                </c:pt>
                <c:pt idx="740">
                  <c:v>0.11097440944881889</c:v>
                </c:pt>
                <c:pt idx="741">
                  <c:v>0.11128198818897636</c:v>
                </c:pt>
                <c:pt idx="742">
                  <c:v>0.11128198818897636</c:v>
                </c:pt>
                <c:pt idx="743">
                  <c:v>0.11155880905511811</c:v>
                </c:pt>
                <c:pt idx="744">
                  <c:v>0.11155880905511811</c:v>
                </c:pt>
                <c:pt idx="745">
                  <c:v>0.11186638779527559</c:v>
                </c:pt>
                <c:pt idx="746">
                  <c:v>0.11186638779527559</c:v>
                </c:pt>
                <c:pt idx="747">
                  <c:v>0.11217396653543309</c:v>
                </c:pt>
                <c:pt idx="748">
                  <c:v>0.11217396653543309</c:v>
                </c:pt>
                <c:pt idx="749">
                  <c:v>0.11248154527559057</c:v>
                </c:pt>
                <c:pt idx="750">
                  <c:v>0.11248154527559057</c:v>
                </c:pt>
                <c:pt idx="751">
                  <c:v>0.11275836614173228</c:v>
                </c:pt>
                <c:pt idx="752">
                  <c:v>0.11275836614173228</c:v>
                </c:pt>
                <c:pt idx="753">
                  <c:v>0.11306594488188976</c:v>
                </c:pt>
                <c:pt idx="754">
                  <c:v>0.11306594488188976</c:v>
                </c:pt>
                <c:pt idx="755">
                  <c:v>0.11337352362204724</c:v>
                </c:pt>
                <c:pt idx="756">
                  <c:v>0.11337352362204724</c:v>
                </c:pt>
                <c:pt idx="757">
                  <c:v>0.11368110236220472</c:v>
                </c:pt>
                <c:pt idx="758">
                  <c:v>0.11368110236220472</c:v>
                </c:pt>
                <c:pt idx="759">
                  <c:v>0.11395792322834646</c:v>
                </c:pt>
                <c:pt idx="760">
                  <c:v>0.11395792322834646</c:v>
                </c:pt>
                <c:pt idx="761">
                  <c:v>0.11426550196850394</c:v>
                </c:pt>
                <c:pt idx="762">
                  <c:v>0.11426550196850394</c:v>
                </c:pt>
                <c:pt idx="763">
                  <c:v>0.11457308070866142</c:v>
                </c:pt>
                <c:pt idx="764">
                  <c:v>0.11457308070866142</c:v>
                </c:pt>
                <c:pt idx="765">
                  <c:v>0.11488065944881889</c:v>
                </c:pt>
                <c:pt idx="766">
                  <c:v>0.11488065944881889</c:v>
                </c:pt>
                <c:pt idx="767">
                  <c:v>0.11515748031496063</c:v>
                </c:pt>
                <c:pt idx="768">
                  <c:v>0.11515748031496063</c:v>
                </c:pt>
                <c:pt idx="769">
                  <c:v>0.11546505905511811</c:v>
                </c:pt>
                <c:pt idx="770">
                  <c:v>0.11546505905511811</c:v>
                </c:pt>
                <c:pt idx="771">
                  <c:v>0.11577263779527559</c:v>
                </c:pt>
                <c:pt idx="772">
                  <c:v>0.11577263779527559</c:v>
                </c:pt>
                <c:pt idx="773">
                  <c:v>0.11608021653543309</c:v>
                </c:pt>
                <c:pt idx="774">
                  <c:v>0.11608021653543309</c:v>
                </c:pt>
                <c:pt idx="775">
                  <c:v>0.1163570374015748</c:v>
                </c:pt>
                <c:pt idx="776">
                  <c:v>0.1163570374015748</c:v>
                </c:pt>
                <c:pt idx="777">
                  <c:v>0.11666461614173228</c:v>
                </c:pt>
                <c:pt idx="778">
                  <c:v>0.11666461614173228</c:v>
                </c:pt>
                <c:pt idx="779">
                  <c:v>0.11697219488188976</c:v>
                </c:pt>
                <c:pt idx="780">
                  <c:v>0.11697219488188976</c:v>
                </c:pt>
                <c:pt idx="781">
                  <c:v>0.11727977362204724</c:v>
                </c:pt>
                <c:pt idx="782">
                  <c:v>0.11727977362204724</c:v>
                </c:pt>
                <c:pt idx="783">
                  <c:v>0.11755659448818898</c:v>
                </c:pt>
                <c:pt idx="784">
                  <c:v>0.11755659448818898</c:v>
                </c:pt>
                <c:pt idx="785">
                  <c:v>0.11786417322834646</c:v>
                </c:pt>
                <c:pt idx="786">
                  <c:v>0.11786417322834646</c:v>
                </c:pt>
                <c:pt idx="787">
                  <c:v>0.11817175196850394</c:v>
                </c:pt>
                <c:pt idx="788">
                  <c:v>0.11817175196850394</c:v>
                </c:pt>
                <c:pt idx="789">
                  <c:v>0.11847933070866142</c:v>
                </c:pt>
                <c:pt idx="790">
                  <c:v>0.11847933070866142</c:v>
                </c:pt>
                <c:pt idx="791">
                  <c:v>0.11875615157480315</c:v>
                </c:pt>
                <c:pt idx="792">
                  <c:v>0.11875615157480315</c:v>
                </c:pt>
                <c:pt idx="793">
                  <c:v>0.11906373031496063</c:v>
                </c:pt>
                <c:pt idx="794">
                  <c:v>0.11906373031496063</c:v>
                </c:pt>
                <c:pt idx="795">
                  <c:v>0.11937130905511811</c:v>
                </c:pt>
                <c:pt idx="796">
                  <c:v>0.11937130905511811</c:v>
                </c:pt>
                <c:pt idx="797">
                  <c:v>0.11967888779527559</c:v>
                </c:pt>
                <c:pt idx="798">
                  <c:v>0.11967888779527559</c:v>
                </c:pt>
                <c:pt idx="799">
                  <c:v>0.11995570866141732</c:v>
                </c:pt>
                <c:pt idx="800">
                  <c:v>0.11995570866141732</c:v>
                </c:pt>
                <c:pt idx="801">
                  <c:v>0.1202632874015748</c:v>
                </c:pt>
                <c:pt idx="802">
                  <c:v>0.1202632874015748</c:v>
                </c:pt>
                <c:pt idx="803">
                  <c:v>0.12057086614173228</c:v>
                </c:pt>
                <c:pt idx="804">
                  <c:v>0.12057086614173228</c:v>
                </c:pt>
                <c:pt idx="805">
                  <c:v>0.12087844488188976</c:v>
                </c:pt>
                <c:pt idx="806">
                  <c:v>0.12087844488188976</c:v>
                </c:pt>
                <c:pt idx="807">
                  <c:v>0.1211552657480315</c:v>
                </c:pt>
                <c:pt idx="808">
                  <c:v>0.1211552657480315</c:v>
                </c:pt>
                <c:pt idx="809">
                  <c:v>0.12146284448818898</c:v>
                </c:pt>
                <c:pt idx="810">
                  <c:v>0.12146284448818898</c:v>
                </c:pt>
                <c:pt idx="811">
                  <c:v>0.12177042322834646</c:v>
                </c:pt>
                <c:pt idx="812">
                  <c:v>0.12177042322834646</c:v>
                </c:pt>
                <c:pt idx="813">
                  <c:v>0.12207800196850394</c:v>
                </c:pt>
                <c:pt idx="814">
                  <c:v>0.12207800196850394</c:v>
                </c:pt>
                <c:pt idx="815">
                  <c:v>0.12235482283464567</c:v>
                </c:pt>
                <c:pt idx="816">
                  <c:v>0.12235482283464567</c:v>
                </c:pt>
                <c:pt idx="817">
                  <c:v>0.12266240157480315</c:v>
                </c:pt>
                <c:pt idx="818">
                  <c:v>0.12266240157480315</c:v>
                </c:pt>
                <c:pt idx="819">
                  <c:v>0.12296998031496063</c:v>
                </c:pt>
                <c:pt idx="820">
                  <c:v>0.12296998031496063</c:v>
                </c:pt>
                <c:pt idx="821">
                  <c:v>0.12327755905511811</c:v>
                </c:pt>
                <c:pt idx="822">
                  <c:v>0.12327755905511811</c:v>
                </c:pt>
                <c:pt idx="823">
                  <c:v>0.12355437992125984</c:v>
                </c:pt>
                <c:pt idx="824">
                  <c:v>0.12355437992125984</c:v>
                </c:pt>
                <c:pt idx="825">
                  <c:v>0.12386195866141732</c:v>
                </c:pt>
                <c:pt idx="826">
                  <c:v>0.12386195866141732</c:v>
                </c:pt>
                <c:pt idx="827">
                  <c:v>0.1241695374015748</c:v>
                </c:pt>
                <c:pt idx="828">
                  <c:v>0.1241695374015748</c:v>
                </c:pt>
                <c:pt idx="829">
                  <c:v>0.12447711614173228</c:v>
                </c:pt>
                <c:pt idx="830">
                  <c:v>0.12447711614173228</c:v>
                </c:pt>
                <c:pt idx="831">
                  <c:v>0.12475393700787402</c:v>
                </c:pt>
                <c:pt idx="832">
                  <c:v>0.12475393700787402</c:v>
                </c:pt>
                <c:pt idx="833">
                  <c:v>0.12506151574803151</c:v>
                </c:pt>
                <c:pt idx="834">
                  <c:v>0.12506151574803151</c:v>
                </c:pt>
                <c:pt idx="835">
                  <c:v>0.12536909448818898</c:v>
                </c:pt>
                <c:pt idx="836">
                  <c:v>0.12536909448818898</c:v>
                </c:pt>
                <c:pt idx="837">
                  <c:v>0.12567667322834647</c:v>
                </c:pt>
                <c:pt idx="838">
                  <c:v>0.12567667322834647</c:v>
                </c:pt>
                <c:pt idx="839">
                  <c:v>0.12595349409448819</c:v>
                </c:pt>
                <c:pt idx="840">
                  <c:v>0.12595349409448819</c:v>
                </c:pt>
                <c:pt idx="841">
                  <c:v>0.12626107283464566</c:v>
                </c:pt>
                <c:pt idx="842">
                  <c:v>0.12626107283464566</c:v>
                </c:pt>
                <c:pt idx="843">
                  <c:v>0.12656865157480315</c:v>
                </c:pt>
                <c:pt idx="844">
                  <c:v>0.12656865157480315</c:v>
                </c:pt>
                <c:pt idx="845">
                  <c:v>0.12687623031496062</c:v>
                </c:pt>
                <c:pt idx="846">
                  <c:v>0.12687623031496062</c:v>
                </c:pt>
                <c:pt idx="847">
                  <c:v>0.12715305118110237</c:v>
                </c:pt>
                <c:pt idx="848">
                  <c:v>0.12715305118110237</c:v>
                </c:pt>
                <c:pt idx="849">
                  <c:v>0.12746062992125984</c:v>
                </c:pt>
                <c:pt idx="850">
                  <c:v>0.12746062992125984</c:v>
                </c:pt>
                <c:pt idx="851">
                  <c:v>0.12776820866141733</c:v>
                </c:pt>
                <c:pt idx="852">
                  <c:v>0.12776820866141733</c:v>
                </c:pt>
                <c:pt idx="853">
                  <c:v>0.1280757874015748</c:v>
                </c:pt>
                <c:pt idx="854">
                  <c:v>0.1280757874015748</c:v>
                </c:pt>
                <c:pt idx="855">
                  <c:v>0.12835260826771652</c:v>
                </c:pt>
                <c:pt idx="856">
                  <c:v>0.12835260826771652</c:v>
                </c:pt>
                <c:pt idx="857">
                  <c:v>0.12866018700787402</c:v>
                </c:pt>
                <c:pt idx="858">
                  <c:v>0.12866018700787402</c:v>
                </c:pt>
                <c:pt idx="859">
                  <c:v>0.12896776574803151</c:v>
                </c:pt>
                <c:pt idx="860">
                  <c:v>0.12896776574803151</c:v>
                </c:pt>
                <c:pt idx="861">
                  <c:v>0.12927534448818898</c:v>
                </c:pt>
                <c:pt idx="862">
                  <c:v>0.12927534448818898</c:v>
                </c:pt>
                <c:pt idx="863">
                  <c:v>0.1295521653543307</c:v>
                </c:pt>
                <c:pt idx="864">
                  <c:v>0.1295521653543307</c:v>
                </c:pt>
                <c:pt idx="865">
                  <c:v>0.12985974409448819</c:v>
                </c:pt>
                <c:pt idx="866">
                  <c:v>0.12985974409448819</c:v>
                </c:pt>
                <c:pt idx="867">
                  <c:v>0.13016732283464566</c:v>
                </c:pt>
                <c:pt idx="868">
                  <c:v>0.13016732283464566</c:v>
                </c:pt>
                <c:pt idx="869">
                  <c:v>0.13047490157480315</c:v>
                </c:pt>
                <c:pt idx="870">
                  <c:v>0.13047490157480315</c:v>
                </c:pt>
                <c:pt idx="871">
                  <c:v>0.13075172244094488</c:v>
                </c:pt>
                <c:pt idx="872">
                  <c:v>0.13075172244094488</c:v>
                </c:pt>
                <c:pt idx="873">
                  <c:v>0.13105930118110237</c:v>
                </c:pt>
                <c:pt idx="874">
                  <c:v>0.13105930118110237</c:v>
                </c:pt>
                <c:pt idx="875">
                  <c:v>0.13136687992125984</c:v>
                </c:pt>
                <c:pt idx="876">
                  <c:v>0.13136687992125984</c:v>
                </c:pt>
                <c:pt idx="877">
                  <c:v>0.13167445866141733</c:v>
                </c:pt>
                <c:pt idx="878">
                  <c:v>0.13167445866141733</c:v>
                </c:pt>
                <c:pt idx="879">
                  <c:v>0.13195127952755906</c:v>
                </c:pt>
                <c:pt idx="880">
                  <c:v>0.13195127952755906</c:v>
                </c:pt>
                <c:pt idx="881">
                  <c:v>0.13225885826771652</c:v>
                </c:pt>
                <c:pt idx="882">
                  <c:v>0.13225885826771652</c:v>
                </c:pt>
                <c:pt idx="883">
                  <c:v>0.13256643700787402</c:v>
                </c:pt>
                <c:pt idx="884">
                  <c:v>0.13256643700787402</c:v>
                </c:pt>
                <c:pt idx="885">
                  <c:v>0.13287401574803151</c:v>
                </c:pt>
                <c:pt idx="886">
                  <c:v>0.13287401574803151</c:v>
                </c:pt>
                <c:pt idx="887">
                  <c:v>0.13315083661417323</c:v>
                </c:pt>
                <c:pt idx="888">
                  <c:v>0.13315083661417323</c:v>
                </c:pt>
                <c:pt idx="889">
                  <c:v>0.1334584153543307</c:v>
                </c:pt>
                <c:pt idx="890">
                  <c:v>0.1334584153543307</c:v>
                </c:pt>
                <c:pt idx="891">
                  <c:v>0.13376599409448819</c:v>
                </c:pt>
                <c:pt idx="892">
                  <c:v>0.13376599409448819</c:v>
                </c:pt>
                <c:pt idx="893">
                  <c:v>0.13407357283464566</c:v>
                </c:pt>
                <c:pt idx="894">
                  <c:v>0.13407357283464566</c:v>
                </c:pt>
                <c:pt idx="895">
                  <c:v>0.13435039370078741</c:v>
                </c:pt>
                <c:pt idx="896">
                  <c:v>0.13435039370078741</c:v>
                </c:pt>
                <c:pt idx="897">
                  <c:v>0.13465797244094488</c:v>
                </c:pt>
                <c:pt idx="898">
                  <c:v>0.13465797244094488</c:v>
                </c:pt>
                <c:pt idx="899">
                  <c:v>0.13496555118110237</c:v>
                </c:pt>
                <c:pt idx="900">
                  <c:v>0.13496555118110237</c:v>
                </c:pt>
                <c:pt idx="901">
                  <c:v>0.13527312992125984</c:v>
                </c:pt>
                <c:pt idx="902">
                  <c:v>0.13527312992125984</c:v>
                </c:pt>
                <c:pt idx="903">
                  <c:v>0.13554995078740156</c:v>
                </c:pt>
                <c:pt idx="904">
                  <c:v>0.13554995078740156</c:v>
                </c:pt>
                <c:pt idx="905">
                  <c:v>0.13585752952755906</c:v>
                </c:pt>
                <c:pt idx="906">
                  <c:v>0.13585752952755906</c:v>
                </c:pt>
                <c:pt idx="907">
                  <c:v>0.13616510826771652</c:v>
                </c:pt>
                <c:pt idx="908">
                  <c:v>0.13616510826771652</c:v>
                </c:pt>
                <c:pt idx="909">
                  <c:v>0.13647268700787402</c:v>
                </c:pt>
                <c:pt idx="910">
                  <c:v>0.13647268700787402</c:v>
                </c:pt>
                <c:pt idx="911">
                  <c:v>0.13674950787401574</c:v>
                </c:pt>
                <c:pt idx="912">
                  <c:v>0.13674950787401574</c:v>
                </c:pt>
                <c:pt idx="913">
                  <c:v>0.13705708661417323</c:v>
                </c:pt>
                <c:pt idx="914">
                  <c:v>0.13705708661417323</c:v>
                </c:pt>
                <c:pt idx="915">
                  <c:v>0.1373646653543307</c:v>
                </c:pt>
                <c:pt idx="916">
                  <c:v>0.1373646653543307</c:v>
                </c:pt>
                <c:pt idx="917">
                  <c:v>0.13767224409448819</c:v>
                </c:pt>
                <c:pt idx="918">
                  <c:v>0.13767224409448819</c:v>
                </c:pt>
                <c:pt idx="919">
                  <c:v>0.13794906496062992</c:v>
                </c:pt>
                <c:pt idx="920">
                  <c:v>0.13794906496062992</c:v>
                </c:pt>
                <c:pt idx="921">
                  <c:v>0.13825664370078741</c:v>
                </c:pt>
                <c:pt idx="922">
                  <c:v>0.13825664370078741</c:v>
                </c:pt>
                <c:pt idx="923">
                  <c:v>0.13856422244094488</c:v>
                </c:pt>
                <c:pt idx="924">
                  <c:v>0.13856422244094488</c:v>
                </c:pt>
                <c:pt idx="925">
                  <c:v>0.13887180118110237</c:v>
                </c:pt>
                <c:pt idx="926">
                  <c:v>0.13887180118110237</c:v>
                </c:pt>
                <c:pt idx="927">
                  <c:v>0.1391486220472441</c:v>
                </c:pt>
                <c:pt idx="928">
                  <c:v>0.1391486220472441</c:v>
                </c:pt>
                <c:pt idx="929">
                  <c:v>0.13945620078740156</c:v>
                </c:pt>
                <c:pt idx="930">
                  <c:v>0.13945620078740156</c:v>
                </c:pt>
                <c:pt idx="931">
                  <c:v>0.13976377952755906</c:v>
                </c:pt>
                <c:pt idx="932">
                  <c:v>0.13976377952755906</c:v>
                </c:pt>
                <c:pt idx="933">
                  <c:v>0.14007135826771652</c:v>
                </c:pt>
                <c:pt idx="934">
                  <c:v>0.14007135826771652</c:v>
                </c:pt>
                <c:pt idx="935">
                  <c:v>0.14034817913385828</c:v>
                </c:pt>
                <c:pt idx="936">
                  <c:v>0.14034817913385828</c:v>
                </c:pt>
                <c:pt idx="937">
                  <c:v>0.14065575787401574</c:v>
                </c:pt>
                <c:pt idx="938">
                  <c:v>0.14065575787401574</c:v>
                </c:pt>
                <c:pt idx="939">
                  <c:v>0.14096333661417323</c:v>
                </c:pt>
                <c:pt idx="940">
                  <c:v>0.14096333661417323</c:v>
                </c:pt>
                <c:pt idx="941">
                  <c:v>0.1412709153543307</c:v>
                </c:pt>
                <c:pt idx="942">
                  <c:v>0.1412709153543307</c:v>
                </c:pt>
                <c:pt idx="943">
                  <c:v>0.14157849409448819</c:v>
                </c:pt>
                <c:pt idx="944">
                  <c:v>0.14157849409448819</c:v>
                </c:pt>
                <c:pt idx="945">
                  <c:v>0.14185531496062992</c:v>
                </c:pt>
                <c:pt idx="946">
                  <c:v>0.14185531496062992</c:v>
                </c:pt>
                <c:pt idx="947">
                  <c:v>0.14216289370078741</c:v>
                </c:pt>
                <c:pt idx="948">
                  <c:v>0.14216289370078741</c:v>
                </c:pt>
                <c:pt idx="949">
                  <c:v>0.14247047244094488</c:v>
                </c:pt>
                <c:pt idx="950">
                  <c:v>0.14247047244094488</c:v>
                </c:pt>
                <c:pt idx="951">
                  <c:v>0.14277805118110237</c:v>
                </c:pt>
                <c:pt idx="952">
                  <c:v>0.14277805118110237</c:v>
                </c:pt>
                <c:pt idx="953">
                  <c:v>0.1430548720472441</c:v>
                </c:pt>
                <c:pt idx="954">
                  <c:v>0.1430548720472441</c:v>
                </c:pt>
                <c:pt idx="955">
                  <c:v>0.14336245078740156</c:v>
                </c:pt>
                <c:pt idx="956">
                  <c:v>0.14336245078740156</c:v>
                </c:pt>
                <c:pt idx="957">
                  <c:v>0.14367002952755906</c:v>
                </c:pt>
                <c:pt idx="958">
                  <c:v>0.14367002952755906</c:v>
                </c:pt>
                <c:pt idx="959">
                  <c:v>0.14397760826771652</c:v>
                </c:pt>
                <c:pt idx="960">
                  <c:v>0.14397760826771652</c:v>
                </c:pt>
                <c:pt idx="961">
                  <c:v>0.14425442913385828</c:v>
                </c:pt>
                <c:pt idx="962">
                  <c:v>0.14425442913385828</c:v>
                </c:pt>
                <c:pt idx="963">
                  <c:v>0.14456200787401574</c:v>
                </c:pt>
                <c:pt idx="964">
                  <c:v>0.14456200787401574</c:v>
                </c:pt>
                <c:pt idx="965">
                  <c:v>0.14486958661417323</c:v>
                </c:pt>
                <c:pt idx="966">
                  <c:v>0.14486958661417323</c:v>
                </c:pt>
                <c:pt idx="967">
                  <c:v>0.1451771653543307</c:v>
                </c:pt>
                <c:pt idx="968">
                  <c:v>0.1451771653543307</c:v>
                </c:pt>
                <c:pt idx="969">
                  <c:v>0.14545398622047245</c:v>
                </c:pt>
                <c:pt idx="970">
                  <c:v>0.14545398622047245</c:v>
                </c:pt>
                <c:pt idx="971">
                  <c:v>0.14576156496062992</c:v>
                </c:pt>
                <c:pt idx="972">
                  <c:v>0.14576156496062992</c:v>
                </c:pt>
                <c:pt idx="973">
                  <c:v>0.14606914370078741</c:v>
                </c:pt>
                <c:pt idx="974">
                  <c:v>0.14606914370078741</c:v>
                </c:pt>
                <c:pt idx="975">
                  <c:v>0.14637672244094488</c:v>
                </c:pt>
                <c:pt idx="976">
                  <c:v>0.14637672244094488</c:v>
                </c:pt>
                <c:pt idx="977">
                  <c:v>0.1466535433070866</c:v>
                </c:pt>
                <c:pt idx="978">
                  <c:v>0.1466535433070866</c:v>
                </c:pt>
                <c:pt idx="979">
                  <c:v>0.1469611220472441</c:v>
                </c:pt>
                <c:pt idx="980">
                  <c:v>0.1469611220472441</c:v>
                </c:pt>
                <c:pt idx="981">
                  <c:v>0.14726870078740156</c:v>
                </c:pt>
                <c:pt idx="982">
                  <c:v>0.14726870078740156</c:v>
                </c:pt>
                <c:pt idx="983">
                  <c:v>0.14757627952755906</c:v>
                </c:pt>
                <c:pt idx="984">
                  <c:v>0.14757627952755906</c:v>
                </c:pt>
                <c:pt idx="985">
                  <c:v>0.14785310039370078</c:v>
                </c:pt>
                <c:pt idx="986">
                  <c:v>0.14785310039370078</c:v>
                </c:pt>
                <c:pt idx="987">
                  <c:v>0.14816067913385828</c:v>
                </c:pt>
                <c:pt idx="988">
                  <c:v>0.14816067913385828</c:v>
                </c:pt>
                <c:pt idx="989">
                  <c:v>0.14846825787401574</c:v>
                </c:pt>
                <c:pt idx="990">
                  <c:v>0.14846825787401574</c:v>
                </c:pt>
                <c:pt idx="991">
                  <c:v>0.14877583661417323</c:v>
                </c:pt>
                <c:pt idx="992">
                  <c:v>0.14877583661417323</c:v>
                </c:pt>
                <c:pt idx="993">
                  <c:v>0.14905265748031496</c:v>
                </c:pt>
                <c:pt idx="994">
                  <c:v>0.14905265748031496</c:v>
                </c:pt>
                <c:pt idx="995">
                  <c:v>0.14936023622047245</c:v>
                </c:pt>
                <c:pt idx="996">
                  <c:v>0.14936023622047245</c:v>
                </c:pt>
                <c:pt idx="997">
                  <c:v>0.14966781496062992</c:v>
                </c:pt>
                <c:pt idx="998">
                  <c:v>0.14966781496062992</c:v>
                </c:pt>
                <c:pt idx="999">
                  <c:v>0.14997539370078741</c:v>
                </c:pt>
                <c:pt idx="1000">
                  <c:v>0.14997539370078741</c:v>
                </c:pt>
                <c:pt idx="1001">
                  <c:v>0.15025221456692914</c:v>
                </c:pt>
                <c:pt idx="1002">
                  <c:v>0.15025221456692914</c:v>
                </c:pt>
                <c:pt idx="1003">
                  <c:v>0.1505597933070866</c:v>
                </c:pt>
                <c:pt idx="1004">
                  <c:v>0.1505597933070866</c:v>
                </c:pt>
                <c:pt idx="1005">
                  <c:v>0.1508673720472441</c:v>
                </c:pt>
                <c:pt idx="1006">
                  <c:v>0.1508673720472441</c:v>
                </c:pt>
                <c:pt idx="1007">
                  <c:v>0.15117495078740156</c:v>
                </c:pt>
                <c:pt idx="1008">
                  <c:v>0.15117495078740156</c:v>
                </c:pt>
                <c:pt idx="1009">
                  <c:v>0.15145177165354332</c:v>
                </c:pt>
                <c:pt idx="1010">
                  <c:v>0.15145177165354332</c:v>
                </c:pt>
                <c:pt idx="1011">
                  <c:v>0.15175935039370078</c:v>
                </c:pt>
                <c:pt idx="1012">
                  <c:v>0.15175935039370078</c:v>
                </c:pt>
                <c:pt idx="1013">
                  <c:v>0.15206692913385828</c:v>
                </c:pt>
                <c:pt idx="1014">
                  <c:v>0.15206692913385828</c:v>
                </c:pt>
                <c:pt idx="1015">
                  <c:v>0.15237450787401574</c:v>
                </c:pt>
                <c:pt idx="1016">
                  <c:v>0.15237450787401574</c:v>
                </c:pt>
                <c:pt idx="1017">
                  <c:v>0.15265132874015749</c:v>
                </c:pt>
                <c:pt idx="1018">
                  <c:v>0.15265132874015749</c:v>
                </c:pt>
                <c:pt idx="1019">
                  <c:v>0.15295890748031496</c:v>
                </c:pt>
                <c:pt idx="1020">
                  <c:v>0.15295890748031496</c:v>
                </c:pt>
                <c:pt idx="1021">
                  <c:v>0.15326648622047245</c:v>
                </c:pt>
                <c:pt idx="1022">
                  <c:v>0.15326648622047245</c:v>
                </c:pt>
                <c:pt idx="1023">
                  <c:v>0.15357406496062992</c:v>
                </c:pt>
                <c:pt idx="1024">
                  <c:v>0.15357406496062992</c:v>
                </c:pt>
                <c:pt idx="1025">
                  <c:v>0.15385088582677164</c:v>
                </c:pt>
                <c:pt idx="1026">
                  <c:v>0.15385088582677164</c:v>
                </c:pt>
                <c:pt idx="1027">
                  <c:v>0.15415846456692914</c:v>
                </c:pt>
                <c:pt idx="1028">
                  <c:v>0.15415846456692914</c:v>
                </c:pt>
                <c:pt idx="1029">
                  <c:v>0.1544660433070866</c:v>
                </c:pt>
                <c:pt idx="1030">
                  <c:v>0.1544660433070866</c:v>
                </c:pt>
                <c:pt idx="1031">
                  <c:v>0.1547736220472441</c:v>
                </c:pt>
                <c:pt idx="1032">
                  <c:v>0.1547736220472441</c:v>
                </c:pt>
                <c:pt idx="1033">
                  <c:v>0.15505044291338582</c:v>
                </c:pt>
                <c:pt idx="1034">
                  <c:v>0.15505044291338582</c:v>
                </c:pt>
                <c:pt idx="1035">
                  <c:v>0.15535802165354332</c:v>
                </c:pt>
                <c:pt idx="1036">
                  <c:v>0.15535802165354332</c:v>
                </c:pt>
                <c:pt idx="1037">
                  <c:v>0.15566560039370078</c:v>
                </c:pt>
                <c:pt idx="1038">
                  <c:v>0.15566560039370078</c:v>
                </c:pt>
                <c:pt idx="1039">
                  <c:v>0.15597317913385828</c:v>
                </c:pt>
                <c:pt idx="1040">
                  <c:v>0.15597317913385828</c:v>
                </c:pt>
                <c:pt idx="1041">
                  <c:v>0.15625</c:v>
                </c:pt>
                <c:pt idx="1042">
                  <c:v>0.15625</c:v>
                </c:pt>
                <c:pt idx="1043">
                  <c:v>0.15655757874015749</c:v>
                </c:pt>
                <c:pt idx="1044">
                  <c:v>0.15655757874015749</c:v>
                </c:pt>
                <c:pt idx="1045">
                  <c:v>0.15686515748031496</c:v>
                </c:pt>
                <c:pt idx="1046">
                  <c:v>0.15686515748031496</c:v>
                </c:pt>
                <c:pt idx="1047">
                  <c:v>0.15717273622047245</c:v>
                </c:pt>
                <c:pt idx="1048">
                  <c:v>0.15717273622047245</c:v>
                </c:pt>
                <c:pt idx="1049">
                  <c:v>0.15744955708661418</c:v>
                </c:pt>
                <c:pt idx="1050">
                  <c:v>0.15744955708661418</c:v>
                </c:pt>
                <c:pt idx="1051">
                  <c:v>0.15775713582677164</c:v>
                </c:pt>
                <c:pt idx="1052">
                  <c:v>0.15775713582677164</c:v>
                </c:pt>
                <c:pt idx="1053">
                  <c:v>0.15806471456692914</c:v>
                </c:pt>
                <c:pt idx="1054">
                  <c:v>0.15806471456692914</c:v>
                </c:pt>
                <c:pt idx="1055">
                  <c:v>0.1583722933070866</c:v>
                </c:pt>
                <c:pt idx="1056">
                  <c:v>0.1583722933070866</c:v>
                </c:pt>
                <c:pt idx="1057">
                  <c:v>0.15864911417322836</c:v>
                </c:pt>
                <c:pt idx="1058">
                  <c:v>0.15864911417322836</c:v>
                </c:pt>
                <c:pt idx="1059">
                  <c:v>0.15895669291338582</c:v>
                </c:pt>
                <c:pt idx="1060">
                  <c:v>0.15895669291338582</c:v>
                </c:pt>
                <c:pt idx="1061">
                  <c:v>0.15926427165354332</c:v>
                </c:pt>
                <c:pt idx="1062">
                  <c:v>0.15926427165354332</c:v>
                </c:pt>
                <c:pt idx="1063">
                  <c:v>0.15957185039370078</c:v>
                </c:pt>
                <c:pt idx="1064">
                  <c:v>0.15957185039370078</c:v>
                </c:pt>
                <c:pt idx="1065">
                  <c:v>0.15984867125984251</c:v>
                </c:pt>
                <c:pt idx="1066">
                  <c:v>0.15984867125984251</c:v>
                </c:pt>
                <c:pt idx="1067">
                  <c:v>0.16015625</c:v>
                </c:pt>
                <c:pt idx="1068">
                  <c:v>0.16015625</c:v>
                </c:pt>
                <c:pt idx="1069">
                  <c:v>0.16046382874015749</c:v>
                </c:pt>
                <c:pt idx="1070">
                  <c:v>0.16046382874015749</c:v>
                </c:pt>
                <c:pt idx="1071">
                  <c:v>0.16077140748031496</c:v>
                </c:pt>
                <c:pt idx="1072">
                  <c:v>0.16077140748031496</c:v>
                </c:pt>
                <c:pt idx="1073">
                  <c:v>0.16104822834645668</c:v>
                </c:pt>
                <c:pt idx="1074">
                  <c:v>0.16104822834645668</c:v>
                </c:pt>
                <c:pt idx="1075">
                  <c:v>0.16135580708661418</c:v>
                </c:pt>
                <c:pt idx="1076">
                  <c:v>0.16135580708661418</c:v>
                </c:pt>
                <c:pt idx="1077">
                  <c:v>0.16166338582677164</c:v>
                </c:pt>
                <c:pt idx="1078">
                  <c:v>0.16166338582677164</c:v>
                </c:pt>
                <c:pt idx="1079">
                  <c:v>0.16197096456692914</c:v>
                </c:pt>
                <c:pt idx="1080">
                  <c:v>0.16197096456692914</c:v>
                </c:pt>
                <c:pt idx="1081">
                  <c:v>0.16224778543307086</c:v>
                </c:pt>
                <c:pt idx="1082">
                  <c:v>0.16224778543307086</c:v>
                </c:pt>
                <c:pt idx="1083">
                  <c:v>0.16255536417322836</c:v>
                </c:pt>
                <c:pt idx="1084">
                  <c:v>0.16255536417322836</c:v>
                </c:pt>
                <c:pt idx="1085">
                  <c:v>0.16286294291338582</c:v>
                </c:pt>
                <c:pt idx="1086">
                  <c:v>0.16286294291338582</c:v>
                </c:pt>
                <c:pt idx="1087">
                  <c:v>0.16317052165354332</c:v>
                </c:pt>
                <c:pt idx="1088">
                  <c:v>0.16317052165354332</c:v>
                </c:pt>
                <c:pt idx="1089">
                  <c:v>0.16344734251968504</c:v>
                </c:pt>
                <c:pt idx="1090">
                  <c:v>0.16344734251968504</c:v>
                </c:pt>
                <c:pt idx="1091">
                  <c:v>0.16375492125984251</c:v>
                </c:pt>
                <c:pt idx="1092">
                  <c:v>0.16375492125984251</c:v>
                </c:pt>
                <c:pt idx="1093">
                  <c:v>0.1640625</c:v>
                </c:pt>
                <c:pt idx="1094">
                  <c:v>0.1640625</c:v>
                </c:pt>
                <c:pt idx="1095">
                  <c:v>0.16437007874015749</c:v>
                </c:pt>
                <c:pt idx="1096">
                  <c:v>0.16437007874015749</c:v>
                </c:pt>
                <c:pt idx="1097">
                  <c:v>0.16464689960629922</c:v>
                </c:pt>
                <c:pt idx="1098">
                  <c:v>0.16464689960629922</c:v>
                </c:pt>
                <c:pt idx="1099">
                  <c:v>0.16495447834645668</c:v>
                </c:pt>
                <c:pt idx="1100">
                  <c:v>0.16495447834645668</c:v>
                </c:pt>
                <c:pt idx="1101">
                  <c:v>0.16526205708661418</c:v>
                </c:pt>
                <c:pt idx="1102">
                  <c:v>0.16526205708661418</c:v>
                </c:pt>
                <c:pt idx="1103">
                  <c:v>0.16556963582677164</c:v>
                </c:pt>
                <c:pt idx="1104">
                  <c:v>0.16556963582677164</c:v>
                </c:pt>
                <c:pt idx="1105">
                  <c:v>0.1658464566929134</c:v>
                </c:pt>
                <c:pt idx="1106">
                  <c:v>0.1658464566929134</c:v>
                </c:pt>
                <c:pt idx="1107">
                  <c:v>0.16615403543307086</c:v>
                </c:pt>
                <c:pt idx="1108">
                  <c:v>0.16615403543307086</c:v>
                </c:pt>
                <c:pt idx="1109">
                  <c:v>0.16646161417322836</c:v>
                </c:pt>
                <c:pt idx="1110">
                  <c:v>0.16646161417322836</c:v>
                </c:pt>
                <c:pt idx="1111">
                  <c:v>0.16676919291338582</c:v>
                </c:pt>
                <c:pt idx="1112">
                  <c:v>0.16676919291338582</c:v>
                </c:pt>
                <c:pt idx="1113">
                  <c:v>0.16704601377952755</c:v>
                </c:pt>
                <c:pt idx="1114">
                  <c:v>0.16704601377952755</c:v>
                </c:pt>
                <c:pt idx="1115">
                  <c:v>0.16735359251968504</c:v>
                </c:pt>
                <c:pt idx="1116">
                  <c:v>0.16735359251968504</c:v>
                </c:pt>
                <c:pt idx="1117">
                  <c:v>0.16766117125984251</c:v>
                </c:pt>
                <c:pt idx="1118">
                  <c:v>0.16766117125984251</c:v>
                </c:pt>
                <c:pt idx="1119">
                  <c:v>0.16796875</c:v>
                </c:pt>
                <c:pt idx="1120">
                  <c:v>0.16796875</c:v>
                </c:pt>
                <c:pt idx="1121">
                  <c:v>0.16824557086614172</c:v>
                </c:pt>
                <c:pt idx="1122">
                  <c:v>0.16824557086614172</c:v>
                </c:pt>
                <c:pt idx="1123">
                  <c:v>0.16855314960629922</c:v>
                </c:pt>
                <c:pt idx="1124">
                  <c:v>0.16855314960629922</c:v>
                </c:pt>
                <c:pt idx="1125">
                  <c:v>0.16886072834645668</c:v>
                </c:pt>
                <c:pt idx="1126">
                  <c:v>0.16886072834645668</c:v>
                </c:pt>
                <c:pt idx="1127">
                  <c:v>0.16916830708661418</c:v>
                </c:pt>
                <c:pt idx="1128">
                  <c:v>0.16916830708661418</c:v>
                </c:pt>
                <c:pt idx="1129">
                  <c:v>0.1694451279527559</c:v>
                </c:pt>
                <c:pt idx="1130">
                  <c:v>0.1694451279527559</c:v>
                </c:pt>
                <c:pt idx="1131">
                  <c:v>0.1697527066929134</c:v>
                </c:pt>
                <c:pt idx="1132">
                  <c:v>0.1697527066929134</c:v>
                </c:pt>
                <c:pt idx="1133">
                  <c:v>0.17006028543307086</c:v>
                </c:pt>
                <c:pt idx="1134">
                  <c:v>0.17006028543307086</c:v>
                </c:pt>
                <c:pt idx="1135">
                  <c:v>0.17036786417322836</c:v>
                </c:pt>
                <c:pt idx="1136">
                  <c:v>0.17036786417322836</c:v>
                </c:pt>
                <c:pt idx="1137">
                  <c:v>0.17064468503937008</c:v>
                </c:pt>
                <c:pt idx="1138">
                  <c:v>0.17064468503937008</c:v>
                </c:pt>
                <c:pt idx="1139">
                  <c:v>0.17095226377952755</c:v>
                </c:pt>
                <c:pt idx="1140">
                  <c:v>0.17095226377952755</c:v>
                </c:pt>
                <c:pt idx="1141">
                  <c:v>0.17125984251968504</c:v>
                </c:pt>
                <c:pt idx="1142">
                  <c:v>0.17125984251968504</c:v>
                </c:pt>
                <c:pt idx="1143">
                  <c:v>0.17156742125984251</c:v>
                </c:pt>
                <c:pt idx="1144">
                  <c:v>0.17156742125984251</c:v>
                </c:pt>
                <c:pt idx="1145">
                  <c:v>0.17184424212598426</c:v>
                </c:pt>
                <c:pt idx="1146">
                  <c:v>0.17184424212598426</c:v>
                </c:pt>
                <c:pt idx="1147">
                  <c:v>0.17215182086614172</c:v>
                </c:pt>
                <c:pt idx="1148">
                  <c:v>0.17215182086614172</c:v>
                </c:pt>
                <c:pt idx="1149">
                  <c:v>0.17245939960629922</c:v>
                </c:pt>
                <c:pt idx="1150">
                  <c:v>0.17245939960629922</c:v>
                </c:pt>
                <c:pt idx="1151">
                  <c:v>0.17276697834645668</c:v>
                </c:pt>
                <c:pt idx="1152">
                  <c:v>0.17276697834645668</c:v>
                </c:pt>
                <c:pt idx="1153">
                  <c:v>0.17304379921259844</c:v>
                </c:pt>
                <c:pt idx="1154">
                  <c:v>0.17304379921259844</c:v>
                </c:pt>
                <c:pt idx="1155">
                  <c:v>0.1733513779527559</c:v>
                </c:pt>
                <c:pt idx="1156">
                  <c:v>0.1733513779527559</c:v>
                </c:pt>
                <c:pt idx="1157">
                  <c:v>0.1736589566929134</c:v>
                </c:pt>
                <c:pt idx="1158">
                  <c:v>0.1736589566929134</c:v>
                </c:pt>
                <c:pt idx="1159">
                  <c:v>0.17396653543307086</c:v>
                </c:pt>
                <c:pt idx="1160">
                  <c:v>0.17396653543307086</c:v>
                </c:pt>
                <c:pt idx="1161">
                  <c:v>0.17424335629921259</c:v>
                </c:pt>
                <c:pt idx="1162">
                  <c:v>0.17424335629921259</c:v>
                </c:pt>
                <c:pt idx="1163">
                  <c:v>0.17455093503937008</c:v>
                </c:pt>
                <c:pt idx="1164">
                  <c:v>0.17455093503937008</c:v>
                </c:pt>
                <c:pt idx="1165">
                  <c:v>0.17485851377952755</c:v>
                </c:pt>
                <c:pt idx="1166">
                  <c:v>0.17485851377952755</c:v>
                </c:pt>
                <c:pt idx="1167">
                  <c:v>0.17516609251968504</c:v>
                </c:pt>
                <c:pt idx="1168">
                  <c:v>0.17516609251968504</c:v>
                </c:pt>
                <c:pt idx="1169">
                  <c:v>0.17544291338582677</c:v>
                </c:pt>
                <c:pt idx="1170">
                  <c:v>0.17544291338582677</c:v>
                </c:pt>
                <c:pt idx="1171">
                  <c:v>0.17575049212598426</c:v>
                </c:pt>
                <c:pt idx="1172">
                  <c:v>0.17575049212598426</c:v>
                </c:pt>
                <c:pt idx="1173">
                  <c:v>0.17605807086614172</c:v>
                </c:pt>
                <c:pt idx="1174">
                  <c:v>0.17605807086614172</c:v>
                </c:pt>
                <c:pt idx="1175">
                  <c:v>0.17636564960629922</c:v>
                </c:pt>
                <c:pt idx="1176">
                  <c:v>0.17636564960629922</c:v>
                </c:pt>
                <c:pt idx="1177">
                  <c:v>0.17667322834645668</c:v>
                </c:pt>
                <c:pt idx="1178">
                  <c:v>0.17667322834645668</c:v>
                </c:pt>
                <c:pt idx="1179">
                  <c:v>0.17695004921259844</c:v>
                </c:pt>
                <c:pt idx="1180">
                  <c:v>0.17695004921259844</c:v>
                </c:pt>
                <c:pt idx="1181">
                  <c:v>0.1772576279527559</c:v>
                </c:pt>
                <c:pt idx="1182">
                  <c:v>0.1772576279527559</c:v>
                </c:pt>
                <c:pt idx="1183">
                  <c:v>0.1775652066929134</c:v>
                </c:pt>
                <c:pt idx="1184">
                  <c:v>0.1775652066929134</c:v>
                </c:pt>
                <c:pt idx="1185">
                  <c:v>0.17787278543307086</c:v>
                </c:pt>
                <c:pt idx="1186">
                  <c:v>0.17787278543307086</c:v>
                </c:pt>
                <c:pt idx="1187">
                  <c:v>0.17814960629921259</c:v>
                </c:pt>
                <c:pt idx="1188">
                  <c:v>0.17814960629921259</c:v>
                </c:pt>
                <c:pt idx="1189">
                  <c:v>0.17845718503937008</c:v>
                </c:pt>
                <c:pt idx="1190">
                  <c:v>0.17845718503937008</c:v>
                </c:pt>
                <c:pt idx="1191">
                  <c:v>0.17876476377952755</c:v>
                </c:pt>
                <c:pt idx="1192">
                  <c:v>0.17876476377952755</c:v>
                </c:pt>
                <c:pt idx="1193">
                  <c:v>0.17907234251968504</c:v>
                </c:pt>
                <c:pt idx="1194">
                  <c:v>0.17907234251968504</c:v>
                </c:pt>
                <c:pt idx="1195">
                  <c:v>0.17934916338582677</c:v>
                </c:pt>
                <c:pt idx="1196">
                  <c:v>0.17934916338582677</c:v>
                </c:pt>
                <c:pt idx="1197">
                  <c:v>0.17965674212598426</c:v>
                </c:pt>
                <c:pt idx="1198">
                  <c:v>0.17965674212598426</c:v>
                </c:pt>
                <c:pt idx="1199">
                  <c:v>0.17996432086614172</c:v>
                </c:pt>
                <c:pt idx="1200">
                  <c:v>0.17996432086614172</c:v>
                </c:pt>
                <c:pt idx="1201">
                  <c:v>0.18027189960629919</c:v>
                </c:pt>
                <c:pt idx="1202">
                  <c:v>0.18027189960629919</c:v>
                </c:pt>
                <c:pt idx="1203">
                  <c:v>0.18054872047244097</c:v>
                </c:pt>
                <c:pt idx="1204">
                  <c:v>0.18054872047244097</c:v>
                </c:pt>
                <c:pt idx="1205">
                  <c:v>0.18085629921259844</c:v>
                </c:pt>
                <c:pt idx="1206">
                  <c:v>0.18085629921259844</c:v>
                </c:pt>
                <c:pt idx="1207">
                  <c:v>0.1811638779527559</c:v>
                </c:pt>
                <c:pt idx="1208">
                  <c:v>0.1811638779527559</c:v>
                </c:pt>
                <c:pt idx="1209">
                  <c:v>0.1814714566929134</c:v>
                </c:pt>
                <c:pt idx="1210">
                  <c:v>0.1814714566929134</c:v>
                </c:pt>
                <c:pt idx="1211">
                  <c:v>0.18174827755905512</c:v>
                </c:pt>
                <c:pt idx="1212">
                  <c:v>0.18174827755905512</c:v>
                </c:pt>
                <c:pt idx="1213">
                  <c:v>0.18205585629921259</c:v>
                </c:pt>
                <c:pt idx="1214">
                  <c:v>0.18205585629921259</c:v>
                </c:pt>
                <c:pt idx="1215">
                  <c:v>0.18236343503937008</c:v>
                </c:pt>
                <c:pt idx="1216">
                  <c:v>0.18236343503937008</c:v>
                </c:pt>
                <c:pt idx="1217">
                  <c:v>0.18267101377952755</c:v>
                </c:pt>
                <c:pt idx="1218">
                  <c:v>0.18267101377952755</c:v>
                </c:pt>
                <c:pt idx="1219">
                  <c:v>0.1829478346456693</c:v>
                </c:pt>
                <c:pt idx="1220">
                  <c:v>0.1829478346456693</c:v>
                </c:pt>
                <c:pt idx="1221">
                  <c:v>0.18325541338582677</c:v>
                </c:pt>
                <c:pt idx="1222">
                  <c:v>0.18325541338582677</c:v>
                </c:pt>
                <c:pt idx="1223">
                  <c:v>0.18356299212598423</c:v>
                </c:pt>
                <c:pt idx="1224">
                  <c:v>0.18356299212598423</c:v>
                </c:pt>
                <c:pt idx="1225">
                  <c:v>0.18387057086614172</c:v>
                </c:pt>
                <c:pt idx="1226">
                  <c:v>0.18387057086614172</c:v>
                </c:pt>
                <c:pt idx="1227">
                  <c:v>0.18414739173228348</c:v>
                </c:pt>
                <c:pt idx="1228">
                  <c:v>0.18414739173228348</c:v>
                </c:pt>
                <c:pt idx="1229">
                  <c:v>0.18445497047244097</c:v>
                </c:pt>
                <c:pt idx="1230">
                  <c:v>0.18445497047244097</c:v>
                </c:pt>
                <c:pt idx="1231">
                  <c:v>0.18476254921259844</c:v>
                </c:pt>
                <c:pt idx="1232">
                  <c:v>0.18476254921259844</c:v>
                </c:pt>
                <c:pt idx="1233">
                  <c:v>0.1850701279527559</c:v>
                </c:pt>
                <c:pt idx="1234">
                  <c:v>0.1850701279527559</c:v>
                </c:pt>
                <c:pt idx="1235">
                  <c:v>0.18534694881889763</c:v>
                </c:pt>
                <c:pt idx="1236">
                  <c:v>0.18534694881889763</c:v>
                </c:pt>
                <c:pt idx="1237">
                  <c:v>0.18565452755905512</c:v>
                </c:pt>
                <c:pt idx="1238">
                  <c:v>0.18565452755905512</c:v>
                </c:pt>
                <c:pt idx="1239">
                  <c:v>0.18596210629921259</c:v>
                </c:pt>
                <c:pt idx="1240">
                  <c:v>0.18596210629921259</c:v>
                </c:pt>
                <c:pt idx="1241">
                  <c:v>0.18626968503937008</c:v>
                </c:pt>
                <c:pt idx="1242">
                  <c:v>0.18626968503937008</c:v>
                </c:pt>
                <c:pt idx="1243">
                  <c:v>0.18654650590551181</c:v>
                </c:pt>
                <c:pt idx="1244">
                  <c:v>0.18654650590551181</c:v>
                </c:pt>
                <c:pt idx="1245">
                  <c:v>0.1868540846456693</c:v>
                </c:pt>
                <c:pt idx="1246">
                  <c:v>0.1868540846456693</c:v>
                </c:pt>
                <c:pt idx="1247">
                  <c:v>0.18716166338582677</c:v>
                </c:pt>
                <c:pt idx="1248">
                  <c:v>0.18716166338582677</c:v>
                </c:pt>
                <c:pt idx="1249">
                  <c:v>0.18746924212598423</c:v>
                </c:pt>
                <c:pt idx="1250">
                  <c:v>0.18746924212598423</c:v>
                </c:pt>
                <c:pt idx="1251">
                  <c:v>0.18774606299212601</c:v>
                </c:pt>
                <c:pt idx="1252">
                  <c:v>0.18774606299212601</c:v>
                </c:pt>
                <c:pt idx="1253">
                  <c:v>0.18805364173228348</c:v>
                </c:pt>
                <c:pt idx="1254">
                  <c:v>0.18805364173228348</c:v>
                </c:pt>
                <c:pt idx="1255">
                  <c:v>0.18836122047244097</c:v>
                </c:pt>
                <c:pt idx="1256">
                  <c:v>0.18836122047244097</c:v>
                </c:pt>
                <c:pt idx="1257">
                  <c:v>0.18866879921259844</c:v>
                </c:pt>
                <c:pt idx="1258">
                  <c:v>0.18866879921259844</c:v>
                </c:pt>
                <c:pt idx="1259">
                  <c:v>0.18894562007874016</c:v>
                </c:pt>
                <c:pt idx="1260">
                  <c:v>0.18894562007874016</c:v>
                </c:pt>
                <c:pt idx="1261">
                  <c:v>0.18925319881889763</c:v>
                </c:pt>
                <c:pt idx="1262">
                  <c:v>0.18925319881889763</c:v>
                </c:pt>
                <c:pt idx="1263">
                  <c:v>0.18956077755905512</c:v>
                </c:pt>
                <c:pt idx="1264">
                  <c:v>0.18956077755905512</c:v>
                </c:pt>
                <c:pt idx="1265">
                  <c:v>0.18986835629921259</c:v>
                </c:pt>
                <c:pt idx="1266">
                  <c:v>0.18986835629921259</c:v>
                </c:pt>
                <c:pt idx="1267">
                  <c:v>0.19014517716535431</c:v>
                </c:pt>
                <c:pt idx="1268">
                  <c:v>0.19014517716535431</c:v>
                </c:pt>
                <c:pt idx="1269">
                  <c:v>0.19045275590551181</c:v>
                </c:pt>
                <c:pt idx="1270">
                  <c:v>0.19045275590551181</c:v>
                </c:pt>
                <c:pt idx="1271">
                  <c:v>0.1907603346456693</c:v>
                </c:pt>
                <c:pt idx="1272">
                  <c:v>0.1907603346456693</c:v>
                </c:pt>
                <c:pt idx="1273">
                  <c:v>0.19106791338582677</c:v>
                </c:pt>
                <c:pt idx="1274">
                  <c:v>0.19106791338582677</c:v>
                </c:pt>
                <c:pt idx="1275">
                  <c:v>0.19134473425196849</c:v>
                </c:pt>
                <c:pt idx="1276">
                  <c:v>0.19134473425196849</c:v>
                </c:pt>
                <c:pt idx="1277">
                  <c:v>0.19165231299212601</c:v>
                </c:pt>
                <c:pt idx="1278">
                  <c:v>0.19165231299212601</c:v>
                </c:pt>
                <c:pt idx="1279">
                  <c:v>0.19195989173228348</c:v>
                </c:pt>
                <c:pt idx="1280">
                  <c:v>0.19195989173228348</c:v>
                </c:pt>
                <c:pt idx="1281">
                  <c:v>0.19226747047244097</c:v>
                </c:pt>
                <c:pt idx="1282">
                  <c:v>0.19226747047244097</c:v>
                </c:pt>
                <c:pt idx="1283">
                  <c:v>0.19254429133858267</c:v>
                </c:pt>
                <c:pt idx="1284">
                  <c:v>0.19254429133858267</c:v>
                </c:pt>
                <c:pt idx="1285">
                  <c:v>0.19285187007874016</c:v>
                </c:pt>
                <c:pt idx="1286">
                  <c:v>0.19285187007874016</c:v>
                </c:pt>
                <c:pt idx="1287">
                  <c:v>0.19315944881889763</c:v>
                </c:pt>
                <c:pt idx="1288">
                  <c:v>0.19315944881889763</c:v>
                </c:pt>
                <c:pt idx="1289">
                  <c:v>0.19346702755905512</c:v>
                </c:pt>
                <c:pt idx="1290">
                  <c:v>0.19346702755905512</c:v>
                </c:pt>
                <c:pt idx="1291">
                  <c:v>0.19374384842519685</c:v>
                </c:pt>
                <c:pt idx="1292">
                  <c:v>0.19374384842519685</c:v>
                </c:pt>
                <c:pt idx="1293">
                  <c:v>0.19405142716535431</c:v>
                </c:pt>
                <c:pt idx="1294">
                  <c:v>0.19405142716535431</c:v>
                </c:pt>
                <c:pt idx="1295">
                  <c:v>0.19435900590551181</c:v>
                </c:pt>
                <c:pt idx="1296">
                  <c:v>0.19435900590551181</c:v>
                </c:pt>
                <c:pt idx="1297">
                  <c:v>0.1946665846456693</c:v>
                </c:pt>
                <c:pt idx="1298">
                  <c:v>0.1946665846456693</c:v>
                </c:pt>
                <c:pt idx="1299">
                  <c:v>0.19494340551181105</c:v>
                </c:pt>
                <c:pt idx="1300">
                  <c:v>0.19494340551181105</c:v>
                </c:pt>
                <c:pt idx="1301">
                  <c:v>0.19525098425196849</c:v>
                </c:pt>
                <c:pt idx="1302">
                  <c:v>0.19525098425196849</c:v>
                </c:pt>
                <c:pt idx="1303">
                  <c:v>0.19555856299212601</c:v>
                </c:pt>
                <c:pt idx="1304">
                  <c:v>0.19555856299212601</c:v>
                </c:pt>
                <c:pt idx="1305">
                  <c:v>0.19586614173228348</c:v>
                </c:pt>
                <c:pt idx="1306">
                  <c:v>0.19586614173228348</c:v>
                </c:pt>
                <c:pt idx="1307">
                  <c:v>0.1961429625984252</c:v>
                </c:pt>
                <c:pt idx="1308">
                  <c:v>0.1961429625984252</c:v>
                </c:pt>
                <c:pt idx="1309">
                  <c:v>0.19645054133858267</c:v>
                </c:pt>
                <c:pt idx="1310">
                  <c:v>0.19645054133858267</c:v>
                </c:pt>
                <c:pt idx="1311">
                  <c:v>0.19675812007874016</c:v>
                </c:pt>
                <c:pt idx="1312">
                  <c:v>0.19675812007874016</c:v>
                </c:pt>
                <c:pt idx="1313">
                  <c:v>0.19706569881889763</c:v>
                </c:pt>
                <c:pt idx="1314">
                  <c:v>0.19706569881889763</c:v>
                </c:pt>
                <c:pt idx="1315">
                  <c:v>0.19734251968503935</c:v>
                </c:pt>
                <c:pt idx="1316">
                  <c:v>0.19734251968503935</c:v>
                </c:pt>
                <c:pt idx="1317">
                  <c:v>0.19765009842519685</c:v>
                </c:pt>
                <c:pt idx="1318">
                  <c:v>0.19765009842519685</c:v>
                </c:pt>
                <c:pt idx="1319">
                  <c:v>0.19795767716535431</c:v>
                </c:pt>
                <c:pt idx="1320">
                  <c:v>0.19795767716535431</c:v>
                </c:pt>
                <c:pt idx="1321">
                  <c:v>0.19826525590551181</c:v>
                </c:pt>
                <c:pt idx="1322">
                  <c:v>0.19826525590551181</c:v>
                </c:pt>
                <c:pt idx="1323">
                  <c:v>0.19854207677165353</c:v>
                </c:pt>
                <c:pt idx="1324">
                  <c:v>0.19854207677165353</c:v>
                </c:pt>
                <c:pt idx="1325">
                  <c:v>0.19884965551181105</c:v>
                </c:pt>
                <c:pt idx="1326">
                  <c:v>0.19884965551181105</c:v>
                </c:pt>
                <c:pt idx="1327">
                  <c:v>0.19915723425196849</c:v>
                </c:pt>
                <c:pt idx="1328">
                  <c:v>0.19915723425196849</c:v>
                </c:pt>
                <c:pt idx="1329">
                  <c:v>0.19946481299212601</c:v>
                </c:pt>
                <c:pt idx="1330">
                  <c:v>0.19946481299212601</c:v>
                </c:pt>
                <c:pt idx="1331">
                  <c:v>0.19974163385826771</c:v>
                </c:pt>
                <c:pt idx="1332">
                  <c:v>0.19974163385826771</c:v>
                </c:pt>
                <c:pt idx="1333">
                  <c:v>0.2000492125984252</c:v>
                </c:pt>
                <c:pt idx="1334">
                  <c:v>0.2000492125984252</c:v>
                </c:pt>
                <c:pt idx="1335">
                  <c:v>0.20035679133858267</c:v>
                </c:pt>
                <c:pt idx="1336">
                  <c:v>0.20035679133858267</c:v>
                </c:pt>
                <c:pt idx="1337">
                  <c:v>0.20066437007874016</c:v>
                </c:pt>
                <c:pt idx="1338">
                  <c:v>0.20066437007874016</c:v>
                </c:pt>
                <c:pt idx="1339">
                  <c:v>0.20094119094488189</c:v>
                </c:pt>
                <c:pt idx="1340">
                  <c:v>0.20094119094488189</c:v>
                </c:pt>
                <c:pt idx="1341">
                  <c:v>0.20124876968503935</c:v>
                </c:pt>
                <c:pt idx="1342">
                  <c:v>0.20124876968503935</c:v>
                </c:pt>
                <c:pt idx="1343">
                  <c:v>0.20155634842519685</c:v>
                </c:pt>
                <c:pt idx="1344">
                  <c:v>0.20155634842519685</c:v>
                </c:pt>
                <c:pt idx="1345">
                  <c:v>0.20186392716535431</c:v>
                </c:pt>
                <c:pt idx="1346">
                  <c:v>0.20186392716535431</c:v>
                </c:pt>
                <c:pt idx="1347">
                  <c:v>0.20214074803149609</c:v>
                </c:pt>
                <c:pt idx="1348">
                  <c:v>0.20214074803149609</c:v>
                </c:pt>
                <c:pt idx="1349">
                  <c:v>0.20244832677165353</c:v>
                </c:pt>
                <c:pt idx="1350">
                  <c:v>0.20244832677165353</c:v>
                </c:pt>
                <c:pt idx="1351">
                  <c:v>0.20275590551181105</c:v>
                </c:pt>
                <c:pt idx="1352">
                  <c:v>0.20275590551181105</c:v>
                </c:pt>
                <c:pt idx="1353">
                  <c:v>0.20306348425196849</c:v>
                </c:pt>
                <c:pt idx="1354">
                  <c:v>0.20306348425196849</c:v>
                </c:pt>
                <c:pt idx="1355">
                  <c:v>0.20334030511811024</c:v>
                </c:pt>
                <c:pt idx="1356">
                  <c:v>0.20334030511811024</c:v>
                </c:pt>
                <c:pt idx="1357">
                  <c:v>0.20364788385826771</c:v>
                </c:pt>
                <c:pt idx="1358">
                  <c:v>0.20364788385826771</c:v>
                </c:pt>
                <c:pt idx="1359">
                  <c:v>0.2039554625984252</c:v>
                </c:pt>
                <c:pt idx="1360">
                  <c:v>0.2039554625984252</c:v>
                </c:pt>
                <c:pt idx="1361">
                  <c:v>0.20426304133858267</c:v>
                </c:pt>
                <c:pt idx="1362">
                  <c:v>0.20426304133858267</c:v>
                </c:pt>
                <c:pt idx="1363">
                  <c:v>0.20453986220472439</c:v>
                </c:pt>
                <c:pt idx="1364">
                  <c:v>0.20453986220472439</c:v>
                </c:pt>
                <c:pt idx="1365">
                  <c:v>0.20484744094488189</c:v>
                </c:pt>
                <c:pt idx="1366">
                  <c:v>0.20484744094488189</c:v>
                </c:pt>
                <c:pt idx="1367">
                  <c:v>0.20515501968503935</c:v>
                </c:pt>
                <c:pt idx="1368">
                  <c:v>0.20515501968503935</c:v>
                </c:pt>
                <c:pt idx="1369">
                  <c:v>0.20546259842519685</c:v>
                </c:pt>
                <c:pt idx="1370">
                  <c:v>0.20546259842519685</c:v>
                </c:pt>
                <c:pt idx="1371">
                  <c:v>0.20573941929133857</c:v>
                </c:pt>
                <c:pt idx="1372">
                  <c:v>0.20573941929133857</c:v>
                </c:pt>
                <c:pt idx="1373">
                  <c:v>0.20604699803149609</c:v>
                </c:pt>
                <c:pt idx="1374">
                  <c:v>0.20604699803149609</c:v>
                </c:pt>
                <c:pt idx="1375">
                  <c:v>0.20635457677165353</c:v>
                </c:pt>
                <c:pt idx="1376">
                  <c:v>0.20635457677165353</c:v>
                </c:pt>
                <c:pt idx="1377">
                  <c:v>0.20666215551181105</c:v>
                </c:pt>
                <c:pt idx="1378">
                  <c:v>0.20666215551181105</c:v>
                </c:pt>
                <c:pt idx="1379">
                  <c:v>0.20693897637795275</c:v>
                </c:pt>
                <c:pt idx="1380">
                  <c:v>0.20693897637795275</c:v>
                </c:pt>
                <c:pt idx="1381">
                  <c:v>0.20724655511811024</c:v>
                </c:pt>
                <c:pt idx="1382">
                  <c:v>0.20724655511811024</c:v>
                </c:pt>
                <c:pt idx="1383">
                  <c:v>0.20755413385826771</c:v>
                </c:pt>
                <c:pt idx="1384">
                  <c:v>0.20755413385826771</c:v>
                </c:pt>
                <c:pt idx="1385">
                  <c:v>0.2078617125984252</c:v>
                </c:pt>
                <c:pt idx="1386">
                  <c:v>0.2078617125984252</c:v>
                </c:pt>
                <c:pt idx="1387">
                  <c:v>0.20813853346456693</c:v>
                </c:pt>
                <c:pt idx="1388">
                  <c:v>0.20813853346456693</c:v>
                </c:pt>
                <c:pt idx="1389">
                  <c:v>0.20844611220472439</c:v>
                </c:pt>
                <c:pt idx="1390">
                  <c:v>0.20844611220472439</c:v>
                </c:pt>
                <c:pt idx="1391">
                  <c:v>0.20875369094488189</c:v>
                </c:pt>
                <c:pt idx="1392">
                  <c:v>0.20875369094488189</c:v>
                </c:pt>
                <c:pt idx="1393">
                  <c:v>0.20906126968503935</c:v>
                </c:pt>
                <c:pt idx="1394">
                  <c:v>0.20906126968503935</c:v>
                </c:pt>
                <c:pt idx="1395">
                  <c:v>0.20933809055118111</c:v>
                </c:pt>
                <c:pt idx="1396">
                  <c:v>0.20933809055118111</c:v>
                </c:pt>
                <c:pt idx="1397">
                  <c:v>0.20964566929133857</c:v>
                </c:pt>
                <c:pt idx="1398">
                  <c:v>0.20964566929133857</c:v>
                </c:pt>
                <c:pt idx="1399">
                  <c:v>0.20995324803149609</c:v>
                </c:pt>
                <c:pt idx="1400">
                  <c:v>0.20995324803149609</c:v>
                </c:pt>
                <c:pt idx="1401">
                  <c:v>0.21026082677165353</c:v>
                </c:pt>
                <c:pt idx="1402">
                  <c:v>0.21026082677165353</c:v>
                </c:pt>
                <c:pt idx="1403">
                  <c:v>0.21053764763779528</c:v>
                </c:pt>
                <c:pt idx="1404">
                  <c:v>0.21053764763779528</c:v>
                </c:pt>
                <c:pt idx="1405">
                  <c:v>0.21084522637795275</c:v>
                </c:pt>
                <c:pt idx="1406">
                  <c:v>0.21084522637795275</c:v>
                </c:pt>
                <c:pt idx="1407">
                  <c:v>0.21115280511811024</c:v>
                </c:pt>
                <c:pt idx="1408">
                  <c:v>0.21115280511811024</c:v>
                </c:pt>
                <c:pt idx="1409">
                  <c:v>0.21146038385826771</c:v>
                </c:pt>
                <c:pt idx="1410">
                  <c:v>0.21146038385826771</c:v>
                </c:pt>
                <c:pt idx="1411">
                  <c:v>0.2117679625984252</c:v>
                </c:pt>
                <c:pt idx="1412">
                  <c:v>0.2117679625984252</c:v>
                </c:pt>
                <c:pt idx="1413">
                  <c:v>0.21204478346456693</c:v>
                </c:pt>
                <c:pt idx="1414">
                  <c:v>0.21204478346456693</c:v>
                </c:pt>
                <c:pt idx="1415">
                  <c:v>0.21235236220472439</c:v>
                </c:pt>
                <c:pt idx="1416">
                  <c:v>0.21235236220472439</c:v>
                </c:pt>
                <c:pt idx="1417">
                  <c:v>0.21265994094488189</c:v>
                </c:pt>
                <c:pt idx="1418">
                  <c:v>0.21265994094488189</c:v>
                </c:pt>
                <c:pt idx="1419">
                  <c:v>0.21296751968503935</c:v>
                </c:pt>
                <c:pt idx="1420">
                  <c:v>0.21296751968503935</c:v>
                </c:pt>
                <c:pt idx="1421">
                  <c:v>0.21324434055118111</c:v>
                </c:pt>
                <c:pt idx="1422">
                  <c:v>0.21324434055118111</c:v>
                </c:pt>
                <c:pt idx="1423">
                  <c:v>0.21355191929133857</c:v>
                </c:pt>
                <c:pt idx="1424">
                  <c:v>0.21355191929133857</c:v>
                </c:pt>
                <c:pt idx="1425">
                  <c:v>0.21385949803149609</c:v>
                </c:pt>
                <c:pt idx="1426">
                  <c:v>0.21385949803149609</c:v>
                </c:pt>
                <c:pt idx="1427">
                  <c:v>0.21416707677165353</c:v>
                </c:pt>
                <c:pt idx="1428">
                  <c:v>0.21416707677165353</c:v>
                </c:pt>
                <c:pt idx="1429">
                  <c:v>0.21444389763779528</c:v>
                </c:pt>
                <c:pt idx="1430">
                  <c:v>0.21444389763779528</c:v>
                </c:pt>
                <c:pt idx="1431">
                  <c:v>0.21475147637795275</c:v>
                </c:pt>
                <c:pt idx="1432">
                  <c:v>0.21475147637795275</c:v>
                </c:pt>
                <c:pt idx="1433">
                  <c:v>0.21505905511811024</c:v>
                </c:pt>
                <c:pt idx="1434">
                  <c:v>0.21505905511811024</c:v>
                </c:pt>
                <c:pt idx="1435">
                  <c:v>0.21536663385826771</c:v>
                </c:pt>
                <c:pt idx="1436">
                  <c:v>0.21536663385826771</c:v>
                </c:pt>
                <c:pt idx="1437">
                  <c:v>0.21564345472440943</c:v>
                </c:pt>
                <c:pt idx="1438">
                  <c:v>0.21564345472440943</c:v>
                </c:pt>
                <c:pt idx="1439">
                  <c:v>0.21595103346456693</c:v>
                </c:pt>
                <c:pt idx="1440">
                  <c:v>0.21595103346456693</c:v>
                </c:pt>
                <c:pt idx="1441">
                  <c:v>0.21625861220472439</c:v>
                </c:pt>
                <c:pt idx="1442">
                  <c:v>0.21625861220472439</c:v>
                </c:pt>
                <c:pt idx="1443">
                  <c:v>0.21656619094488189</c:v>
                </c:pt>
                <c:pt idx="1444">
                  <c:v>0.21656619094488189</c:v>
                </c:pt>
                <c:pt idx="1445">
                  <c:v>0.21684301181102361</c:v>
                </c:pt>
                <c:pt idx="1446">
                  <c:v>0.21684301181102361</c:v>
                </c:pt>
                <c:pt idx="1447">
                  <c:v>0.21715059055118111</c:v>
                </c:pt>
                <c:pt idx="1448">
                  <c:v>0.21715059055118111</c:v>
                </c:pt>
                <c:pt idx="1449">
                  <c:v>0.21745816929133857</c:v>
                </c:pt>
                <c:pt idx="1450">
                  <c:v>0.21745816929133857</c:v>
                </c:pt>
                <c:pt idx="1451">
                  <c:v>0.21776574803149609</c:v>
                </c:pt>
                <c:pt idx="1452">
                  <c:v>0.21776574803149609</c:v>
                </c:pt>
                <c:pt idx="1453">
                  <c:v>0.21804256889763779</c:v>
                </c:pt>
                <c:pt idx="1454">
                  <c:v>0.21804256889763779</c:v>
                </c:pt>
                <c:pt idx="1455">
                  <c:v>0.21835014763779528</c:v>
                </c:pt>
                <c:pt idx="1456">
                  <c:v>0.21835014763779528</c:v>
                </c:pt>
                <c:pt idx="1457">
                  <c:v>0.21865772637795275</c:v>
                </c:pt>
                <c:pt idx="1458">
                  <c:v>0.21865772637795275</c:v>
                </c:pt>
                <c:pt idx="1459">
                  <c:v>0.21896530511811024</c:v>
                </c:pt>
                <c:pt idx="1460">
                  <c:v>0.21896530511811024</c:v>
                </c:pt>
                <c:pt idx="1461">
                  <c:v>0.21924212598425197</c:v>
                </c:pt>
                <c:pt idx="1462">
                  <c:v>0.21924212598425197</c:v>
                </c:pt>
                <c:pt idx="1463">
                  <c:v>0.21954970472440943</c:v>
                </c:pt>
                <c:pt idx="1464">
                  <c:v>0.21954970472440943</c:v>
                </c:pt>
                <c:pt idx="1465">
                  <c:v>0.21985728346456693</c:v>
                </c:pt>
                <c:pt idx="1466">
                  <c:v>0.21985728346456693</c:v>
                </c:pt>
                <c:pt idx="1467">
                  <c:v>0.22016486220472439</c:v>
                </c:pt>
                <c:pt idx="1468">
                  <c:v>0.22016486220472439</c:v>
                </c:pt>
                <c:pt idx="1469">
                  <c:v>0.22044168307086617</c:v>
                </c:pt>
                <c:pt idx="1470">
                  <c:v>0.22044168307086617</c:v>
                </c:pt>
                <c:pt idx="1471">
                  <c:v>0.22074926181102361</c:v>
                </c:pt>
                <c:pt idx="1472">
                  <c:v>0.22074926181102361</c:v>
                </c:pt>
                <c:pt idx="1473">
                  <c:v>0.22105684055118111</c:v>
                </c:pt>
                <c:pt idx="1474">
                  <c:v>0.22105684055118111</c:v>
                </c:pt>
                <c:pt idx="1475">
                  <c:v>0.22136441929133857</c:v>
                </c:pt>
                <c:pt idx="1476">
                  <c:v>0.22136441929133857</c:v>
                </c:pt>
                <c:pt idx="1477">
                  <c:v>0.22164124015748032</c:v>
                </c:pt>
                <c:pt idx="1478">
                  <c:v>0.22164124015748032</c:v>
                </c:pt>
                <c:pt idx="1479">
                  <c:v>0.22194881889763779</c:v>
                </c:pt>
                <c:pt idx="1480">
                  <c:v>0.22194881889763779</c:v>
                </c:pt>
                <c:pt idx="1481">
                  <c:v>0.22225639763779528</c:v>
                </c:pt>
                <c:pt idx="1482">
                  <c:v>0.22225639763779528</c:v>
                </c:pt>
                <c:pt idx="1483">
                  <c:v>0.22256397637795275</c:v>
                </c:pt>
                <c:pt idx="1484">
                  <c:v>0.22256397637795275</c:v>
                </c:pt>
                <c:pt idx="1485">
                  <c:v>0.2228407972440945</c:v>
                </c:pt>
                <c:pt idx="1486">
                  <c:v>0.2228407972440945</c:v>
                </c:pt>
                <c:pt idx="1487">
                  <c:v>0.22314837598425197</c:v>
                </c:pt>
                <c:pt idx="1488">
                  <c:v>0.22314837598425197</c:v>
                </c:pt>
                <c:pt idx="1489">
                  <c:v>0.22345595472440943</c:v>
                </c:pt>
                <c:pt idx="1490">
                  <c:v>0.22345595472440943</c:v>
                </c:pt>
                <c:pt idx="1491">
                  <c:v>0.22376353346456693</c:v>
                </c:pt>
                <c:pt idx="1492">
                  <c:v>0.22376353346456693</c:v>
                </c:pt>
                <c:pt idx="1493">
                  <c:v>0.22404035433070865</c:v>
                </c:pt>
                <c:pt idx="1494">
                  <c:v>0.22404035433070865</c:v>
                </c:pt>
                <c:pt idx="1495">
                  <c:v>0.22434793307086617</c:v>
                </c:pt>
                <c:pt idx="1496">
                  <c:v>0.22434793307086617</c:v>
                </c:pt>
                <c:pt idx="1497">
                  <c:v>0.22465551181102361</c:v>
                </c:pt>
                <c:pt idx="1498">
                  <c:v>0.22465551181102361</c:v>
                </c:pt>
                <c:pt idx="1499">
                  <c:v>0.22496309055118111</c:v>
                </c:pt>
                <c:pt idx="1500">
                  <c:v>0.22496309055118111</c:v>
                </c:pt>
                <c:pt idx="1501">
                  <c:v>0.22523991141732283</c:v>
                </c:pt>
                <c:pt idx="1502">
                  <c:v>0.22523991141732283</c:v>
                </c:pt>
                <c:pt idx="1503">
                  <c:v>0.22554749015748032</c:v>
                </c:pt>
                <c:pt idx="1504">
                  <c:v>0.22554749015748032</c:v>
                </c:pt>
                <c:pt idx="1505">
                  <c:v>0.22585506889763779</c:v>
                </c:pt>
                <c:pt idx="1506">
                  <c:v>0.22585506889763779</c:v>
                </c:pt>
                <c:pt idx="1507">
                  <c:v>0.22616264763779528</c:v>
                </c:pt>
                <c:pt idx="1508">
                  <c:v>0.22616264763779528</c:v>
                </c:pt>
                <c:pt idx="1509">
                  <c:v>0.22643946850393701</c:v>
                </c:pt>
                <c:pt idx="1510">
                  <c:v>0.22643946850393701</c:v>
                </c:pt>
                <c:pt idx="1511">
                  <c:v>0.2267470472440945</c:v>
                </c:pt>
                <c:pt idx="1512">
                  <c:v>0.2267470472440945</c:v>
                </c:pt>
                <c:pt idx="1513">
                  <c:v>0.22705462598425197</c:v>
                </c:pt>
                <c:pt idx="1514">
                  <c:v>0.22705462598425197</c:v>
                </c:pt>
                <c:pt idx="1515">
                  <c:v>0.22736220472440943</c:v>
                </c:pt>
                <c:pt idx="1516">
                  <c:v>0.22736220472440943</c:v>
                </c:pt>
                <c:pt idx="1517">
                  <c:v>0.22763902559055119</c:v>
                </c:pt>
                <c:pt idx="1518">
                  <c:v>0.22763902559055119</c:v>
                </c:pt>
                <c:pt idx="1519">
                  <c:v>0.22794660433070865</c:v>
                </c:pt>
                <c:pt idx="1520">
                  <c:v>0.22794660433070865</c:v>
                </c:pt>
                <c:pt idx="1521">
                  <c:v>0.22825418307086617</c:v>
                </c:pt>
                <c:pt idx="1522">
                  <c:v>0.22825418307086617</c:v>
                </c:pt>
                <c:pt idx="1523">
                  <c:v>0.22856176181102361</c:v>
                </c:pt>
                <c:pt idx="1524">
                  <c:v>0.22856176181102361</c:v>
                </c:pt>
                <c:pt idx="1525">
                  <c:v>0.22883858267716536</c:v>
                </c:pt>
                <c:pt idx="1526">
                  <c:v>0.22883858267716536</c:v>
                </c:pt>
                <c:pt idx="1527">
                  <c:v>0.22914616141732283</c:v>
                </c:pt>
                <c:pt idx="1528">
                  <c:v>0.22914616141732283</c:v>
                </c:pt>
                <c:pt idx="1529">
                  <c:v>0.22945374015748032</c:v>
                </c:pt>
                <c:pt idx="1530">
                  <c:v>0.22945374015748032</c:v>
                </c:pt>
                <c:pt idx="1531">
                  <c:v>0.22976131889763779</c:v>
                </c:pt>
                <c:pt idx="1532">
                  <c:v>0.22976131889763779</c:v>
                </c:pt>
                <c:pt idx="1533">
                  <c:v>0.23003813976377951</c:v>
                </c:pt>
                <c:pt idx="1534">
                  <c:v>0.23003813976377951</c:v>
                </c:pt>
                <c:pt idx="1535">
                  <c:v>0.23034571850393701</c:v>
                </c:pt>
                <c:pt idx="1536">
                  <c:v>0.23034571850393701</c:v>
                </c:pt>
                <c:pt idx="1537">
                  <c:v>0.2306532972440945</c:v>
                </c:pt>
                <c:pt idx="1538">
                  <c:v>0.2306532972440945</c:v>
                </c:pt>
                <c:pt idx="1539">
                  <c:v>0.23096087598425197</c:v>
                </c:pt>
                <c:pt idx="1540">
                  <c:v>0.23096087598425197</c:v>
                </c:pt>
                <c:pt idx="1541">
                  <c:v>0.23123769685039369</c:v>
                </c:pt>
                <c:pt idx="1542">
                  <c:v>0.23123769685039369</c:v>
                </c:pt>
                <c:pt idx="1543">
                  <c:v>0.23154527559055119</c:v>
                </c:pt>
                <c:pt idx="1544">
                  <c:v>0.23154527559055119</c:v>
                </c:pt>
                <c:pt idx="1545">
                  <c:v>0.23185285433070865</c:v>
                </c:pt>
                <c:pt idx="1546">
                  <c:v>0.23185285433070865</c:v>
                </c:pt>
                <c:pt idx="1547">
                  <c:v>0.23216043307086617</c:v>
                </c:pt>
                <c:pt idx="1548">
                  <c:v>0.23216043307086617</c:v>
                </c:pt>
                <c:pt idx="1549">
                  <c:v>0.23243725393700787</c:v>
                </c:pt>
                <c:pt idx="1550">
                  <c:v>0.23243725393700787</c:v>
                </c:pt>
                <c:pt idx="1551">
                  <c:v>0.23274483267716536</c:v>
                </c:pt>
                <c:pt idx="1552">
                  <c:v>0.23274483267716536</c:v>
                </c:pt>
                <c:pt idx="1553">
                  <c:v>0.23305241141732283</c:v>
                </c:pt>
                <c:pt idx="1554">
                  <c:v>0.23305241141732283</c:v>
                </c:pt>
                <c:pt idx="1555">
                  <c:v>0.23335999015748032</c:v>
                </c:pt>
                <c:pt idx="1556">
                  <c:v>0.23335999015748032</c:v>
                </c:pt>
                <c:pt idx="1557">
                  <c:v>0.23363681102362205</c:v>
                </c:pt>
                <c:pt idx="1558">
                  <c:v>0.23363681102362205</c:v>
                </c:pt>
                <c:pt idx="1559">
                  <c:v>0.23394438976377951</c:v>
                </c:pt>
                <c:pt idx="1560">
                  <c:v>0.23394438976377951</c:v>
                </c:pt>
                <c:pt idx="1561">
                  <c:v>0.23425196850393701</c:v>
                </c:pt>
                <c:pt idx="1562">
                  <c:v>0.23425196850393701</c:v>
                </c:pt>
                <c:pt idx="1563">
                  <c:v>0.2345595472440945</c:v>
                </c:pt>
                <c:pt idx="1564">
                  <c:v>0.2345595472440945</c:v>
                </c:pt>
                <c:pt idx="1565">
                  <c:v>0.23483636811023623</c:v>
                </c:pt>
                <c:pt idx="1566">
                  <c:v>0.23483636811023623</c:v>
                </c:pt>
                <c:pt idx="1567">
                  <c:v>0.23514394685039369</c:v>
                </c:pt>
                <c:pt idx="1568">
                  <c:v>0.23514394685039369</c:v>
                </c:pt>
                <c:pt idx="1569">
                  <c:v>0.23545152559055119</c:v>
                </c:pt>
                <c:pt idx="1570">
                  <c:v>0.23545152559055119</c:v>
                </c:pt>
                <c:pt idx="1571">
                  <c:v>0.23575910433070865</c:v>
                </c:pt>
                <c:pt idx="1572">
                  <c:v>0.23575910433070865</c:v>
                </c:pt>
                <c:pt idx="1573">
                  <c:v>0.2360359251968504</c:v>
                </c:pt>
                <c:pt idx="1574">
                  <c:v>0.2360359251968504</c:v>
                </c:pt>
                <c:pt idx="1575">
                  <c:v>0.23634350393700787</c:v>
                </c:pt>
                <c:pt idx="1576">
                  <c:v>0.23634350393700787</c:v>
                </c:pt>
                <c:pt idx="1577">
                  <c:v>0.23665108267716536</c:v>
                </c:pt>
                <c:pt idx="1578">
                  <c:v>0.23665108267716536</c:v>
                </c:pt>
                <c:pt idx="1579">
                  <c:v>0.23695866141732283</c:v>
                </c:pt>
                <c:pt idx="1580">
                  <c:v>0.23695866141732283</c:v>
                </c:pt>
                <c:pt idx="1581">
                  <c:v>0.23723548228346455</c:v>
                </c:pt>
                <c:pt idx="1582">
                  <c:v>0.23723548228346455</c:v>
                </c:pt>
                <c:pt idx="1583">
                  <c:v>0.23754306102362205</c:v>
                </c:pt>
                <c:pt idx="1584">
                  <c:v>0.23754306102362205</c:v>
                </c:pt>
                <c:pt idx="1585">
                  <c:v>0.23785063976377951</c:v>
                </c:pt>
                <c:pt idx="1586">
                  <c:v>0.23785063976377951</c:v>
                </c:pt>
                <c:pt idx="1587">
                  <c:v>0.23815821850393701</c:v>
                </c:pt>
                <c:pt idx="1588">
                  <c:v>0.23815821850393701</c:v>
                </c:pt>
                <c:pt idx="1589">
                  <c:v>0.23843503937007873</c:v>
                </c:pt>
                <c:pt idx="1590">
                  <c:v>0.23843503937007873</c:v>
                </c:pt>
                <c:pt idx="1591">
                  <c:v>0.23874261811023623</c:v>
                </c:pt>
                <c:pt idx="1592">
                  <c:v>0.23874261811023623</c:v>
                </c:pt>
                <c:pt idx="1593">
                  <c:v>0.23905019685039369</c:v>
                </c:pt>
                <c:pt idx="1594">
                  <c:v>0.23905019685039369</c:v>
                </c:pt>
                <c:pt idx="1595">
                  <c:v>0.23935777559055119</c:v>
                </c:pt>
                <c:pt idx="1596">
                  <c:v>0.23935777559055119</c:v>
                </c:pt>
                <c:pt idx="1597">
                  <c:v>0.23963459645669291</c:v>
                </c:pt>
                <c:pt idx="1598">
                  <c:v>0.23963459645669291</c:v>
                </c:pt>
                <c:pt idx="1599">
                  <c:v>0.2399421751968504</c:v>
                </c:pt>
                <c:pt idx="1600">
                  <c:v>0.2399421751968504</c:v>
                </c:pt>
                <c:pt idx="1601">
                  <c:v>0.24024975393700787</c:v>
                </c:pt>
                <c:pt idx="1602">
                  <c:v>0.24024975393700787</c:v>
                </c:pt>
                <c:pt idx="1603">
                  <c:v>0.24055733267716536</c:v>
                </c:pt>
                <c:pt idx="1604">
                  <c:v>0.24055733267716536</c:v>
                </c:pt>
                <c:pt idx="1605">
                  <c:v>0.24083415354330709</c:v>
                </c:pt>
                <c:pt idx="1606">
                  <c:v>0.24083415354330709</c:v>
                </c:pt>
                <c:pt idx="1607">
                  <c:v>0.24114173228346455</c:v>
                </c:pt>
                <c:pt idx="1608">
                  <c:v>0.24114173228346455</c:v>
                </c:pt>
                <c:pt idx="1609">
                  <c:v>0.24144931102362205</c:v>
                </c:pt>
                <c:pt idx="1610">
                  <c:v>0.24144931102362205</c:v>
                </c:pt>
                <c:pt idx="1611">
                  <c:v>0.24175688976377951</c:v>
                </c:pt>
                <c:pt idx="1612">
                  <c:v>0.24175688976377951</c:v>
                </c:pt>
                <c:pt idx="1613">
                  <c:v>0.24203371062992127</c:v>
                </c:pt>
                <c:pt idx="1614">
                  <c:v>0.24203371062992127</c:v>
                </c:pt>
                <c:pt idx="1615">
                  <c:v>0.24234128937007873</c:v>
                </c:pt>
                <c:pt idx="1616">
                  <c:v>0.24234128937007873</c:v>
                </c:pt>
                <c:pt idx="1617">
                  <c:v>0.24264886811023623</c:v>
                </c:pt>
                <c:pt idx="1618">
                  <c:v>0.24264886811023623</c:v>
                </c:pt>
                <c:pt idx="1619">
                  <c:v>0.24295644685039369</c:v>
                </c:pt>
                <c:pt idx="1620">
                  <c:v>0.24295644685039369</c:v>
                </c:pt>
                <c:pt idx="1621">
                  <c:v>0.24323326771653545</c:v>
                </c:pt>
                <c:pt idx="1622">
                  <c:v>0.24323326771653545</c:v>
                </c:pt>
                <c:pt idx="1623">
                  <c:v>0.24354084645669291</c:v>
                </c:pt>
                <c:pt idx="1624">
                  <c:v>0.24354084645669291</c:v>
                </c:pt>
                <c:pt idx="1625">
                  <c:v>0.2438484251968504</c:v>
                </c:pt>
                <c:pt idx="1626">
                  <c:v>0.2438484251968504</c:v>
                </c:pt>
                <c:pt idx="1627">
                  <c:v>0.24415600393700787</c:v>
                </c:pt>
                <c:pt idx="1628">
                  <c:v>0.24415600393700787</c:v>
                </c:pt>
                <c:pt idx="1629">
                  <c:v>0.2444328248031496</c:v>
                </c:pt>
                <c:pt idx="1630">
                  <c:v>0.2444328248031496</c:v>
                </c:pt>
                <c:pt idx="1631">
                  <c:v>0.24474040354330709</c:v>
                </c:pt>
                <c:pt idx="1632">
                  <c:v>0.24474040354330709</c:v>
                </c:pt>
                <c:pt idx="1633">
                  <c:v>0.24504798228346455</c:v>
                </c:pt>
                <c:pt idx="1634">
                  <c:v>0.24504798228346455</c:v>
                </c:pt>
                <c:pt idx="1635">
                  <c:v>0.24535556102362205</c:v>
                </c:pt>
                <c:pt idx="1636">
                  <c:v>0.24535556102362205</c:v>
                </c:pt>
                <c:pt idx="1637">
                  <c:v>0.24563238188976377</c:v>
                </c:pt>
                <c:pt idx="1638">
                  <c:v>0.24563238188976377</c:v>
                </c:pt>
                <c:pt idx="1639">
                  <c:v>0.24593996062992127</c:v>
                </c:pt>
                <c:pt idx="1640">
                  <c:v>0.24593996062992127</c:v>
                </c:pt>
                <c:pt idx="1641">
                  <c:v>0.24624753937007873</c:v>
                </c:pt>
                <c:pt idx="1642">
                  <c:v>0.24624753937007873</c:v>
                </c:pt>
                <c:pt idx="1643">
                  <c:v>0.24655511811023623</c:v>
                </c:pt>
                <c:pt idx="1644">
                  <c:v>0.24655511811023623</c:v>
                </c:pt>
                <c:pt idx="1645">
                  <c:v>0.24686269685039369</c:v>
                </c:pt>
                <c:pt idx="1646">
                  <c:v>0.24686269685039369</c:v>
                </c:pt>
                <c:pt idx="1647">
                  <c:v>0.24713951771653545</c:v>
                </c:pt>
                <c:pt idx="1648">
                  <c:v>0.24713951771653545</c:v>
                </c:pt>
                <c:pt idx="1649">
                  <c:v>0.24744709645669291</c:v>
                </c:pt>
                <c:pt idx="1650">
                  <c:v>0.24744709645669291</c:v>
                </c:pt>
                <c:pt idx="1651">
                  <c:v>0.2477546751968504</c:v>
                </c:pt>
                <c:pt idx="1652">
                  <c:v>0.2477546751968504</c:v>
                </c:pt>
                <c:pt idx="1653">
                  <c:v>0.24806225393700787</c:v>
                </c:pt>
                <c:pt idx="1654">
                  <c:v>0.24806225393700787</c:v>
                </c:pt>
                <c:pt idx="1655">
                  <c:v>0.2483390748031496</c:v>
                </c:pt>
                <c:pt idx="1656">
                  <c:v>0.2483390748031496</c:v>
                </c:pt>
                <c:pt idx="1657">
                  <c:v>0.24864665354330709</c:v>
                </c:pt>
                <c:pt idx="1658">
                  <c:v>0.24864665354330709</c:v>
                </c:pt>
                <c:pt idx="1659">
                  <c:v>0.24895423228346455</c:v>
                </c:pt>
                <c:pt idx="1660">
                  <c:v>0.24895423228346455</c:v>
                </c:pt>
                <c:pt idx="1661">
                  <c:v>0.24926181102362205</c:v>
                </c:pt>
                <c:pt idx="1662">
                  <c:v>0.24926181102362205</c:v>
                </c:pt>
                <c:pt idx="1663">
                  <c:v>0.24953863188976377</c:v>
                </c:pt>
                <c:pt idx="1664">
                  <c:v>0.24953863188976377</c:v>
                </c:pt>
                <c:pt idx="1665">
                  <c:v>0.24984621062992127</c:v>
                </c:pt>
                <c:pt idx="1666">
                  <c:v>0.24984621062992127</c:v>
                </c:pt>
                <c:pt idx="1667">
                  <c:v>0.25015378937007876</c:v>
                </c:pt>
                <c:pt idx="1668">
                  <c:v>0.25015378937007876</c:v>
                </c:pt>
                <c:pt idx="1669">
                  <c:v>0.25046136811023623</c:v>
                </c:pt>
                <c:pt idx="1670">
                  <c:v>0.25046136811023623</c:v>
                </c:pt>
                <c:pt idx="1671">
                  <c:v>0.25073818897637795</c:v>
                </c:pt>
                <c:pt idx="1672">
                  <c:v>0.25073818897637795</c:v>
                </c:pt>
                <c:pt idx="1673">
                  <c:v>0.25104576771653542</c:v>
                </c:pt>
                <c:pt idx="1674">
                  <c:v>0.25104576771653542</c:v>
                </c:pt>
                <c:pt idx="1675">
                  <c:v>0.25135334645669294</c:v>
                </c:pt>
                <c:pt idx="1676">
                  <c:v>0.25135334645669294</c:v>
                </c:pt>
                <c:pt idx="1677">
                  <c:v>0.2516609251968504</c:v>
                </c:pt>
                <c:pt idx="1678">
                  <c:v>0.2516609251968504</c:v>
                </c:pt>
                <c:pt idx="1679">
                  <c:v>0.25193774606299213</c:v>
                </c:pt>
                <c:pt idx="1680">
                  <c:v>0.25193774606299213</c:v>
                </c:pt>
                <c:pt idx="1681">
                  <c:v>0.2522453248031496</c:v>
                </c:pt>
                <c:pt idx="1682">
                  <c:v>0.2522453248031496</c:v>
                </c:pt>
                <c:pt idx="1683">
                  <c:v>0.25255290354330706</c:v>
                </c:pt>
                <c:pt idx="1684">
                  <c:v>0.25255290354330706</c:v>
                </c:pt>
                <c:pt idx="1685">
                  <c:v>0.25286048228346458</c:v>
                </c:pt>
                <c:pt idx="1686">
                  <c:v>0.25286048228346458</c:v>
                </c:pt>
                <c:pt idx="1687">
                  <c:v>0.25313730314960631</c:v>
                </c:pt>
                <c:pt idx="1688">
                  <c:v>0.25313730314960631</c:v>
                </c:pt>
                <c:pt idx="1689">
                  <c:v>0.25344488188976377</c:v>
                </c:pt>
                <c:pt idx="1690">
                  <c:v>0.25344488188976377</c:v>
                </c:pt>
                <c:pt idx="1691">
                  <c:v>0.25375246062992124</c:v>
                </c:pt>
                <c:pt idx="1692">
                  <c:v>0.25375246062992124</c:v>
                </c:pt>
                <c:pt idx="1693">
                  <c:v>0.25406003937007876</c:v>
                </c:pt>
                <c:pt idx="1694">
                  <c:v>0.25406003937007876</c:v>
                </c:pt>
                <c:pt idx="1695">
                  <c:v>0.25433686023622049</c:v>
                </c:pt>
                <c:pt idx="1696">
                  <c:v>0.25433686023622049</c:v>
                </c:pt>
                <c:pt idx="1697">
                  <c:v>0.25464443897637795</c:v>
                </c:pt>
                <c:pt idx="1698">
                  <c:v>0.25464443897637795</c:v>
                </c:pt>
                <c:pt idx="1699">
                  <c:v>0.25495201771653542</c:v>
                </c:pt>
                <c:pt idx="1700">
                  <c:v>0.25495201771653542</c:v>
                </c:pt>
                <c:pt idx="1701">
                  <c:v>0.25525959645669294</c:v>
                </c:pt>
                <c:pt idx="1702">
                  <c:v>0.25525959645669294</c:v>
                </c:pt>
                <c:pt idx="1703">
                  <c:v>0.25553641732283466</c:v>
                </c:pt>
                <c:pt idx="1704">
                  <c:v>0.25553641732283466</c:v>
                </c:pt>
                <c:pt idx="1705">
                  <c:v>0.25584399606299213</c:v>
                </c:pt>
                <c:pt idx="1706">
                  <c:v>0.25584399606299213</c:v>
                </c:pt>
                <c:pt idx="1707">
                  <c:v>0.2561515748031496</c:v>
                </c:pt>
                <c:pt idx="1708">
                  <c:v>0.2561515748031496</c:v>
                </c:pt>
                <c:pt idx="1709">
                  <c:v>0.25645915354330706</c:v>
                </c:pt>
                <c:pt idx="1710">
                  <c:v>0.25645915354330706</c:v>
                </c:pt>
                <c:pt idx="1711">
                  <c:v>0.25673597440944884</c:v>
                </c:pt>
                <c:pt idx="1712">
                  <c:v>0.25673597440944884</c:v>
                </c:pt>
                <c:pt idx="1713">
                  <c:v>0.25704355314960631</c:v>
                </c:pt>
                <c:pt idx="1714">
                  <c:v>0.25704355314960631</c:v>
                </c:pt>
                <c:pt idx="1715">
                  <c:v>0.25735113188976377</c:v>
                </c:pt>
                <c:pt idx="1716">
                  <c:v>0.25735113188976377</c:v>
                </c:pt>
                <c:pt idx="1717">
                  <c:v>0.25765871062992124</c:v>
                </c:pt>
                <c:pt idx="1718">
                  <c:v>0.25765871062992124</c:v>
                </c:pt>
                <c:pt idx="1719">
                  <c:v>0.25793553149606302</c:v>
                </c:pt>
                <c:pt idx="1720">
                  <c:v>0.25793553149606302</c:v>
                </c:pt>
                <c:pt idx="1721">
                  <c:v>0.25824311023622049</c:v>
                </c:pt>
                <c:pt idx="1722">
                  <c:v>0.25824311023622049</c:v>
                </c:pt>
                <c:pt idx="1723">
                  <c:v>0.25855068897637795</c:v>
                </c:pt>
                <c:pt idx="1724">
                  <c:v>0.25855068897637795</c:v>
                </c:pt>
                <c:pt idx="1725">
                  <c:v>0.25885826771653542</c:v>
                </c:pt>
                <c:pt idx="1726">
                  <c:v>0.25885826771653542</c:v>
                </c:pt>
                <c:pt idx="1727">
                  <c:v>0.25913508858267714</c:v>
                </c:pt>
                <c:pt idx="1728">
                  <c:v>0.25913508858267714</c:v>
                </c:pt>
                <c:pt idx="1729">
                  <c:v>0.25944266732283466</c:v>
                </c:pt>
                <c:pt idx="1730">
                  <c:v>0.25944266732283466</c:v>
                </c:pt>
                <c:pt idx="1731">
                  <c:v>0.25975024606299213</c:v>
                </c:pt>
                <c:pt idx="1732">
                  <c:v>0.25975024606299213</c:v>
                </c:pt>
                <c:pt idx="1733">
                  <c:v>0.2600578248031496</c:v>
                </c:pt>
                <c:pt idx="1734">
                  <c:v>0.2600578248031496</c:v>
                </c:pt>
                <c:pt idx="1735">
                  <c:v>0.26033464566929132</c:v>
                </c:pt>
                <c:pt idx="1736">
                  <c:v>0.26033464566929132</c:v>
                </c:pt>
                <c:pt idx="1737">
                  <c:v>0.26064222440944884</c:v>
                </c:pt>
                <c:pt idx="1738">
                  <c:v>0.26064222440944884</c:v>
                </c:pt>
                <c:pt idx="1739">
                  <c:v>0.26094980314960631</c:v>
                </c:pt>
                <c:pt idx="1740">
                  <c:v>0.26094980314960631</c:v>
                </c:pt>
                <c:pt idx="1741">
                  <c:v>0.26125738188976377</c:v>
                </c:pt>
                <c:pt idx="1742">
                  <c:v>0.26125738188976377</c:v>
                </c:pt>
                <c:pt idx="1743">
                  <c:v>0.2615342027559055</c:v>
                </c:pt>
                <c:pt idx="1744">
                  <c:v>0.2615342027559055</c:v>
                </c:pt>
                <c:pt idx="1745">
                  <c:v>0.26184178149606302</c:v>
                </c:pt>
                <c:pt idx="1746">
                  <c:v>0.26184178149606302</c:v>
                </c:pt>
                <c:pt idx="1747">
                  <c:v>0.26214936023622049</c:v>
                </c:pt>
                <c:pt idx="1748">
                  <c:v>0.26214936023622049</c:v>
                </c:pt>
                <c:pt idx="1749">
                  <c:v>0.26245693897637795</c:v>
                </c:pt>
                <c:pt idx="1750">
                  <c:v>0.26245693897637795</c:v>
                </c:pt>
                <c:pt idx="1751">
                  <c:v>0.26273375984251968</c:v>
                </c:pt>
                <c:pt idx="1752">
                  <c:v>0.26273375984251968</c:v>
                </c:pt>
                <c:pt idx="1753">
                  <c:v>0.26304133858267714</c:v>
                </c:pt>
                <c:pt idx="1754">
                  <c:v>0.26304133858267714</c:v>
                </c:pt>
                <c:pt idx="1755">
                  <c:v>0.26334891732283466</c:v>
                </c:pt>
                <c:pt idx="1756">
                  <c:v>0.26334891732283466</c:v>
                </c:pt>
                <c:pt idx="1757">
                  <c:v>0.26365649606299213</c:v>
                </c:pt>
                <c:pt idx="1758">
                  <c:v>0.26365649606299213</c:v>
                </c:pt>
                <c:pt idx="1759">
                  <c:v>0.26393331692913385</c:v>
                </c:pt>
                <c:pt idx="1760">
                  <c:v>0.26393331692913385</c:v>
                </c:pt>
                <c:pt idx="1761">
                  <c:v>0.26424089566929132</c:v>
                </c:pt>
                <c:pt idx="1762">
                  <c:v>0.26424089566929132</c:v>
                </c:pt>
                <c:pt idx="1763">
                  <c:v>0.26454847440944884</c:v>
                </c:pt>
                <c:pt idx="1764">
                  <c:v>0.26454847440944884</c:v>
                </c:pt>
                <c:pt idx="1765">
                  <c:v>0.26485605314960631</c:v>
                </c:pt>
                <c:pt idx="1766">
                  <c:v>0.26485605314960631</c:v>
                </c:pt>
                <c:pt idx="1767">
                  <c:v>0.26513287401574803</c:v>
                </c:pt>
                <c:pt idx="1768">
                  <c:v>0.26513287401574803</c:v>
                </c:pt>
                <c:pt idx="1769">
                  <c:v>0.2654404527559055</c:v>
                </c:pt>
                <c:pt idx="1770">
                  <c:v>0.2654404527559055</c:v>
                </c:pt>
                <c:pt idx="1771">
                  <c:v>0.26574803149606302</c:v>
                </c:pt>
                <c:pt idx="1772">
                  <c:v>0.26574803149606302</c:v>
                </c:pt>
                <c:pt idx="1773">
                  <c:v>0.26605561023622049</c:v>
                </c:pt>
                <c:pt idx="1774">
                  <c:v>0.26605561023622049</c:v>
                </c:pt>
                <c:pt idx="1775">
                  <c:v>0.26633243110236221</c:v>
                </c:pt>
                <c:pt idx="1776">
                  <c:v>0.26633243110236221</c:v>
                </c:pt>
                <c:pt idx="1777">
                  <c:v>0.26664000984251968</c:v>
                </c:pt>
                <c:pt idx="1778">
                  <c:v>0.26664000984251968</c:v>
                </c:pt>
                <c:pt idx="1779">
                  <c:v>0.26694758858267714</c:v>
                </c:pt>
                <c:pt idx="1780">
                  <c:v>0.26694758858267714</c:v>
                </c:pt>
                <c:pt idx="1781">
                  <c:v>0.26725516732283466</c:v>
                </c:pt>
                <c:pt idx="1782">
                  <c:v>0.26725516732283466</c:v>
                </c:pt>
                <c:pt idx="1783">
                  <c:v>0.26753198818897639</c:v>
                </c:pt>
                <c:pt idx="1784">
                  <c:v>0.26753198818897639</c:v>
                </c:pt>
                <c:pt idx="1785">
                  <c:v>0.26783956692913385</c:v>
                </c:pt>
                <c:pt idx="1786">
                  <c:v>0.26783956692913385</c:v>
                </c:pt>
                <c:pt idx="1787">
                  <c:v>0.26814714566929132</c:v>
                </c:pt>
                <c:pt idx="1788">
                  <c:v>0.26814714566929132</c:v>
                </c:pt>
                <c:pt idx="1789">
                  <c:v>0.26845472440944884</c:v>
                </c:pt>
                <c:pt idx="1790">
                  <c:v>0.26845472440944884</c:v>
                </c:pt>
                <c:pt idx="1791">
                  <c:v>0.26873154527559057</c:v>
                </c:pt>
                <c:pt idx="1792">
                  <c:v>0.26873154527559057</c:v>
                </c:pt>
                <c:pt idx="1793">
                  <c:v>0.26903912401574803</c:v>
                </c:pt>
                <c:pt idx="1794">
                  <c:v>0.26903912401574803</c:v>
                </c:pt>
                <c:pt idx="1795">
                  <c:v>0.2693467027559055</c:v>
                </c:pt>
                <c:pt idx="1796">
                  <c:v>0.2693467027559055</c:v>
                </c:pt>
                <c:pt idx="1797">
                  <c:v>0.26965428149606302</c:v>
                </c:pt>
                <c:pt idx="1798">
                  <c:v>0.26965428149606302</c:v>
                </c:pt>
                <c:pt idx="1799">
                  <c:v>0.26993110236220474</c:v>
                </c:pt>
                <c:pt idx="1800">
                  <c:v>0.26993110236220474</c:v>
                </c:pt>
                <c:pt idx="1801">
                  <c:v>0.27023868110236221</c:v>
                </c:pt>
                <c:pt idx="1802">
                  <c:v>0.27023868110236221</c:v>
                </c:pt>
                <c:pt idx="1803">
                  <c:v>0.27054625984251968</c:v>
                </c:pt>
                <c:pt idx="1804">
                  <c:v>0.27054625984251968</c:v>
                </c:pt>
                <c:pt idx="1805">
                  <c:v>0.27085383858267714</c:v>
                </c:pt>
                <c:pt idx="1806">
                  <c:v>0.27085383858267714</c:v>
                </c:pt>
                <c:pt idx="1807">
                  <c:v>0.27113065944881892</c:v>
                </c:pt>
                <c:pt idx="1808">
                  <c:v>0.27113065944881892</c:v>
                </c:pt>
                <c:pt idx="1809">
                  <c:v>0.27143823818897639</c:v>
                </c:pt>
                <c:pt idx="1810">
                  <c:v>0.27143823818897639</c:v>
                </c:pt>
                <c:pt idx="1811">
                  <c:v>0.27174581692913385</c:v>
                </c:pt>
                <c:pt idx="1812">
                  <c:v>0.27174581692913385</c:v>
                </c:pt>
                <c:pt idx="1813">
                  <c:v>0.27205339566929132</c:v>
                </c:pt>
                <c:pt idx="1814">
                  <c:v>0.27205339566929132</c:v>
                </c:pt>
                <c:pt idx="1815">
                  <c:v>0.27233021653543305</c:v>
                </c:pt>
                <c:pt idx="1816">
                  <c:v>0.27233021653543305</c:v>
                </c:pt>
                <c:pt idx="1817">
                  <c:v>0.27263779527559057</c:v>
                </c:pt>
                <c:pt idx="1818">
                  <c:v>0.27263779527559057</c:v>
                </c:pt>
                <c:pt idx="1819">
                  <c:v>0.27294537401574803</c:v>
                </c:pt>
                <c:pt idx="1820">
                  <c:v>0.27294537401574803</c:v>
                </c:pt>
                <c:pt idx="1821">
                  <c:v>0.2732529527559055</c:v>
                </c:pt>
                <c:pt idx="1822">
                  <c:v>0.2732529527559055</c:v>
                </c:pt>
                <c:pt idx="1823">
                  <c:v>0.27352977362204722</c:v>
                </c:pt>
                <c:pt idx="1824">
                  <c:v>0.27352977362204722</c:v>
                </c:pt>
                <c:pt idx="1825">
                  <c:v>0.27383735236220474</c:v>
                </c:pt>
                <c:pt idx="1826">
                  <c:v>0.27383735236220474</c:v>
                </c:pt>
                <c:pt idx="1827">
                  <c:v>0.27414493110236221</c:v>
                </c:pt>
                <c:pt idx="1828">
                  <c:v>0.27414493110236221</c:v>
                </c:pt>
                <c:pt idx="1829">
                  <c:v>0.27445250984251968</c:v>
                </c:pt>
                <c:pt idx="1830">
                  <c:v>0.27445250984251968</c:v>
                </c:pt>
                <c:pt idx="1831">
                  <c:v>0.2747293307086614</c:v>
                </c:pt>
                <c:pt idx="1832">
                  <c:v>0.2747293307086614</c:v>
                </c:pt>
                <c:pt idx="1833">
                  <c:v>0.27503690944881892</c:v>
                </c:pt>
                <c:pt idx="1834">
                  <c:v>0.27503690944881892</c:v>
                </c:pt>
                <c:pt idx="1835">
                  <c:v>0.27534448818897639</c:v>
                </c:pt>
                <c:pt idx="1836">
                  <c:v>0.27534448818897639</c:v>
                </c:pt>
                <c:pt idx="1837">
                  <c:v>0.27565206692913385</c:v>
                </c:pt>
                <c:pt idx="1838">
                  <c:v>0.27565206692913385</c:v>
                </c:pt>
                <c:pt idx="1839">
                  <c:v>0.27592888779527558</c:v>
                </c:pt>
                <c:pt idx="1840">
                  <c:v>0.27592888779527558</c:v>
                </c:pt>
                <c:pt idx="1841">
                  <c:v>0.27623646653543305</c:v>
                </c:pt>
                <c:pt idx="1842">
                  <c:v>0.27623646653543305</c:v>
                </c:pt>
                <c:pt idx="1843">
                  <c:v>0.27654404527559057</c:v>
                </c:pt>
                <c:pt idx="1844">
                  <c:v>0.27654404527559057</c:v>
                </c:pt>
                <c:pt idx="1845">
                  <c:v>0.27685162401574803</c:v>
                </c:pt>
                <c:pt idx="1846">
                  <c:v>0.27685162401574803</c:v>
                </c:pt>
                <c:pt idx="1847">
                  <c:v>0.27712844488188976</c:v>
                </c:pt>
                <c:pt idx="1848">
                  <c:v>0.27712844488188976</c:v>
                </c:pt>
                <c:pt idx="1849">
                  <c:v>0.27743602362204722</c:v>
                </c:pt>
                <c:pt idx="1850">
                  <c:v>0.27743602362204722</c:v>
                </c:pt>
                <c:pt idx="1851">
                  <c:v>0.27774360236220474</c:v>
                </c:pt>
                <c:pt idx="1852">
                  <c:v>0.27774360236220474</c:v>
                </c:pt>
                <c:pt idx="1853">
                  <c:v>0.27805118110236221</c:v>
                </c:pt>
                <c:pt idx="1854">
                  <c:v>0.27805118110236221</c:v>
                </c:pt>
                <c:pt idx="1855">
                  <c:v>0.27832800196850394</c:v>
                </c:pt>
                <c:pt idx="1856">
                  <c:v>0.27832800196850394</c:v>
                </c:pt>
                <c:pt idx="1857">
                  <c:v>0.2786355807086614</c:v>
                </c:pt>
                <c:pt idx="1858">
                  <c:v>0.2786355807086614</c:v>
                </c:pt>
                <c:pt idx="1859">
                  <c:v>0.27894315944881892</c:v>
                </c:pt>
                <c:pt idx="1860">
                  <c:v>0.27894315944881892</c:v>
                </c:pt>
                <c:pt idx="1861">
                  <c:v>0.27925073818897639</c:v>
                </c:pt>
                <c:pt idx="1862">
                  <c:v>0.27925073818897639</c:v>
                </c:pt>
                <c:pt idx="1863">
                  <c:v>0.27952755905511811</c:v>
                </c:pt>
                <c:pt idx="1864">
                  <c:v>0.27952755905511811</c:v>
                </c:pt>
                <c:pt idx="1865">
                  <c:v>0.27983513779527558</c:v>
                </c:pt>
                <c:pt idx="1866">
                  <c:v>0.27983513779527558</c:v>
                </c:pt>
                <c:pt idx="1867">
                  <c:v>0.28014271653543305</c:v>
                </c:pt>
                <c:pt idx="1868">
                  <c:v>0.28014271653543305</c:v>
                </c:pt>
                <c:pt idx="1869">
                  <c:v>0.28045029527559057</c:v>
                </c:pt>
                <c:pt idx="1870">
                  <c:v>0.28045029527559057</c:v>
                </c:pt>
                <c:pt idx="1871">
                  <c:v>0.28072711614173229</c:v>
                </c:pt>
                <c:pt idx="1872">
                  <c:v>0.28072711614173229</c:v>
                </c:pt>
                <c:pt idx="1873">
                  <c:v>0.28103469488188976</c:v>
                </c:pt>
                <c:pt idx="1874">
                  <c:v>0.28103469488188976</c:v>
                </c:pt>
                <c:pt idx="1875">
                  <c:v>0.28134227362204722</c:v>
                </c:pt>
                <c:pt idx="1876">
                  <c:v>0.28134227362204722</c:v>
                </c:pt>
                <c:pt idx="1877">
                  <c:v>0.28164985236220474</c:v>
                </c:pt>
                <c:pt idx="1878">
                  <c:v>0.28164985236220474</c:v>
                </c:pt>
                <c:pt idx="1879">
                  <c:v>0.28195743110236221</c:v>
                </c:pt>
                <c:pt idx="1880">
                  <c:v>0.28195743110236221</c:v>
                </c:pt>
                <c:pt idx="1881">
                  <c:v>0.28223425196850394</c:v>
                </c:pt>
                <c:pt idx="1882">
                  <c:v>0.28223425196850394</c:v>
                </c:pt>
                <c:pt idx="1883">
                  <c:v>0.2825418307086614</c:v>
                </c:pt>
                <c:pt idx="1884">
                  <c:v>0.2825418307086614</c:v>
                </c:pt>
                <c:pt idx="1885">
                  <c:v>0.28284940944881892</c:v>
                </c:pt>
                <c:pt idx="1886">
                  <c:v>0.28284940944881892</c:v>
                </c:pt>
                <c:pt idx="1887">
                  <c:v>0.28315698818897639</c:v>
                </c:pt>
                <c:pt idx="1888">
                  <c:v>0.28315698818897639</c:v>
                </c:pt>
                <c:pt idx="1889">
                  <c:v>0.28343380905511811</c:v>
                </c:pt>
                <c:pt idx="1890">
                  <c:v>0.28343380905511811</c:v>
                </c:pt>
                <c:pt idx="1891">
                  <c:v>0.28374138779527558</c:v>
                </c:pt>
                <c:pt idx="1892">
                  <c:v>0.28374138779527558</c:v>
                </c:pt>
                <c:pt idx="1893">
                  <c:v>0.28404896653543305</c:v>
                </c:pt>
                <c:pt idx="1894">
                  <c:v>0.28404896653543305</c:v>
                </c:pt>
                <c:pt idx="1895">
                  <c:v>0.28435654527559057</c:v>
                </c:pt>
                <c:pt idx="1896">
                  <c:v>0.28435654527559057</c:v>
                </c:pt>
                <c:pt idx="1897">
                  <c:v>0.28463336614173229</c:v>
                </c:pt>
                <c:pt idx="1898">
                  <c:v>0.28463336614173229</c:v>
                </c:pt>
                <c:pt idx="1899">
                  <c:v>0.28494094488188976</c:v>
                </c:pt>
                <c:pt idx="1900">
                  <c:v>0.28494094488188976</c:v>
                </c:pt>
                <c:pt idx="1901">
                  <c:v>0.28524852362204722</c:v>
                </c:pt>
                <c:pt idx="1902">
                  <c:v>0.28524852362204722</c:v>
                </c:pt>
                <c:pt idx="1903">
                  <c:v>0.28555610236220474</c:v>
                </c:pt>
                <c:pt idx="1904">
                  <c:v>0.28555610236220474</c:v>
                </c:pt>
                <c:pt idx="1905">
                  <c:v>0.28583292322834647</c:v>
                </c:pt>
                <c:pt idx="1906">
                  <c:v>0.28583292322834647</c:v>
                </c:pt>
                <c:pt idx="1907">
                  <c:v>0.28614050196850394</c:v>
                </c:pt>
                <c:pt idx="1908">
                  <c:v>0.28614050196850394</c:v>
                </c:pt>
                <c:pt idx="1909">
                  <c:v>0.2864480807086614</c:v>
                </c:pt>
                <c:pt idx="1910">
                  <c:v>0.2864480807086614</c:v>
                </c:pt>
                <c:pt idx="1911">
                  <c:v>0.28675565944881892</c:v>
                </c:pt>
                <c:pt idx="1912">
                  <c:v>0.28675565944881892</c:v>
                </c:pt>
                <c:pt idx="1913">
                  <c:v>0.28703248031496065</c:v>
                </c:pt>
                <c:pt idx="1914">
                  <c:v>0.28703248031496065</c:v>
                </c:pt>
                <c:pt idx="1915">
                  <c:v>0.28734005905511811</c:v>
                </c:pt>
                <c:pt idx="1916">
                  <c:v>0.28734005905511811</c:v>
                </c:pt>
                <c:pt idx="1917">
                  <c:v>0.28764763779527558</c:v>
                </c:pt>
                <c:pt idx="1918">
                  <c:v>0.28764763779527558</c:v>
                </c:pt>
                <c:pt idx="1919">
                  <c:v>0.28795521653543305</c:v>
                </c:pt>
                <c:pt idx="1920">
                  <c:v>0.28795521653543305</c:v>
                </c:pt>
                <c:pt idx="1921">
                  <c:v>0.28823203740157483</c:v>
                </c:pt>
                <c:pt idx="1922">
                  <c:v>0.28823203740157483</c:v>
                </c:pt>
                <c:pt idx="1923">
                  <c:v>0.28853961614173229</c:v>
                </c:pt>
                <c:pt idx="1924">
                  <c:v>0.28853961614173229</c:v>
                </c:pt>
                <c:pt idx="1925">
                  <c:v>0.28884719488188976</c:v>
                </c:pt>
                <c:pt idx="1926">
                  <c:v>0.28884719488188976</c:v>
                </c:pt>
                <c:pt idx="1927">
                  <c:v>0.28915477362204722</c:v>
                </c:pt>
                <c:pt idx="1928">
                  <c:v>0.28915477362204722</c:v>
                </c:pt>
                <c:pt idx="1929">
                  <c:v>0.289431594488189</c:v>
                </c:pt>
                <c:pt idx="1930">
                  <c:v>0.289431594488189</c:v>
                </c:pt>
                <c:pt idx="1931">
                  <c:v>0.28973917322834647</c:v>
                </c:pt>
                <c:pt idx="1932">
                  <c:v>0.28973917322834647</c:v>
                </c:pt>
                <c:pt idx="1933">
                  <c:v>0.29004675196850394</c:v>
                </c:pt>
                <c:pt idx="1934">
                  <c:v>0.29004675196850394</c:v>
                </c:pt>
                <c:pt idx="1935">
                  <c:v>0.2903543307086614</c:v>
                </c:pt>
                <c:pt idx="1936">
                  <c:v>0.2903543307086614</c:v>
                </c:pt>
                <c:pt idx="1937">
                  <c:v>0.29063115157480313</c:v>
                </c:pt>
                <c:pt idx="1938">
                  <c:v>0.29063115157480313</c:v>
                </c:pt>
                <c:pt idx="1939">
                  <c:v>0.29093873031496065</c:v>
                </c:pt>
                <c:pt idx="1940">
                  <c:v>0.29093873031496065</c:v>
                </c:pt>
                <c:pt idx="1941">
                  <c:v>0.29124630905511811</c:v>
                </c:pt>
                <c:pt idx="1942">
                  <c:v>0.29124630905511811</c:v>
                </c:pt>
                <c:pt idx="1943">
                  <c:v>0.29155388779527558</c:v>
                </c:pt>
                <c:pt idx="1944">
                  <c:v>0.29155388779527558</c:v>
                </c:pt>
                <c:pt idx="1945">
                  <c:v>0.2918307086614173</c:v>
                </c:pt>
                <c:pt idx="1946">
                  <c:v>0.2918307086614173</c:v>
                </c:pt>
                <c:pt idx="1947">
                  <c:v>0.29213828740157483</c:v>
                </c:pt>
                <c:pt idx="1948">
                  <c:v>0.29213828740157483</c:v>
                </c:pt>
                <c:pt idx="1949">
                  <c:v>0.29244586614173229</c:v>
                </c:pt>
                <c:pt idx="1950">
                  <c:v>0.29244586614173229</c:v>
                </c:pt>
                <c:pt idx="1951">
                  <c:v>0.29275344488188976</c:v>
                </c:pt>
                <c:pt idx="1952">
                  <c:v>0.29275344488188976</c:v>
                </c:pt>
                <c:pt idx="1953">
                  <c:v>0.29303026574803148</c:v>
                </c:pt>
                <c:pt idx="1954">
                  <c:v>0.29303026574803148</c:v>
                </c:pt>
                <c:pt idx="1955">
                  <c:v>0.293337844488189</c:v>
                </c:pt>
                <c:pt idx="1956">
                  <c:v>0.293337844488189</c:v>
                </c:pt>
                <c:pt idx="1957">
                  <c:v>0.29364542322834647</c:v>
                </c:pt>
                <c:pt idx="1958">
                  <c:v>0.29364542322834647</c:v>
                </c:pt>
                <c:pt idx="1959">
                  <c:v>0.29395300196850394</c:v>
                </c:pt>
                <c:pt idx="1960">
                  <c:v>0.29395300196850394</c:v>
                </c:pt>
                <c:pt idx="1961">
                  <c:v>0.29422982283464566</c:v>
                </c:pt>
                <c:pt idx="1962">
                  <c:v>0.29422982283464566</c:v>
                </c:pt>
                <c:pt idx="1963">
                  <c:v>0.29453740157480313</c:v>
                </c:pt>
                <c:pt idx="1964">
                  <c:v>0.29453740157480313</c:v>
                </c:pt>
                <c:pt idx="1965">
                  <c:v>0.29484498031496065</c:v>
                </c:pt>
                <c:pt idx="1966">
                  <c:v>0.29484498031496065</c:v>
                </c:pt>
                <c:pt idx="1967">
                  <c:v>0.29515255905511811</c:v>
                </c:pt>
                <c:pt idx="1968">
                  <c:v>0.29515255905511811</c:v>
                </c:pt>
                <c:pt idx="1969">
                  <c:v>0.29542937992125984</c:v>
                </c:pt>
                <c:pt idx="1970">
                  <c:v>0.29542937992125984</c:v>
                </c:pt>
                <c:pt idx="1971">
                  <c:v>0.2957369586614173</c:v>
                </c:pt>
                <c:pt idx="1972">
                  <c:v>0.2957369586614173</c:v>
                </c:pt>
                <c:pt idx="1973">
                  <c:v>0.29604453740157483</c:v>
                </c:pt>
                <c:pt idx="1974">
                  <c:v>0.29604453740157483</c:v>
                </c:pt>
                <c:pt idx="1975">
                  <c:v>0.29635211614173229</c:v>
                </c:pt>
                <c:pt idx="1976">
                  <c:v>0.29635211614173229</c:v>
                </c:pt>
                <c:pt idx="1977">
                  <c:v>0.29662893700787402</c:v>
                </c:pt>
                <c:pt idx="1978">
                  <c:v>0.29662893700787402</c:v>
                </c:pt>
                <c:pt idx="1979">
                  <c:v>0.29693651574803148</c:v>
                </c:pt>
                <c:pt idx="1980">
                  <c:v>0.29693651574803148</c:v>
                </c:pt>
                <c:pt idx="1981">
                  <c:v>0.297244094488189</c:v>
                </c:pt>
                <c:pt idx="1982">
                  <c:v>0.297244094488189</c:v>
                </c:pt>
                <c:pt idx="1983">
                  <c:v>0.29755167322834647</c:v>
                </c:pt>
                <c:pt idx="1984">
                  <c:v>0.29755167322834647</c:v>
                </c:pt>
                <c:pt idx="1985">
                  <c:v>0.29782849409448819</c:v>
                </c:pt>
                <c:pt idx="1986">
                  <c:v>0.29782849409448819</c:v>
                </c:pt>
                <c:pt idx="1987">
                  <c:v>0.29813607283464566</c:v>
                </c:pt>
                <c:pt idx="1988">
                  <c:v>0.29813607283464566</c:v>
                </c:pt>
                <c:pt idx="1989">
                  <c:v>0.29844365157480313</c:v>
                </c:pt>
                <c:pt idx="1990">
                  <c:v>0.29844365157480313</c:v>
                </c:pt>
                <c:pt idx="1991">
                  <c:v>0.29875123031496065</c:v>
                </c:pt>
                <c:pt idx="1992">
                  <c:v>0.29875123031496065</c:v>
                </c:pt>
                <c:pt idx="1993">
                  <c:v>0.29902805118110237</c:v>
                </c:pt>
                <c:pt idx="1994">
                  <c:v>0.29902805118110237</c:v>
                </c:pt>
                <c:pt idx="1995">
                  <c:v>0.29933562992125984</c:v>
                </c:pt>
                <c:pt idx="1996">
                  <c:v>0.29933562992125984</c:v>
                </c:pt>
                <c:pt idx="1997">
                  <c:v>0.2996432086614173</c:v>
                </c:pt>
                <c:pt idx="1998">
                  <c:v>0.2996432086614173</c:v>
                </c:pt>
                <c:pt idx="1999">
                  <c:v>0.29995078740157483</c:v>
                </c:pt>
                <c:pt idx="2000">
                  <c:v>0.29995078740157483</c:v>
                </c:pt>
                <c:pt idx="2001">
                  <c:v>0.30022760826771655</c:v>
                </c:pt>
                <c:pt idx="2002">
                  <c:v>0.30022760826771655</c:v>
                </c:pt>
                <c:pt idx="2003">
                  <c:v>0.30053518700787402</c:v>
                </c:pt>
                <c:pt idx="2004">
                  <c:v>0.30053518700787402</c:v>
                </c:pt>
                <c:pt idx="2005">
                  <c:v>0.30084276574803148</c:v>
                </c:pt>
                <c:pt idx="2006">
                  <c:v>0.30084276574803148</c:v>
                </c:pt>
                <c:pt idx="2007">
                  <c:v>0.301150344488189</c:v>
                </c:pt>
                <c:pt idx="2008">
                  <c:v>0.301150344488189</c:v>
                </c:pt>
                <c:pt idx="2009">
                  <c:v>0.30142716535433073</c:v>
                </c:pt>
                <c:pt idx="2010">
                  <c:v>0.30142716535433073</c:v>
                </c:pt>
                <c:pt idx="2011">
                  <c:v>0.30173474409448819</c:v>
                </c:pt>
                <c:pt idx="2012">
                  <c:v>0.30173474409448819</c:v>
                </c:pt>
                <c:pt idx="2013">
                  <c:v>0.30204232283464566</c:v>
                </c:pt>
                <c:pt idx="2014">
                  <c:v>0.30204232283464566</c:v>
                </c:pt>
                <c:pt idx="2015">
                  <c:v>0.30234990157480313</c:v>
                </c:pt>
                <c:pt idx="2016">
                  <c:v>0.30234990157480313</c:v>
                </c:pt>
                <c:pt idx="2017">
                  <c:v>0.30262672244094491</c:v>
                </c:pt>
                <c:pt idx="2018">
                  <c:v>0.30262672244094491</c:v>
                </c:pt>
                <c:pt idx="2019">
                  <c:v>0.30293430118110237</c:v>
                </c:pt>
                <c:pt idx="2020">
                  <c:v>0.30293430118110237</c:v>
                </c:pt>
                <c:pt idx="2021">
                  <c:v>0.30324187992125984</c:v>
                </c:pt>
                <c:pt idx="2022">
                  <c:v>0.30324187992125984</c:v>
                </c:pt>
                <c:pt idx="2023">
                  <c:v>0.3035494586614173</c:v>
                </c:pt>
                <c:pt idx="2024">
                  <c:v>0.3035494586614173</c:v>
                </c:pt>
                <c:pt idx="2025">
                  <c:v>0.30382627952755903</c:v>
                </c:pt>
                <c:pt idx="2026">
                  <c:v>0.30382627952755903</c:v>
                </c:pt>
                <c:pt idx="2027">
                  <c:v>0.30413385826771655</c:v>
                </c:pt>
                <c:pt idx="2028">
                  <c:v>0.30413385826771655</c:v>
                </c:pt>
                <c:pt idx="2029">
                  <c:v>0.30444143700787402</c:v>
                </c:pt>
                <c:pt idx="2030">
                  <c:v>0.30444143700787402</c:v>
                </c:pt>
                <c:pt idx="2031">
                  <c:v>0.30474901574803148</c:v>
                </c:pt>
                <c:pt idx="2032">
                  <c:v>0.30474901574803148</c:v>
                </c:pt>
                <c:pt idx="2033">
                  <c:v>0.30502583661417321</c:v>
                </c:pt>
                <c:pt idx="2034">
                  <c:v>0.30502583661417321</c:v>
                </c:pt>
                <c:pt idx="2035">
                  <c:v>0.30533341535433073</c:v>
                </c:pt>
                <c:pt idx="2036">
                  <c:v>0.30533341535433073</c:v>
                </c:pt>
                <c:pt idx="2037">
                  <c:v>0.30564099409448819</c:v>
                </c:pt>
                <c:pt idx="2038">
                  <c:v>0.30564099409448819</c:v>
                </c:pt>
                <c:pt idx="2039">
                  <c:v>0.30594857283464566</c:v>
                </c:pt>
                <c:pt idx="2040">
                  <c:v>0.30594857283464566</c:v>
                </c:pt>
                <c:pt idx="2041">
                  <c:v>0.30622539370078738</c:v>
                </c:pt>
                <c:pt idx="2042">
                  <c:v>0.30622539370078738</c:v>
                </c:pt>
                <c:pt idx="2043">
                  <c:v>0.30653297244094491</c:v>
                </c:pt>
                <c:pt idx="2044">
                  <c:v>0.30653297244094491</c:v>
                </c:pt>
                <c:pt idx="2045">
                  <c:v>0.30684055118110237</c:v>
                </c:pt>
                <c:pt idx="2046">
                  <c:v>0.30684055118110237</c:v>
                </c:pt>
                <c:pt idx="2047">
                  <c:v>0.30714812992125984</c:v>
                </c:pt>
                <c:pt idx="2048">
                  <c:v>0.30714812992125984</c:v>
                </c:pt>
                <c:pt idx="2049">
                  <c:v>0.30742495078740156</c:v>
                </c:pt>
                <c:pt idx="2050">
                  <c:v>0.30742495078740156</c:v>
                </c:pt>
                <c:pt idx="2051">
                  <c:v>0.30773252952755903</c:v>
                </c:pt>
                <c:pt idx="2052">
                  <c:v>0.30773252952755903</c:v>
                </c:pt>
                <c:pt idx="2053">
                  <c:v>0.30804010826771655</c:v>
                </c:pt>
                <c:pt idx="2054">
                  <c:v>0.30804010826771655</c:v>
                </c:pt>
                <c:pt idx="2055">
                  <c:v>0.30834768700787402</c:v>
                </c:pt>
                <c:pt idx="2056">
                  <c:v>0.30834768700787402</c:v>
                </c:pt>
                <c:pt idx="2057">
                  <c:v>0.30862450787401574</c:v>
                </c:pt>
                <c:pt idx="2058">
                  <c:v>0.30862450787401574</c:v>
                </c:pt>
                <c:pt idx="2059">
                  <c:v>0.30893208661417321</c:v>
                </c:pt>
                <c:pt idx="2060">
                  <c:v>0.30893208661417321</c:v>
                </c:pt>
                <c:pt idx="2061">
                  <c:v>0.30923966535433073</c:v>
                </c:pt>
                <c:pt idx="2062">
                  <c:v>0.30923966535433073</c:v>
                </c:pt>
                <c:pt idx="2063">
                  <c:v>0.30954724409448819</c:v>
                </c:pt>
                <c:pt idx="2064">
                  <c:v>0.30954724409448819</c:v>
                </c:pt>
                <c:pt idx="2065">
                  <c:v>0.30982406496062992</c:v>
                </c:pt>
                <c:pt idx="2066">
                  <c:v>0.30982406496062992</c:v>
                </c:pt>
                <c:pt idx="2067">
                  <c:v>0.31013164370078738</c:v>
                </c:pt>
                <c:pt idx="2068">
                  <c:v>0.31013164370078738</c:v>
                </c:pt>
                <c:pt idx="2069">
                  <c:v>0.31043922244094491</c:v>
                </c:pt>
                <c:pt idx="2070">
                  <c:v>0.31043922244094491</c:v>
                </c:pt>
                <c:pt idx="2071">
                  <c:v>0.31074680118110237</c:v>
                </c:pt>
                <c:pt idx="2072">
                  <c:v>0.31074680118110237</c:v>
                </c:pt>
                <c:pt idx="2073">
                  <c:v>0.3110236220472441</c:v>
                </c:pt>
                <c:pt idx="2074">
                  <c:v>0.3110236220472441</c:v>
                </c:pt>
                <c:pt idx="2075">
                  <c:v>0.31133120078740156</c:v>
                </c:pt>
                <c:pt idx="2076">
                  <c:v>0.31133120078740156</c:v>
                </c:pt>
                <c:pt idx="2077">
                  <c:v>0.31163877952755903</c:v>
                </c:pt>
                <c:pt idx="2078">
                  <c:v>0.31163877952755903</c:v>
                </c:pt>
                <c:pt idx="2079">
                  <c:v>0.31194635826771655</c:v>
                </c:pt>
                <c:pt idx="2080">
                  <c:v>0.31194635826771655</c:v>
                </c:pt>
                <c:pt idx="2081">
                  <c:v>0.31222317913385828</c:v>
                </c:pt>
                <c:pt idx="2082">
                  <c:v>0.31222317913385828</c:v>
                </c:pt>
                <c:pt idx="2083">
                  <c:v>0.31253075787401574</c:v>
                </c:pt>
                <c:pt idx="2084">
                  <c:v>0.31253075787401574</c:v>
                </c:pt>
                <c:pt idx="2085">
                  <c:v>0.31283833661417321</c:v>
                </c:pt>
                <c:pt idx="2086">
                  <c:v>0.31283833661417321</c:v>
                </c:pt>
                <c:pt idx="2087">
                  <c:v>0.31314591535433073</c:v>
                </c:pt>
                <c:pt idx="2088">
                  <c:v>0.31314591535433073</c:v>
                </c:pt>
                <c:pt idx="2089">
                  <c:v>0.31342273622047245</c:v>
                </c:pt>
                <c:pt idx="2090">
                  <c:v>0.31342273622047245</c:v>
                </c:pt>
                <c:pt idx="2091">
                  <c:v>0.31373031496062992</c:v>
                </c:pt>
                <c:pt idx="2092">
                  <c:v>0.31373031496062992</c:v>
                </c:pt>
                <c:pt idx="2093">
                  <c:v>0.31403789370078738</c:v>
                </c:pt>
                <c:pt idx="2094">
                  <c:v>0.31403789370078738</c:v>
                </c:pt>
                <c:pt idx="2095">
                  <c:v>0.31434547244094491</c:v>
                </c:pt>
                <c:pt idx="2096">
                  <c:v>0.31434547244094491</c:v>
                </c:pt>
                <c:pt idx="2097">
                  <c:v>0.31462229330708663</c:v>
                </c:pt>
                <c:pt idx="2098">
                  <c:v>0.31462229330708663</c:v>
                </c:pt>
                <c:pt idx="2099">
                  <c:v>0.3149298720472441</c:v>
                </c:pt>
                <c:pt idx="2100">
                  <c:v>0.3149298720472441</c:v>
                </c:pt>
                <c:pt idx="2101">
                  <c:v>0.31523745078740156</c:v>
                </c:pt>
                <c:pt idx="2102">
                  <c:v>0.31523745078740156</c:v>
                </c:pt>
                <c:pt idx="2103">
                  <c:v>0.31554502952755903</c:v>
                </c:pt>
                <c:pt idx="2104">
                  <c:v>0.31554502952755903</c:v>
                </c:pt>
                <c:pt idx="2105">
                  <c:v>0.31582185039370081</c:v>
                </c:pt>
                <c:pt idx="2106">
                  <c:v>0.31582185039370081</c:v>
                </c:pt>
                <c:pt idx="2107">
                  <c:v>0.31612942913385828</c:v>
                </c:pt>
                <c:pt idx="2108">
                  <c:v>0.31612942913385828</c:v>
                </c:pt>
                <c:pt idx="2109">
                  <c:v>0.31643700787401574</c:v>
                </c:pt>
                <c:pt idx="2110">
                  <c:v>0.31643700787401574</c:v>
                </c:pt>
                <c:pt idx="2111">
                  <c:v>0.31674458661417321</c:v>
                </c:pt>
                <c:pt idx="2112">
                  <c:v>0.31674458661417321</c:v>
                </c:pt>
                <c:pt idx="2113">
                  <c:v>0.31702140748031499</c:v>
                </c:pt>
                <c:pt idx="2114">
                  <c:v>0.31702140748031499</c:v>
                </c:pt>
                <c:pt idx="2115">
                  <c:v>0.31732898622047245</c:v>
                </c:pt>
                <c:pt idx="2116">
                  <c:v>0.31732898622047245</c:v>
                </c:pt>
                <c:pt idx="2117">
                  <c:v>0.31763656496062992</c:v>
                </c:pt>
                <c:pt idx="2118">
                  <c:v>0.31763656496062992</c:v>
                </c:pt>
                <c:pt idx="2119">
                  <c:v>0.31794414370078738</c:v>
                </c:pt>
                <c:pt idx="2120">
                  <c:v>0.31794414370078738</c:v>
                </c:pt>
                <c:pt idx="2121">
                  <c:v>0.31825172244094491</c:v>
                </c:pt>
                <c:pt idx="2122">
                  <c:v>0.31825172244094491</c:v>
                </c:pt>
                <c:pt idx="2123">
                  <c:v>0.31852854330708663</c:v>
                </c:pt>
                <c:pt idx="2124">
                  <c:v>0.31852854330708663</c:v>
                </c:pt>
                <c:pt idx="2125">
                  <c:v>0.3188361220472441</c:v>
                </c:pt>
                <c:pt idx="2126">
                  <c:v>0.3188361220472441</c:v>
                </c:pt>
                <c:pt idx="2127">
                  <c:v>0.31914370078740156</c:v>
                </c:pt>
                <c:pt idx="2128">
                  <c:v>0.31914370078740156</c:v>
                </c:pt>
                <c:pt idx="2129">
                  <c:v>0.31945127952755903</c:v>
                </c:pt>
                <c:pt idx="2130">
                  <c:v>0.31945127952755903</c:v>
                </c:pt>
                <c:pt idx="2131">
                  <c:v>0.31972810039370081</c:v>
                </c:pt>
                <c:pt idx="2132">
                  <c:v>0.31972810039370081</c:v>
                </c:pt>
                <c:pt idx="2133">
                  <c:v>0.32003567913385828</c:v>
                </c:pt>
                <c:pt idx="2134">
                  <c:v>0.32003567913385828</c:v>
                </c:pt>
                <c:pt idx="2135">
                  <c:v>0.32034325787401574</c:v>
                </c:pt>
                <c:pt idx="2136">
                  <c:v>0.32034325787401574</c:v>
                </c:pt>
                <c:pt idx="2137">
                  <c:v>0.32065083661417321</c:v>
                </c:pt>
                <c:pt idx="2138">
                  <c:v>0.32065083661417321</c:v>
                </c:pt>
                <c:pt idx="2139">
                  <c:v>0.32092765748031499</c:v>
                </c:pt>
                <c:pt idx="2140">
                  <c:v>0.32092765748031499</c:v>
                </c:pt>
                <c:pt idx="2141">
                  <c:v>0.32123523622047245</c:v>
                </c:pt>
                <c:pt idx="2142">
                  <c:v>0.32123523622047245</c:v>
                </c:pt>
                <c:pt idx="2143">
                  <c:v>0.32154281496062992</c:v>
                </c:pt>
                <c:pt idx="2144">
                  <c:v>0.32154281496062992</c:v>
                </c:pt>
                <c:pt idx="2145">
                  <c:v>0.32185039370078738</c:v>
                </c:pt>
                <c:pt idx="2146">
                  <c:v>0.32185039370078738</c:v>
                </c:pt>
                <c:pt idx="2147">
                  <c:v>0.32212721456692911</c:v>
                </c:pt>
                <c:pt idx="2148">
                  <c:v>0.32212721456692911</c:v>
                </c:pt>
                <c:pt idx="2149">
                  <c:v>0.32243479330708663</c:v>
                </c:pt>
                <c:pt idx="2150">
                  <c:v>0.32243479330708663</c:v>
                </c:pt>
                <c:pt idx="2151">
                  <c:v>0.3227423720472441</c:v>
                </c:pt>
                <c:pt idx="2152">
                  <c:v>0.3227423720472441</c:v>
                </c:pt>
                <c:pt idx="2153">
                  <c:v>0.32304995078740156</c:v>
                </c:pt>
                <c:pt idx="2154">
                  <c:v>0.32304995078740156</c:v>
                </c:pt>
                <c:pt idx="2155">
                  <c:v>0.32332677165354329</c:v>
                </c:pt>
                <c:pt idx="2156">
                  <c:v>0.32332677165354329</c:v>
                </c:pt>
                <c:pt idx="2157">
                  <c:v>0.32363435039370081</c:v>
                </c:pt>
                <c:pt idx="2158">
                  <c:v>0.32363435039370081</c:v>
                </c:pt>
                <c:pt idx="2159">
                  <c:v>0.32394192913385828</c:v>
                </c:pt>
                <c:pt idx="2160">
                  <c:v>0.32394192913385828</c:v>
                </c:pt>
                <c:pt idx="2161">
                  <c:v>0.32424950787401574</c:v>
                </c:pt>
                <c:pt idx="2162">
                  <c:v>0.32424950787401574</c:v>
                </c:pt>
                <c:pt idx="2163">
                  <c:v>0.32452632874015747</c:v>
                </c:pt>
                <c:pt idx="2164">
                  <c:v>0.32452632874015747</c:v>
                </c:pt>
                <c:pt idx="2165">
                  <c:v>0.32483390748031499</c:v>
                </c:pt>
                <c:pt idx="2166">
                  <c:v>0.32483390748031499</c:v>
                </c:pt>
                <c:pt idx="2167">
                  <c:v>0.32514148622047245</c:v>
                </c:pt>
                <c:pt idx="2168">
                  <c:v>0.32514148622047245</c:v>
                </c:pt>
                <c:pt idx="2169">
                  <c:v>0.32544906496062992</c:v>
                </c:pt>
                <c:pt idx="2170">
                  <c:v>0.32544906496062992</c:v>
                </c:pt>
                <c:pt idx="2171">
                  <c:v>0.32572588582677164</c:v>
                </c:pt>
                <c:pt idx="2172">
                  <c:v>0.32572588582677164</c:v>
                </c:pt>
                <c:pt idx="2173">
                  <c:v>0.32603346456692911</c:v>
                </c:pt>
                <c:pt idx="2174">
                  <c:v>0.32603346456692911</c:v>
                </c:pt>
                <c:pt idx="2175">
                  <c:v>0.32634104330708663</c:v>
                </c:pt>
                <c:pt idx="2176">
                  <c:v>0.32634104330708663</c:v>
                </c:pt>
                <c:pt idx="2177">
                  <c:v>0.3266486220472441</c:v>
                </c:pt>
                <c:pt idx="2178">
                  <c:v>0.3266486220472441</c:v>
                </c:pt>
                <c:pt idx="2179">
                  <c:v>0.32692544291338582</c:v>
                </c:pt>
                <c:pt idx="2180">
                  <c:v>0.32692544291338582</c:v>
                </c:pt>
                <c:pt idx="2181">
                  <c:v>0.32723302165354329</c:v>
                </c:pt>
                <c:pt idx="2182">
                  <c:v>0.32723302165354329</c:v>
                </c:pt>
                <c:pt idx="2183">
                  <c:v>0.32754060039370081</c:v>
                </c:pt>
                <c:pt idx="2184">
                  <c:v>0.32754060039370081</c:v>
                </c:pt>
                <c:pt idx="2185">
                  <c:v>0.32784817913385828</c:v>
                </c:pt>
                <c:pt idx="2186">
                  <c:v>0.32784817913385828</c:v>
                </c:pt>
                <c:pt idx="2187">
                  <c:v>0.328125</c:v>
                </c:pt>
                <c:pt idx="2188">
                  <c:v>0.328125</c:v>
                </c:pt>
                <c:pt idx="2189">
                  <c:v>0.32843257874015747</c:v>
                </c:pt>
                <c:pt idx="2190">
                  <c:v>0.32843257874015747</c:v>
                </c:pt>
                <c:pt idx="2191">
                  <c:v>0.32874015748031499</c:v>
                </c:pt>
                <c:pt idx="2192">
                  <c:v>0.32874015748031499</c:v>
                </c:pt>
                <c:pt idx="2193">
                  <c:v>0.32904773622047245</c:v>
                </c:pt>
                <c:pt idx="2194">
                  <c:v>0.32904773622047245</c:v>
                </c:pt>
                <c:pt idx="2195">
                  <c:v>0.32932455708661418</c:v>
                </c:pt>
                <c:pt idx="2196">
                  <c:v>0.32932455708661418</c:v>
                </c:pt>
                <c:pt idx="2197">
                  <c:v>0.32963213582677164</c:v>
                </c:pt>
                <c:pt idx="2198">
                  <c:v>0.32963213582677164</c:v>
                </c:pt>
                <c:pt idx="2199">
                  <c:v>0.32993971456692911</c:v>
                </c:pt>
                <c:pt idx="2200">
                  <c:v>0.32993971456692911</c:v>
                </c:pt>
                <c:pt idx="2201">
                  <c:v>0.33024729330708663</c:v>
                </c:pt>
                <c:pt idx="2202">
                  <c:v>0.33024729330708663</c:v>
                </c:pt>
                <c:pt idx="2203">
                  <c:v>0.33052411417322836</c:v>
                </c:pt>
                <c:pt idx="2204">
                  <c:v>0.33052411417322836</c:v>
                </c:pt>
                <c:pt idx="2205">
                  <c:v>0.33083169291338582</c:v>
                </c:pt>
                <c:pt idx="2206">
                  <c:v>0.33083169291338582</c:v>
                </c:pt>
                <c:pt idx="2207">
                  <c:v>0.33113927165354329</c:v>
                </c:pt>
                <c:pt idx="2208">
                  <c:v>0.33113927165354329</c:v>
                </c:pt>
                <c:pt idx="2209">
                  <c:v>0.33144685039370081</c:v>
                </c:pt>
                <c:pt idx="2210">
                  <c:v>0.33144685039370081</c:v>
                </c:pt>
                <c:pt idx="2211">
                  <c:v>0.33172367125984253</c:v>
                </c:pt>
                <c:pt idx="2212">
                  <c:v>0.33172367125984253</c:v>
                </c:pt>
                <c:pt idx="2213">
                  <c:v>0.33203125</c:v>
                </c:pt>
                <c:pt idx="2214">
                  <c:v>0.33203125</c:v>
                </c:pt>
                <c:pt idx="2215">
                  <c:v>0.33233882874015747</c:v>
                </c:pt>
                <c:pt idx="2216">
                  <c:v>0.33233882874015747</c:v>
                </c:pt>
                <c:pt idx="2217">
                  <c:v>0.33264640748031499</c:v>
                </c:pt>
                <c:pt idx="2218">
                  <c:v>0.33264640748031499</c:v>
                </c:pt>
                <c:pt idx="2219">
                  <c:v>0.33292322834645671</c:v>
                </c:pt>
                <c:pt idx="2220">
                  <c:v>0.33292322834645671</c:v>
                </c:pt>
                <c:pt idx="2221">
                  <c:v>0.33323080708661418</c:v>
                </c:pt>
                <c:pt idx="2222">
                  <c:v>0.33323080708661418</c:v>
                </c:pt>
                <c:pt idx="2223">
                  <c:v>0.33353838582677164</c:v>
                </c:pt>
                <c:pt idx="2224">
                  <c:v>0.33353838582677164</c:v>
                </c:pt>
                <c:pt idx="2225">
                  <c:v>0.33384596456692911</c:v>
                </c:pt>
                <c:pt idx="2226">
                  <c:v>0.33384596456692911</c:v>
                </c:pt>
                <c:pt idx="2227">
                  <c:v>0.33412278543307089</c:v>
                </c:pt>
                <c:pt idx="2228">
                  <c:v>0.33412278543307089</c:v>
                </c:pt>
                <c:pt idx="2229">
                  <c:v>0.33443036417322836</c:v>
                </c:pt>
                <c:pt idx="2230">
                  <c:v>0.33443036417322836</c:v>
                </c:pt>
                <c:pt idx="2231">
                  <c:v>0.33473794291338582</c:v>
                </c:pt>
                <c:pt idx="2232">
                  <c:v>0.33473794291338582</c:v>
                </c:pt>
                <c:pt idx="2233">
                  <c:v>0.33504552165354329</c:v>
                </c:pt>
                <c:pt idx="2234">
                  <c:v>0.33504552165354329</c:v>
                </c:pt>
                <c:pt idx="2235">
                  <c:v>0.33532234251968501</c:v>
                </c:pt>
                <c:pt idx="2236">
                  <c:v>0.33532234251968501</c:v>
                </c:pt>
                <c:pt idx="2237">
                  <c:v>0.33562992125984253</c:v>
                </c:pt>
                <c:pt idx="2238">
                  <c:v>0.33562992125984253</c:v>
                </c:pt>
                <c:pt idx="2239">
                  <c:v>0.3359375</c:v>
                </c:pt>
                <c:pt idx="2240">
                  <c:v>0.3359375</c:v>
                </c:pt>
                <c:pt idx="2241">
                  <c:v>0.33624507874015747</c:v>
                </c:pt>
                <c:pt idx="2242">
                  <c:v>0.33624507874015747</c:v>
                </c:pt>
                <c:pt idx="2243">
                  <c:v>0.33652189960629919</c:v>
                </c:pt>
                <c:pt idx="2244">
                  <c:v>0.33652189960629919</c:v>
                </c:pt>
                <c:pt idx="2245">
                  <c:v>0.33682947834645671</c:v>
                </c:pt>
                <c:pt idx="2246">
                  <c:v>0.33682947834645671</c:v>
                </c:pt>
                <c:pt idx="2247">
                  <c:v>0.33713705708661418</c:v>
                </c:pt>
                <c:pt idx="2248">
                  <c:v>0.33713705708661418</c:v>
                </c:pt>
                <c:pt idx="2249">
                  <c:v>0.33744463582677164</c:v>
                </c:pt>
                <c:pt idx="2250">
                  <c:v>0.33744463582677164</c:v>
                </c:pt>
                <c:pt idx="2251">
                  <c:v>0.33772145669291337</c:v>
                </c:pt>
                <c:pt idx="2252">
                  <c:v>0.33772145669291337</c:v>
                </c:pt>
                <c:pt idx="2253">
                  <c:v>0.33802903543307089</c:v>
                </c:pt>
                <c:pt idx="2254">
                  <c:v>0.33802903543307089</c:v>
                </c:pt>
                <c:pt idx="2255">
                  <c:v>0.33833661417322836</c:v>
                </c:pt>
                <c:pt idx="2256">
                  <c:v>0.33833661417322836</c:v>
                </c:pt>
                <c:pt idx="2257">
                  <c:v>0.33864419291338582</c:v>
                </c:pt>
                <c:pt idx="2258">
                  <c:v>0.33864419291338582</c:v>
                </c:pt>
                <c:pt idx="2259">
                  <c:v>0.33892101377952755</c:v>
                </c:pt>
                <c:pt idx="2260">
                  <c:v>0.33892101377952755</c:v>
                </c:pt>
                <c:pt idx="2261">
                  <c:v>0.33922859251968501</c:v>
                </c:pt>
                <c:pt idx="2262">
                  <c:v>0.33922859251968501</c:v>
                </c:pt>
                <c:pt idx="2263">
                  <c:v>0.33953617125984253</c:v>
                </c:pt>
                <c:pt idx="2264">
                  <c:v>0.33953617125984253</c:v>
                </c:pt>
                <c:pt idx="2265">
                  <c:v>0.33984375</c:v>
                </c:pt>
                <c:pt idx="2266">
                  <c:v>0.33984375</c:v>
                </c:pt>
                <c:pt idx="2267">
                  <c:v>0.34012057086614172</c:v>
                </c:pt>
                <c:pt idx="2268">
                  <c:v>0.34012057086614172</c:v>
                </c:pt>
                <c:pt idx="2269">
                  <c:v>0.34042814960629919</c:v>
                </c:pt>
                <c:pt idx="2270">
                  <c:v>0.34042814960629919</c:v>
                </c:pt>
                <c:pt idx="2271">
                  <c:v>0.34073572834645671</c:v>
                </c:pt>
                <c:pt idx="2272">
                  <c:v>0.34073572834645671</c:v>
                </c:pt>
                <c:pt idx="2273">
                  <c:v>0.34104330708661418</c:v>
                </c:pt>
                <c:pt idx="2274">
                  <c:v>0.34104330708661418</c:v>
                </c:pt>
                <c:pt idx="2275">
                  <c:v>0.3413201279527559</c:v>
                </c:pt>
                <c:pt idx="2276">
                  <c:v>0.3413201279527559</c:v>
                </c:pt>
                <c:pt idx="2277">
                  <c:v>0.34162770669291337</c:v>
                </c:pt>
                <c:pt idx="2278">
                  <c:v>0.34162770669291337</c:v>
                </c:pt>
                <c:pt idx="2279">
                  <c:v>0.34193528543307089</c:v>
                </c:pt>
                <c:pt idx="2280">
                  <c:v>0.34193528543307089</c:v>
                </c:pt>
                <c:pt idx="2281">
                  <c:v>0.34224286417322836</c:v>
                </c:pt>
                <c:pt idx="2282">
                  <c:v>0.34224286417322836</c:v>
                </c:pt>
                <c:pt idx="2283">
                  <c:v>0.34251968503937008</c:v>
                </c:pt>
                <c:pt idx="2284">
                  <c:v>0.34251968503937008</c:v>
                </c:pt>
                <c:pt idx="2285">
                  <c:v>0.34282726377952755</c:v>
                </c:pt>
                <c:pt idx="2286">
                  <c:v>0.34282726377952755</c:v>
                </c:pt>
                <c:pt idx="2287">
                  <c:v>0.34313484251968501</c:v>
                </c:pt>
                <c:pt idx="2288">
                  <c:v>0.34313484251968501</c:v>
                </c:pt>
                <c:pt idx="2289">
                  <c:v>0.34344242125984253</c:v>
                </c:pt>
                <c:pt idx="2290">
                  <c:v>0.34344242125984253</c:v>
                </c:pt>
                <c:pt idx="2291">
                  <c:v>0.34371924212598426</c:v>
                </c:pt>
                <c:pt idx="2292">
                  <c:v>0.34371924212598426</c:v>
                </c:pt>
                <c:pt idx="2293">
                  <c:v>0.34402682086614172</c:v>
                </c:pt>
                <c:pt idx="2294">
                  <c:v>0.34402682086614172</c:v>
                </c:pt>
                <c:pt idx="2295">
                  <c:v>0.34433439960629919</c:v>
                </c:pt>
                <c:pt idx="2296">
                  <c:v>0.34433439960629919</c:v>
                </c:pt>
                <c:pt idx="2297">
                  <c:v>0.34464197834645671</c:v>
                </c:pt>
                <c:pt idx="2298">
                  <c:v>0.34464197834645671</c:v>
                </c:pt>
                <c:pt idx="2299">
                  <c:v>0.34491879921259844</c:v>
                </c:pt>
                <c:pt idx="2300">
                  <c:v>0.34491879921259844</c:v>
                </c:pt>
                <c:pt idx="2301">
                  <c:v>0.3452263779527559</c:v>
                </c:pt>
                <c:pt idx="2302">
                  <c:v>0.3452263779527559</c:v>
                </c:pt>
                <c:pt idx="2303">
                  <c:v>0.34553395669291337</c:v>
                </c:pt>
                <c:pt idx="2304">
                  <c:v>0.34553395669291337</c:v>
                </c:pt>
                <c:pt idx="2305">
                  <c:v>0.34584153543307089</c:v>
                </c:pt>
                <c:pt idx="2306">
                  <c:v>0.34584153543307089</c:v>
                </c:pt>
                <c:pt idx="2307">
                  <c:v>0.34611835629921262</c:v>
                </c:pt>
                <c:pt idx="2308">
                  <c:v>0.34611835629921262</c:v>
                </c:pt>
                <c:pt idx="2309">
                  <c:v>0.34642593503937008</c:v>
                </c:pt>
                <c:pt idx="2310">
                  <c:v>0.34642593503937008</c:v>
                </c:pt>
                <c:pt idx="2311">
                  <c:v>0.34673351377952755</c:v>
                </c:pt>
                <c:pt idx="2312">
                  <c:v>0.34673351377952755</c:v>
                </c:pt>
                <c:pt idx="2313">
                  <c:v>0.34704109251968501</c:v>
                </c:pt>
                <c:pt idx="2314">
                  <c:v>0.34704109251968501</c:v>
                </c:pt>
                <c:pt idx="2315">
                  <c:v>0.34731791338582679</c:v>
                </c:pt>
                <c:pt idx="2316">
                  <c:v>0.34731791338582679</c:v>
                </c:pt>
                <c:pt idx="2317">
                  <c:v>0.34762549212598426</c:v>
                </c:pt>
                <c:pt idx="2318">
                  <c:v>0.34762549212598426</c:v>
                </c:pt>
                <c:pt idx="2319">
                  <c:v>0.34793307086614172</c:v>
                </c:pt>
                <c:pt idx="2320">
                  <c:v>0.34793307086614172</c:v>
                </c:pt>
                <c:pt idx="2321">
                  <c:v>0.34824064960629919</c:v>
                </c:pt>
                <c:pt idx="2322">
                  <c:v>0.34824064960629919</c:v>
                </c:pt>
                <c:pt idx="2323">
                  <c:v>0.34851747047244097</c:v>
                </c:pt>
                <c:pt idx="2324">
                  <c:v>0.34851747047244097</c:v>
                </c:pt>
                <c:pt idx="2325">
                  <c:v>0.34882504921259844</c:v>
                </c:pt>
                <c:pt idx="2326">
                  <c:v>0.34882504921259844</c:v>
                </c:pt>
                <c:pt idx="2327">
                  <c:v>0.3491326279527559</c:v>
                </c:pt>
                <c:pt idx="2328">
                  <c:v>0.3491326279527559</c:v>
                </c:pt>
                <c:pt idx="2329">
                  <c:v>0.34944020669291337</c:v>
                </c:pt>
                <c:pt idx="2330">
                  <c:v>0.34944020669291337</c:v>
                </c:pt>
                <c:pt idx="2331">
                  <c:v>0.34971702755905509</c:v>
                </c:pt>
                <c:pt idx="2332">
                  <c:v>0.34971702755905509</c:v>
                </c:pt>
                <c:pt idx="2333">
                  <c:v>0.35002460629921262</c:v>
                </c:pt>
                <c:pt idx="2334">
                  <c:v>0.35002460629921262</c:v>
                </c:pt>
                <c:pt idx="2335">
                  <c:v>0.35033218503937008</c:v>
                </c:pt>
                <c:pt idx="2336">
                  <c:v>0.35033218503937008</c:v>
                </c:pt>
                <c:pt idx="2337">
                  <c:v>0.35063976377952755</c:v>
                </c:pt>
                <c:pt idx="2338">
                  <c:v>0.35063976377952755</c:v>
                </c:pt>
                <c:pt idx="2339">
                  <c:v>0.35091658464566927</c:v>
                </c:pt>
                <c:pt idx="2340">
                  <c:v>0.35091658464566927</c:v>
                </c:pt>
                <c:pt idx="2341">
                  <c:v>0.35122416338582679</c:v>
                </c:pt>
                <c:pt idx="2342">
                  <c:v>0.35122416338582679</c:v>
                </c:pt>
                <c:pt idx="2343">
                  <c:v>0.35153174212598426</c:v>
                </c:pt>
                <c:pt idx="2344">
                  <c:v>0.35153174212598426</c:v>
                </c:pt>
                <c:pt idx="2345">
                  <c:v>0.35183932086614172</c:v>
                </c:pt>
                <c:pt idx="2346">
                  <c:v>0.35183932086614172</c:v>
                </c:pt>
                <c:pt idx="2347">
                  <c:v>0.35211614173228345</c:v>
                </c:pt>
                <c:pt idx="2348">
                  <c:v>0.35211614173228345</c:v>
                </c:pt>
                <c:pt idx="2349">
                  <c:v>0.35242372047244097</c:v>
                </c:pt>
                <c:pt idx="2350">
                  <c:v>0.35242372047244097</c:v>
                </c:pt>
                <c:pt idx="2351">
                  <c:v>0.35273129921259844</c:v>
                </c:pt>
                <c:pt idx="2352">
                  <c:v>0.35273129921259844</c:v>
                </c:pt>
                <c:pt idx="2353">
                  <c:v>0.3530388779527559</c:v>
                </c:pt>
                <c:pt idx="2354">
                  <c:v>0.3530388779527559</c:v>
                </c:pt>
                <c:pt idx="2355">
                  <c:v>0.35334645669291337</c:v>
                </c:pt>
                <c:pt idx="2356">
                  <c:v>0.35334645669291337</c:v>
                </c:pt>
                <c:pt idx="2357">
                  <c:v>0.35362327755905509</c:v>
                </c:pt>
                <c:pt idx="2358">
                  <c:v>0.35362327755905509</c:v>
                </c:pt>
                <c:pt idx="2359">
                  <c:v>0.35393085629921262</c:v>
                </c:pt>
                <c:pt idx="2360">
                  <c:v>0.35393085629921262</c:v>
                </c:pt>
                <c:pt idx="2361">
                  <c:v>0.35423843503937008</c:v>
                </c:pt>
                <c:pt idx="2362">
                  <c:v>0.35423843503937008</c:v>
                </c:pt>
                <c:pt idx="2363">
                  <c:v>0.35454601377952755</c:v>
                </c:pt>
                <c:pt idx="2364">
                  <c:v>0.35454601377952755</c:v>
                </c:pt>
                <c:pt idx="2365">
                  <c:v>0.35482283464566927</c:v>
                </c:pt>
                <c:pt idx="2366">
                  <c:v>0.35482283464566927</c:v>
                </c:pt>
                <c:pt idx="2367">
                  <c:v>0.35513041338582679</c:v>
                </c:pt>
                <c:pt idx="2368">
                  <c:v>0.35513041338582679</c:v>
                </c:pt>
                <c:pt idx="2369">
                  <c:v>0.35543799212598426</c:v>
                </c:pt>
                <c:pt idx="2370">
                  <c:v>0.35543799212598426</c:v>
                </c:pt>
                <c:pt idx="2371">
                  <c:v>0.35574557086614172</c:v>
                </c:pt>
                <c:pt idx="2372">
                  <c:v>0.35574557086614172</c:v>
                </c:pt>
                <c:pt idx="2373">
                  <c:v>0.35602239173228345</c:v>
                </c:pt>
                <c:pt idx="2374">
                  <c:v>0.35602239173228345</c:v>
                </c:pt>
                <c:pt idx="2375">
                  <c:v>0.35632997047244097</c:v>
                </c:pt>
                <c:pt idx="2376">
                  <c:v>0.35632997047244097</c:v>
                </c:pt>
                <c:pt idx="2377">
                  <c:v>0.35663754921259844</c:v>
                </c:pt>
                <c:pt idx="2378">
                  <c:v>0.35663754921259844</c:v>
                </c:pt>
                <c:pt idx="2379">
                  <c:v>0.3569451279527559</c:v>
                </c:pt>
                <c:pt idx="2380">
                  <c:v>0.3569451279527559</c:v>
                </c:pt>
                <c:pt idx="2381">
                  <c:v>0.35722194881889763</c:v>
                </c:pt>
                <c:pt idx="2382">
                  <c:v>0.35722194881889763</c:v>
                </c:pt>
                <c:pt idx="2383">
                  <c:v>0.35752952755905509</c:v>
                </c:pt>
                <c:pt idx="2384">
                  <c:v>0.35752952755905509</c:v>
                </c:pt>
                <c:pt idx="2385">
                  <c:v>0.35783710629921262</c:v>
                </c:pt>
                <c:pt idx="2386">
                  <c:v>0.35783710629921262</c:v>
                </c:pt>
                <c:pt idx="2387">
                  <c:v>0.35814468503937008</c:v>
                </c:pt>
                <c:pt idx="2388">
                  <c:v>0.35814468503937008</c:v>
                </c:pt>
                <c:pt idx="2389">
                  <c:v>0.35842150590551181</c:v>
                </c:pt>
                <c:pt idx="2390">
                  <c:v>0.35842150590551181</c:v>
                </c:pt>
                <c:pt idx="2391">
                  <c:v>0.35872908464566927</c:v>
                </c:pt>
                <c:pt idx="2392">
                  <c:v>0.35872908464566927</c:v>
                </c:pt>
                <c:pt idx="2393">
                  <c:v>0.35903666338582679</c:v>
                </c:pt>
                <c:pt idx="2394">
                  <c:v>0.35903666338582679</c:v>
                </c:pt>
                <c:pt idx="2395">
                  <c:v>0.35934424212598426</c:v>
                </c:pt>
                <c:pt idx="2396">
                  <c:v>0.35934424212598426</c:v>
                </c:pt>
                <c:pt idx="2397">
                  <c:v>0.35962106299212598</c:v>
                </c:pt>
                <c:pt idx="2398">
                  <c:v>0.35962106299212598</c:v>
                </c:pt>
                <c:pt idx="2399">
                  <c:v>0.35992864173228345</c:v>
                </c:pt>
                <c:pt idx="2400">
                  <c:v>0.35992864173228345</c:v>
                </c:pt>
                <c:pt idx="2401">
                  <c:v>0.36023622047244097</c:v>
                </c:pt>
                <c:pt idx="2402">
                  <c:v>0.36023622047244097</c:v>
                </c:pt>
                <c:pt idx="2403">
                  <c:v>0.36054379921259838</c:v>
                </c:pt>
                <c:pt idx="2404">
                  <c:v>0.36054379921259838</c:v>
                </c:pt>
                <c:pt idx="2405">
                  <c:v>0.36082062007874016</c:v>
                </c:pt>
                <c:pt idx="2406">
                  <c:v>0.36082062007874016</c:v>
                </c:pt>
                <c:pt idx="2407">
                  <c:v>0.36112819881889763</c:v>
                </c:pt>
                <c:pt idx="2408">
                  <c:v>0.36112819881889763</c:v>
                </c:pt>
                <c:pt idx="2409">
                  <c:v>0.36143577755905509</c:v>
                </c:pt>
                <c:pt idx="2410">
                  <c:v>0.36143577755905509</c:v>
                </c:pt>
                <c:pt idx="2411">
                  <c:v>0.36174335629921262</c:v>
                </c:pt>
                <c:pt idx="2412">
                  <c:v>0.36174335629921262</c:v>
                </c:pt>
                <c:pt idx="2413">
                  <c:v>0.36202017716535434</c:v>
                </c:pt>
                <c:pt idx="2414">
                  <c:v>0.36202017716535434</c:v>
                </c:pt>
                <c:pt idx="2415">
                  <c:v>0.36232775590551181</c:v>
                </c:pt>
                <c:pt idx="2416">
                  <c:v>0.36232775590551181</c:v>
                </c:pt>
                <c:pt idx="2417">
                  <c:v>0.36263533464566927</c:v>
                </c:pt>
                <c:pt idx="2418">
                  <c:v>0.36263533464566927</c:v>
                </c:pt>
                <c:pt idx="2419">
                  <c:v>0.36294291338582679</c:v>
                </c:pt>
                <c:pt idx="2420">
                  <c:v>0.36294291338582679</c:v>
                </c:pt>
                <c:pt idx="2421">
                  <c:v>0.36321973425196852</c:v>
                </c:pt>
                <c:pt idx="2422">
                  <c:v>0.36321973425196852</c:v>
                </c:pt>
                <c:pt idx="2423">
                  <c:v>0.36352731299212598</c:v>
                </c:pt>
                <c:pt idx="2424">
                  <c:v>0.36352731299212598</c:v>
                </c:pt>
                <c:pt idx="2425">
                  <c:v>0.36383489173228345</c:v>
                </c:pt>
                <c:pt idx="2426">
                  <c:v>0.36383489173228345</c:v>
                </c:pt>
                <c:pt idx="2427">
                  <c:v>0.36414247047244097</c:v>
                </c:pt>
                <c:pt idx="2428">
                  <c:v>0.36414247047244097</c:v>
                </c:pt>
                <c:pt idx="2429">
                  <c:v>0.3644192913385827</c:v>
                </c:pt>
                <c:pt idx="2430">
                  <c:v>0.3644192913385827</c:v>
                </c:pt>
                <c:pt idx="2431">
                  <c:v>0.36472687007874016</c:v>
                </c:pt>
                <c:pt idx="2432">
                  <c:v>0.36472687007874016</c:v>
                </c:pt>
                <c:pt idx="2433">
                  <c:v>0.36503444881889763</c:v>
                </c:pt>
                <c:pt idx="2434">
                  <c:v>0.36503444881889763</c:v>
                </c:pt>
                <c:pt idx="2435">
                  <c:v>0.36534202755905509</c:v>
                </c:pt>
                <c:pt idx="2436">
                  <c:v>0.36534202755905509</c:v>
                </c:pt>
                <c:pt idx="2437">
                  <c:v>0.36561884842519687</c:v>
                </c:pt>
                <c:pt idx="2438">
                  <c:v>0.36561884842519687</c:v>
                </c:pt>
                <c:pt idx="2439">
                  <c:v>0.36592642716535434</c:v>
                </c:pt>
                <c:pt idx="2440">
                  <c:v>0.36592642716535434</c:v>
                </c:pt>
                <c:pt idx="2441">
                  <c:v>0.36623400590551181</c:v>
                </c:pt>
                <c:pt idx="2442">
                  <c:v>0.36623400590551181</c:v>
                </c:pt>
                <c:pt idx="2443">
                  <c:v>0.36654158464566927</c:v>
                </c:pt>
                <c:pt idx="2444">
                  <c:v>0.36654158464566927</c:v>
                </c:pt>
                <c:pt idx="2445">
                  <c:v>0.366818405511811</c:v>
                </c:pt>
                <c:pt idx="2446">
                  <c:v>0.366818405511811</c:v>
                </c:pt>
                <c:pt idx="2447">
                  <c:v>0.36712598425196852</c:v>
                </c:pt>
                <c:pt idx="2448">
                  <c:v>0.36712598425196852</c:v>
                </c:pt>
                <c:pt idx="2449">
                  <c:v>0.36743356299212598</c:v>
                </c:pt>
                <c:pt idx="2450">
                  <c:v>0.36743356299212598</c:v>
                </c:pt>
                <c:pt idx="2451">
                  <c:v>0.36774114173228345</c:v>
                </c:pt>
                <c:pt idx="2452">
                  <c:v>0.36774114173228345</c:v>
                </c:pt>
                <c:pt idx="2453">
                  <c:v>0.36801796259842517</c:v>
                </c:pt>
                <c:pt idx="2454">
                  <c:v>0.36801796259842517</c:v>
                </c:pt>
                <c:pt idx="2455">
                  <c:v>0.3683255413385827</c:v>
                </c:pt>
                <c:pt idx="2456">
                  <c:v>0.3683255413385827</c:v>
                </c:pt>
                <c:pt idx="2457">
                  <c:v>0.36863312007874016</c:v>
                </c:pt>
                <c:pt idx="2458">
                  <c:v>0.36863312007874016</c:v>
                </c:pt>
                <c:pt idx="2459">
                  <c:v>0.36894069881889763</c:v>
                </c:pt>
                <c:pt idx="2460">
                  <c:v>0.36894069881889763</c:v>
                </c:pt>
                <c:pt idx="2461">
                  <c:v>0.36921751968503935</c:v>
                </c:pt>
                <c:pt idx="2462">
                  <c:v>0.36921751968503935</c:v>
                </c:pt>
                <c:pt idx="2463">
                  <c:v>0.36952509842519687</c:v>
                </c:pt>
                <c:pt idx="2464">
                  <c:v>0.36952509842519687</c:v>
                </c:pt>
                <c:pt idx="2465">
                  <c:v>0.36983267716535434</c:v>
                </c:pt>
                <c:pt idx="2466">
                  <c:v>0.36983267716535434</c:v>
                </c:pt>
                <c:pt idx="2467">
                  <c:v>0.37014025590551181</c:v>
                </c:pt>
                <c:pt idx="2468">
                  <c:v>0.37014025590551181</c:v>
                </c:pt>
                <c:pt idx="2469">
                  <c:v>0.37041707677165353</c:v>
                </c:pt>
                <c:pt idx="2470">
                  <c:v>0.37041707677165353</c:v>
                </c:pt>
                <c:pt idx="2471">
                  <c:v>0.370724655511811</c:v>
                </c:pt>
                <c:pt idx="2472">
                  <c:v>0.370724655511811</c:v>
                </c:pt>
                <c:pt idx="2473">
                  <c:v>0.37103223425196852</c:v>
                </c:pt>
                <c:pt idx="2474">
                  <c:v>0.37103223425196852</c:v>
                </c:pt>
                <c:pt idx="2475">
                  <c:v>0.37133981299212598</c:v>
                </c:pt>
                <c:pt idx="2476">
                  <c:v>0.37133981299212598</c:v>
                </c:pt>
                <c:pt idx="2477">
                  <c:v>0.37161663385826771</c:v>
                </c:pt>
                <c:pt idx="2478">
                  <c:v>0.37161663385826771</c:v>
                </c:pt>
                <c:pt idx="2479">
                  <c:v>0.37192421259842517</c:v>
                </c:pt>
                <c:pt idx="2480">
                  <c:v>0.37192421259842517</c:v>
                </c:pt>
                <c:pt idx="2481">
                  <c:v>0.3722317913385827</c:v>
                </c:pt>
                <c:pt idx="2482">
                  <c:v>0.3722317913385827</c:v>
                </c:pt>
                <c:pt idx="2483">
                  <c:v>0.37253937007874016</c:v>
                </c:pt>
                <c:pt idx="2484">
                  <c:v>0.37253937007874016</c:v>
                </c:pt>
                <c:pt idx="2485">
                  <c:v>0.37281619094488189</c:v>
                </c:pt>
                <c:pt idx="2486">
                  <c:v>0.37281619094488189</c:v>
                </c:pt>
                <c:pt idx="2487">
                  <c:v>0.37312376968503935</c:v>
                </c:pt>
                <c:pt idx="2488">
                  <c:v>0.37312376968503935</c:v>
                </c:pt>
                <c:pt idx="2489">
                  <c:v>0.37343134842519687</c:v>
                </c:pt>
                <c:pt idx="2490">
                  <c:v>0.37343134842519687</c:v>
                </c:pt>
                <c:pt idx="2491">
                  <c:v>0.37373892716535434</c:v>
                </c:pt>
                <c:pt idx="2492">
                  <c:v>0.37373892716535434</c:v>
                </c:pt>
                <c:pt idx="2493">
                  <c:v>0.37401574803149606</c:v>
                </c:pt>
                <c:pt idx="2494">
                  <c:v>0.37401574803149606</c:v>
                </c:pt>
                <c:pt idx="2495">
                  <c:v>0.37432332677165353</c:v>
                </c:pt>
                <c:pt idx="2496">
                  <c:v>0.37432332677165353</c:v>
                </c:pt>
                <c:pt idx="2497">
                  <c:v>0.374630905511811</c:v>
                </c:pt>
                <c:pt idx="2498">
                  <c:v>0.374630905511811</c:v>
                </c:pt>
                <c:pt idx="2499">
                  <c:v>0.37493848425196852</c:v>
                </c:pt>
                <c:pt idx="2500">
                  <c:v>0.37493848425196852</c:v>
                </c:pt>
                <c:pt idx="2501">
                  <c:v>0.37521530511811024</c:v>
                </c:pt>
                <c:pt idx="2502">
                  <c:v>0.37521530511811024</c:v>
                </c:pt>
                <c:pt idx="2503">
                  <c:v>0.37552288385826771</c:v>
                </c:pt>
                <c:pt idx="2504">
                  <c:v>0.37552288385826771</c:v>
                </c:pt>
                <c:pt idx="2505">
                  <c:v>0.37583046259842517</c:v>
                </c:pt>
                <c:pt idx="2506">
                  <c:v>0.37583046259842517</c:v>
                </c:pt>
                <c:pt idx="2507">
                  <c:v>0.3761380413385827</c:v>
                </c:pt>
                <c:pt idx="2508">
                  <c:v>0.3761380413385827</c:v>
                </c:pt>
                <c:pt idx="2509">
                  <c:v>0.37641486220472442</c:v>
                </c:pt>
                <c:pt idx="2510">
                  <c:v>0.37641486220472442</c:v>
                </c:pt>
                <c:pt idx="2511">
                  <c:v>0.37672244094488189</c:v>
                </c:pt>
                <c:pt idx="2512">
                  <c:v>0.37672244094488189</c:v>
                </c:pt>
                <c:pt idx="2513">
                  <c:v>0.37703001968503935</c:v>
                </c:pt>
                <c:pt idx="2514">
                  <c:v>0.37703001968503935</c:v>
                </c:pt>
                <c:pt idx="2515">
                  <c:v>0.37733759842519687</c:v>
                </c:pt>
                <c:pt idx="2516">
                  <c:v>0.37733759842519687</c:v>
                </c:pt>
                <c:pt idx="2517">
                  <c:v>0.3776144192913386</c:v>
                </c:pt>
                <c:pt idx="2518">
                  <c:v>0.3776144192913386</c:v>
                </c:pt>
                <c:pt idx="2519">
                  <c:v>0.37792199803149606</c:v>
                </c:pt>
                <c:pt idx="2520">
                  <c:v>0.37792199803149606</c:v>
                </c:pt>
                <c:pt idx="2521">
                  <c:v>0.37822957677165353</c:v>
                </c:pt>
                <c:pt idx="2522">
                  <c:v>0.37822957677165353</c:v>
                </c:pt>
                <c:pt idx="2523">
                  <c:v>0.378537155511811</c:v>
                </c:pt>
                <c:pt idx="2524">
                  <c:v>0.378537155511811</c:v>
                </c:pt>
                <c:pt idx="2525">
                  <c:v>0.37881397637795278</c:v>
                </c:pt>
                <c:pt idx="2526">
                  <c:v>0.37881397637795278</c:v>
                </c:pt>
                <c:pt idx="2527">
                  <c:v>0.37912155511811024</c:v>
                </c:pt>
                <c:pt idx="2528">
                  <c:v>0.37912155511811024</c:v>
                </c:pt>
                <c:pt idx="2529">
                  <c:v>0.37942913385826771</c:v>
                </c:pt>
                <c:pt idx="2530">
                  <c:v>0.37942913385826771</c:v>
                </c:pt>
                <c:pt idx="2531">
                  <c:v>0.37973671259842517</c:v>
                </c:pt>
                <c:pt idx="2532">
                  <c:v>0.37973671259842517</c:v>
                </c:pt>
                <c:pt idx="2533">
                  <c:v>0.38001353346456695</c:v>
                </c:pt>
                <c:pt idx="2534">
                  <c:v>0.38001353346456695</c:v>
                </c:pt>
                <c:pt idx="2535">
                  <c:v>0.38032111220472442</c:v>
                </c:pt>
                <c:pt idx="2536">
                  <c:v>0.38032111220472442</c:v>
                </c:pt>
                <c:pt idx="2537">
                  <c:v>0.38062869094488189</c:v>
                </c:pt>
                <c:pt idx="2538">
                  <c:v>0.38062869094488189</c:v>
                </c:pt>
                <c:pt idx="2539">
                  <c:v>0.38093626968503935</c:v>
                </c:pt>
                <c:pt idx="2540">
                  <c:v>0.38093626968503935</c:v>
                </c:pt>
                <c:pt idx="2541">
                  <c:v>0.38121309055118108</c:v>
                </c:pt>
                <c:pt idx="2542">
                  <c:v>0.38121309055118108</c:v>
                </c:pt>
                <c:pt idx="2543">
                  <c:v>0.3815206692913386</c:v>
                </c:pt>
                <c:pt idx="2544">
                  <c:v>0.3815206692913386</c:v>
                </c:pt>
                <c:pt idx="2545">
                  <c:v>0.38182824803149606</c:v>
                </c:pt>
                <c:pt idx="2546">
                  <c:v>0.38182824803149606</c:v>
                </c:pt>
                <c:pt idx="2547">
                  <c:v>0.38213582677165353</c:v>
                </c:pt>
                <c:pt idx="2548">
                  <c:v>0.38213582677165353</c:v>
                </c:pt>
                <c:pt idx="2549">
                  <c:v>0.38241264763779526</c:v>
                </c:pt>
                <c:pt idx="2550">
                  <c:v>0.38241264763779526</c:v>
                </c:pt>
                <c:pt idx="2551">
                  <c:v>0.38272022637795278</c:v>
                </c:pt>
                <c:pt idx="2552">
                  <c:v>0.38272022637795278</c:v>
                </c:pt>
                <c:pt idx="2553">
                  <c:v>0.38302780511811024</c:v>
                </c:pt>
                <c:pt idx="2554">
                  <c:v>0.38302780511811024</c:v>
                </c:pt>
                <c:pt idx="2555">
                  <c:v>0.38333538385826771</c:v>
                </c:pt>
                <c:pt idx="2556">
                  <c:v>0.38333538385826771</c:v>
                </c:pt>
                <c:pt idx="2557">
                  <c:v>0.38361220472440943</c:v>
                </c:pt>
                <c:pt idx="2558">
                  <c:v>0.38361220472440943</c:v>
                </c:pt>
                <c:pt idx="2559">
                  <c:v>0.38391978346456695</c:v>
                </c:pt>
                <c:pt idx="2560">
                  <c:v>0.38391978346456695</c:v>
                </c:pt>
                <c:pt idx="2561">
                  <c:v>0.38422736220472442</c:v>
                </c:pt>
                <c:pt idx="2562">
                  <c:v>0.38422736220472442</c:v>
                </c:pt>
                <c:pt idx="2563">
                  <c:v>0.38453494094488189</c:v>
                </c:pt>
                <c:pt idx="2564">
                  <c:v>0.38453494094488189</c:v>
                </c:pt>
                <c:pt idx="2565">
                  <c:v>0.38481176181102361</c:v>
                </c:pt>
                <c:pt idx="2566">
                  <c:v>0.38481176181102361</c:v>
                </c:pt>
                <c:pt idx="2567">
                  <c:v>0.38511934055118108</c:v>
                </c:pt>
                <c:pt idx="2568">
                  <c:v>0.38511934055118108</c:v>
                </c:pt>
                <c:pt idx="2569">
                  <c:v>0.3854269192913386</c:v>
                </c:pt>
                <c:pt idx="2570">
                  <c:v>0.3854269192913386</c:v>
                </c:pt>
                <c:pt idx="2571">
                  <c:v>0.38573449803149606</c:v>
                </c:pt>
                <c:pt idx="2572">
                  <c:v>0.38573449803149606</c:v>
                </c:pt>
                <c:pt idx="2573">
                  <c:v>0.38601131889763779</c:v>
                </c:pt>
                <c:pt idx="2574">
                  <c:v>0.38601131889763779</c:v>
                </c:pt>
                <c:pt idx="2575">
                  <c:v>0.38631889763779526</c:v>
                </c:pt>
                <c:pt idx="2576">
                  <c:v>0.38631889763779526</c:v>
                </c:pt>
                <c:pt idx="2577">
                  <c:v>0.38662647637795278</c:v>
                </c:pt>
                <c:pt idx="2578">
                  <c:v>0.38662647637795278</c:v>
                </c:pt>
                <c:pt idx="2579">
                  <c:v>0.38693405511811024</c:v>
                </c:pt>
                <c:pt idx="2580">
                  <c:v>0.38693405511811024</c:v>
                </c:pt>
                <c:pt idx="2581">
                  <c:v>0.38721087598425202</c:v>
                </c:pt>
                <c:pt idx="2582">
                  <c:v>0.38721087598425202</c:v>
                </c:pt>
                <c:pt idx="2583">
                  <c:v>0.38751845472440943</c:v>
                </c:pt>
                <c:pt idx="2584">
                  <c:v>0.38751845472440943</c:v>
                </c:pt>
                <c:pt idx="2585">
                  <c:v>0.38782603346456695</c:v>
                </c:pt>
                <c:pt idx="2586">
                  <c:v>0.38782603346456695</c:v>
                </c:pt>
                <c:pt idx="2587">
                  <c:v>0.38813361220472442</c:v>
                </c:pt>
                <c:pt idx="2588">
                  <c:v>0.38813361220472442</c:v>
                </c:pt>
                <c:pt idx="2589">
                  <c:v>0.38844119094488189</c:v>
                </c:pt>
                <c:pt idx="2590">
                  <c:v>0.38844119094488189</c:v>
                </c:pt>
                <c:pt idx="2591">
                  <c:v>0.38871801181102361</c:v>
                </c:pt>
                <c:pt idx="2592">
                  <c:v>0.38871801181102361</c:v>
                </c:pt>
                <c:pt idx="2593">
                  <c:v>0.38902559055118108</c:v>
                </c:pt>
                <c:pt idx="2594">
                  <c:v>0.38902559055118108</c:v>
                </c:pt>
                <c:pt idx="2595">
                  <c:v>0.3893331692913386</c:v>
                </c:pt>
                <c:pt idx="2596">
                  <c:v>0.3893331692913386</c:v>
                </c:pt>
                <c:pt idx="2597">
                  <c:v>0.38964074803149606</c:v>
                </c:pt>
                <c:pt idx="2598">
                  <c:v>0.38964074803149606</c:v>
                </c:pt>
                <c:pt idx="2599">
                  <c:v>0.38991756889763779</c:v>
                </c:pt>
                <c:pt idx="2600">
                  <c:v>0.38991756889763779</c:v>
                </c:pt>
                <c:pt idx="2601">
                  <c:v>0.39022514763779526</c:v>
                </c:pt>
                <c:pt idx="2602">
                  <c:v>0.39022514763779526</c:v>
                </c:pt>
                <c:pt idx="2603">
                  <c:v>0.39053272637795278</c:v>
                </c:pt>
                <c:pt idx="2604">
                  <c:v>0.39053272637795278</c:v>
                </c:pt>
                <c:pt idx="2605">
                  <c:v>0.39084030511811024</c:v>
                </c:pt>
                <c:pt idx="2606">
                  <c:v>0.39084030511811024</c:v>
                </c:pt>
                <c:pt idx="2607">
                  <c:v>0.39111712598425202</c:v>
                </c:pt>
                <c:pt idx="2608">
                  <c:v>0.39111712598425202</c:v>
                </c:pt>
                <c:pt idx="2609">
                  <c:v>0.39142470472440943</c:v>
                </c:pt>
                <c:pt idx="2610">
                  <c:v>0.39142470472440943</c:v>
                </c:pt>
                <c:pt idx="2611">
                  <c:v>0.39173228346456695</c:v>
                </c:pt>
                <c:pt idx="2612">
                  <c:v>0.39173228346456695</c:v>
                </c:pt>
                <c:pt idx="2613">
                  <c:v>0.39203986220472442</c:v>
                </c:pt>
                <c:pt idx="2614">
                  <c:v>0.39203986220472442</c:v>
                </c:pt>
                <c:pt idx="2615">
                  <c:v>0.39231668307086615</c:v>
                </c:pt>
                <c:pt idx="2616">
                  <c:v>0.39231668307086615</c:v>
                </c:pt>
                <c:pt idx="2617">
                  <c:v>0.39262426181102361</c:v>
                </c:pt>
                <c:pt idx="2618">
                  <c:v>0.39262426181102361</c:v>
                </c:pt>
                <c:pt idx="2619">
                  <c:v>0.39293184055118108</c:v>
                </c:pt>
                <c:pt idx="2620">
                  <c:v>0.39293184055118108</c:v>
                </c:pt>
                <c:pt idx="2621">
                  <c:v>0.3932394192913386</c:v>
                </c:pt>
                <c:pt idx="2622">
                  <c:v>0.3932394192913386</c:v>
                </c:pt>
                <c:pt idx="2623">
                  <c:v>0.39351624015748032</c:v>
                </c:pt>
                <c:pt idx="2624">
                  <c:v>0.39351624015748032</c:v>
                </c:pt>
                <c:pt idx="2625">
                  <c:v>0.39382381889763779</c:v>
                </c:pt>
                <c:pt idx="2626">
                  <c:v>0.39382381889763779</c:v>
                </c:pt>
                <c:pt idx="2627">
                  <c:v>0.39413139763779526</c:v>
                </c:pt>
                <c:pt idx="2628">
                  <c:v>0.39413139763779526</c:v>
                </c:pt>
                <c:pt idx="2629">
                  <c:v>0.39443897637795278</c:v>
                </c:pt>
                <c:pt idx="2630">
                  <c:v>0.39443897637795278</c:v>
                </c:pt>
                <c:pt idx="2631">
                  <c:v>0.3947157972440945</c:v>
                </c:pt>
                <c:pt idx="2632">
                  <c:v>0.3947157972440945</c:v>
                </c:pt>
                <c:pt idx="2633">
                  <c:v>0.39502337598425202</c:v>
                </c:pt>
                <c:pt idx="2634">
                  <c:v>0.39502337598425202</c:v>
                </c:pt>
                <c:pt idx="2635">
                  <c:v>0.39533095472440943</c:v>
                </c:pt>
                <c:pt idx="2636">
                  <c:v>0.39533095472440943</c:v>
                </c:pt>
                <c:pt idx="2637">
                  <c:v>0.39563853346456695</c:v>
                </c:pt>
                <c:pt idx="2638">
                  <c:v>0.39563853346456695</c:v>
                </c:pt>
                <c:pt idx="2639">
                  <c:v>0.39591535433070868</c:v>
                </c:pt>
                <c:pt idx="2640">
                  <c:v>0.39591535433070868</c:v>
                </c:pt>
                <c:pt idx="2641">
                  <c:v>0.39622293307086615</c:v>
                </c:pt>
                <c:pt idx="2642">
                  <c:v>0.39622293307086615</c:v>
                </c:pt>
                <c:pt idx="2643">
                  <c:v>0.39653051181102361</c:v>
                </c:pt>
                <c:pt idx="2644">
                  <c:v>0.39653051181102361</c:v>
                </c:pt>
                <c:pt idx="2645">
                  <c:v>0.39683809055118108</c:v>
                </c:pt>
                <c:pt idx="2646">
                  <c:v>0.39683809055118108</c:v>
                </c:pt>
                <c:pt idx="2647">
                  <c:v>0.39711491141732286</c:v>
                </c:pt>
                <c:pt idx="2648">
                  <c:v>0.39711491141732286</c:v>
                </c:pt>
                <c:pt idx="2649">
                  <c:v>0.39742249015748032</c:v>
                </c:pt>
                <c:pt idx="2650">
                  <c:v>0.39742249015748032</c:v>
                </c:pt>
                <c:pt idx="2651">
                  <c:v>0.39773006889763779</c:v>
                </c:pt>
                <c:pt idx="2652">
                  <c:v>0.39773006889763779</c:v>
                </c:pt>
                <c:pt idx="2653">
                  <c:v>0.39803764763779526</c:v>
                </c:pt>
                <c:pt idx="2654">
                  <c:v>0.39803764763779526</c:v>
                </c:pt>
                <c:pt idx="2655">
                  <c:v>0.39831446850393698</c:v>
                </c:pt>
                <c:pt idx="2656">
                  <c:v>0.39831446850393698</c:v>
                </c:pt>
                <c:pt idx="2657">
                  <c:v>0.3986220472440945</c:v>
                </c:pt>
                <c:pt idx="2658">
                  <c:v>0.3986220472440945</c:v>
                </c:pt>
                <c:pt idx="2659">
                  <c:v>0.39892962598425202</c:v>
                </c:pt>
                <c:pt idx="2660">
                  <c:v>0.39892962598425202</c:v>
                </c:pt>
                <c:pt idx="2661">
                  <c:v>0.39923720472440943</c:v>
                </c:pt>
                <c:pt idx="2662">
                  <c:v>0.39923720472440943</c:v>
                </c:pt>
                <c:pt idx="2663">
                  <c:v>0.39951402559055121</c:v>
                </c:pt>
                <c:pt idx="2664">
                  <c:v>0.39951402559055121</c:v>
                </c:pt>
                <c:pt idx="2665">
                  <c:v>0.39982160433070868</c:v>
                </c:pt>
                <c:pt idx="2666">
                  <c:v>0.39982160433070868</c:v>
                </c:pt>
                <c:pt idx="2667">
                  <c:v>0.40012918307086615</c:v>
                </c:pt>
                <c:pt idx="2668">
                  <c:v>0.40012918307086615</c:v>
                </c:pt>
                <c:pt idx="2669">
                  <c:v>0.40043676181102361</c:v>
                </c:pt>
                <c:pt idx="2670">
                  <c:v>0.40043676181102361</c:v>
                </c:pt>
                <c:pt idx="2671">
                  <c:v>0.40071358267716534</c:v>
                </c:pt>
                <c:pt idx="2672">
                  <c:v>0.40071358267716534</c:v>
                </c:pt>
                <c:pt idx="2673">
                  <c:v>0.40102116141732286</c:v>
                </c:pt>
                <c:pt idx="2674">
                  <c:v>0.40102116141732286</c:v>
                </c:pt>
                <c:pt idx="2675">
                  <c:v>0.40132874015748032</c:v>
                </c:pt>
                <c:pt idx="2676">
                  <c:v>0.40132874015748032</c:v>
                </c:pt>
                <c:pt idx="2677">
                  <c:v>0.40163631889763779</c:v>
                </c:pt>
                <c:pt idx="2678">
                  <c:v>0.40163631889763779</c:v>
                </c:pt>
                <c:pt idx="2679">
                  <c:v>0.40191313976377951</c:v>
                </c:pt>
                <c:pt idx="2680">
                  <c:v>0.40191313976377951</c:v>
                </c:pt>
                <c:pt idx="2681">
                  <c:v>0.40222071850393698</c:v>
                </c:pt>
                <c:pt idx="2682">
                  <c:v>0.40222071850393698</c:v>
                </c:pt>
                <c:pt idx="2683">
                  <c:v>0.4025282972440945</c:v>
                </c:pt>
                <c:pt idx="2684">
                  <c:v>0.4025282972440945</c:v>
                </c:pt>
                <c:pt idx="2685">
                  <c:v>0.40283587598425202</c:v>
                </c:pt>
                <c:pt idx="2686">
                  <c:v>0.40283587598425202</c:v>
                </c:pt>
                <c:pt idx="2687">
                  <c:v>0.40311269685039369</c:v>
                </c:pt>
                <c:pt idx="2688">
                  <c:v>0.40311269685039369</c:v>
                </c:pt>
                <c:pt idx="2689">
                  <c:v>0.40342027559055121</c:v>
                </c:pt>
                <c:pt idx="2690">
                  <c:v>0.40342027559055121</c:v>
                </c:pt>
                <c:pt idx="2691">
                  <c:v>0.40372785433070868</c:v>
                </c:pt>
                <c:pt idx="2692">
                  <c:v>0.40372785433070868</c:v>
                </c:pt>
                <c:pt idx="2693">
                  <c:v>0.40403543307086615</c:v>
                </c:pt>
                <c:pt idx="2694">
                  <c:v>0.40403543307086615</c:v>
                </c:pt>
                <c:pt idx="2695">
                  <c:v>0.40431225393700782</c:v>
                </c:pt>
                <c:pt idx="2696">
                  <c:v>0.40431225393700782</c:v>
                </c:pt>
                <c:pt idx="2697">
                  <c:v>0.40461983267716534</c:v>
                </c:pt>
                <c:pt idx="2698">
                  <c:v>0.40461983267716534</c:v>
                </c:pt>
                <c:pt idx="2699">
                  <c:v>0.40492741141732286</c:v>
                </c:pt>
                <c:pt idx="2700">
                  <c:v>0.40492741141732286</c:v>
                </c:pt>
                <c:pt idx="2701">
                  <c:v>0.40523499015748032</c:v>
                </c:pt>
                <c:pt idx="2702">
                  <c:v>0.40523499015748032</c:v>
                </c:pt>
                <c:pt idx="2703">
                  <c:v>0.4055118110236221</c:v>
                </c:pt>
                <c:pt idx="2704">
                  <c:v>0.4055118110236221</c:v>
                </c:pt>
                <c:pt idx="2705">
                  <c:v>0.40581938976377951</c:v>
                </c:pt>
                <c:pt idx="2706">
                  <c:v>0.40581938976377951</c:v>
                </c:pt>
                <c:pt idx="2707">
                  <c:v>0.40612696850393698</c:v>
                </c:pt>
                <c:pt idx="2708">
                  <c:v>0.40612696850393698</c:v>
                </c:pt>
                <c:pt idx="2709">
                  <c:v>0.4064345472440945</c:v>
                </c:pt>
                <c:pt idx="2710">
                  <c:v>0.4064345472440945</c:v>
                </c:pt>
                <c:pt idx="2711">
                  <c:v>0.40671136811023623</c:v>
                </c:pt>
                <c:pt idx="2712">
                  <c:v>0.40671136811023623</c:v>
                </c:pt>
                <c:pt idx="2713">
                  <c:v>0.40701894685039369</c:v>
                </c:pt>
                <c:pt idx="2714">
                  <c:v>0.40701894685039369</c:v>
                </c:pt>
                <c:pt idx="2715">
                  <c:v>0.40732652559055121</c:v>
                </c:pt>
                <c:pt idx="2716">
                  <c:v>0.40732652559055121</c:v>
                </c:pt>
                <c:pt idx="2717">
                  <c:v>0.40763410433070868</c:v>
                </c:pt>
                <c:pt idx="2718">
                  <c:v>0.40763410433070868</c:v>
                </c:pt>
                <c:pt idx="2719">
                  <c:v>0.4079109251968504</c:v>
                </c:pt>
                <c:pt idx="2720">
                  <c:v>0.4079109251968504</c:v>
                </c:pt>
                <c:pt idx="2721">
                  <c:v>0.40821850393700782</c:v>
                </c:pt>
                <c:pt idx="2722">
                  <c:v>0.40821850393700782</c:v>
                </c:pt>
                <c:pt idx="2723">
                  <c:v>0.40852608267716534</c:v>
                </c:pt>
                <c:pt idx="2724">
                  <c:v>0.40852608267716534</c:v>
                </c:pt>
                <c:pt idx="2725">
                  <c:v>0.40883366141732286</c:v>
                </c:pt>
                <c:pt idx="2726">
                  <c:v>0.40883366141732286</c:v>
                </c:pt>
                <c:pt idx="2727">
                  <c:v>0.40911048228346458</c:v>
                </c:pt>
                <c:pt idx="2728">
                  <c:v>0.40911048228346458</c:v>
                </c:pt>
                <c:pt idx="2729">
                  <c:v>0.4094180610236221</c:v>
                </c:pt>
                <c:pt idx="2730">
                  <c:v>0.4094180610236221</c:v>
                </c:pt>
                <c:pt idx="2731">
                  <c:v>0.40972563976377951</c:v>
                </c:pt>
                <c:pt idx="2732">
                  <c:v>0.40972563976377951</c:v>
                </c:pt>
                <c:pt idx="2733">
                  <c:v>0.41003321850393698</c:v>
                </c:pt>
                <c:pt idx="2734">
                  <c:v>0.41003321850393698</c:v>
                </c:pt>
                <c:pt idx="2735">
                  <c:v>0.41031003937007871</c:v>
                </c:pt>
                <c:pt idx="2736">
                  <c:v>0.41031003937007871</c:v>
                </c:pt>
                <c:pt idx="2737">
                  <c:v>0.41061761811023623</c:v>
                </c:pt>
                <c:pt idx="2738">
                  <c:v>0.41061761811023623</c:v>
                </c:pt>
                <c:pt idx="2739">
                  <c:v>0.41092519685039369</c:v>
                </c:pt>
                <c:pt idx="2740">
                  <c:v>0.41092519685039369</c:v>
                </c:pt>
                <c:pt idx="2741">
                  <c:v>0.41123277559055121</c:v>
                </c:pt>
                <c:pt idx="2742">
                  <c:v>0.41123277559055121</c:v>
                </c:pt>
                <c:pt idx="2743">
                  <c:v>0.41150959645669294</c:v>
                </c:pt>
                <c:pt idx="2744">
                  <c:v>0.41150959645669294</c:v>
                </c:pt>
                <c:pt idx="2745">
                  <c:v>0.4118171751968504</c:v>
                </c:pt>
                <c:pt idx="2746">
                  <c:v>0.4118171751968504</c:v>
                </c:pt>
                <c:pt idx="2747">
                  <c:v>0.41212475393700782</c:v>
                </c:pt>
                <c:pt idx="2748">
                  <c:v>0.41212475393700782</c:v>
                </c:pt>
                <c:pt idx="2749">
                  <c:v>0.41243233267716534</c:v>
                </c:pt>
                <c:pt idx="2750">
                  <c:v>0.41243233267716534</c:v>
                </c:pt>
                <c:pt idx="2751">
                  <c:v>0.41270915354330706</c:v>
                </c:pt>
                <c:pt idx="2752">
                  <c:v>0.41270915354330706</c:v>
                </c:pt>
                <c:pt idx="2753">
                  <c:v>0.41301673228346458</c:v>
                </c:pt>
                <c:pt idx="2754">
                  <c:v>0.41301673228346458</c:v>
                </c:pt>
                <c:pt idx="2755">
                  <c:v>0.4133243110236221</c:v>
                </c:pt>
                <c:pt idx="2756">
                  <c:v>0.4133243110236221</c:v>
                </c:pt>
                <c:pt idx="2757">
                  <c:v>0.41363188976377951</c:v>
                </c:pt>
                <c:pt idx="2758">
                  <c:v>0.41363188976377951</c:v>
                </c:pt>
                <c:pt idx="2759">
                  <c:v>0.41390871062992129</c:v>
                </c:pt>
                <c:pt idx="2760">
                  <c:v>0.41390871062992129</c:v>
                </c:pt>
                <c:pt idx="2761">
                  <c:v>0.41421628937007871</c:v>
                </c:pt>
                <c:pt idx="2762">
                  <c:v>0.41421628937007871</c:v>
                </c:pt>
                <c:pt idx="2763">
                  <c:v>0.41452386811023623</c:v>
                </c:pt>
                <c:pt idx="2764">
                  <c:v>0.41452386811023623</c:v>
                </c:pt>
                <c:pt idx="2765">
                  <c:v>0.41483144685039369</c:v>
                </c:pt>
                <c:pt idx="2766">
                  <c:v>0.41483144685039369</c:v>
                </c:pt>
                <c:pt idx="2767">
                  <c:v>0.41510826771653542</c:v>
                </c:pt>
                <c:pt idx="2768">
                  <c:v>0.41510826771653542</c:v>
                </c:pt>
                <c:pt idx="2769">
                  <c:v>0.41541584645669294</c:v>
                </c:pt>
                <c:pt idx="2770">
                  <c:v>0.41541584645669294</c:v>
                </c:pt>
                <c:pt idx="2771">
                  <c:v>0.4157234251968504</c:v>
                </c:pt>
                <c:pt idx="2772">
                  <c:v>0.4157234251968504</c:v>
                </c:pt>
                <c:pt idx="2773">
                  <c:v>0.41603100393700782</c:v>
                </c:pt>
                <c:pt idx="2774">
                  <c:v>0.41603100393700782</c:v>
                </c:pt>
                <c:pt idx="2775">
                  <c:v>0.4163078248031496</c:v>
                </c:pt>
                <c:pt idx="2776">
                  <c:v>0.4163078248031496</c:v>
                </c:pt>
                <c:pt idx="2777">
                  <c:v>0.41661540354330706</c:v>
                </c:pt>
                <c:pt idx="2778">
                  <c:v>0.41661540354330706</c:v>
                </c:pt>
                <c:pt idx="2779">
                  <c:v>0.41692298228346458</c:v>
                </c:pt>
                <c:pt idx="2780">
                  <c:v>0.41692298228346458</c:v>
                </c:pt>
                <c:pt idx="2781">
                  <c:v>0.4172305610236221</c:v>
                </c:pt>
                <c:pt idx="2782">
                  <c:v>0.4172305610236221</c:v>
                </c:pt>
                <c:pt idx="2783">
                  <c:v>0.41750738188976377</c:v>
                </c:pt>
                <c:pt idx="2784">
                  <c:v>0.41750738188976377</c:v>
                </c:pt>
                <c:pt idx="2785">
                  <c:v>0.41781496062992129</c:v>
                </c:pt>
                <c:pt idx="2786">
                  <c:v>0.41781496062992129</c:v>
                </c:pt>
                <c:pt idx="2787">
                  <c:v>0.41812253937007871</c:v>
                </c:pt>
                <c:pt idx="2788">
                  <c:v>0.41812253937007871</c:v>
                </c:pt>
                <c:pt idx="2789">
                  <c:v>0.41843011811023623</c:v>
                </c:pt>
                <c:pt idx="2790">
                  <c:v>0.41843011811023623</c:v>
                </c:pt>
                <c:pt idx="2791">
                  <c:v>0.4187069389763779</c:v>
                </c:pt>
                <c:pt idx="2792">
                  <c:v>0.4187069389763779</c:v>
                </c:pt>
                <c:pt idx="2793">
                  <c:v>0.41901451771653542</c:v>
                </c:pt>
                <c:pt idx="2794">
                  <c:v>0.41901451771653542</c:v>
                </c:pt>
                <c:pt idx="2795">
                  <c:v>0.41932209645669294</c:v>
                </c:pt>
                <c:pt idx="2796">
                  <c:v>0.41932209645669294</c:v>
                </c:pt>
                <c:pt idx="2797">
                  <c:v>0.4196296751968504</c:v>
                </c:pt>
                <c:pt idx="2798">
                  <c:v>0.4196296751968504</c:v>
                </c:pt>
                <c:pt idx="2799">
                  <c:v>0.41990649606299218</c:v>
                </c:pt>
                <c:pt idx="2800">
                  <c:v>0.41990649606299218</c:v>
                </c:pt>
                <c:pt idx="2801">
                  <c:v>0.4202140748031496</c:v>
                </c:pt>
                <c:pt idx="2802">
                  <c:v>0.4202140748031496</c:v>
                </c:pt>
                <c:pt idx="2803">
                  <c:v>0.42052165354330706</c:v>
                </c:pt>
                <c:pt idx="2804">
                  <c:v>0.42052165354330706</c:v>
                </c:pt>
                <c:pt idx="2805">
                  <c:v>0.42082923228346458</c:v>
                </c:pt>
                <c:pt idx="2806">
                  <c:v>0.42082923228346458</c:v>
                </c:pt>
                <c:pt idx="2807">
                  <c:v>0.42110605314960631</c:v>
                </c:pt>
                <c:pt idx="2808">
                  <c:v>0.42110605314960631</c:v>
                </c:pt>
                <c:pt idx="2809">
                  <c:v>0.42141363188976377</c:v>
                </c:pt>
                <c:pt idx="2810">
                  <c:v>0.42141363188976377</c:v>
                </c:pt>
                <c:pt idx="2811">
                  <c:v>0.42172121062992129</c:v>
                </c:pt>
                <c:pt idx="2812">
                  <c:v>0.42172121062992129</c:v>
                </c:pt>
                <c:pt idx="2813">
                  <c:v>0.42202878937007871</c:v>
                </c:pt>
                <c:pt idx="2814">
                  <c:v>0.42202878937007871</c:v>
                </c:pt>
                <c:pt idx="2815">
                  <c:v>0.42230561023622049</c:v>
                </c:pt>
                <c:pt idx="2816">
                  <c:v>0.42230561023622049</c:v>
                </c:pt>
                <c:pt idx="2817">
                  <c:v>0.4226131889763779</c:v>
                </c:pt>
                <c:pt idx="2818">
                  <c:v>0.4226131889763779</c:v>
                </c:pt>
                <c:pt idx="2819">
                  <c:v>0.42292076771653542</c:v>
                </c:pt>
                <c:pt idx="2820">
                  <c:v>0.42292076771653542</c:v>
                </c:pt>
                <c:pt idx="2821">
                  <c:v>0.42322834645669294</c:v>
                </c:pt>
                <c:pt idx="2822">
                  <c:v>0.42322834645669294</c:v>
                </c:pt>
                <c:pt idx="2823">
                  <c:v>0.4235359251968504</c:v>
                </c:pt>
                <c:pt idx="2824">
                  <c:v>0.4235359251968504</c:v>
                </c:pt>
                <c:pt idx="2825">
                  <c:v>0.42381274606299218</c:v>
                </c:pt>
                <c:pt idx="2826">
                  <c:v>0.42381274606299218</c:v>
                </c:pt>
                <c:pt idx="2827">
                  <c:v>0.4241203248031496</c:v>
                </c:pt>
                <c:pt idx="2828">
                  <c:v>0.4241203248031496</c:v>
                </c:pt>
                <c:pt idx="2829">
                  <c:v>0.42442790354330706</c:v>
                </c:pt>
                <c:pt idx="2830">
                  <c:v>0.42442790354330706</c:v>
                </c:pt>
                <c:pt idx="2831">
                  <c:v>0.42473548228346458</c:v>
                </c:pt>
                <c:pt idx="2832">
                  <c:v>0.42473548228346458</c:v>
                </c:pt>
                <c:pt idx="2833">
                  <c:v>0.42501230314960631</c:v>
                </c:pt>
                <c:pt idx="2834">
                  <c:v>0.42501230314960631</c:v>
                </c:pt>
                <c:pt idx="2835">
                  <c:v>0.42531988188976377</c:v>
                </c:pt>
                <c:pt idx="2836">
                  <c:v>0.42531988188976377</c:v>
                </c:pt>
                <c:pt idx="2837">
                  <c:v>0.42562746062992129</c:v>
                </c:pt>
                <c:pt idx="2838">
                  <c:v>0.42562746062992129</c:v>
                </c:pt>
                <c:pt idx="2839">
                  <c:v>0.42593503937007871</c:v>
                </c:pt>
                <c:pt idx="2840">
                  <c:v>0.42593503937007871</c:v>
                </c:pt>
                <c:pt idx="2841">
                  <c:v>0.42621186023622049</c:v>
                </c:pt>
                <c:pt idx="2842">
                  <c:v>0.42621186023622049</c:v>
                </c:pt>
                <c:pt idx="2843">
                  <c:v>0.4265194389763779</c:v>
                </c:pt>
                <c:pt idx="2844">
                  <c:v>0.4265194389763779</c:v>
                </c:pt>
                <c:pt idx="2845">
                  <c:v>0.42682701771653542</c:v>
                </c:pt>
                <c:pt idx="2846">
                  <c:v>0.42682701771653542</c:v>
                </c:pt>
                <c:pt idx="2847">
                  <c:v>0.42713459645669294</c:v>
                </c:pt>
                <c:pt idx="2848">
                  <c:v>0.42713459645669294</c:v>
                </c:pt>
                <c:pt idx="2849">
                  <c:v>0.42741141732283466</c:v>
                </c:pt>
                <c:pt idx="2850">
                  <c:v>0.42741141732283466</c:v>
                </c:pt>
                <c:pt idx="2851">
                  <c:v>0.42771899606299218</c:v>
                </c:pt>
                <c:pt idx="2852">
                  <c:v>0.42771899606299218</c:v>
                </c:pt>
                <c:pt idx="2853">
                  <c:v>0.4280265748031496</c:v>
                </c:pt>
                <c:pt idx="2854">
                  <c:v>0.4280265748031496</c:v>
                </c:pt>
                <c:pt idx="2855">
                  <c:v>0.42833415354330706</c:v>
                </c:pt>
                <c:pt idx="2856">
                  <c:v>0.42833415354330706</c:v>
                </c:pt>
                <c:pt idx="2857">
                  <c:v>0.42861097440944879</c:v>
                </c:pt>
                <c:pt idx="2858">
                  <c:v>0.42861097440944879</c:v>
                </c:pt>
                <c:pt idx="2859">
                  <c:v>0.42891855314960631</c:v>
                </c:pt>
                <c:pt idx="2860">
                  <c:v>0.42891855314960631</c:v>
                </c:pt>
                <c:pt idx="2861">
                  <c:v>0.42922613188976377</c:v>
                </c:pt>
                <c:pt idx="2862">
                  <c:v>0.42922613188976377</c:v>
                </c:pt>
                <c:pt idx="2863">
                  <c:v>0.42953371062992129</c:v>
                </c:pt>
                <c:pt idx="2864">
                  <c:v>0.42953371062992129</c:v>
                </c:pt>
                <c:pt idx="2865">
                  <c:v>0.42981053149606302</c:v>
                </c:pt>
                <c:pt idx="2866">
                  <c:v>0.42981053149606302</c:v>
                </c:pt>
                <c:pt idx="2867">
                  <c:v>0.43011811023622049</c:v>
                </c:pt>
                <c:pt idx="2868">
                  <c:v>0.43011811023622049</c:v>
                </c:pt>
                <c:pt idx="2869">
                  <c:v>0.4304256889763779</c:v>
                </c:pt>
                <c:pt idx="2870">
                  <c:v>0.4304256889763779</c:v>
                </c:pt>
                <c:pt idx="2871">
                  <c:v>0.43073326771653542</c:v>
                </c:pt>
                <c:pt idx="2872">
                  <c:v>0.43073326771653542</c:v>
                </c:pt>
                <c:pt idx="2873">
                  <c:v>0.43101008858267714</c:v>
                </c:pt>
                <c:pt idx="2874">
                  <c:v>0.43101008858267714</c:v>
                </c:pt>
                <c:pt idx="2875">
                  <c:v>0.43131766732283466</c:v>
                </c:pt>
                <c:pt idx="2876">
                  <c:v>0.43131766732283466</c:v>
                </c:pt>
                <c:pt idx="2877">
                  <c:v>0.43162524606299218</c:v>
                </c:pt>
                <c:pt idx="2878">
                  <c:v>0.43162524606299218</c:v>
                </c:pt>
                <c:pt idx="2879">
                  <c:v>0.4319328248031496</c:v>
                </c:pt>
                <c:pt idx="2880">
                  <c:v>0.4319328248031496</c:v>
                </c:pt>
                <c:pt idx="2881">
                  <c:v>0.43220964566929132</c:v>
                </c:pt>
                <c:pt idx="2882">
                  <c:v>0.43220964566929132</c:v>
                </c:pt>
                <c:pt idx="2883">
                  <c:v>0.43251722440944879</c:v>
                </c:pt>
                <c:pt idx="2884">
                  <c:v>0.43251722440944879</c:v>
                </c:pt>
                <c:pt idx="2885">
                  <c:v>0.43282480314960631</c:v>
                </c:pt>
                <c:pt idx="2886">
                  <c:v>0.43282480314960631</c:v>
                </c:pt>
                <c:pt idx="2887">
                  <c:v>0.43313238188976377</c:v>
                </c:pt>
                <c:pt idx="2888">
                  <c:v>0.43313238188976377</c:v>
                </c:pt>
                <c:pt idx="2889">
                  <c:v>0.4334092027559055</c:v>
                </c:pt>
                <c:pt idx="2890">
                  <c:v>0.4334092027559055</c:v>
                </c:pt>
                <c:pt idx="2891">
                  <c:v>0.43371678149606302</c:v>
                </c:pt>
                <c:pt idx="2892">
                  <c:v>0.43371678149606302</c:v>
                </c:pt>
                <c:pt idx="2893">
                  <c:v>0.43402436023622049</c:v>
                </c:pt>
                <c:pt idx="2894">
                  <c:v>0.43402436023622049</c:v>
                </c:pt>
                <c:pt idx="2895">
                  <c:v>0.4343319389763779</c:v>
                </c:pt>
                <c:pt idx="2896">
                  <c:v>0.4343319389763779</c:v>
                </c:pt>
                <c:pt idx="2897">
                  <c:v>0.43460875984251968</c:v>
                </c:pt>
                <c:pt idx="2898">
                  <c:v>0.43460875984251968</c:v>
                </c:pt>
                <c:pt idx="2899">
                  <c:v>0.43491633858267714</c:v>
                </c:pt>
                <c:pt idx="2900">
                  <c:v>0.43491633858267714</c:v>
                </c:pt>
                <c:pt idx="2901">
                  <c:v>0.43522391732283466</c:v>
                </c:pt>
                <c:pt idx="2902">
                  <c:v>0.43522391732283466</c:v>
                </c:pt>
                <c:pt idx="2903">
                  <c:v>0.43553149606299218</c:v>
                </c:pt>
                <c:pt idx="2904">
                  <c:v>0.43553149606299218</c:v>
                </c:pt>
                <c:pt idx="2905">
                  <c:v>0.43580831692913385</c:v>
                </c:pt>
                <c:pt idx="2906">
                  <c:v>0.43580831692913385</c:v>
                </c:pt>
                <c:pt idx="2907">
                  <c:v>0.43611589566929132</c:v>
                </c:pt>
                <c:pt idx="2908">
                  <c:v>0.43611589566929132</c:v>
                </c:pt>
                <c:pt idx="2909">
                  <c:v>0.43642347440944879</c:v>
                </c:pt>
                <c:pt idx="2910">
                  <c:v>0.43642347440944879</c:v>
                </c:pt>
                <c:pt idx="2911">
                  <c:v>0.43673105314960631</c:v>
                </c:pt>
                <c:pt idx="2912">
                  <c:v>0.43673105314960631</c:v>
                </c:pt>
                <c:pt idx="2913">
                  <c:v>0.43700787401574798</c:v>
                </c:pt>
                <c:pt idx="2914">
                  <c:v>0.43700787401574798</c:v>
                </c:pt>
                <c:pt idx="2915">
                  <c:v>0.4373154527559055</c:v>
                </c:pt>
                <c:pt idx="2916">
                  <c:v>0.4373154527559055</c:v>
                </c:pt>
                <c:pt idx="2917">
                  <c:v>0.43762303149606302</c:v>
                </c:pt>
                <c:pt idx="2918">
                  <c:v>0.43762303149606302</c:v>
                </c:pt>
                <c:pt idx="2919">
                  <c:v>0.43793061023622049</c:v>
                </c:pt>
                <c:pt idx="2920">
                  <c:v>0.43793061023622049</c:v>
                </c:pt>
                <c:pt idx="2921">
                  <c:v>0.43820743110236221</c:v>
                </c:pt>
                <c:pt idx="2922">
                  <c:v>0.43820743110236221</c:v>
                </c:pt>
                <c:pt idx="2923">
                  <c:v>0.43851500984251968</c:v>
                </c:pt>
                <c:pt idx="2924">
                  <c:v>0.43851500984251968</c:v>
                </c:pt>
                <c:pt idx="2925">
                  <c:v>0.43882258858267714</c:v>
                </c:pt>
                <c:pt idx="2926">
                  <c:v>0.43882258858267714</c:v>
                </c:pt>
                <c:pt idx="2927">
                  <c:v>0.43913016732283466</c:v>
                </c:pt>
                <c:pt idx="2928">
                  <c:v>0.43913016732283466</c:v>
                </c:pt>
                <c:pt idx="2929">
                  <c:v>0.43940698818897639</c:v>
                </c:pt>
                <c:pt idx="2930">
                  <c:v>0.43940698818897639</c:v>
                </c:pt>
                <c:pt idx="2931">
                  <c:v>0.43971456692913385</c:v>
                </c:pt>
                <c:pt idx="2932">
                  <c:v>0.43971456692913385</c:v>
                </c:pt>
                <c:pt idx="2933">
                  <c:v>0.44002214566929132</c:v>
                </c:pt>
                <c:pt idx="2934">
                  <c:v>0.44002214566929132</c:v>
                </c:pt>
                <c:pt idx="2935">
                  <c:v>0.44032972440944879</c:v>
                </c:pt>
                <c:pt idx="2936">
                  <c:v>0.44032972440944879</c:v>
                </c:pt>
                <c:pt idx="2937">
                  <c:v>0.44060654527559057</c:v>
                </c:pt>
                <c:pt idx="2938">
                  <c:v>0.44060654527559057</c:v>
                </c:pt>
                <c:pt idx="2939">
                  <c:v>0.44091412401574798</c:v>
                </c:pt>
                <c:pt idx="2940">
                  <c:v>0.44091412401574798</c:v>
                </c:pt>
                <c:pt idx="2941">
                  <c:v>0.4412217027559055</c:v>
                </c:pt>
                <c:pt idx="2942">
                  <c:v>0.4412217027559055</c:v>
                </c:pt>
                <c:pt idx="2943">
                  <c:v>0.44152928149606302</c:v>
                </c:pt>
                <c:pt idx="2944">
                  <c:v>0.44152928149606302</c:v>
                </c:pt>
                <c:pt idx="2945">
                  <c:v>0.44180610236220474</c:v>
                </c:pt>
                <c:pt idx="2946">
                  <c:v>0.44180610236220474</c:v>
                </c:pt>
                <c:pt idx="2947">
                  <c:v>0.44211368110236221</c:v>
                </c:pt>
                <c:pt idx="2948">
                  <c:v>0.44211368110236221</c:v>
                </c:pt>
                <c:pt idx="2949">
                  <c:v>0.44242125984251968</c:v>
                </c:pt>
                <c:pt idx="2950">
                  <c:v>0.44242125984251968</c:v>
                </c:pt>
                <c:pt idx="2951">
                  <c:v>0.44272883858267714</c:v>
                </c:pt>
                <c:pt idx="2952">
                  <c:v>0.44272883858267714</c:v>
                </c:pt>
                <c:pt idx="2953">
                  <c:v>0.44300565944881892</c:v>
                </c:pt>
                <c:pt idx="2954">
                  <c:v>0.44300565944881892</c:v>
                </c:pt>
                <c:pt idx="2955">
                  <c:v>0.44331323818897639</c:v>
                </c:pt>
                <c:pt idx="2956">
                  <c:v>0.44331323818897639</c:v>
                </c:pt>
                <c:pt idx="2957">
                  <c:v>0.44362081692913385</c:v>
                </c:pt>
                <c:pt idx="2958">
                  <c:v>0.44362081692913385</c:v>
                </c:pt>
                <c:pt idx="2959">
                  <c:v>0.44392839566929132</c:v>
                </c:pt>
                <c:pt idx="2960">
                  <c:v>0.44392839566929132</c:v>
                </c:pt>
                <c:pt idx="2961">
                  <c:v>0.44420521653543305</c:v>
                </c:pt>
                <c:pt idx="2962">
                  <c:v>0.44420521653543305</c:v>
                </c:pt>
                <c:pt idx="2963">
                  <c:v>0.44451279527559057</c:v>
                </c:pt>
                <c:pt idx="2964">
                  <c:v>0.44451279527559057</c:v>
                </c:pt>
                <c:pt idx="2965">
                  <c:v>0.44482037401574798</c:v>
                </c:pt>
                <c:pt idx="2966">
                  <c:v>0.44482037401574798</c:v>
                </c:pt>
                <c:pt idx="2967">
                  <c:v>0.4451279527559055</c:v>
                </c:pt>
                <c:pt idx="2968">
                  <c:v>0.4451279527559055</c:v>
                </c:pt>
                <c:pt idx="2969">
                  <c:v>0.44540477362204722</c:v>
                </c:pt>
                <c:pt idx="2970">
                  <c:v>0.44540477362204722</c:v>
                </c:pt>
                <c:pt idx="2971">
                  <c:v>0.44571235236220474</c:v>
                </c:pt>
                <c:pt idx="2972">
                  <c:v>0.44571235236220474</c:v>
                </c:pt>
                <c:pt idx="2973">
                  <c:v>0.44601993110236221</c:v>
                </c:pt>
                <c:pt idx="2974">
                  <c:v>0.44601993110236221</c:v>
                </c:pt>
                <c:pt idx="2975">
                  <c:v>0.44632750984251968</c:v>
                </c:pt>
                <c:pt idx="2976">
                  <c:v>0.44632750984251968</c:v>
                </c:pt>
                <c:pt idx="2977">
                  <c:v>0.4466043307086614</c:v>
                </c:pt>
                <c:pt idx="2978">
                  <c:v>0.4466043307086614</c:v>
                </c:pt>
                <c:pt idx="2979">
                  <c:v>0.44691190944881892</c:v>
                </c:pt>
                <c:pt idx="2980">
                  <c:v>0.44691190944881892</c:v>
                </c:pt>
                <c:pt idx="2981">
                  <c:v>0.44721948818897639</c:v>
                </c:pt>
                <c:pt idx="2982">
                  <c:v>0.44721948818897639</c:v>
                </c:pt>
                <c:pt idx="2983">
                  <c:v>0.44752706692913385</c:v>
                </c:pt>
                <c:pt idx="2984">
                  <c:v>0.44752706692913385</c:v>
                </c:pt>
                <c:pt idx="2985">
                  <c:v>0.44780388779527558</c:v>
                </c:pt>
                <c:pt idx="2986">
                  <c:v>0.44780388779527558</c:v>
                </c:pt>
                <c:pt idx="2987">
                  <c:v>0.44811146653543305</c:v>
                </c:pt>
                <c:pt idx="2988">
                  <c:v>0.44811146653543305</c:v>
                </c:pt>
                <c:pt idx="2989">
                  <c:v>0.44841904527559057</c:v>
                </c:pt>
                <c:pt idx="2990">
                  <c:v>0.44841904527559057</c:v>
                </c:pt>
                <c:pt idx="2991">
                  <c:v>0.44872662401574798</c:v>
                </c:pt>
                <c:pt idx="2992">
                  <c:v>0.44872662401574798</c:v>
                </c:pt>
                <c:pt idx="2993">
                  <c:v>0.44900344488188976</c:v>
                </c:pt>
                <c:pt idx="2994">
                  <c:v>0.44900344488188976</c:v>
                </c:pt>
                <c:pt idx="2995">
                  <c:v>0.44931102362204722</c:v>
                </c:pt>
                <c:pt idx="2996">
                  <c:v>0.44931102362204722</c:v>
                </c:pt>
                <c:pt idx="2997">
                  <c:v>0.44961860236220474</c:v>
                </c:pt>
                <c:pt idx="2998">
                  <c:v>0.44961860236220474</c:v>
                </c:pt>
                <c:pt idx="2999">
                  <c:v>0.44992618110236221</c:v>
                </c:pt>
                <c:pt idx="3000">
                  <c:v>0.44992618110236221</c:v>
                </c:pt>
                <c:pt idx="3001">
                  <c:v>0.45020300196850394</c:v>
                </c:pt>
                <c:pt idx="3002">
                  <c:v>0.45020300196850394</c:v>
                </c:pt>
                <c:pt idx="3003">
                  <c:v>0.4505105807086614</c:v>
                </c:pt>
                <c:pt idx="3004">
                  <c:v>0.4505105807086614</c:v>
                </c:pt>
                <c:pt idx="3005">
                  <c:v>0.45081815944881892</c:v>
                </c:pt>
                <c:pt idx="3006">
                  <c:v>0.45081815944881892</c:v>
                </c:pt>
                <c:pt idx="3007">
                  <c:v>0.45112573818897639</c:v>
                </c:pt>
                <c:pt idx="3008">
                  <c:v>0.45112573818897639</c:v>
                </c:pt>
                <c:pt idx="3009">
                  <c:v>0.45140255905511811</c:v>
                </c:pt>
                <c:pt idx="3010">
                  <c:v>0.45140255905511811</c:v>
                </c:pt>
                <c:pt idx="3011">
                  <c:v>0.45171013779527558</c:v>
                </c:pt>
                <c:pt idx="3012">
                  <c:v>0.45171013779527558</c:v>
                </c:pt>
                <c:pt idx="3013">
                  <c:v>0.45201771653543305</c:v>
                </c:pt>
                <c:pt idx="3014">
                  <c:v>0.45201771653543305</c:v>
                </c:pt>
                <c:pt idx="3015">
                  <c:v>0.45232529527559057</c:v>
                </c:pt>
                <c:pt idx="3016">
                  <c:v>0.45232529527559057</c:v>
                </c:pt>
                <c:pt idx="3017">
                  <c:v>0.45260211614173229</c:v>
                </c:pt>
                <c:pt idx="3018">
                  <c:v>0.45260211614173229</c:v>
                </c:pt>
                <c:pt idx="3019">
                  <c:v>0.45290969488188976</c:v>
                </c:pt>
                <c:pt idx="3020">
                  <c:v>0.45290969488188976</c:v>
                </c:pt>
                <c:pt idx="3021">
                  <c:v>0.45321727362204722</c:v>
                </c:pt>
                <c:pt idx="3022">
                  <c:v>0.45321727362204722</c:v>
                </c:pt>
                <c:pt idx="3023">
                  <c:v>0.45352485236220474</c:v>
                </c:pt>
                <c:pt idx="3024">
                  <c:v>0.45352485236220474</c:v>
                </c:pt>
                <c:pt idx="3025">
                  <c:v>0.45380167322834647</c:v>
                </c:pt>
                <c:pt idx="3026">
                  <c:v>0.45380167322834647</c:v>
                </c:pt>
                <c:pt idx="3027">
                  <c:v>0.45410925196850394</c:v>
                </c:pt>
                <c:pt idx="3028">
                  <c:v>0.45410925196850394</c:v>
                </c:pt>
                <c:pt idx="3029">
                  <c:v>0.4544168307086614</c:v>
                </c:pt>
                <c:pt idx="3030">
                  <c:v>0.4544168307086614</c:v>
                </c:pt>
                <c:pt idx="3031">
                  <c:v>0.45472440944881892</c:v>
                </c:pt>
                <c:pt idx="3032">
                  <c:v>0.45472440944881892</c:v>
                </c:pt>
                <c:pt idx="3033">
                  <c:v>0.45500123031496065</c:v>
                </c:pt>
                <c:pt idx="3034">
                  <c:v>0.45500123031496065</c:v>
                </c:pt>
                <c:pt idx="3035">
                  <c:v>0.45530880905511811</c:v>
                </c:pt>
                <c:pt idx="3036">
                  <c:v>0.45530880905511811</c:v>
                </c:pt>
                <c:pt idx="3037">
                  <c:v>0.45561638779527558</c:v>
                </c:pt>
                <c:pt idx="3038">
                  <c:v>0.45561638779527558</c:v>
                </c:pt>
                <c:pt idx="3039">
                  <c:v>0.45592396653543305</c:v>
                </c:pt>
                <c:pt idx="3040">
                  <c:v>0.45592396653543305</c:v>
                </c:pt>
                <c:pt idx="3041">
                  <c:v>0.45620078740157483</c:v>
                </c:pt>
                <c:pt idx="3042">
                  <c:v>0.45620078740157483</c:v>
                </c:pt>
                <c:pt idx="3043">
                  <c:v>0.45650836614173229</c:v>
                </c:pt>
                <c:pt idx="3044">
                  <c:v>0.45650836614173229</c:v>
                </c:pt>
                <c:pt idx="3045">
                  <c:v>0.45681594488188976</c:v>
                </c:pt>
                <c:pt idx="3046">
                  <c:v>0.45681594488188976</c:v>
                </c:pt>
                <c:pt idx="3047">
                  <c:v>0.45712352362204722</c:v>
                </c:pt>
                <c:pt idx="3048">
                  <c:v>0.45712352362204722</c:v>
                </c:pt>
                <c:pt idx="3049">
                  <c:v>0.457400344488189</c:v>
                </c:pt>
                <c:pt idx="3050">
                  <c:v>0.457400344488189</c:v>
                </c:pt>
                <c:pt idx="3051">
                  <c:v>0.45770792322834647</c:v>
                </c:pt>
                <c:pt idx="3052">
                  <c:v>0.45770792322834647</c:v>
                </c:pt>
                <c:pt idx="3053">
                  <c:v>0.45801550196850394</c:v>
                </c:pt>
                <c:pt idx="3054">
                  <c:v>0.45801550196850394</c:v>
                </c:pt>
                <c:pt idx="3055">
                  <c:v>0.4583230807086614</c:v>
                </c:pt>
                <c:pt idx="3056">
                  <c:v>0.4583230807086614</c:v>
                </c:pt>
                <c:pt idx="3057">
                  <c:v>0.45863065944881892</c:v>
                </c:pt>
                <c:pt idx="3058">
                  <c:v>0.45863065944881892</c:v>
                </c:pt>
                <c:pt idx="3059">
                  <c:v>0.45890748031496065</c:v>
                </c:pt>
                <c:pt idx="3060">
                  <c:v>0.45890748031496065</c:v>
                </c:pt>
                <c:pt idx="3061">
                  <c:v>0.45921505905511811</c:v>
                </c:pt>
                <c:pt idx="3062">
                  <c:v>0.45921505905511811</c:v>
                </c:pt>
                <c:pt idx="3063">
                  <c:v>0.45952263779527558</c:v>
                </c:pt>
                <c:pt idx="3064">
                  <c:v>0.45952263779527558</c:v>
                </c:pt>
                <c:pt idx="3065">
                  <c:v>0.45983021653543305</c:v>
                </c:pt>
                <c:pt idx="3066">
                  <c:v>0.45983021653543305</c:v>
                </c:pt>
                <c:pt idx="3067">
                  <c:v>0.46010703740157483</c:v>
                </c:pt>
                <c:pt idx="3068">
                  <c:v>0.46010703740157483</c:v>
                </c:pt>
                <c:pt idx="3069">
                  <c:v>0.46041461614173229</c:v>
                </c:pt>
                <c:pt idx="3070">
                  <c:v>0.46041461614173229</c:v>
                </c:pt>
                <c:pt idx="3071">
                  <c:v>0.46072219488188976</c:v>
                </c:pt>
                <c:pt idx="3072">
                  <c:v>0.46072219488188976</c:v>
                </c:pt>
                <c:pt idx="3073">
                  <c:v>0.46102977362204722</c:v>
                </c:pt>
                <c:pt idx="3074">
                  <c:v>0.46102977362204722</c:v>
                </c:pt>
                <c:pt idx="3075">
                  <c:v>0.461306594488189</c:v>
                </c:pt>
                <c:pt idx="3076">
                  <c:v>0.461306594488189</c:v>
                </c:pt>
                <c:pt idx="3077">
                  <c:v>0.46161417322834647</c:v>
                </c:pt>
                <c:pt idx="3078">
                  <c:v>0.46161417322834647</c:v>
                </c:pt>
                <c:pt idx="3079">
                  <c:v>0.46192175196850394</c:v>
                </c:pt>
                <c:pt idx="3080">
                  <c:v>0.46192175196850394</c:v>
                </c:pt>
                <c:pt idx="3081">
                  <c:v>0.4622293307086614</c:v>
                </c:pt>
                <c:pt idx="3082">
                  <c:v>0.4622293307086614</c:v>
                </c:pt>
                <c:pt idx="3083">
                  <c:v>0.46250615157480313</c:v>
                </c:pt>
                <c:pt idx="3084">
                  <c:v>0.46250615157480313</c:v>
                </c:pt>
                <c:pt idx="3085">
                  <c:v>0.46281373031496065</c:v>
                </c:pt>
                <c:pt idx="3086">
                  <c:v>0.46281373031496065</c:v>
                </c:pt>
                <c:pt idx="3087">
                  <c:v>0.46312130905511811</c:v>
                </c:pt>
                <c:pt idx="3088">
                  <c:v>0.46312130905511811</c:v>
                </c:pt>
                <c:pt idx="3089">
                  <c:v>0.46342888779527558</c:v>
                </c:pt>
                <c:pt idx="3090">
                  <c:v>0.46342888779527558</c:v>
                </c:pt>
                <c:pt idx="3091">
                  <c:v>0.4637057086614173</c:v>
                </c:pt>
                <c:pt idx="3092">
                  <c:v>0.4637057086614173</c:v>
                </c:pt>
                <c:pt idx="3093">
                  <c:v>0.46401328740157483</c:v>
                </c:pt>
                <c:pt idx="3094">
                  <c:v>0.46401328740157483</c:v>
                </c:pt>
                <c:pt idx="3095">
                  <c:v>0.46432086614173229</c:v>
                </c:pt>
                <c:pt idx="3096">
                  <c:v>0.46432086614173229</c:v>
                </c:pt>
                <c:pt idx="3097">
                  <c:v>0.46462844488188976</c:v>
                </c:pt>
                <c:pt idx="3098">
                  <c:v>0.46462844488188976</c:v>
                </c:pt>
                <c:pt idx="3099">
                  <c:v>0.46490526574803148</c:v>
                </c:pt>
                <c:pt idx="3100">
                  <c:v>0.46490526574803148</c:v>
                </c:pt>
                <c:pt idx="3101">
                  <c:v>0.465212844488189</c:v>
                </c:pt>
                <c:pt idx="3102">
                  <c:v>0.465212844488189</c:v>
                </c:pt>
                <c:pt idx="3103">
                  <c:v>0.46552042322834647</c:v>
                </c:pt>
                <c:pt idx="3104">
                  <c:v>0.46552042322834647</c:v>
                </c:pt>
                <c:pt idx="3105">
                  <c:v>0.46582800196850394</c:v>
                </c:pt>
                <c:pt idx="3106">
                  <c:v>0.46582800196850394</c:v>
                </c:pt>
                <c:pt idx="3107">
                  <c:v>0.46610482283464566</c:v>
                </c:pt>
                <c:pt idx="3108">
                  <c:v>0.46610482283464566</c:v>
                </c:pt>
                <c:pt idx="3109">
                  <c:v>0.46641240157480313</c:v>
                </c:pt>
                <c:pt idx="3110">
                  <c:v>0.46641240157480313</c:v>
                </c:pt>
                <c:pt idx="3111">
                  <c:v>0.46671998031496065</c:v>
                </c:pt>
                <c:pt idx="3112">
                  <c:v>0.46671998031496065</c:v>
                </c:pt>
                <c:pt idx="3113">
                  <c:v>0.46702755905511811</c:v>
                </c:pt>
                <c:pt idx="3114">
                  <c:v>0.46702755905511811</c:v>
                </c:pt>
                <c:pt idx="3115">
                  <c:v>0.46730437992125984</c:v>
                </c:pt>
                <c:pt idx="3116">
                  <c:v>0.46730437992125984</c:v>
                </c:pt>
                <c:pt idx="3117">
                  <c:v>0.4676119586614173</c:v>
                </c:pt>
                <c:pt idx="3118">
                  <c:v>0.4676119586614173</c:v>
                </c:pt>
                <c:pt idx="3119">
                  <c:v>0.46791953740157483</c:v>
                </c:pt>
                <c:pt idx="3120">
                  <c:v>0.46791953740157483</c:v>
                </c:pt>
                <c:pt idx="3121">
                  <c:v>0.46822711614173229</c:v>
                </c:pt>
                <c:pt idx="3122">
                  <c:v>0.46822711614173229</c:v>
                </c:pt>
                <c:pt idx="3123">
                  <c:v>0.46850393700787402</c:v>
                </c:pt>
                <c:pt idx="3124">
                  <c:v>0.46850393700787402</c:v>
                </c:pt>
                <c:pt idx="3125">
                  <c:v>0.46881151574803148</c:v>
                </c:pt>
                <c:pt idx="3126">
                  <c:v>0.46881151574803148</c:v>
                </c:pt>
                <c:pt idx="3127">
                  <c:v>0.469119094488189</c:v>
                </c:pt>
                <c:pt idx="3128">
                  <c:v>0.469119094488189</c:v>
                </c:pt>
                <c:pt idx="3129">
                  <c:v>0.46942667322834647</c:v>
                </c:pt>
                <c:pt idx="3130">
                  <c:v>0.46942667322834647</c:v>
                </c:pt>
                <c:pt idx="3131">
                  <c:v>0.46970349409448819</c:v>
                </c:pt>
                <c:pt idx="3132">
                  <c:v>0.46970349409448819</c:v>
                </c:pt>
                <c:pt idx="3133">
                  <c:v>0.47001107283464566</c:v>
                </c:pt>
                <c:pt idx="3134">
                  <c:v>0.47001107283464566</c:v>
                </c:pt>
                <c:pt idx="3135">
                  <c:v>0.47031865157480313</c:v>
                </c:pt>
                <c:pt idx="3136">
                  <c:v>0.47031865157480313</c:v>
                </c:pt>
                <c:pt idx="3137">
                  <c:v>0.47062623031496065</c:v>
                </c:pt>
                <c:pt idx="3138">
                  <c:v>0.47062623031496065</c:v>
                </c:pt>
                <c:pt idx="3139">
                  <c:v>0.47090305118110237</c:v>
                </c:pt>
                <c:pt idx="3140">
                  <c:v>0.47090305118110237</c:v>
                </c:pt>
                <c:pt idx="3141">
                  <c:v>0.47121062992125984</c:v>
                </c:pt>
                <c:pt idx="3142">
                  <c:v>0.47121062992125984</c:v>
                </c:pt>
                <c:pt idx="3143">
                  <c:v>0.4715182086614173</c:v>
                </c:pt>
                <c:pt idx="3144">
                  <c:v>0.4715182086614173</c:v>
                </c:pt>
                <c:pt idx="3145">
                  <c:v>0.47182578740157483</c:v>
                </c:pt>
                <c:pt idx="3146">
                  <c:v>0.47182578740157483</c:v>
                </c:pt>
                <c:pt idx="3147">
                  <c:v>0.47210260826771655</c:v>
                </c:pt>
                <c:pt idx="3148">
                  <c:v>0.47210260826771655</c:v>
                </c:pt>
                <c:pt idx="3149">
                  <c:v>0.47241018700787402</c:v>
                </c:pt>
                <c:pt idx="3150">
                  <c:v>0.47241018700787402</c:v>
                </c:pt>
                <c:pt idx="3151">
                  <c:v>0.47271776574803148</c:v>
                </c:pt>
                <c:pt idx="3152">
                  <c:v>0.47271776574803148</c:v>
                </c:pt>
                <c:pt idx="3153">
                  <c:v>0.473025344488189</c:v>
                </c:pt>
                <c:pt idx="3154">
                  <c:v>0.473025344488189</c:v>
                </c:pt>
                <c:pt idx="3155">
                  <c:v>0.47330216535433073</c:v>
                </c:pt>
                <c:pt idx="3156">
                  <c:v>0.47330216535433073</c:v>
                </c:pt>
                <c:pt idx="3157">
                  <c:v>0.47360974409448819</c:v>
                </c:pt>
                <c:pt idx="3158">
                  <c:v>0.47360974409448819</c:v>
                </c:pt>
                <c:pt idx="3159">
                  <c:v>0.47391732283464566</c:v>
                </c:pt>
                <c:pt idx="3160">
                  <c:v>0.47391732283464566</c:v>
                </c:pt>
                <c:pt idx="3161">
                  <c:v>0.47422490157480313</c:v>
                </c:pt>
                <c:pt idx="3162">
                  <c:v>0.47422490157480313</c:v>
                </c:pt>
                <c:pt idx="3163">
                  <c:v>0.47450172244094491</c:v>
                </c:pt>
                <c:pt idx="3164">
                  <c:v>0.47450172244094491</c:v>
                </c:pt>
                <c:pt idx="3165">
                  <c:v>0.47480930118110237</c:v>
                </c:pt>
                <c:pt idx="3166">
                  <c:v>0.47480930118110237</c:v>
                </c:pt>
                <c:pt idx="3167">
                  <c:v>0.47511687992125984</c:v>
                </c:pt>
                <c:pt idx="3168">
                  <c:v>0.47511687992125984</c:v>
                </c:pt>
                <c:pt idx="3169">
                  <c:v>0.4754244586614173</c:v>
                </c:pt>
                <c:pt idx="3170">
                  <c:v>0.4754244586614173</c:v>
                </c:pt>
                <c:pt idx="3171">
                  <c:v>0.47570127952755903</c:v>
                </c:pt>
                <c:pt idx="3172">
                  <c:v>0.47570127952755903</c:v>
                </c:pt>
                <c:pt idx="3173">
                  <c:v>0.47600885826771655</c:v>
                </c:pt>
                <c:pt idx="3174">
                  <c:v>0.47600885826771655</c:v>
                </c:pt>
                <c:pt idx="3175">
                  <c:v>0.47631643700787402</c:v>
                </c:pt>
                <c:pt idx="3176">
                  <c:v>0.47631643700787402</c:v>
                </c:pt>
                <c:pt idx="3177">
                  <c:v>0.47662401574803148</c:v>
                </c:pt>
                <c:pt idx="3178">
                  <c:v>0.47662401574803148</c:v>
                </c:pt>
                <c:pt idx="3179">
                  <c:v>0.47690083661417321</c:v>
                </c:pt>
                <c:pt idx="3180">
                  <c:v>0.47690083661417321</c:v>
                </c:pt>
                <c:pt idx="3181">
                  <c:v>0.47720841535433073</c:v>
                </c:pt>
                <c:pt idx="3182">
                  <c:v>0.47720841535433073</c:v>
                </c:pt>
                <c:pt idx="3183">
                  <c:v>0.47751599409448819</c:v>
                </c:pt>
                <c:pt idx="3184">
                  <c:v>0.47751599409448819</c:v>
                </c:pt>
                <c:pt idx="3185">
                  <c:v>0.47782357283464566</c:v>
                </c:pt>
                <c:pt idx="3186">
                  <c:v>0.47782357283464566</c:v>
                </c:pt>
                <c:pt idx="3187">
                  <c:v>0.47810039370078738</c:v>
                </c:pt>
                <c:pt idx="3188">
                  <c:v>0.47810039370078738</c:v>
                </c:pt>
                <c:pt idx="3189">
                  <c:v>0.47840797244094491</c:v>
                </c:pt>
                <c:pt idx="3190">
                  <c:v>0.47840797244094491</c:v>
                </c:pt>
                <c:pt idx="3191">
                  <c:v>0.47871555118110237</c:v>
                </c:pt>
                <c:pt idx="3192">
                  <c:v>0.47871555118110237</c:v>
                </c:pt>
                <c:pt idx="3193">
                  <c:v>0.47902312992125984</c:v>
                </c:pt>
                <c:pt idx="3194">
                  <c:v>0.47902312992125984</c:v>
                </c:pt>
                <c:pt idx="3195">
                  <c:v>0.47929995078740162</c:v>
                </c:pt>
                <c:pt idx="3196">
                  <c:v>0.47929995078740162</c:v>
                </c:pt>
                <c:pt idx="3197">
                  <c:v>0.47960752952755903</c:v>
                </c:pt>
                <c:pt idx="3198">
                  <c:v>0.47960752952755903</c:v>
                </c:pt>
                <c:pt idx="3199">
                  <c:v>0.47991510826771655</c:v>
                </c:pt>
                <c:pt idx="3200">
                  <c:v>0.47991510826771655</c:v>
                </c:pt>
                <c:pt idx="3201">
                  <c:v>0.48022268700787402</c:v>
                </c:pt>
                <c:pt idx="3202">
                  <c:v>0.48022268700787402</c:v>
                </c:pt>
                <c:pt idx="3203">
                  <c:v>0.48049950787401574</c:v>
                </c:pt>
                <c:pt idx="3204">
                  <c:v>0.48049950787401574</c:v>
                </c:pt>
                <c:pt idx="3205">
                  <c:v>0.48080708661417321</c:v>
                </c:pt>
                <c:pt idx="3206">
                  <c:v>0.48080708661417321</c:v>
                </c:pt>
                <c:pt idx="3207">
                  <c:v>0.48111466535433073</c:v>
                </c:pt>
                <c:pt idx="3208">
                  <c:v>0.48111466535433073</c:v>
                </c:pt>
                <c:pt idx="3209">
                  <c:v>0.48142224409448819</c:v>
                </c:pt>
                <c:pt idx="3210">
                  <c:v>0.48142224409448819</c:v>
                </c:pt>
                <c:pt idx="3211">
                  <c:v>0.48169906496062992</c:v>
                </c:pt>
                <c:pt idx="3212">
                  <c:v>0.48169906496062992</c:v>
                </c:pt>
                <c:pt idx="3213">
                  <c:v>0.48200664370078738</c:v>
                </c:pt>
                <c:pt idx="3214">
                  <c:v>0.48200664370078738</c:v>
                </c:pt>
                <c:pt idx="3215">
                  <c:v>0.48231422244094491</c:v>
                </c:pt>
                <c:pt idx="3216">
                  <c:v>0.48231422244094491</c:v>
                </c:pt>
                <c:pt idx="3217">
                  <c:v>0.48262180118110237</c:v>
                </c:pt>
                <c:pt idx="3218">
                  <c:v>0.48262180118110237</c:v>
                </c:pt>
                <c:pt idx="3219">
                  <c:v>0.4828986220472441</c:v>
                </c:pt>
                <c:pt idx="3220">
                  <c:v>0.4828986220472441</c:v>
                </c:pt>
                <c:pt idx="3221">
                  <c:v>0.48320620078740162</c:v>
                </c:pt>
                <c:pt idx="3222">
                  <c:v>0.48320620078740162</c:v>
                </c:pt>
                <c:pt idx="3223">
                  <c:v>0.48351377952755903</c:v>
                </c:pt>
                <c:pt idx="3224">
                  <c:v>0.48351377952755903</c:v>
                </c:pt>
                <c:pt idx="3225">
                  <c:v>0.48382135826771655</c:v>
                </c:pt>
                <c:pt idx="3226">
                  <c:v>0.48382135826771655</c:v>
                </c:pt>
                <c:pt idx="3227">
                  <c:v>0.48409817913385828</c:v>
                </c:pt>
                <c:pt idx="3228">
                  <c:v>0.48409817913385828</c:v>
                </c:pt>
                <c:pt idx="3229">
                  <c:v>0.48440575787401574</c:v>
                </c:pt>
                <c:pt idx="3230">
                  <c:v>0.48440575787401574</c:v>
                </c:pt>
                <c:pt idx="3231">
                  <c:v>0.48471333661417321</c:v>
                </c:pt>
                <c:pt idx="3232">
                  <c:v>0.48471333661417321</c:v>
                </c:pt>
                <c:pt idx="3233">
                  <c:v>0.48502091535433073</c:v>
                </c:pt>
                <c:pt idx="3234">
                  <c:v>0.48502091535433073</c:v>
                </c:pt>
                <c:pt idx="3235">
                  <c:v>0.48529773622047245</c:v>
                </c:pt>
                <c:pt idx="3236">
                  <c:v>0.48529773622047245</c:v>
                </c:pt>
                <c:pt idx="3237">
                  <c:v>0.48560531496062992</c:v>
                </c:pt>
                <c:pt idx="3238">
                  <c:v>0.48560531496062992</c:v>
                </c:pt>
                <c:pt idx="3239">
                  <c:v>0.48591289370078738</c:v>
                </c:pt>
                <c:pt idx="3240">
                  <c:v>0.48591289370078738</c:v>
                </c:pt>
                <c:pt idx="3241">
                  <c:v>0.48622047244094491</c:v>
                </c:pt>
                <c:pt idx="3242">
                  <c:v>0.48622047244094491</c:v>
                </c:pt>
                <c:pt idx="3243">
                  <c:v>0.48649729330708663</c:v>
                </c:pt>
                <c:pt idx="3244">
                  <c:v>0.48649729330708663</c:v>
                </c:pt>
                <c:pt idx="3245">
                  <c:v>0.4868048720472441</c:v>
                </c:pt>
                <c:pt idx="3246">
                  <c:v>0.4868048720472441</c:v>
                </c:pt>
                <c:pt idx="3247">
                  <c:v>0.48711245078740162</c:v>
                </c:pt>
                <c:pt idx="3248">
                  <c:v>0.48711245078740162</c:v>
                </c:pt>
                <c:pt idx="3249">
                  <c:v>0.48742002952755903</c:v>
                </c:pt>
                <c:pt idx="3250">
                  <c:v>0.48742002952755903</c:v>
                </c:pt>
                <c:pt idx="3251">
                  <c:v>0.48769685039370081</c:v>
                </c:pt>
                <c:pt idx="3252">
                  <c:v>0.48769685039370081</c:v>
                </c:pt>
                <c:pt idx="3253">
                  <c:v>0.48800442913385828</c:v>
                </c:pt>
                <c:pt idx="3254">
                  <c:v>0.48800442913385828</c:v>
                </c:pt>
                <c:pt idx="3255">
                  <c:v>0.48831200787401574</c:v>
                </c:pt>
                <c:pt idx="3256">
                  <c:v>0.48831200787401574</c:v>
                </c:pt>
                <c:pt idx="3257">
                  <c:v>0.48861958661417321</c:v>
                </c:pt>
                <c:pt idx="3258">
                  <c:v>0.48861958661417321</c:v>
                </c:pt>
                <c:pt idx="3259">
                  <c:v>0.48889640748031499</c:v>
                </c:pt>
                <c:pt idx="3260">
                  <c:v>0.48889640748031499</c:v>
                </c:pt>
                <c:pt idx="3261">
                  <c:v>0.48920398622047245</c:v>
                </c:pt>
                <c:pt idx="3262">
                  <c:v>0.48920398622047245</c:v>
                </c:pt>
                <c:pt idx="3263">
                  <c:v>0.48951156496062992</c:v>
                </c:pt>
                <c:pt idx="3264">
                  <c:v>0.48951156496062992</c:v>
                </c:pt>
                <c:pt idx="3265">
                  <c:v>0.48981914370078738</c:v>
                </c:pt>
                <c:pt idx="3266">
                  <c:v>0.48981914370078738</c:v>
                </c:pt>
                <c:pt idx="3267">
                  <c:v>0.49009596456692911</c:v>
                </c:pt>
                <c:pt idx="3268">
                  <c:v>0.49009596456692911</c:v>
                </c:pt>
                <c:pt idx="3269">
                  <c:v>0.49040354330708663</c:v>
                </c:pt>
                <c:pt idx="3270">
                  <c:v>0.49040354330708663</c:v>
                </c:pt>
                <c:pt idx="3271">
                  <c:v>0.4907111220472441</c:v>
                </c:pt>
                <c:pt idx="3272">
                  <c:v>0.4907111220472441</c:v>
                </c:pt>
                <c:pt idx="3273">
                  <c:v>0.49101870078740162</c:v>
                </c:pt>
                <c:pt idx="3274">
                  <c:v>0.49101870078740162</c:v>
                </c:pt>
                <c:pt idx="3275">
                  <c:v>0.49129552165354329</c:v>
                </c:pt>
                <c:pt idx="3276">
                  <c:v>0.49129552165354329</c:v>
                </c:pt>
                <c:pt idx="3277">
                  <c:v>0.49160310039370081</c:v>
                </c:pt>
                <c:pt idx="3278">
                  <c:v>0.49160310039370081</c:v>
                </c:pt>
                <c:pt idx="3279">
                  <c:v>0.49191067913385828</c:v>
                </c:pt>
                <c:pt idx="3280">
                  <c:v>0.49191067913385828</c:v>
                </c:pt>
                <c:pt idx="3281">
                  <c:v>0.49221825787401574</c:v>
                </c:pt>
                <c:pt idx="3282">
                  <c:v>0.49221825787401574</c:v>
                </c:pt>
                <c:pt idx="3283">
                  <c:v>0.49249507874015747</c:v>
                </c:pt>
                <c:pt idx="3284">
                  <c:v>0.49249507874015747</c:v>
                </c:pt>
                <c:pt idx="3285">
                  <c:v>0.49280265748031499</c:v>
                </c:pt>
                <c:pt idx="3286">
                  <c:v>0.49280265748031499</c:v>
                </c:pt>
                <c:pt idx="3287">
                  <c:v>0.49311023622047245</c:v>
                </c:pt>
                <c:pt idx="3288">
                  <c:v>0.49311023622047245</c:v>
                </c:pt>
                <c:pt idx="3289">
                  <c:v>0.49341781496062992</c:v>
                </c:pt>
                <c:pt idx="3290">
                  <c:v>0.49341781496062992</c:v>
                </c:pt>
                <c:pt idx="3291">
                  <c:v>0.49372539370078738</c:v>
                </c:pt>
                <c:pt idx="3292">
                  <c:v>0.49372539370078738</c:v>
                </c:pt>
                <c:pt idx="3293">
                  <c:v>0.49400221456692911</c:v>
                </c:pt>
                <c:pt idx="3294">
                  <c:v>0.49400221456692911</c:v>
                </c:pt>
                <c:pt idx="3295">
                  <c:v>0.49430979330708663</c:v>
                </c:pt>
                <c:pt idx="3296">
                  <c:v>0.49430979330708663</c:v>
                </c:pt>
                <c:pt idx="3297">
                  <c:v>0.4946173720472441</c:v>
                </c:pt>
                <c:pt idx="3298">
                  <c:v>0.4946173720472441</c:v>
                </c:pt>
                <c:pt idx="3299">
                  <c:v>0.49492495078740162</c:v>
                </c:pt>
                <c:pt idx="3300">
                  <c:v>0.49492495078740162</c:v>
                </c:pt>
                <c:pt idx="3301">
                  <c:v>0.49520177165354329</c:v>
                </c:pt>
                <c:pt idx="3302">
                  <c:v>0.49520177165354329</c:v>
                </c:pt>
                <c:pt idx="3303">
                  <c:v>0.49550935039370081</c:v>
                </c:pt>
                <c:pt idx="3304">
                  <c:v>0.49550935039370081</c:v>
                </c:pt>
                <c:pt idx="3305">
                  <c:v>0.49581692913385828</c:v>
                </c:pt>
                <c:pt idx="3306">
                  <c:v>0.49581692913385828</c:v>
                </c:pt>
                <c:pt idx="3307">
                  <c:v>0.49612450787401574</c:v>
                </c:pt>
                <c:pt idx="3308">
                  <c:v>0.49612450787401574</c:v>
                </c:pt>
                <c:pt idx="3309">
                  <c:v>0.49640132874015747</c:v>
                </c:pt>
                <c:pt idx="3310">
                  <c:v>0.49640132874015747</c:v>
                </c:pt>
                <c:pt idx="3311">
                  <c:v>0.49655511811023623</c:v>
                </c:pt>
                <c:pt idx="3312">
                  <c:v>0.49655511811023623</c:v>
                </c:pt>
                <c:pt idx="3313">
                  <c:v>0.49670890748031499</c:v>
                </c:pt>
                <c:pt idx="3314">
                  <c:v>0.49670890748031499</c:v>
                </c:pt>
                <c:pt idx="3315">
                  <c:v>0.49701648622047245</c:v>
                </c:pt>
                <c:pt idx="3316">
                  <c:v>0.49701648622047245</c:v>
                </c:pt>
                <c:pt idx="3317">
                  <c:v>0.49732406496062992</c:v>
                </c:pt>
                <c:pt idx="3318">
                  <c:v>0.49732406496062992</c:v>
                </c:pt>
                <c:pt idx="3319">
                  <c:v>0.4976008858267717</c:v>
                </c:pt>
                <c:pt idx="3320">
                  <c:v>0.4976008858267717</c:v>
                </c:pt>
                <c:pt idx="3321">
                  <c:v>0.49790846456692911</c:v>
                </c:pt>
                <c:pt idx="3322">
                  <c:v>0.49790846456692911</c:v>
                </c:pt>
                <c:pt idx="3323">
                  <c:v>0.49821604330708663</c:v>
                </c:pt>
                <c:pt idx="3324">
                  <c:v>0.49821604330708663</c:v>
                </c:pt>
                <c:pt idx="3325">
                  <c:v>0.4985236220472441</c:v>
                </c:pt>
                <c:pt idx="3326">
                  <c:v>0.4985236220472441</c:v>
                </c:pt>
                <c:pt idx="3327">
                  <c:v>0.49880044291338582</c:v>
                </c:pt>
                <c:pt idx="3328">
                  <c:v>0.49880044291338582</c:v>
                </c:pt>
                <c:pt idx="3329">
                  <c:v>0.49910802165354329</c:v>
                </c:pt>
                <c:pt idx="3330">
                  <c:v>0.49910802165354329</c:v>
                </c:pt>
                <c:pt idx="3331">
                  <c:v>0.49941560039370081</c:v>
                </c:pt>
                <c:pt idx="3332">
                  <c:v>0.49941560039370081</c:v>
                </c:pt>
                <c:pt idx="3333">
                  <c:v>0.49972317913385828</c:v>
                </c:pt>
                <c:pt idx="3334">
                  <c:v>0.49972317913385828</c:v>
                </c:pt>
                <c:pt idx="3335">
                  <c:v>0.5</c:v>
                </c:pt>
                <c:pt idx="3336">
                  <c:v>0.5</c:v>
                </c:pt>
                <c:pt idx="3337">
                  <c:v>0.50030757874015752</c:v>
                </c:pt>
                <c:pt idx="3338">
                  <c:v>0.50030757874015752</c:v>
                </c:pt>
                <c:pt idx="3339">
                  <c:v>0.50061515748031493</c:v>
                </c:pt>
                <c:pt idx="3340">
                  <c:v>0.50061515748031493</c:v>
                </c:pt>
                <c:pt idx="3341">
                  <c:v>0.50092273622047245</c:v>
                </c:pt>
                <c:pt idx="3342">
                  <c:v>0.50092273622047245</c:v>
                </c:pt>
                <c:pt idx="3343">
                  <c:v>0.50119955708661412</c:v>
                </c:pt>
                <c:pt idx="3344">
                  <c:v>0.50119955708661412</c:v>
                </c:pt>
                <c:pt idx="3345">
                  <c:v>0.50150713582677164</c:v>
                </c:pt>
                <c:pt idx="3346">
                  <c:v>0.50150713582677164</c:v>
                </c:pt>
                <c:pt idx="3347">
                  <c:v>0.50181471456692917</c:v>
                </c:pt>
                <c:pt idx="3348">
                  <c:v>0.50181471456692917</c:v>
                </c:pt>
                <c:pt idx="3349">
                  <c:v>0.50212229330708658</c:v>
                </c:pt>
                <c:pt idx="3350">
                  <c:v>0.50212229330708658</c:v>
                </c:pt>
                <c:pt idx="3351">
                  <c:v>0.50239911417322836</c:v>
                </c:pt>
                <c:pt idx="3352">
                  <c:v>0.50239911417322836</c:v>
                </c:pt>
                <c:pt idx="3353">
                  <c:v>0.50270669291338588</c:v>
                </c:pt>
                <c:pt idx="3354">
                  <c:v>0.50270669291338588</c:v>
                </c:pt>
                <c:pt idx="3355">
                  <c:v>0.50301427165354329</c:v>
                </c:pt>
                <c:pt idx="3356">
                  <c:v>0.50301427165354329</c:v>
                </c:pt>
                <c:pt idx="3357">
                  <c:v>0.50332185039370081</c:v>
                </c:pt>
                <c:pt idx="3358">
                  <c:v>0.50332185039370081</c:v>
                </c:pt>
                <c:pt idx="3359">
                  <c:v>0.50359867125984248</c:v>
                </c:pt>
                <c:pt idx="3360">
                  <c:v>0.50359867125984248</c:v>
                </c:pt>
                <c:pt idx="3361">
                  <c:v>0.50390625</c:v>
                </c:pt>
                <c:pt idx="3362">
                  <c:v>0.50390625</c:v>
                </c:pt>
                <c:pt idx="3363">
                  <c:v>0.50421382874015752</c:v>
                </c:pt>
                <c:pt idx="3364">
                  <c:v>0.50421382874015752</c:v>
                </c:pt>
                <c:pt idx="3365">
                  <c:v>0.50452140748031493</c:v>
                </c:pt>
                <c:pt idx="3366">
                  <c:v>0.50452140748031493</c:v>
                </c:pt>
                <c:pt idx="3367">
                  <c:v>0.50479822834645671</c:v>
                </c:pt>
                <c:pt idx="3368">
                  <c:v>0.50479822834645671</c:v>
                </c:pt>
                <c:pt idx="3369">
                  <c:v>0.50510580708661412</c:v>
                </c:pt>
                <c:pt idx="3370">
                  <c:v>0.50510580708661412</c:v>
                </c:pt>
                <c:pt idx="3371">
                  <c:v>0.50541338582677164</c:v>
                </c:pt>
                <c:pt idx="3372">
                  <c:v>0.50541338582677164</c:v>
                </c:pt>
                <c:pt idx="3373">
                  <c:v>0.50572096456692917</c:v>
                </c:pt>
                <c:pt idx="3374">
                  <c:v>0.50572096456692917</c:v>
                </c:pt>
                <c:pt idx="3375">
                  <c:v>0.50599778543307083</c:v>
                </c:pt>
                <c:pt idx="3376">
                  <c:v>0.50599778543307083</c:v>
                </c:pt>
                <c:pt idx="3377">
                  <c:v>0.50630536417322836</c:v>
                </c:pt>
                <c:pt idx="3378">
                  <c:v>0.50630536417322836</c:v>
                </c:pt>
                <c:pt idx="3379">
                  <c:v>0.50661294291338588</c:v>
                </c:pt>
                <c:pt idx="3380">
                  <c:v>0.50661294291338588</c:v>
                </c:pt>
                <c:pt idx="3381">
                  <c:v>0.50692052165354329</c:v>
                </c:pt>
                <c:pt idx="3382">
                  <c:v>0.50692052165354329</c:v>
                </c:pt>
                <c:pt idx="3383">
                  <c:v>0.50719734251968507</c:v>
                </c:pt>
                <c:pt idx="3384">
                  <c:v>0.50719734251968507</c:v>
                </c:pt>
                <c:pt idx="3385">
                  <c:v>0.50750492125984248</c:v>
                </c:pt>
                <c:pt idx="3386">
                  <c:v>0.50750492125984248</c:v>
                </c:pt>
                <c:pt idx="3387">
                  <c:v>0.5078125</c:v>
                </c:pt>
                <c:pt idx="3388">
                  <c:v>0.5078125</c:v>
                </c:pt>
                <c:pt idx="3389">
                  <c:v>0.50812007874015752</c:v>
                </c:pt>
                <c:pt idx="3390">
                  <c:v>0.50812007874015752</c:v>
                </c:pt>
                <c:pt idx="3391">
                  <c:v>0.50839689960629919</c:v>
                </c:pt>
                <c:pt idx="3392">
                  <c:v>0.50839689960629919</c:v>
                </c:pt>
                <c:pt idx="3393">
                  <c:v>0.50870447834645671</c:v>
                </c:pt>
                <c:pt idx="3394">
                  <c:v>0.50870447834645671</c:v>
                </c:pt>
                <c:pt idx="3395">
                  <c:v>0.50901205708661412</c:v>
                </c:pt>
                <c:pt idx="3396">
                  <c:v>0.50901205708661412</c:v>
                </c:pt>
                <c:pt idx="3397">
                  <c:v>0.50931963582677164</c:v>
                </c:pt>
                <c:pt idx="3398">
                  <c:v>0.50931963582677164</c:v>
                </c:pt>
                <c:pt idx="3399">
                  <c:v>0.50959645669291342</c:v>
                </c:pt>
                <c:pt idx="3400">
                  <c:v>0.50959645669291342</c:v>
                </c:pt>
                <c:pt idx="3401">
                  <c:v>0.50990403543307083</c:v>
                </c:pt>
                <c:pt idx="3402">
                  <c:v>0.50990403543307083</c:v>
                </c:pt>
                <c:pt idx="3403">
                  <c:v>0.51021161417322836</c:v>
                </c:pt>
                <c:pt idx="3404">
                  <c:v>0.51021161417322836</c:v>
                </c:pt>
                <c:pt idx="3405">
                  <c:v>0.51051919291338588</c:v>
                </c:pt>
                <c:pt idx="3406">
                  <c:v>0.51051919291338588</c:v>
                </c:pt>
                <c:pt idx="3407">
                  <c:v>0.51079601377952755</c:v>
                </c:pt>
                <c:pt idx="3408">
                  <c:v>0.51079601377952755</c:v>
                </c:pt>
                <c:pt idx="3409">
                  <c:v>0.51110359251968507</c:v>
                </c:pt>
                <c:pt idx="3410">
                  <c:v>0.51110359251968507</c:v>
                </c:pt>
                <c:pt idx="3411">
                  <c:v>0.51141117125984248</c:v>
                </c:pt>
                <c:pt idx="3412">
                  <c:v>0.51141117125984248</c:v>
                </c:pt>
                <c:pt idx="3413">
                  <c:v>0.51171875</c:v>
                </c:pt>
                <c:pt idx="3414">
                  <c:v>0.51171875</c:v>
                </c:pt>
                <c:pt idx="3415">
                  <c:v>0.51199557086614178</c:v>
                </c:pt>
                <c:pt idx="3416">
                  <c:v>0.51199557086614178</c:v>
                </c:pt>
                <c:pt idx="3417">
                  <c:v>0.51230314960629919</c:v>
                </c:pt>
                <c:pt idx="3418">
                  <c:v>0.51230314960629919</c:v>
                </c:pt>
                <c:pt idx="3419">
                  <c:v>0.51261072834645671</c:v>
                </c:pt>
                <c:pt idx="3420">
                  <c:v>0.51261072834645671</c:v>
                </c:pt>
                <c:pt idx="3421">
                  <c:v>0.51291830708661412</c:v>
                </c:pt>
                <c:pt idx="3422">
                  <c:v>0.51291830708661412</c:v>
                </c:pt>
                <c:pt idx="3423">
                  <c:v>0.5131951279527559</c:v>
                </c:pt>
                <c:pt idx="3424">
                  <c:v>0.5131951279527559</c:v>
                </c:pt>
                <c:pt idx="3425">
                  <c:v>0.51350270669291342</c:v>
                </c:pt>
                <c:pt idx="3426">
                  <c:v>0.51350270669291342</c:v>
                </c:pt>
                <c:pt idx="3427">
                  <c:v>0.51381028543307083</c:v>
                </c:pt>
                <c:pt idx="3428">
                  <c:v>0.51381028543307083</c:v>
                </c:pt>
                <c:pt idx="3429">
                  <c:v>0.51411786417322836</c:v>
                </c:pt>
                <c:pt idx="3430">
                  <c:v>0.51411786417322836</c:v>
                </c:pt>
                <c:pt idx="3431">
                  <c:v>0.51439468503937003</c:v>
                </c:pt>
                <c:pt idx="3432">
                  <c:v>0.51439468503937003</c:v>
                </c:pt>
                <c:pt idx="3433">
                  <c:v>0.51470226377952755</c:v>
                </c:pt>
                <c:pt idx="3434">
                  <c:v>0.51470226377952755</c:v>
                </c:pt>
                <c:pt idx="3435">
                  <c:v>0.51500984251968507</c:v>
                </c:pt>
                <c:pt idx="3436">
                  <c:v>0.51500984251968507</c:v>
                </c:pt>
                <c:pt idx="3437">
                  <c:v>0.51531742125984248</c:v>
                </c:pt>
                <c:pt idx="3438">
                  <c:v>0.51531742125984248</c:v>
                </c:pt>
                <c:pt idx="3439">
                  <c:v>0.51559424212598426</c:v>
                </c:pt>
                <c:pt idx="3440">
                  <c:v>0.51559424212598426</c:v>
                </c:pt>
                <c:pt idx="3441">
                  <c:v>0.51590182086614178</c:v>
                </c:pt>
                <c:pt idx="3442">
                  <c:v>0.51590182086614178</c:v>
                </c:pt>
                <c:pt idx="3443">
                  <c:v>0.51620939960629919</c:v>
                </c:pt>
                <c:pt idx="3444">
                  <c:v>0.51620939960629919</c:v>
                </c:pt>
                <c:pt idx="3445">
                  <c:v>0.51651697834645671</c:v>
                </c:pt>
                <c:pt idx="3446">
                  <c:v>0.51651697834645671</c:v>
                </c:pt>
                <c:pt idx="3447">
                  <c:v>0.51679379921259838</c:v>
                </c:pt>
                <c:pt idx="3448">
                  <c:v>0.51679379921259838</c:v>
                </c:pt>
                <c:pt idx="3449">
                  <c:v>0.5171013779527559</c:v>
                </c:pt>
                <c:pt idx="3450">
                  <c:v>0.5171013779527559</c:v>
                </c:pt>
                <c:pt idx="3451">
                  <c:v>0.51740895669291342</c:v>
                </c:pt>
                <c:pt idx="3452">
                  <c:v>0.51740895669291342</c:v>
                </c:pt>
                <c:pt idx="3453">
                  <c:v>0.51771653543307083</c:v>
                </c:pt>
                <c:pt idx="3454">
                  <c:v>0.51771653543307083</c:v>
                </c:pt>
                <c:pt idx="3455">
                  <c:v>0.51799335629921262</c:v>
                </c:pt>
                <c:pt idx="3456">
                  <c:v>0.51799335629921262</c:v>
                </c:pt>
                <c:pt idx="3457">
                  <c:v>0.51830093503937003</c:v>
                </c:pt>
                <c:pt idx="3458">
                  <c:v>0.51830093503937003</c:v>
                </c:pt>
                <c:pt idx="3459">
                  <c:v>0.51860851377952755</c:v>
                </c:pt>
                <c:pt idx="3460">
                  <c:v>0.51860851377952755</c:v>
                </c:pt>
                <c:pt idx="3461">
                  <c:v>0.51891609251968507</c:v>
                </c:pt>
                <c:pt idx="3462">
                  <c:v>0.51891609251968507</c:v>
                </c:pt>
                <c:pt idx="3463">
                  <c:v>0.51919291338582674</c:v>
                </c:pt>
                <c:pt idx="3464">
                  <c:v>0.51919291338582674</c:v>
                </c:pt>
                <c:pt idx="3465">
                  <c:v>0.51950049212598426</c:v>
                </c:pt>
                <c:pt idx="3466">
                  <c:v>0.51950049212598426</c:v>
                </c:pt>
                <c:pt idx="3467">
                  <c:v>0.51980807086614178</c:v>
                </c:pt>
                <c:pt idx="3468">
                  <c:v>0.51980807086614178</c:v>
                </c:pt>
                <c:pt idx="3469">
                  <c:v>0.52011564960629919</c:v>
                </c:pt>
                <c:pt idx="3470">
                  <c:v>0.52011564960629919</c:v>
                </c:pt>
                <c:pt idx="3471">
                  <c:v>0.52039247047244097</c:v>
                </c:pt>
                <c:pt idx="3472">
                  <c:v>0.52039247047244097</c:v>
                </c:pt>
                <c:pt idx="3473">
                  <c:v>0.52070004921259838</c:v>
                </c:pt>
                <c:pt idx="3474">
                  <c:v>0.52070004921259838</c:v>
                </c:pt>
                <c:pt idx="3475">
                  <c:v>0.5210076279527559</c:v>
                </c:pt>
                <c:pt idx="3476">
                  <c:v>0.5210076279527559</c:v>
                </c:pt>
                <c:pt idx="3477">
                  <c:v>0.52131520669291342</c:v>
                </c:pt>
                <c:pt idx="3478">
                  <c:v>0.52131520669291342</c:v>
                </c:pt>
                <c:pt idx="3479">
                  <c:v>0.52159202755905509</c:v>
                </c:pt>
                <c:pt idx="3480">
                  <c:v>0.52159202755905509</c:v>
                </c:pt>
                <c:pt idx="3481">
                  <c:v>0.52189960629921262</c:v>
                </c:pt>
                <c:pt idx="3482">
                  <c:v>0.52189960629921262</c:v>
                </c:pt>
                <c:pt idx="3483">
                  <c:v>0.52220718503937003</c:v>
                </c:pt>
                <c:pt idx="3484">
                  <c:v>0.52220718503937003</c:v>
                </c:pt>
                <c:pt idx="3485">
                  <c:v>0.52251476377952755</c:v>
                </c:pt>
                <c:pt idx="3486">
                  <c:v>0.52251476377952755</c:v>
                </c:pt>
                <c:pt idx="3487">
                  <c:v>0.52279158464566933</c:v>
                </c:pt>
                <c:pt idx="3488">
                  <c:v>0.52279158464566933</c:v>
                </c:pt>
                <c:pt idx="3489">
                  <c:v>0.52309916338582674</c:v>
                </c:pt>
                <c:pt idx="3490">
                  <c:v>0.52309916338582674</c:v>
                </c:pt>
                <c:pt idx="3491">
                  <c:v>0.52340674212598426</c:v>
                </c:pt>
                <c:pt idx="3492">
                  <c:v>0.52340674212598426</c:v>
                </c:pt>
                <c:pt idx="3493">
                  <c:v>0.52371432086614178</c:v>
                </c:pt>
                <c:pt idx="3494">
                  <c:v>0.52371432086614178</c:v>
                </c:pt>
                <c:pt idx="3495">
                  <c:v>0.52399114173228345</c:v>
                </c:pt>
                <c:pt idx="3496">
                  <c:v>0.52399114173228345</c:v>
                </c:pt>
                <c:pt idx="3497">
                  <c:v>0.52429872047244097</c:v>
                </c:pt>
                <c:pt idx="3498">
                  <c:v>0.52429872047244097</c:v>
                </c:pt>
                <c:pt idx="3499">
                  <c:v>0.52460629921259838</c:v>
                </c:pt>
                <c:pt idx="3500">
                  <c:v>0.52460629921259838</c:v>
                </c:pt>
                <c:pt idx="3501">
                  <c:v>0.5249138779527559</c:v>
                </c:pt>
                <c:pt idx="3502">
                  <c:v>0.5249138779527559</c:v>
                </c:pt>
                <c:pt idx="3503">
                  <c:v>0.52519069881889768</c:v>
                </c:pt>
                <c:pt idx="3504">
                  <c:v>0.52519069881889768</c:v>
                </c:pt>
                <c:pt idx="3505">
                  <c:v>0.52549827755905509</c:v>
                </c:pt>
                <c:pt idx="3506">
                  <c:v>0.52549827755905509</c:v>
                </c:pt>
                <c:pt idx="3507">
                  <c:v>0.52580585629921262</c:v>
                </c:pt>
                <c:pt idx="3508">
                  <c:v>0.52580585629921262</c:v>
                </c:pt>
                <c:pt idx="3509">
                  <c:v>0.52611343503937003</c:v>
                </c:pt>
                <c:pt idx="3510">
                  <c:v>0.52611343503937003</c:v>
                </c:pt>
                <c:pt idx="3511">
                  <c:v>0.52639025590551181</c:v>
                </c:pt>
                <c:pt idx="3512">
                  <c:v>0.52639025590551181</c:v>
                </c:pt>
                <c:pt idx="3513">
                  <c:v>0.52669783464566933</c:v>
                </c:pt>
                <c:pt idx="3514">
                  <c:v>0.52669783464566933</c:v>
                </c:pt>
                <c:pt idx="3515">
                  <c:v>0.52700541338582674</c:v>
                </c:pt>
                <c:pt idx="3516">
                  <c:v>0.52700541338582674</c:v>
                </c:pt>
                <c:pt idx="3517">
                  <c:v>0.52731299212598426</c:v>
                </c:pt>
                <c:pt idx="3518">
                  <c:v>0.52731299212598426</c:v>
                </c:pt>
                <c:pt idx="3519">
                  <c:v>0.52758981299212604</c:v>
                </c:pt>
                <c:pt idx="3520">
                  <c:v>0.52758981299212604</c:v>
                </c:pt>
                <c:pt idx="3521">
                  <c:v>0.52789739173228345</c:v>
                </c:pt>
                <c:pt idx="3522">
                  <c:v>0.52789739173228345</c:v>
                </c:pt>
                <c:pt idx="3523">
                  <c:v>0.52820497047244097</c:v>
                </c:pt>
                <c:pt idx="3524">
                  <c:v>0.52820497047244097</c:v>
                </c:pt>
                <c:pt idx="3525">
                  <c:v>0.52851254921259838</c:v>
                </c:pt>
                <c:pt idx="3526">
                  <c:v>0.52851254921259838</c:v>
                </c:pt>
                <c:pt idx="3527">
                  <c:v>0.5288201279527559</c:v>
                </c:pt>
                <c:pt idx="3528">
                  <c:v>0.5288201279527559</c:v>
                </c:pt>
                <c:pt idx="3529">
                  <c:v>0.52909694881889768</c:v>
                </c:pt>
                <c:pt idx="3530">
                  <c:v>0.52909694881889768</c:v>
                </c:pt>
                <c:pt idx="3531">
                  <c:v>0.52940452755905509</c:v>
                </c:pt>
                <c:pt idx="3532">
                  <c:v>0.52940452755905509</c:v>
                </c:pt>
                <c:pt idx="3533">
                  <c:v>0.52971210629921262</c:v>
                </c:pt>
                <c:pt idx="3534">
                  <c:v>0.52971210629921262</c:v>
                </c:pt>
                <c:pt idx="3535">
                  <c:v>0.53001968503937003</c:v>
                </c:pt>
                <c:pt idx="3536">
                  <c:v>0.53001968503937003</c:v>
                </c:pt>
                <c:pt idx="3537">
                  <c:v>0.53029650590551181</c:v>
                </c:pt>
                <c:pt idx="3538">
                  <c:v>0.53029650590551181</c:v>
                </c:pt>
                <c:pt idx="3539">
                  <c:v>0.53060408464566933</c:v>
                </c:pt>
                <c:pt idx="3540">
                  <c:v>0.53060408464566933</c:v>
                </c:pt>
                <c:pt idx="3541">
                  <c:v>0.53091166338582674</c:v>
                </c:pt>
                <c:pt idx="3542">
                  <c:v>0.53091166338582674</c:v>
                </c:pt>
                <c:pt idx="3543">
                  <c:v>0.53121924212598426</c:v>
                </c:pt>
                <c:pt idx="3544">
                  <c:v>0.53121924212598426</c:v>
                </c:pt>
                <c:pt idx="3545">
                  <c:v>0.53149606299212604</c:v>
                </c:pt>
                <c:pt idx="3546">
                  <c:v>0.53149606299212604</c:v>
                </c:pt>
                <c:pt idx="3547">
                  <c:v>0.53180364173228345</c:v>
                </c:pt>
                <c:pt idx="3548">
                  <c:v>0.53180364173228345</c:v>
                </c:pt>
                <c:pt idx="3549">
                  <c:v>0.53211122047244097</c:v>
                </c:pt>
                <c:pt idx="3550">
                  <c:v>0.53211122047244097</c:v>
                </c:pt>
                <c:pt idx="3551">
                  <c:v>0.53241879921259838</c:v>
                </c:pt>
                <c:pt idx="3552">
                  <c:v>0.53241879921259838</c:v>
                </c:pt>
                <c:pt idx="3553">
                  <c:v>0.53269562007874016</c:v>
                </c:pt>
                <c:pt idx="3554">
                  <c:v>0.53269562007874016</c:v>
                </c:pt>
                <c:pt idx="3555">
                  <c:v>0.53300319881889768</c:v>
                </c:pt>
                <c:pt idx="3556">
                  <c:v>0.53300319881889768</c:v>
                </c:pt>
                <c:pt idx="3557">
                  <c:v>0.53331077755905509</c:v>
                </c:pt>
                <c:pt idx="3558">
                  <c:v>0.53331077755905509</c:v>
                </c:pt>
                <c:pt idx="3559">
                  <c:v>0.53361835629921262</c:v>
                </c:pt>
                <c:pt idx="3560">
                  <c:v>0.53361835629921262</c:v>
                </c:pt>
                <c:pt idx="3561">
                  <c:v>0.53389517716535428</c:v>
                </c:pt>
                <c:pt idx="3562">
                  <c:v>0.53389517716535428</c:v>
                </c:pt>
                <c:pt idx="3563">
                  <c:v>0.53420275590551181</c:v>
                </c:pt>
                <c:pt idx="3564">
                  <c:v>0.53420275590551181</c:v>
                </c:pt>
                <c:pt idx="3565">
                  <c:v>0.53451033464566933</c:v>
                </c:pt>
                <c:pt idx="3566">
                  <c:v>0.53451033464566933</c:v>
                </c:pt>
                <c:pt idx="3567">
                  <c:v>0.53481791338582674</c:v>
                </c:pt>
                <c:pt idx="3568">
                  <c:v>0.53481791338582674</c:v>
                </c:pt>
                <c:pt idx="3569">
                  <c:v>0.53509473425196852</c:v>
                </c:pt>
                <c:pt idx="3570">
                  <c:v>0.53509473425196852</c:v>
                </c:pt>
                <c:pt idx="3571">
                  <c:v>0.53540231299212604</c:v>
                </c:pt>
                <c:pt idx="3572">
                  <c:v>0.53540231299212604</c:v>
                </c:pt>
                <c:pt idx="3573">
                  <c:v>0.53570989173228345</c:v>
                </c:pt>
                <c:pt idx="3574">
                  <c:v>0.53570989173228345</c:v>
                </c:pt>
                <c:pt idx="3575">
                  <c:v>0.53601747047244097</c:v>
                </c:pt>
                <c:pt idx="3576">
                  <c:v>0.53601747047244097</c:v>
                </c:pt>
                <c:pt idx="3577">
                  <c:v>0.53629429133858264</c:v>
                </c:pt>
                <c:pt idx="3578">
                  <c:v>0.53629429133858264</c:v>
                </c:pt>
                <c:pt idx="3579">
                  <c:v>0.53660187007874016</c:v>
                </c:pt>
                <c:pt idx="3580">
                  <c:v>0.53660187007874016</c:v>
                </c:pt>
                <c:pt idx="3581">
                  <c:v>0.53690944881889768</c:v>
                </c:pt>
                <c:pt idx="3582">
                  <c:v>0.53690944881889768</c:v>
                </c:pt>
                <c:pt idx="3583">
                  <c:v>0.53721702755905509</c:v>
                </c:pt>
                <c:pt idx="3584">
                  <c:v>0.53721702755905509</c:v>
                </c:pt>
                <c:pt idx="3585">
                  <c:v>0.53749384842519687</c:v>
                </c:pt>
                <c:pt idx="3586">
                  <c:v>0.53749384842519687</c:v>
                </c:pt>
                <c:pt idx="3587">
                  <c:v>0.53780142716535428</c:v>
                </c:pt>
                <c:pt idx="3588">
                  <c:v>0.53780142716535428</c:v>
                </c:pt>
                <c:pt idx="3589">
                  <c:v>0.53810900590551181</c:v>
                </c:pt>
                <c:pt idx="3590">
                  <c:v>0.53810900590551181</c:v>
                </c:pt>
                <c:pt idx="3591">
                  <c:v>0.53841658464566933</c:v>
                </c:pt>
                <c:pt idx="3592">
                  <c:v>0.53841658464566933</c:v>
                </c:pt>
                <c:pt idx="3593">
                  <c:v>0.538693405511811</c:v>
                </c:pt>
                <c:pt idx="3594">
                  <c:v>0.538693405511811</c:v>
                </c:pt>
                <c:pt idx="3595">
                  <c:v>0.53900098425196852</c:v>
                </c:pt>
                <c:pt idx="3596">
                  <c:v>0.53900098425196852</c:v>
                </c:pt>
                <c:pt idx="3597">
                  <c:v>0.53930856299212604</c:v>
                </c:pt>
                <c:pt idx="3598">
                  <c:v>0.53930856299212604</c:v>
                </c:pt>
                <c:pt idx="3599">
                  <c:v>0.53961614173228345</c:v>
                </c:pt>
                <c:pt idx="3600">
                  <c:v>0.53961614173228345</c:v>
                </c:pt>
                <c:pt idx="3601">
                  <c:v>0.53989296259842523</c:v>
                </c:pt>
                <c:pt idx="3602">
                  <c:v>0.53989296259842523</c:v>
                </c:pt>
                <c:pt idx="3603">
                  <c:v>0.54020054133858264</c:v>
                </c:pt>
                <c:pt idx="3604">
                  <c:v>0.54020054133858264</c:v>
                </c:pt>
                <c:pt idx="3605">
                  <c:v>0.54050812007874016</c:v>
                </c:pt>
                <c:pt idx="3606">
                  <c:v>0.54050812007874016</c:v>
                </c:pt>
                <c:pt idx="3607">
                  <c:v>0.54081569881889768</c:v>
                </c:pt>
                <c:pt idx="3608">
                  <c:v>0.54081569881889768</c:v>
                </c:pt>
                <c:pt idx="3609">
                  <c:v>0.54109251968503935</c:v>
                </c:pt>
                <c:pt idx="3610">
                  <c:v>0.54109251968503935</c:v>
                </c:pt>
                <c:pt idx="3611">
                  <c:v>0.54140009842519687</c:v>
                </c:pt>
                <c:pt idx="3612">
                  <c:v>0.54140009842519687</c:v>
                </c:pt>
                <c:pt idx="3613">
                  <c:v>0.54170767716535428</c:v>
                </c:pt>
                <c:pt idx="3614">
                  <c:v>0.54170767716535428</c:v>
                </c:pt>
                <c:pt idx="3615">
                  <c:v>0.54201525590551181</c:v>
                </c:pt>
                <c:pt idx="3616">
                  <c:v>0.54201525590551181</c:v>
                </c:pt>
                <c:pt idx="3617">
                  <c:v>0.54229207677165359</c:v>
                </c:pt>
                <c:pt idx="3618">
                  <c:v>0.54229207677165359</c:v>
                </c:pt>
                <c:pt idx="3619">
                  <c:v>0.542599655511811</c:v>
                </c:pt>
                <c:pt idx="3620">
                  <c:v>0.542599655511811</c:v>
                </c:pt>
                <c:pt idx="3621">
                  <c:v>0.54290723425196852</c:v>
                </c:pt>
                <c:pt idx="3622">
                  <c:v>0.54290723425196852</c:v>
                </c:pt>
                <c:pt idx="3623">
                  <c:v>0.54321481299212604</c:v>
                </c:pt>
                <c:pt idx="3624">
                  <c:v>0.54321481299212604</c:v>
                </c:pt>
                <c:pt idx="3625">
                  <c:v>0.54349163385826771</c:v>
                </c:pt>
                <c:pt idx="3626">
                  <c:v>0.54349163385826771</c:v>
                </c:pt>
                <c:pt idx="3627">
                  <c:v>0.54379921259842523</c:v>
                </c:pt>
                <c:pt idx="3628">
                  <c:v>0.54379921259842523</c:v>
                </c:pt>
                <c:pt idx="3629">
                  <c:v>0.54410679133858264</c:v>
                </c:pt>
                <c:pt idx="3630">
                  <c:v>0.54410679133858264</c:v>
                </c:pt>
                <c:pt idx="3631">
                  <c:v>0.54441437007874016</c:v>
                </c:pt>
                <c:pt idx="3632">
                  <c:v>0.54441437007874016</c:v>
                </c:pt>
                <c:pt idx="3633">
                  <c:v>0.54469119094488194</c:v>
                </c:pt>
                <c:pt idx="3634">
                  <c:v>0.54469119094488194</c:v>
                </c:pt>
                <c:pt idx="3635">
                  <c:v>0.54499876968503935</c:v>
                </c:pt>
                <c:pt idx="3636">
                  <c:v>0.54499876968503935</c:v>
                </c:pt>
                <c:pt idx="3637">
                  <c:v>0.54530634842519687</c:v>
                </c:pt>
                <c:pt idx="3638">
                  <c:v>0.54530634842519687</c:v>
                </c:pt>
                <c:pt idx="3639">
                  <c:v>0.54561392716535428</c:v>
                </c:pt>
                <c:pt idx="3640">
                  <c:v>0.54561392716535428</c:v>
                </c:pt>
                <c:pt idx="3641">
                  <c:v>0.54589074803149606</c:v>
                </c:pt>
                <c:pt idx="3642">
                  <c:v>0.54589074803149606</c:v>
                </c:pt>
                <c:pt idx="3643">
                  <c:v>0.54619832677165359</c:v>
                </c:pt>
                <c:pt idx="3644">
                  <c:v>0.54619832677165359</c:v>
                </c:pt>
                <c:pt idx="3645">
                  <c:v>0.546505905511811</c:v>
                </c:pt>
                <c:pt idx="3646">
                  <c:v>0.546505905511811</c:v>
                </c:pt>
                <c:pt idx="3647">
                  <c:v>0.54681348425196852</c:v>
                </c:pt>
                <c:pt idx="3648">
                  <c:v>0.54681348425196852</c:v>
                </c:pt>
                <c:pt idx="3649">
                  <c:v>0.54709030511811019</c:v>
                </c:pt>
                <c:pt idx="3650">
                  <c:v>0.54709030511811019</c:v>
                </c:pt>
                <c:pt idx="3651">
                  <c:v>0.54739788385826771</c:v>
                </c:pt>
                <c:pt idx="3652">
                  <c:v>0.54739788385826771</c:v>
                </c:pt>
                <c:pt idx="3653">
                  <c:v>0.54770546259842523</c:v>
                </c:pt>
                <c:pt idx="3654">
                  <c:v>0.54770546259842523</c:v>
                </c:pt>
                <c:pt idx="3655">
                  <c:v>0.54801304133858264</c:v>
                </c:pt>
                <c:pt idx="3656">
                  <c:v>0.54801304133858264</c:v>
                </c:pt>
                <c:pt idx="3657">
                  <c:v>0.54828986220472442</c:v>
                </c:pt>
                <c:pt idx="3658">
                  <c:v>0.54828986220472442</c:v>
                </c:pt>
                <c:pt idx="3659">
                  <c:v>0.54859744094488194</c:v>
                </c:pt>
                <c:pt idx="3660">
                  <c:v>0.54859744094488194</c:v>
                </c:pt>
                <c:pt idx="3661">
                  <c:v>0.54890501968503935</c:v>
                </c:pt>
                <c:pt idx="3662">
                  <c:v>0.54890501968503935</c:v>
                </c:pt>
                <c:pt idx="3663">
                  <c:v>0.54921259842519687</c:v>
                </c:pt>
                <c:pt idx="3664">
                  <c:v>0.54921259842519687</c:v>
                </c:pt>
                <c:pt idx="3665">
                  <c:v>0.54948941929133854</c:v>
                </c:pt>
                <c:pt idx="3666">
                  <c:v>0.54948941929133854</c:v>
                </c:pt>
                <c:pt idx="3667">
                  <c:v>0.54979699803149606</c:v>
                </c:pt>
                <c:pt idx="3668">
                  <c:v>0.54979699803149606</c:v>
                </c:pt>
                <c:pt idx="3669">
                  <c:v>0.55010457677165359</c:v>
                </c:pt>
                <c:pt idx="3670">
                  <c:v>0.55010457677165359</c:v>
                </c:pt>
                <c:pt idx="3671">
                  <c:v>0.550412155511811</c:v>
                </c:pt>
                <c:pt idx="3672">
                  <c:v>0.550412155511811</c:v>
                </c:pt>
                <c:pt idx="3673">
                  <c:v>0.55068897637795278</c:v>
                </c:pt>
                <c:pt idx="3674">
                  <c:v>0.55068897637795278</c:v>
                </c:pt>
                <c:pt idx="3675">
                  <c:v>0.55099655511811019</c:v>
                </c:pt>
                <c:pt idx="3676">
                  <c:v>0.55099655511811019</c:v>
                </c:pt>
                <c:pt idx="3677">
                  <c:v>0.55130413385826771</c:v>
                </c:pt>
                <c:pt idx="3678">
                  <c:v>0.55130413385826771</c:v>
                </c:pt>
                <c:pt idx="3679">
                  <c:v>0.55161171259842523</c:v>
                </c:pt>
                <c:pt idx="3680">
                  <c:v>0.55161171259842523</c:v>
                </c:pt>
                <c:pt idx="3681">
                  <c:v>0.5518885334645669</c:v>
                </c:pt>
                <c:pt idx="3682">
                  <c:v>0.5518885334645669</c:v>
                </c:pt>
                <c:pt idx="3683">
                  <c:v>0.55219611220472442</c:v>
                </c:pt>
                <c:pt idx="3684">
                  <c:v>0.55219611220472442</c:v>
                </c:pt>
                <c:pt idx="3685">
                  <c:v>0.55250369094488194</c:v>
                </c:pt>
                <c:pt idx="3686">
                  <c:v>0.55250369094488194</c:v>
                </c:pt>
                <c:pt idx="3687">
                  <c:v>0.55281126968503935</c:v>
                </c:pt>
                <c:pt idx="3688">
                  <c:v>0.55281126968503935</c:v>
                </c:pt>
                <c:pt idx="3689">
                  <c:v>0.55308809055118113</c:v>
                </c:pt>
                <c:pt idx="3690">
                  <c:v>0.55308809055118113</c:v>
                </c:pt>
                <c:pt idx="3691">
                  <c:v>0.55339566929133854</c:v>
                </c:pt>
                <c:pt idx="3692">
                  <c:v>0.55339566929133854</c:v>
                </c:pt>
                <c:pt idx="3693">
                  <c:v>0.55370324803149606</c:v>
                </c:pt>
                <c:pt idx="3694">
                  <c:v>0.55370324803149606</c:v>
                </c:pt>
                <c:pt idx="3695">
                  <c:v>0.55401082677165359</c:v>
                </c:pt>
                <c:pt idx="3696">
                  <c:v>0.55401082677165359</c:v>
                </c:pt>
                <c:pt idx="3697">
                  <c:v>0.55428764763779526</c:v>
                </c:pt>
                <c:pt idx="3698">
                  <c:v>0.55428764763779526</c:v>
                </c:pt>
                <c:pt idx="3699">
                  <c:v>0.55459522637795278</c:v>
                </c:pt>
                <c:pt idx="3700">
                  <c:v>0.55459522637795278</c:v>
                </c:pt>
                <c:pt idx="3701">
                  <c:v>0.55490280511811019</c:v>
                </c:pt>
                <c:pt idx="3702">
                  <c:v>0.55490280511811019</c:v>
                </c:pt>
                <c:pt idx="3703">
                  <c:v>0.55521038385826771</c:v>
                </c:pt>
                <c:pt idx="3704">
                  <c:v>0.55521038385826771</c:v>
                </c:pt>
                <c:pt idx="3705">
                  <c:v>0.55548720472440949</c:v>
                </c:pt>
                <c:pt idx="3706">
                  <c:v>0.55548720472440949</c:v>
                </c:pt>
                <c:pt idx="3707">
                  <c:v>0.5557947834645669</c:v>
                </c:pt>
                <c:pt idx="3708">
                  <c:v>0.5557947834645669</c:v>
                </c:pt>
                <c:pt idx="3709">
                  <c:v>0.55610236220472442</c:v>
                </c:pt>
                <c:pt idx="3710">
                  <c:v>0.55610236220472442</c:v>
                </c:pt>
                <c:pt idx="3711">
                  <c:v>0.55640994094488194</c:v>
                </c:pt>
                <c:pt idx="3712">
                  <c:v>0.55640994094488194</c:v>
                </c:pt>
                <c:pt idx="3713">
                  <c:v>0.55668676181102361</c:v>
                </c:pt>
                <c:pt idx="3714">
                  <c:v>0.55668676181102361</c:v>
                </c:pt>
                <c:pt idx="3715">
                  <c:v>0.55699434055118113</c:v>
                </c:pt>
                <c:pt idx="3716">
                  <c:v>0.55699434055118113</c:v>
                </c:pt>
                <c:pt idx="3717">
                  <c:v>0.55730191929133854</c:v>
                </c:pt>
                <c:pt idx="3718">
                  <c:v>0.55730191929133854</c:v>
                </c:pt>
                <c:pt idx="3719">
                  <c:v>0.55760949803149606</c:v>
                </c:pt>
                <c:pt idx="3720">
                  <c:v>0.55760949803149606</c:v>
                </c:pt>
                <c:pt idx="3721">
                  <c:v>0.55788631889763785</c:v>
                </c:pt>
                <c:pt idx="3722">
                  <c:v>0.55788631889763785</c:v>
                </c:pt>
                <c:pt idx="3723">
                  <c:v>0.55819389763779526</c:v>
                </c:pt>
                <c:pt idx="3724">
                  <c:v>0.55819389763779526</c:v>
                </c:pt>
                <c:pt idx="3725">
                  <c:v>0.55850147637795278</c:v>
                </c:pt>
                <c:pt idx="3726">
                  <c:v>0.55850147637795278</c:v>
                </c:pt>
                <c:pt idx="3727">
                  <c:v>0.55880905511811019</c:v>
                </c:pt>
                <c:pt idx="3728">
                  <c:v>0.55880905511811019</c:v>
                </c:pt>
                <c:pt idx="3729">
                  <c:v>0.55908587598425197</c:v>
                </c:pt>
                <c:pt idx="3730">
                  <c:v>0.55908587598425197</c:v>
                </c:pt>
                <c:pt idx="3731">
                  <c:v>0.55939345472440949</c:v>
                </c:pt>
                <c:pt idx="3732">
                  <c:v>0.55939345472440949</c:v>
                </c:pt>
                <c:pt idx="3733">
                  <c:v>0.5597010334645669</c:v>
                </c:pt>
                <c:pt idx="3734">
                  <c:v>0.5597010334645669</c:v>
                </c:pt>
                <c:pt idx="3735">
                  <c:v>0.56000861220472442</c:v>
                </c:pt>
                <c:pt idx="3736">
                  <c:v>0.56000861220472442</c:v>
                </c:pt>
                <c:pt idx="3737">
                  <c:v>0.56028543307086609</c:v>
                </c:pt>
                <c:pt idx="3738">
                  <c:v>0.56028543307086609</c:v>
                </c:pt>
                <c:pt idx="3739">
                  <c:v>0.56059301181102361</c:v>
                </c:pt>
                <c:pt idx="3740">
                  <c:v>0.56059301181102361</c:v>
                </c:pt>
                <c:pt idx="3741">
                  <c:v>0.56090059055118113</c:v>
                </c:pt>
                <c:pt idx="3742">
                  <c:v>0.56090059055118113</c:v>
                </c:pt>
                <c:pt idx="3743">
                  <c:v>0.56120816929133854</c:v>
                </c:pt>
                <c:pt idx="3744">
                  <c:v>0.56120816929133854</c:v>
                </c:pt>
                <c:pt idx="3745">
                  <c:v>0.56148499015748032</c:v>
                </c:pt>
                <c:pt idx="3746">
                  <c:v>0.56148499015748032</c:v>
                </c:pt>
                <c:pt idx="3747">
                  <c:v>0.56179256889763785</c:v>
                </c:pt>
                <c:pt idx="3748">
                  <c:v>0.56179256889763785</c:v>
                </c:pt>
                <c:pt idx="3749">
                  <c:v>0.56210014763779526</c:v>
                </c:pt>
                <c:pt idx="3750">
                  <c:v>0.56210014763779526</c:v>
                </c:pt>
                <c:pt idx="3751">
                  <c:v>0.56240772637795278</c:v>
                </c:pt>
                <c:pt idx="3752">
                  <c:v>0.56240772637795278</c:v>
                </c:pt>
                <c:pt idx="3753">
                  <c:v>0.56268454724409445</c:v>
                </c:pt>
                <c:pt idx="3754">
                  <c:v>0.56268454724409445</c:v>
                </c:pt>
                <c:pt idx="3755">
                  <c:v>0.56299212598425197</c:v>
                </c:pt>
                <c:pt idx="3756">
                  <c:v>0.56299212598425197</c:v>
                </c:pt>
                <c:pt idx="3757">
                  <c:v>0.56329970472440949</c:v>
                </c:pt>
                <c:pt idx="3758">
                  <c:v>0.56329970472440949</c:v>
                </c:pt>
                <c:pt idx="3759">
                  <c:v>0.5636072834645669</c:v>
                </c:pt>
                <c:pt idx="3760">
                  <c:v>0.5636072834645669</c:v>
                </c:pt>
                <c:pt idx="3761">
                  <c:v>0.56391486220472442</c:v>
                </c:pt>
                <c:pt idx="3762">
                  <c:v>0.56391486220472442</c:v>
                </c:pt>
                <c:pt idx="3763">
                  <c:v>0.56419168307086609</c:v>
                </c:pt>
                <c:pt idx="3764">
                  <c:v>0.56419168307086609</c:v>
                </c:pt>
                <c:pt idx="3765">
                  <c:v>0.56449926181102361</c:v>
                </c:pt>
                <c:pt idx="3766">
                  <c:v>0.56449926181102361</c:v>
                </c:pt>
                <c:pt idx="3767">
                  <c:v>0.56480684055118113</c:v>
                </c:pt>
                <c:pt idx="3768">
                  <c:v>0.56480684055118113</c:v>
                </c:pt>
                <c:pt idx="3769">
                  <c:v>0.56511441929133854</c:v>
                </c:pt>
                <c:pt idx="3770">
                  <c:v>0.56511441929133854</c:v>
                </c:pt>
                <c:pt idx="3771">
                  <c:v>0.56539124015748032</c:v>
                </c:pt>
                <c:pt idx="3772">
                  <c:v>0.56539124015748032</c:v>
                </c:pt>
                <c:pt idx="3773">
                  <c:v>0.56569881889763785</c:v>
                </c:pt>
                <c:pt idx="3774">
                  <c:v>0.56569881889763785</c:v>
                </c:pt>
                <c:pt idx="3775">
                  <c:v>0.56600639763779526</c:v>
                </c:pt>
                <c:pt idx="3776">
                  <c:v>0.56600639763779526</c:v>
                </c:pt>
                <c:pt idx="3777">
                  <c:v>0.56631397637795278</c:v>
                </c:pt>
                <c:pt idx="3778">
                  <c:v>0.56631397637795278</c:v>
                </c:pt>
                <c:pt idx="3779">
                  <c:v>0.56659079724409445</c:v>
                </c:pt>
                <c:pt idx="3780">
                  <c:v>0.56659079724409445</c:v>
                </c:pt>
                <c:pt idx="3781">
                  <c:v>0.56689837598425197</c:v>
                </c:pt>
                <c:pt idx="3782">
                  <c:v>0.56689837598425197</c:v>
                </c:pt>
                <c:pt idx="3783">
                  <c:v>0.56720595472440949</c:v>
                </c:pt>
                <c:pt idx="3784">
                  <c:v>0.56720595472440949</c:v>
                </c:pt>
                <c:pt idx="3785">
                  <c:v>0.5675135334645669</c:v>
                </c:pt>
                <c:pt idx="3786">
                  <c:v>0.5675135334645669</c:v>
                </c:pt>
                <c:pt idx="3787">
                  <c:v>0.56779035433070868</c:v>
                </c:pt>
                <c:pt idx="3788">
                  <c:v>0.56779035433070868</c:v>
                </c:pt>
                <c:pt idx="3789">
                  <c:v>0.56809793307086609</c:v>
                </c:pt>
                <c:pt idx="3790">
                  <c:v>0.56809793307086609</c:v>
                </c:pt>
                <c:pt idx="3791">
                  <c:v>0.56840551181102361</c:v>
                </c:pt>
                <c:pt idx="3792">
                  <c:v>0.56840551181102361</c:v>
                </c:pt>
                <c:pt idx="3793">
                  <c:v>0.56871309055118113</c:v>
                </c:pt>
                <c:pt idx="3794">
                  <c:v>0.56871309055118113</c:v>
                </c:pt>
                <c:pt idx="3795">
                  <c:v>0.5689899114173228</c:v>
                </c:pt>
                <c:pt idx="3796">
                  <c:v>0.5689899114173228</c:v>
                </c:pt>
                <c:pt idx="3797">
                  <c:v>0.56929749015748032</c:v>
                </c:pt>
                <c:pt idx="3798">
                  <c:v>0.56929749015748032</c:v>
                </c:pt>
                <c:pt idx="3799">
                  <c:v>0.56960506889763785</c:v>
                </c:pt>
                <c:pt idx="3800">
                  <c:v>0.56960506889763785</c:v>
                </c:pt>
                <c:pt idx="3801">
                  <c:v>0.56991264763779526</c:v>
                </c:pt>
                <c:pt idx="3802">
                  <c:v>0.56991264763779526</c:v>
                </c:pt>
                <c:pt idx="3803">
                  <c:v>0.57018946850393704</c:v>
                </c:pt>
                <c:pt idx="3804">
                  <c:v>0.57018946850393704</c:v>
                </c:pt>
                <c:pt idx="3805">
                  <c:v>0.57049704724409445</c:v>
                </c:pt>
                <c:pt idx="3806">
                  <c:v>0.57049704724409445</c:v>
                </c:pt>
                <c:pt idx="3807">
                  <c:v>0.57080462598425197</c:v>
                </c:pt>
                <c:pt idx="3808">
                  <c:v>0.57080462598425197</c:v>
                </c:pt>
                <c:pt idx="3809">
                  <c:v>0.57111220472440949</c:v>
                </c:pt>
                <c:pt idx="3810">
                  <c:v>0.57111220472440949</c:v>
                </c:pt>
                <c:pt idx="3811">
                  <c:v>0.57138902559055116</c:v>
                </c:pt>
                <c:pt idx="3812">
                  <c:v>0.57138902559055116</c:v>
                </c:pt>
                <c:pt idx="3813">
                  <c:v>0.57169660433070868</c:v>
                </c:pt>
                <c:pt idx="3814">
                  <c:v>0.57169660433070868</c:v>
                </c:pt>
                <c:pt idx="3815">
                  <c:v>0.57200418307086609</c:v>
                </c:pt>
                <c:pt idx="3816">
                  <c:v>0.57200418307086609</c:v>
                </c:pt>
                <c:pt idx="3817">
                  <c:v>0.57231176181102361</c:v>
                </c:pt>
                <c:pt idx="3818">
                  <c:v>0.57231176181102361</c:v>
                </c:pt>
                <c:pt idx="3819">
                  <c:v>0.57258858267716539</c:v>
                </c:pt>
                <c:pt idx="3820">
                  <c:v>0.57258858267716539</c:v>
                </c:pt>
                <c:pt idx="3821">
                  <c:v>0.5728961614173228</c:v>
                </c:pt>
                <c:pt idx="3822">
                  <c:v>0.5728961614173228</c:v>
                </c:pt>
                <c:pt idx="3823">
                  <c:v>0.57320374015748032</c:v>
                </c:pt>
                <c:pt idx="3824">
                  <c:v>0.57320374015748032</c:v>
                </c:pt>
                <c:pt idx="3825">
                  <c:v>0.57351131889763785</c:v>
                </c:pt>
                <c:pt idx="3826">
                  <c:v>0.57351131889763785</c:v>
                </c:pt>
                <c:pt idx="3827">
                  <c:v>0.57378813976377951</c:v>
                </c:pt>
                <c:pt idx="3828">
                  <c:v>0.57378813976377951</c:v>
                </c:pt>
                <c:pt idx="3829">
                  <c:v>0.57409571850393704</c:v>
                </c:pt>
                <c:pt idx="3830">
                  <c:v>0.57409571850393704</c:v>
                </c:pt>
                <c:pt idx="3831">
                  <c:v>0.57440329724409445</c:v>
                </c:pt>
                <c:pt idx="3832">
                  <c:v>0.57440329724409445</c:v>
                </c:pt>
                <c:pt idx="3833">
                  <c:v>0.57471087598425197</c:v>
                </c:pt>
                <c:pt idx="3834">
                  <c:v>0.57471087598425197</c:v>
                </c:pt>
                <c:pt idx="3835">
                  <c:v>0.57498769685039375</c:v>
                </c:pt>
                <c:pt idx="3836">
                  <c:v>0.57498769685039375</c:v>
                </c:pt>
                <c:pt idx="3837">
                  <c:v>0.57529527559055116</c:v>
                </c:pt>
                <c:pt idx="3838">
                  <c:v>0.57529527559055116</c:v>
                </c:pt>
                <c:pt idx="3839">
                  <c:v>0.57560285433070868</c:v>
                </c:pt>
                <c:pt idx="3840">
                  <c:v>0.57560285433070868</c:v>
                </c:pt>
                <c:pt idx="3841">
                  <c:v>0.57591043307086609</c:v>
                </c:pt>
                <c:pt idx="3842">
                  <c:v>0.57591043307086609</c:v>
                </c:pt>
                <c:pt idx="3843">
                  <c:v>0.57618725393700787</c:v>
                </c:pt>
                <c:pt idx="3844">
                  <c:v>0.57618725393700787</c:v>
                </c:pt>
                <c:pt idx="3845">
                  <c:v>0.57649483267716539</c:v>
                </c:pt>
                <c:pt idx="3846">
                  <c:v>0.57649483267716539</c:v>
                </c:pt>
                <c:pt idx="3847">
                  <c:v>0.5768024114173228</c:v>
                </c:pt>
                <c:pt idx="3848">
                  <c:v>0.5768024114173228</c:v>
                </c:pt>
                <c:pt idx="3849">
                  <c:v>0.57710999015748032</c:v>
                </c:pt>
                <c:pt idx="3850">
                  <c:v>0.57710999015748032</c:v>
                </c:pt>
                <c:pt idx="3851">
                  <c:v>0.57738681102362199</c:v>
                </c:pt>
                <c:pt idx="3852">
                  <c:v>0.57738681102362199</c:v>
                </c:pt>
                <c:pt idx="3853">
                  <c:v>0.57769438976377951</c:v>
                </c:pt>
                <c:pt idx="3854">
                  <c:v>0.57769438976377951</c:v>
                </c:pt>
                <c:pt idx="3855">
                  <c:v>0.57800196850393704</c:v>
                </c:pt>
                <c:pt idx="3856">
                  <c:v>0.57800196850393704</c:v>
                </c:pt>
                <c:pt idx="3857">
                  <c:v>0.57830954724409445</c:v>
                </c:pt>
                <c:pt idx="3858">
                  <c:v>0.57830954724409445</c:v>
                </c:pt>
                <c:pt idx="3859">
                  <c:v>0.57858636811023623</c:v>
                </c:pt>
                <c:pt idx="3860">
                  <c:v>0.57858636811023623</c:v>
                </c:pt>
                <c:pt idx="3861">
                  <c:v>0.57889394685039375</c:v>
                </c:pt>
                <c:pt idx="3862">
                  <c:v>0.57889394685039375</c:v>
                </c:pt>
                <c:pt idx="3863">
                  <c:v>0.57920152559055116</c:v>
                </c:pt>
                <c:pt idx="3864">
                  <c:v>0.57920152559055116</c:v>
                </c:pt>
                <c:pt idx="3865">
                  <c:v>0.57950910433070868</c:v>
                </c:pt>
                <c:pt idx="3866">
                  <c:v>0.57950910433070868</c:v>
                </c:pt>
                <c:pt idx="3867">
                  <c:v>0.57978592519685035</c:v>
                </c:pt>
                <c:pt idx="3868">
                  <c:v>0.57978592519685035</c:v>
                </c:pt>
                <c:pt idx="3869">
                  <c:v>0.58009350393700787</c:v>
                </c:pt>
                <c:pt idx="3870">
                  <c:v>0.58009350393700787</c:v>
                </c:pt>
                <c:pt idx="3871">
                  <c:v>0.58040108267716539</c:v>
                </c:pt>
                <c:pt idx="3872">
                  <c:v>0.58040108267716539</c:v>
                </c:pt>
                <c:pt idx="3873">
                  <c:v>0.5807086614173228</c:v>
                </c:pt>
                <c:pt idx="3874">
                  <c:v>0.5807086614173228</c:v>
                </c:pt>
                <c:pt idx="3875">
                  <c:v>0.58098548228346458</c:v>
                </c:pt>
                <c:pt idx="3876">
                  <c:v>0.58098548228346458</c:v>
                </c:pt>
                <c:pt idx="3877">
                  <c:v>0.58129306102362199</c:v>
                </c:pt>
                <c:pt idx="3878">
                  <c:v>0.58129306102362199</c:v>
                </c:pt>
                <c:pt idx="3879">
                  <c:v>0.58160063976377951</c:v>
                </c:pt>
                <c:pt idx="3880">
                  <c:v>0.58160063976377951</c:v>
                </c:pt>
                <c:pt idx="3881">
                  <c:v>0.58190821850393704</c:v>
                </c:pt>
                <c:pt idx="3882">
                  <c:v>0.58190821850393704</c:v>
                </c:pt>
                <c:pt idx="3883">
                  <c:v>0.58218503937007871</c:v>
                </c:pt>
                <c:pt idx="3884">
                  <c:v>0.58218503937007871</c:v>
                </c:pt>
                <c:pt idx="3885">
                  <c:v>0.58249261811023623</c:v>
                </c:pt>
                <c:pt idx="3886">
                  <c:v>0.58249261811023623</c:v>
                </c:pt>
                <c:pt idx="3887">
                  <c:v>0.58280019685039375</c:v>
                </c:pt>
                <c:pt idx="3888">
                  <c:v>0.58280019685039375</c:v>
                </c:pt>
                <c:pt idx="3889">
                  <c:v>0.58310777559055116</c:v>
                </c:pt>
                <c:pt idx="3890">
                  <c:v>0.58310777559055116</c:v>
                </c:pt>
                <c:pt idx="3891">
                  <c:v>0.58338459645669294</c:v>
                </c:pt>
                <c:pt idx="3892">
                  <c:v>0.58338459645669294</c:v>
                </c:pt>
                <c:pt idx="3893">
                  <c:v>0.58369217519685035</c:v>
                </c:pt>
                <c:pt idx="3894">
                  <c:v>0.58369217519685035</c:v>
                </c:pt>
                <c:pt idx="3895">
                  <c:v>0.58399975393700787</c:v>
                </c:pt>
                <c:pt idx="3896">
                  <c:v>0.58399975393700787</c:v>
                </c:pt>
                <c:pt idx="3897">
                  <c:v>0.58430733267716539</c:v>
                </c:pt>
                <c:pt idx="3898">
                  <c:v>0.58430733267716539</c:v>
                </c:pt>
                <c:pt idx="3899">
                  <c:v>0.58458415354330706</c:v>
                </c:pt>
                <c:pt idx="3900">
                  <c:v>0.58458415354330706</c:v>
                </c:pt>
                <c:pt idx="3901">
                  <c:v>0.58489173228346458</c:v>
                </c:pt>
                <c:pt idx="3902">
                  <c:v>0.58489173228346458</c:v>
                </c:pt>
                <c:pt idx="3903">
                  <c:v>0.58519931102362199</c:v>
                </c:pt>
                <c:pt idx="3904">
                  <c:v>0.58519931102362199</c:v>
                </c:pt>
                <c:pt idx="3905">
                  <c:v>0.58550688976377951</c:v>
                </c:pt>
                <c:pt idx="3906">
                  <c:v>0.58550688976377951</c:v>
                </c:pt>
                <c:pt idx="3907">
                  <c:v>0.58578371062992129</c:v>
                </c:pt>
                <c:pt idx="3908">
                  <c:v>0.58578371062992129</c:v>
                </c:pt>
                <c:pt idx="3909">
                  <c:v>0.58609128937007871</c:v>
                </c:pt>
                <c:pt idx="3910">
                  <c:v>0.58609128937007871</c:v>
                </c:pt>
                <c:pt idx="3911">
                  <c:v>0.58639886811023623</c:v>
                </c:pt>
                <c:pt idx="3912">
                  <c:v>0.58639886811023623</c:v>
                </c:pt>
                <c:pt idx="3913">
                  <c:v>0.58670644685039375</c:v>
                </c:pt>
                <c:pt idx="3914">
                  <c:v>0.58670644685039375</c:v>
                </c:pt>
                <c:pt idx="3915">
                  <c:v>0.58698326771653542</c:v>
                </c:pt>
                <c:pt idx="3916">
                  <c:v>0.58698326771653542</c:v>
                </c:pt>
                <c:pt idx="3917">
                  <c:v>0.58729084645669294</c:v>
                </c:pt>
                <c:pt idx="3918">
                  <c:v>0.58729084645669294</c:v>
                </c:pt>
                <c:pt idx="3919">
                  <c:v>0.58759842519685035</c:v>
                </c:pt>
                <c:pt idx="3920">
                  <c:v>0.58759842519685035</c:v>
                </c:pt>
                <c:pt idx="3921">
                  <c:v>0.58790600393700787</c:v>
                </c:pt>
                <c:pt idx="3922">
                  <c:v>0.58790600393700787</c:v>
                </c:pt>
                <c:pt idx="3923">
                  <c:v>0.58818282480314965</c:v>
                </c:pt>
                <c:pt idx="3924">
                  <c:v>0.58818282480314965</c:v>
                </c:pt>
                <c:pt idx="3925">
                  <c:v>0.58849040354330706</c:v>
                </c:pt>
                <c:pt idx="3926">
                  <c:v>0.58849040354330706</c:v>
                </c:pt>
                <c:pt idx="3927">
                  <c:v>0.58879798228346458</c:v>
                </c:pt>
                <c:pt idx="3928">
                  <c:v>0.58879798228346458</c:v>
                </c:pt>
                <c:pt idx="3929">
                  <c:v>0.58910556102362199</c:v>
                </c:pt>
                <c:pt idx="3930">
                  <c:v>0.58910556102362199</c:v>
                </c:pt>
                <c:pt idx="3931">
                  <c:v>0.58938238188976377</c:v>
                </c:pt>
                <c:pt idx="3932">
                  <c:v>0.58938238188976377</c:v>
                </c:pt>
                <c:pt idx="3933">
                  <c:v>0.58968996062992129</c:v>
                </c:pt>
                <c:pt idx="3934">
                  <c:v>0.58968996062992129</c:v>
                </c:pt>
                <c:pt idx="3935">
                  <c:v>0.58999753937007871</c:v>
                </c:pt>
                <c:pt idx="3936">
                  <c:v>0.58999753937007871</c:v>
                </c:pt>
                <c:pt idx="3937">
                  <c:v>0.59030511811023623</c:v>
                </c:pt>
                <c:pt idx="3938">
                  <c:v>0.59030511811023623</c:v>
                </c:pt>
                <c:pt idx="3939">
                  <c:v>0.59058193897637801</c:v>
                </c:pt>
                <c:pt idx="3940">
                  <c:v>0.59058193897637801</c:v>
                </c:pt>
                <c:pt idx="3941">
                  <c:v>0.59088951771653542</c:v>
                </c:pt>
                <c:pt idx="3942">
                  <c:v>0.59088951771653542</c:v>
                </c:pt>
                <c:pt idx="3943">
                  <c:v>0.59119709645669294</c:v>
                </c:pt>
                <c:pt idx="3944">
                  <c:v>0.59119709645669294</c:v>
                </c:pt>
                <c:pt idx="3945">
                  <c:v>0.59150467519685035</c:v>
                </c:pt>
                <c:pt idx="3946">
                  <c:v>0.59150467519685035</c:v>
                </c:pt>
                <c:pt idx="3947">
                  <c:v>0.59178149606299213</c:v>
                </c:pt>
                <c:pt idx="3948">
                  <c:v>0.59178149606299213</c:v>
                </c:pt>
                <c:pt idx="3949">
                  <c:v>0.59208907480314965</c:v>
                </c:pt>
                <c:pt idx="3950">
                  <c:v>0.59208907480314965</c:v>
                </c:pt>
                <c:pt idx="3951">
                  <c:v>0.59239665354330706</c:v>
                </c:pt>
                <c:pt idx="3952">
                  <c:v>0.59239665354330706</c:v>
                </c:pt>
                <c:pt idx="3953">
                  <c:v>0.59270423228346458</c:v>
                </c:pt>
                <c:pt idx="3954">
                  <c:v>0.59270423228346458</c:v>
                </c:pt>
                <c:pt idx="3955">
                  <c:v>0.59298105314960625</c:v>
                </c:pt>
                <c:pt idx="3956">
                  <c:v>0.59298105314960625</c:v>
                </c:pt>
                <c:pt idx="3957">
                  <c:v>0.59328863188976377</c:v>
                </c:pt>
                <c:pt idx="3958">
                  <c:v>0.59328863188976377</c:v>
                </c:pt>
                <c:pt idx="3959">
                  <c:v>0.59359621062992129</c:v>
                </c:pt>
                <c:pt idx="3960">
                  <c:v>0.59359621062992129</c:v>
                </c:pt>
                <c:pt idx="3961">
                  <c:v>0.59390378937007871</c:v>
                </c:pt>
                <c:pt idx="3962">
                  <c:v>0.59390378937007871</c:v>
                </c:pt>
                <c:pt idx="3963">
                  <c:v>0.59418061023622049</c:v>
                </c:pt>
                <c:pt idx="3964">
                  <c:v>0.59418061023622049</c:v>
                </c:pt>
                <c:pt idx="3965">
                  <c:v>0.59448818897637801</c:v>
                </c:pt>
                <c:pt idx="3966">
                  <c:v>0.59448818897637801</c:v>
                </c:pt>
                <c:pt idx="3967">
                  <c:v>0.59479576771653542</c:v>
                </c:pt>
                <c:pt idx="3968">
                  <c:v>0.59479576771653542</c:v>
                </c:pt>
                <c:pt idx="3969">
                  <c:v>0.59510334645669294</c:v>
                </c:pt>
                <c:pt idx="3970">
                  <c:v>0.59510334645669294</c:v>
                </c:pt>
                <c:pt idx="3971">
                  <c:v>0.59538016732283461</c:v>
                </c:pt>
                <c:pt idx="3972">
                  <c:v>0.59538016732283461</c:v>
                </c:pt>
                <c:pt idx="3973">
                  <c:v>0.59568774606299213</c:v>
                </c:pt>
                <c:pt idx="3974">
                  <c:v>0.59568774606299213</c:v>
                </c:pt>
                <c:pt idx="3975">
                  <c:v>0.59599532480314965</c:v>
                </c:pt>
                <c:pt idx="3976">
                  <c:v>0.59599532480314965</c:v>
                </c:pt>
                <c:pt idx="3977">
                  <c:v>0.59630290354330706</c:v>
                </c:pt>
                <c:pt idx="3978">
                  <c:v>0.59630290354330706</c:v>
                </c:pt>
                <c:pt idx="3979">
                  <c:v>0.59657972440944884</c:v>
                </c:pt>
                <c:pt idx="3980">
                  <c:v>0.59657972440944884</c:v>
                </c:pt>
                <c:pt idx="3981">
                  <c:v>0.59688730314960625</c:v>
                </c:pt>
                <c:pt idx="3982">
                  <c:v>0.59688730314960625</c:v>
                </c:pt>
                <c:pt idx="3983">
                  <c:v>0.59719488188976377</c:v>
                </c:pt>
                <c:pt idx="3984">
                  <c:v>0.59719488188976377</c:v>
                </c:pt>
                <c:pt idx="3985">
                  <c:v>0.59750246062992129</c:v>
                </c:pt>
                <c:pt idx="3986">
                  <c:v>0.59750246062992129</c:v>
                </c:pt>
                <c:pt idx="3987">
                  <c:v>0.59777928149606296</c:v>
                </c:pt>
                <c:pt idx="3988">
                  <c:v>0.59777928149606296</c:v>
                </c:pt>
                <c:pt idx="3989">
                  <c:v>0.59808686023622049</c:v>
                </c:pt>
                <c:pt idx="3990">
                  <c:v>0.59808686023622049</c:v>
                </c:pt>
                <c:pt idx="3991">
                  <c:v>0.59839443897637801</c:v>
                </c:pt>
                <c:pt idx="3992">
                  <c:v>0.59839443897637801</c:v>
                </c:pt>
                <c:pt idx="3993">
                  <c:v>0.59870201771653542</c:v>
                </c:pt>
                <c:pt idx="3994">
                  <c:v>0.59870201771653542</c:v>
                </c:pt>
                <c:pt idx="3995">
                  <c:v>0.59900959645669294</c:v>
                </c:pt>
                <c:pt idx="3996">
                  <c:v>0.59900959645669294</c:v>
                </c:pt>
              </c:numCache>
            </c:numRef>
          </c:xVal>
          <c:yVal>
            <c:numRef>
              <c:f>データ!$E$2:$E$3998</c:f>
              <c:numCache>
                <c:formatCode>General</c:formatCode>
                <c:ptCount val="3997"/>
                <c:pt idx="0">
                  <c:v>1</c:v>
                </c:pt>
                <c:pt idx="1">
                  <c:v>1</c:v>
                </c:pt>
                <c:pt idx="2">
                  <c:v>1</c:v>
                </c:pt>
                <c:pt idx="3">
                  <c:v>1</c:v>
                </c:pt>
                <c:pt idx="4">
                  <c:v>1</c:v>
                </c:pt>
                <c:pt idx="5">
                  <c:v>1</c:v>
                </c:pt>
                <c:pt idx="6">
                  <c:v>1</c:v>
                </c:pt>
                <c:pt idx="7">
                  <c:v>1</c:v>
                </c:pt>
                <c:pt idx="8">
                  <c:v>1</c:v>
                </c:pt>
                <c:pt idx="9">
                  <c:v>1</c:v>
                </c:pt>
                <c:pt idx="10">
                  <c:v>1</c:v>
                </c:pt>
                <c:pt idx="11">
                  <c:v>1</c:v>
                </c:pt>
                <c:pt idx="12">
                  <c:v>0.9999996948242188</c:v>
                </c:pt>
                <c:pt idx="13">
                  <c:v>0.9999996948242188</c:v>
                </c:pt>
                <c:pt idx="14">
                  <c:v>0.9999993896484376</c:v>
                </c:pt>
                <c:pt idx="15">
                  <c:v>0.9999993896484376</c:v>
                </c:pt>
                <c:pt idx="16">
                  <c:v>0.99999877929687497</c:v>
                </c:pt>
                <c:pt idx="17">
                  <c:v>0.99999877929687497</c:v>
                </c:pt>
                <c:pt idx="18">
                  <c:v>0.99999877929687497</c:v>
                </c:pt>
                <c:pt idx="19">
                  <c:v>0.99999877929687497</c:v>
                </c:pt>
                <c:pt idx="20">
                  <c:v>0.99999877929687497</c:v>
                </c:pt>
                <c:pt idx="21">
                  <c:v>0.99999877929687497</c:v>
                </c:pt>
                <c:pt idx="22">
                  <c:v>0.99999877929687497</c:v>
                </c:pt>
                <c:pt idx="23">
                  <c:v>0.99999877929687497</c:v>
                </c:pt>
                <c:pt idx="24">
                  <c:v>0.99999877929687497</c:v>
                </c:pt>
                <c:pt idx="25">
                  <c:v>0.99999877929687497</c:v>
                </c:pt>
                <c:pt idx="26">
                  <c:v>0.99999847412109377</c:v>
                </c:pt>
                <c:pt idx="27">
                  <c:v>0.99999847412109377</c:v>
                </c:pt>
                <c:pt idx="28">
                  <c:v>0.99999847412109377</c:v>
                </c:pt>
                <c:pt idx="29">
                  <c:v>0.99999847412109377</c:v>
                </c:pt>
                <c:pt idx="30">
                  <c:v>0.99999816894531235</c:v>
                </c:pt>
                <c:pt idx="31">
                  <c:v>0.99999816894531235</c:v>
                </c:pt>
                <c:pt idx="32">
                  <c:v>0.99999786376953115</c:v>
                </c:pt>
                <c:pt idx="33">
                  <c:v>0.99999786376953115</c:v>
                </c:pt>
                <c:pt idx="34">
                  <c:v>0.99999786376953115</c:v>
                </c:pt>
                <c:pt idx="35">
                  <c:v>0.99999786376953115</c:v>
                </c:pt>
                <c:pt idx="36">
                  <c:v>0.99999755859374995</c:v>
                </c:pt>
                <c:pt idx="37">
                  <c:v>0.99999755859374995</c:v>
                </c:pt>
                <c:pt idx="38">
                  <c:v>0.99999694824218766</c:v>
                </c:pt>
                <c:pt idx="39">
                  <c:v>0.99999694824218766</c:v>
                </c:pt>
                <c:pt idx="40">
                  <c:v>0.99999664306640623</c:v>
                </c:pt>
                <c:pt idx="41">
                  <c:v>0.99999664306640623</c:v>
                </c:pt>
                <c:pt idx="42">
                  <c:v>0.99999633789062503</c:v>
                </c:pt>
                <c:pt idx="43">
                  <c:v>0.99999633789062503</c:v>
                </c:pt>
                <c:pt idx="44">
                  <c:v>0.99999633789062503</c:v>
                </c:pt>
                <c:pt idx="45">
                  <c:v>0.99999633789062503</c:v>
                </c:pt>
                <c:pt idx="46">
                  <c:v>0.99999542236328121</c:v>
                </c:pt>
                <c:pt idx="47">
                  <c:v>0.99999542236328121</c:v>
                </c:pt>
                <c:pt idx="48">
                  <c:v>0.99999542236328121</c:v>
                </c:pt>
                <c:pt idx="49">
                  <c:v>0.99999542236328121</c:v>
                </c:pt>
                <c:pt idx="50">
                  <c:v>0.9999951171875</c:v>
                </c:pt>
                <c:pt idx="51">
                  <c:v>0.9999951171875</c:v>
                </c:pt>
                <c:pt idx="52">
                  <c:v>0.9999951171875</c:v>
                </c:pt>
                <c:pt idx="53">
                  <c:v>0.9999951171875</c:v>
                </c:pt>
                <c:pt idx="54">
                  <c:v>0.9999951171875</c:v>
                </c:pt>
                <c:pt idx="55">
                  <c:v>0.9999951171875</c:v>
                </c:pt>
                <c:pt idx="56">
                  <c:v>0.9999951171875</c:v>
                </c:pt>
                <c:pt idx="57">
                  <c:v>0.9999951171875</c:v>
                </c:pt>
                <c:pt idx="58">
                  <c:v>0.9999951171875</c:v>
                </c:pt>
                <c:pt idx="59">
                  <c:v>0.9999951171875</c:v>
                </c:pt>
                <c:pt idx="60">
                  <c:v>0.9999951171875</c:v>
                </c:pt>
                <c:pt idx="61">
                  <c:v>0.9999951171875</c:v>
                </c:pt>
                <c:pt idx="62">
                  <c:v>0.9999951171875</c:v>
                </c:pt>
                <c:pt idx="63">
                  <c:v>0.9999951171875</c:v>
                </c:pt>
                <c:pt idx="64">
                  <c:v>0.99999359130859378</c:v>
                </c:pt>
                <c:pt idx="65">
                  <c:v>0.99999359130859378</c:v>
                </c:pt>
                <c:pt idx="66">
                  <c:v>0.99999359130859378</c:v>
                </c:pt>
                <c:pt idx="67">
                  <c:v>0.99999359130859378</c:v>
                </c:pt>
                <c:pt idx="68">
                  <c:v>0.99999298095703115</c:v>
                </c:pt>
                <c:pt idx="69">
                  <c:v>0.99999298095703115</c:v>
                </c:pt>
                <c:pt idx="70">
                  <c:v>0.99999237060546875</c:v>
                </c:pt>
                <c:pt idx="71">
                  <c:v>0.99999237060546875</c:v>
                </c:pt>
                <c:pt idx="72">
                  <c:v>0.99999114990234361</c:v>
                </c:pt>
                <c:pt idx="73">
                  <c:v>0.99999114990234361</c:v>
                </c:pt>
                <c:pt idx="74">
                  <c:v>0.99999114990234361</c:v>
                </c:pt>
                <c:pt idx="75">
                  <c:v>0.99999114990234361</c:v>
                </c:pt>
                <c:pt idx="76">
                  <c:v>0.99999084472656241</c:v>
                </c:pt>
                <c:pt idx="77">
                  <c:v>0.99999084472656241</c:v>
                </c:pt>
                <c:pt idx="78">
                  <c:v>0.99999084472656241</c:v>
                </c:pt>
                <c:pt idx="79">
                  <c:v>0.99999084472656241</c:v>
                </c:pt>
                <c:pt idx="80">
                  <c:v>0.99998962402343761</c:v>
                </c:pt>
                <c:pt idx="81">
                  <c:v>0.99998962402343761</c:v>
                </c:pt>
                <c:pt idx="82">
                  <c:v>0.99998931884765641</c:v>
                </c:pt>
                <c:pt idx="83">
                  <c:v>0.99998931884765641</c:v>
                </c:pt>
                <c:pt idx="84">
                  <c:v>0.99998931884765641</c:v>
                </c:pt>
                <c:pt idx="85">
                  <c:v>0.99998931884765641</c:v>
                </c:pt>
                <c:pt idx="86">
                  <c:v>0.99998870849609378</c:v>
                </c:pt>
                <c:pt idx="87">
                  <c:v>0.99998870849609378</c:v>
                </c:pt>
                <c:pt idx="88">
                  <c:v>0.99998748779296875</c:v>
                </c:pt>
                <c:pt idx="89">
                  <c:v>0.99998748779296875</c:v>
                </c:pt>
                <c:pt idx="90">
                  <c:v>0.99998748779296875</c:v>
                </c:pt>
                <c:pt idx="91">
                  <c:v>0.99998748779296875</c:v>
                </c:pt>
                <c:pt idx="92">
                  <c:v>0.99998626708984362</c:v>
                </c:pt>
                <c:pt idx="93">
                  <c:v>0.99998626708984362</c:v>
                </c:pt>
                <c:pt idx="94">
                  <c:v>0.99998596191406242</c:v>
                </c:pt>
                <c:pt idx="95">
                  <c:v>0.99998596191406242</c:v>
                </c:pt>
                <c:pt idx="96">
                  <c:v>0.99998535156250001</c:v>
                </c:pt>
                <c:pt idx="97">
                  <c:v>0.99998535156250001</c:v>
                </c:pt>
                <c:pt idx="98">
                  <c:v>0.99998504638671881</c:v>
                </c:pt>
                <c:pt idx="99">
                  <c:v>0.99998504638671881</c:v>
                </c:pt>
                <c:pt idx="100">
                  <c:v>0.99998352050781236</c:v>
                </c:pt>
                <c:pt idx="101">
                  <c:v>0.99998352050781236</c:v>
                </c:pt>
                <c:pt idx="102">
                  <c:v>0.99998229980468745</c:v>
                </c:pt>
                <c:pt idx="103">
                  <c:v>0.99998229980468745</c:v>
                </c:pt>
                <c:pt idx="104">
                  <c:v>0.99998229980468745</c:v>
                </c:pt>
                <c:pt idx="105">
                  <c:v>0.99998229980468745</c:v>
                </c:pt>
                <c:pt idx="106">
                  <c:v>0.99998199462890625</c:v>
                </c:pt>
                <c:pt idx="107">
                  <c:v>0.99998199462890625</c:v>
                </c:pt>
                <c:pt idx="108">
                  <c:v>0.99998107910156242</c:v>
                </c:pt>
                <c:pt idx="109">
                  <c:v>0.99998107910156242</c:v>
                </c:pt>
                <c:pt idx="110">
                  <c:v>0.99998077392578122</c:v>
                </c:pt>
                <c:pt idx="111">
                  <c:v>0.99998077392578122</c:v>
                </c:pt>
                <c:pt idx="112">
                  <c:v>0.99997924804687499</c:v>
                </c:pt>
                <c:pt idx="113">
                  <c:v>0.99997924804687499</c:v>
                </c:pt>
                <c:pt idx="114">
                  <c:v>0.99997894287109379</c:v>
                </c:pt>
                <c:pt idx="115">
                  <c:v>0.99997894287109379</c:v>
                </c:pt>
                <c:pt idx="116">
                  <c:v>0.99997863769531237</c:v>
                </c:pt>
                <c:pt idx="117">
                  <c:v>0.99997863769531237</c:v>
                </c:pt>
                <c:pt idx="118">
                  <c:v>0.99997833251953117</c:v>
                </c:pt>
                <c:pt idx="119">
                  <c:v>0.99997833251953117</c:v>
                </c:pt>
                <c:pt idx="120">
                  <c:v>0.99997741699218756</c:v>
                </c:pt>
                <c:pt idx="121">
                  <c:v>0.99997741699218756</c:v>
                </c:pt>
                <c:pt idx="122">
                  <c:v>0.99997680664062505</c:v>
                </c:pt>
                <c:pt idx="123">
                  <c:v>0.99997680664062505</c:v>
                </c:pt>
                <c:pt idx="124">
                  <c:v>0.99997589111328122</c:v>
                </c:pt>
                <c:pt idx="125">
                  <c:v>0.99997589111328122</c:v>
                </c:pt>
                <c:pt idx="126">
                  <c:v>0.99997497558593762</c:v>
                </c:pt>
                <c:pt idx="127">
                  <c:v>0.99997497558593762</c:v>
                </c:pt>
                <c:pt idx="128">
                  <c:v>0.99997497558593762</c:v>
                </c:pt>
                <c:pt idx="129">
                  <c:v>0.99997497558593762</c:v>
                </c:pt>
                <c:pt idx="130">
                  <c:v>0.99997375488281237</c:v>
                </c:pt>
                <c:pt idx="131">
                  <c:v>0.99997375488281237</c:v>
                </c:pt>
                <c:pt idx="132">
                  <c:v>0.99997253417968757</c:v>
                </c:pt>
                <c:pt idx="133">
                  <c:v>0.99997253417968757</c:v>
                </c:pt>
                <c:pt idx="134">
                  <c:v>0.99997131347656243</c:v>
                </c:pt>
                <c:pt idx="135">
                  <c:v>0.99997131347656243</c:v>
                </c:pt>
                <c:pt idx="136">
                  <c:v>0.99997100830078123</c:v>
                </c:pt>
                <c:pt idx="137">
                  <c:v>0.99997100830078123</c:v>
                </c:pt>
                <c:pt idx="138">
                  <c:v>0.999969482421875</c:v>
                </c:pt>
                <c:pt idx="139">
                  <c:v>0.999969482421875</c:v>
                </c:pt>
                <c:pt idx="140">
                  <c:v>0.99996887207031238</c:v>
                </c:pt>
                <c:pt idx="141">
                  <c:v>0.99996887207031238</c:v>
                </c:pt>
                <c:pt idx="142">
                  <c:v>0.99996856689453117</c:v>
                </c:pt>
                <c:pt idx="143">
                  <c:v>0.99996856689453117</c:v>
                </c:pt>
                <c:pt idx="144">
                  <c:v>0.99996765136718757</c:v>
                </c:pt>
                <c:pt idx="145">
                  <c:v>0.99996765136718757</c:v>
                </c:pt>
                <c:pt idx="146">
                  <c:v>0.99996673583984363</c:v>
                </c:pt>
                <c:pt idx="147">
                  <c:v>0.99996673583984363</c:v>
                </c:pt>
                <c:pt idx="148">
                  <c:v>0.99996520996093763</c:v>
                </c:pt>
                <c:pt idx="149">
                  <c:v>0.99996520996093763</c:v>
                </c:pt>
                <c:pt idx="150">
                  <c:v>0.9999642944335938</c:v>
                </c:pt>
                <c:pt idx="151">
                  <c:v>0.9999642944335938</c:v>
                </c:pt>
                <c:pt idx="152">
                  <c:v>0.99996307373046878</c:v>
                </c:pt>
                <c:pt idx="153">
                  <c:v>0.99996307373046878</c:v>
                </c:pt>
                <c:pt idx="154">
                  <c:v>0.99996215820312495</c:v>
                </c:pt>
                <c:pt idx="155">
                  <c:v>0.99996215820312495</c:v>
                </c:pt>
                <c:pt idx="156">
                  <c:v>0.99996032714843763</c:v>
                </c:pt>
                <c:pt idx="157">
                  <c:v>0.99996032714843763</c:v>
                </c:pt>
                <c:pt idx="158">
                  <c:v>0.99995849609374998</c:v>
                </c:pt>
                <c:pt idx="159">
                  <c:v>0.99995849609374998</c:v>
                </c:pt>
                <c:pt idx="160">
                  <c:v>0.99995758056640638</c:v>
                </c:pt>
                <c:pt idx="161">
                  <c:v>0.99995758056640638</c:v>
                </c:pt>
                <c:pt idx="162">
                  <c:v>0.99995635986328124</c:v>
                </c:pt>
                <c:pt idx="163">
                  <c:v>0.99995635986328124</c:v>
                </c:pt>
                <c:pt idx="164">
                  <c:v>0.99995513916015621</c:v>
                </c:pt>
                <c:pt idx="165">
                  <c:v>0.99995513916015621</c:v>
                </c:pt>
                <c:pt idx="166">
                  <c:v>0.99995422363281239</c:v>
                </c:pt>
                <c:pt idx="167">
                  <c:v>0.99995422363281239</c:v>
                </c:pt>
                <c:pt idx="168">
                  <c:v>0.99995239257812496</c:v>
                </c:pt>
                <c:pt idx="169">
                  <c:v>0.99995239257812496</c:v>
                </c:pt>
                <c:pt idx="170">
                  <c:v>0.99995117187500004</c:v>
                </c:pt>
                <c:pt idx="171">
                  <c:v>0.99995117187500004</c:v>
                </c:pt>
                <c:pt idx="172">
                  <c:v>0.99994842529296879</c:v>
                </c:pt>
                <c:pt idx="173">
                  <c:v>0.99994842529296879</c:v>
                </c:pt>
                <c:pt idx="174">
                  <c:v>0.99994720458984376</c:v>
                </c:pt>
                <c:pt idx="175">
                  <c:v>0.99994720458984376</c:v>
                </c:pt>
                <c:pt idx="176">
                  <c:v>0.99994567871093765</c:v>
                </c:pt>
                <c:pt idx="177">
                  <c:v>0.99994567871093765</c:v>
                </c:pt>
                <c:pt idx="178">
                  <c:v>0.9999441528320312</c:v>
                </c:pt>
                <c:pt idx="179">
                  <c:v>0.9999441528320312</c:v>
                </c:pt>
                <c:pt idx="180">
                  <c:v>0.99994323730468759</c:v>
                </c:pt>
                <c:pt idx="181">
                  <c:v>0.99994323730468759</c:v>
                </c:pt>
                <c:pt idx="182">
                  <c:v>0.99994110107421885</c:v>
                </c:pt>
                <c:pt idx="183">
                  <c:v>0.99994110107421885</c:v>
                </c:pt>
                <c:pt idx="184">
                  <c:v>0.9999398803710936</c:v>
                </c:pt>
                <c:pt idx="185">
                  <c:v>0.9999398803710936</c:v>
                </c:pt>
                <c:pt idx="186">
                  <c:v>0.99993896484375</c:v>
                </c:pt>
                <c:pt idx="187">
                  <c:v>0.99993896484375</c:v>
                </c:pt>
                <c:pt idx="188">
                  <c:v>0.9999380493164064</c:v>
                </c:pt>
                <c:pt idx="189">
                  <c:v>0.9999380493164064</c:v>
                </c:pt>
                <c:pt idx="190">
                  <c:v>0.99993438720703121</c:v>
                </c:pt>
                <c:pt idx="191">
                  <c:v>0.99993438720703121</c:v>
                </c:pt>
                <c:pt idx="192">
                  <c:v>0.99993011474609361</c:v>
                </c:pt>
                <c:pt idx="193">
                  <c:v>0.99993011474609361</c:v>
                </c:pt>
                <c:pt idx="194">
                  <c:v>0.99992919921875001</c:v>
                </c:pt>
                <c:pt idx="195">
                  <c:v>0.99992919921875001</c:v>
                </c:pt>
                <c:pt idx="196">
                  <c:v>0.99992797851562498</c:v>
                </c:pt>
                <c:pt idx="197">
                  <c:v>0.99992797851562498</c:v>
                </c:pt>
                <c:pt idx="198">
                  <c:v>0.99992706298828116</c:v>
                </c:pt>
                <c:pt idx="199">
                  <c:v>0.99992706298828116</c:v>
                </c:pt>
                <c:pt idx="200">
                  <c:v>0.99992553710937504</c:v>
                </c:pt>
                <c:pt idx="201">
                  <c:v>0.99992553710937504</c:v>
                </c:pt>
                <c:pt idx="202">
                  <c:v>0.99992523193359362</c:v>
                </c:pt>
                <c:pt idx="203">
                  <c:v>0.99992523193359362</c:v>
                </c:pt>
                <c:pt idx="204">
                  <c:v>0.99992462158203121</c:v>
                </c:pt>
                <c:pt idx="205">
                  <c:v>0.99992462158203121</c:v>
                </c:pt>
                <c:pt idx="206">
                  <c:v>0.99992156982421876</c:v>
                </c:pt>
                <c:pt idx="207">
                  <c:v>0.99992156982421876</c:v>
                </c:pt>
                <c:pt idx="208">
                  <c:v>0.99992004394531242</c:v>
                </c:pt>
                <c:pt idx="209">
                  <c:v>0.99992004394531242</c:v>
                </c:pt>
                <c:pt idx="210">
                  <c:v>0.99991943359375002</c:v>
                </c:pt>
                <c:pt idx="211">
                  <c:v>0.99991943359375002</c:v>
                </c:pt>
                <c:pt idx="212">
                  <c:v>0.99991851806640641</c:v>
                </c:pt>
                <c:pt idx="213">
                  <c:v>0.99991851806640641</c:v>
                </c:pt>
                <c:pt idx="214">
                  <c:v>0.99991729736328117</c:v>
                </c:pt>
                <c:pt idx="215">
                  <c:v>0.99991729736328117</c:v>
                </c:pt>
                <c:pt idx="216">
                  <c:v>0.99991546630859363</c:v>
                </c:pt>
                <c:pt idx="217">
                  <c:v>0.99991546630859363</c:v>
                </c:pt>
                <c:pt idx="218">
                  <c:v>0.999913330078125</c:v>
                </c:pt>
                <c:pt idx="219">
                  <c:v>0.999913330078125</c:v>
                </c:pt>
                <c:pt idx="220">
                  <c:v>0.99991027832031243</c:v>
                </c:pt>
                <c:pt idx="221">
                  <c:v>0.99991027832031243</c:v>
                </c:pt>
                <c:pt idx="222">
                  <c:v>0.999908447265625</c:v>
                </c:pt>
                <c:pt idx="223">
                  <c:v>0.999908447265625</c:v>
                </c:pt>
                <c:pt idx="224">
                  <c:v>0.99990753173828117</c:v>
                </c:pt>
                <c:pt idx="225">
                  <c:v>0.99990753173828117</c:v>
                </c:pt>
                <c:pt idx="226">
                  <c:v>0.99990692138671877</c:v>
                </c:pt>
                <c:pt idx="227">
                  <c:v>0.99990692138671877</c:v>
                </c:pt>
                <c:pt idx="228">
                  <c:v>0.99990447998046883</c:v>
                </c:pt>
                <c:pt idx="229">
                  <c:v>0.99990447998046883</c:v>
                </c:pt>
                <c:pt idx="230">
                  <c:v>0.99990386962890621</c:v>
                </c:pt>
                <c:pt idx="231">
                  <c:v>0.99990386962890621</c:v>
                </c:pt>
                <c:pt idx="232">
                  <c:v>0.99990234374999998</c:v>
                </c:pt>
                <c:pt idx="233">
                  <c:v>0.99990234374999998</c:v>
                </c:pt>
                <c:pt idx="234">
                  <c:v>0.99989990234375004</c:v>
                </c:pt>
                <c:pt idx="235">
                  <c:v>0.99989990234375004</c:v>
                </c:pt>
                <c:pt idx="236">
                  <c:v>0.99989837646484359</c:v>
                </c:pt>
                <c:pt idx="237">
                  <c:v>0.99989837646484359</c:v>
                </c:pt>
                <c:pt idx="238">
                  <c:v>0.99989624023437496</c:v>
                </c:pt>
                <c:pt idx="239">
                  <c:v>0.99989624023437496</c:v>
                </c:pt>
                <c:pt idx="240">
                  <c:v>0.99989410400390621</c:v>
                </c:pt>
                <c:pt idx="241">
                  <c:v>0.99989410400390621</c:v>
                </c:pt>
                <c:pt idx="242">
                  <c:v>0.99989166259765638</c:v>
                </c:pt>
                <c:pt idx="243">
                  <c:v>0.99989166259765638</c:v>
                </c:pt>
                <c:pt idx="244">
                  <c:v>0.99989074707031245</c:v>
                </c:pt>
                <c:pt idx="245">
                  <c:v>0.99989074707031245</c:v>
                </c:pt>
                <c:pt idx="246">
                  <c:v>0.99988861083984359</c:v>
                </c:pt>
                <c:pt idx="247">
                  <c:v>0.99988861083984359</c:v>
                </c:pt>
                <c:pt idx="248">
                  <c:v>0.99988525390625005</c:v>
                </c:pt>
                <c:pt idx="249">
                  <c:v>0.99988525390625005</c:v>
                </c:pt>
                <c:pt idx="250">
                  <c:v>0.99988067626953125</c:v>
                </c:pt>
                <c:pt idx="251">
                  <c:v>0.99988067626953125</c:v>
                </c:pt>
                <c:pt idx="252">
                  <c:v>0.99987915039062503</c:v>
                </c:pt>
                <c:pt idx="253">
                  <c:v>0.99987915039062503</c:v>
                </c:pt>
                <c:pt idx="254">
                  <c:v>0.9998785400390624</c:v>
                </c:pt>
                <c:pt idx="255">
                  <c:v>0.9998785400390624</c:v>
                </c:pt>
                <c:pt idx="256">
                  <c:v>0.99987548828124995</c:v>
                </c:pt>
                <c:pt idx="257">
                  <c:v>0.99987548828124995</c:v>
                </c:pt>
                <c:pt idx="258">
                  <c:v>0.99987396240234361</c:v>
                </c:pt>
                <c:pt idx="259">
                  <c:v>0.99987396240234361</c:v>
                </c:pt>
                <c:pt idx="260">
                  <c:v>0.9998727416992188</c:v>
                </c:pt>
                <c:pt idx="261">
                  <c:v>0.9998727416992188</c:v>
                </c:pt>
                <c:pt idx="262">
                  <c:v>0.99987060546874995</c:v>
                </c:pt>
                <c:pt idx="263">
                  <c:v>0.99987060546874995</c:v>
                </c:pt>
                <c:pt idx="264">
                  <c:v>0.99986846923828121</c:v>
                </c:pt>
                <c:pt idx="265">
                  <c:v>0.99986846923828121</c:v>
                </c:pt>
                <c:pt idx="266">
                  <c:v>0.99986572265624996</c:v>
                </c:pt>
                <c:pt idx="267">
                  <c:v>0.99986572265624996</c:v>
                </c:pt>
                <c:pt idx="268">
                  <c:v>0.99986419677734362</c:v>
                </c:pt>
                <c:pt idx="269">
                  <c:v>0.99986419677734362</c:v>
                </c:pt>
                <c:pt idx="270">
                  <c:v>0.99986175537109379</c:v>
                </c:pt>
                <c:pt idx="271">
                  <c:v>0.99986175537109379</c:v>
                </c:pt>
                <c:pt idx="272">
                  <c:v>0.99985931396484362</c:v>
                </c:pt>
                <c:pt idx="273">
                  <c:v>0.99985931396484362</c:v>
                </c:pt>
                <c:pt idx="274">
                  <c:v>0.99985565185546876</c:v>
                </c:pt>
                <c:pt idx="275">
                  <c:v>0.99985565185546876</c:v>
                </c:pt>
                <c:pt idx="276">
                  <c:v>0.99985290527343762</c:v>
                </c:pt>
                <c:pt idx="277">
                  <c:v>0.99985290527343762</c:v>
                </c:pt>
                <c:pt idx="278">
                  <c:v>0.99985198974609379</c:v>
                </c:pt>
                <c:pt idx="279">
                  <c:v>0.99985198974609379</c:v>
                </c:pt>
                <c:pt idx="280">
                  <c:v>0.99984893798828123</c:v>
                </c:pt>
                <c:pt idx="281">
                  <c:v>0.99984893798828123</c:v>
                </c:pt>
                <c:pt idx="282">
                  <c:v>0.99984680175781238</c:v>
                </c:pt>
                <c:pt idx="283">
                  <c:v>0.99984680175781238</c:v>
                </c:pt>
                <c:pt idx="284">
                  <c:v>0.99984466552734363</c:v>
                </c:pt>
                <c:pt idx="285">
                  <c:v>0.99984466552734363</c:v>
                </c:pt>
                <c:pt idx="286">
                  <c:v>0.9998422241210938</c:v>
                </c:pt>
                <c:pt idx="287">
                  <c:v>0.9998422241210938</c:v>
                </c:pt>
                <c:pt idx="288">
                  <c:v>0.99983947753906244</c:v>
                </c:pt>
                <c:pt idx="289">
                  <c:v>0.99983947753906244</c:v>
                </c:pt>
                <c:pt idx="290">
                  <c:v>0.99983764648437501</c:v>
                </c:pt>
                <c:pt idx="291">
                  <c:v>0.99983764648437501</c:v>
                </c:pt>
                <c:pt idx="292">
                  <c:v>0.99983428955078124</c:v>
                </c:pt>
                <c:pt idx="293">
                  <c:v>0.99983428955078124</c:v>
                </c:pt>
                <c:pt idx="294">
                  <c:v>0.99983306884765621</c:v>
                </c:pt>
                <c:pt idx="295">
                  <c:v>0.99983306884765621</c:v>
                </c:pt>
                <c:pt idx="296">
                  <c:v>0.99982940673828125</c:v>
                </c:pt>
                <c:pt idx="297">
                  <c:v>0.99982940673828125</c:v>
                </c:pt>
                <c:pt idx="298">
                  <c:v>0.99982604980468759</c:v>
                </c:pt>
                <c:pt idx="299">
                  <c:v>0.99982604980468759</c:v>
                </c:pt>
                <c:pt idx="300">
                  <c:v>0.99982452392578125</c:v>
                </c:pt>
                <c:pt idx="301">
                  <c:v>0.99982452392578125</c:v>
                </c:pt>
                <c:pt idx="302">
                  <c:v>0.99982086181640639</c:v>
                </c:pt>
                <c:pt idx="303">
                  <c:v>0.99982086181640639</c:v>
                </c:pt>
                <c:pt idx="304">
                  <c:v>0.99981872558593765</c:v>
                </c:pt>
                <c:pt idx="305">
                  <c:v>0.99981872558593765</c:v>
                </c:pt>
                <c:pt idx="306">
                  <c:v>0.99981536865234377</c:v>
                </c:pt>
                <c:pt idx="307">
                  <c:v>0.99981536865234377</c:v>
                </c:pt>
                <c:pt idx="308">
                  <c:v>0.99981414794921875</c:v>
                </c:pt>
                <c:pt idx="309">
                  <c:v>0.99981414794921875</c:v>
                </c:pt>
                <c:pt idx="310">
                  <c:v>0.9998117065429688</c:v>
                </c:pt>
                <c:pt idx="311">
                  <c:v>0.9998117065429688</c:v>
                </c:pt>
                <c:pt idx="312">
                  <c:v>0.99980895996093755</c:v>
                </c:pt>
                <c:pt idx="313">
                  <c:v>0.99980895996093755</c:v>
                </c:pt>
                <c:pt idx="314">
                  <c:v>0.99980590820312498</c:v>
                </c:pt>
                <c:pt idx="315">
                  <c:v>0.99980590820312498</c:v>
                </c:pt>
                <c:pt idx="316">
                  <c:v>0.99980316162109362</c:v>
                </c:pt>
                <c:pt idx="317">
                  <c:v>0.99980316162109362</c:v>
                </c:pt>
                <c:pt idx="318">
                  <c:v>0.99980102539062499</c:v>
                </c:pt>
                <c:pt idx="319">
                  <c:v>0.99980102539062499</c:v>
                </c:pt>
                <c:pt idx="320">
                  <c:v>0.99979766845703122</c:v>
                </c:pt>
                <c:pt idx="321">
                  <c:v>0.99979766845703122</c:v>
                </c:pt>
                <c:pt idx="322">
                  <c:v>0.99979370117187505</c:v>
                </c:pt>
                <c:pt idx="323">
                  <c:v>0.99979370117187505</c:v>
                </c:pt>
                <c:pt idx="324">
                  <c:v>0.99979187011718762</c:v>
                </c:pt>
                <c:pt idx="325">
                  <c:v>0.99979187011718762</c:v>
                </c:pt>
                <c:pt idx="326">
                  <c:v>0.99978912353515637</c:v>
                </c:pt>
                <c:pt idx="327">
                  <c:v>0.99978912353515637</c:v>
                </c:pt>
                <c:pt idx="328">
                  <c:v>0.99978424072265637</c:v>
                </c:pt>
                <c:pt idx="329">
                  <c:v>0.99978424072265637</c:v>
                </c:pt>
                <c:pt idx="330">
                  <c:v>0.99978271484375003</c:v>
                </c:pt>
                <c:pt idx="331">
                  <c:v>0.99978271484375003</c:v>
                </c:pt>
                <c:pt idx="332">
                  <c:v>0.99977905273437495</c:v>
                </c:pt>
                <c:pt idx="333">
                  <c:v>0.99977905273437495</c:v>
                </c:pt>
                <c:pt idx="334">
                  <c:v>0.99977630615234359</c:v>
                </c:pt>
                <c:pt idx="335">
                  <c:v>0.99977630615234359</c:v>
                </c:pt>
                <c:pt idx="336">
                  <c:v>0.99977447509765638</c:v>
                </c:pt>
                <c:pt idx="337">
                  <c:v>0.99977447509765638</c:v>
                </c:pt>
                <c:pt idx="338">
                  <c:v>0.99977233886718764</c:v>
                </c:pt>
                <c:pt idx="339">
                  <c:v>0.99977233886718764</c:v>
                </c:pt>
                <c:pt idx="340">
                  <c:v>0.99977050781249999</c:v>
                </c:pt>
                <c:pt idx="341">
                  <c:v>0.99977050781249999</c:v>
                </c:pt>
                <c:pt idx="342">
                  <c:v>0.99976715087890622</c:v>
                </c:pt>
                <c:pt idx="343">
                  <c:v>0.99976715087890622</c:v>
                </c:pt>
                <c:pt idx="344">
                  <c:v>0.99976470947265639</c:v>
                </c:pt>
                <c:pt idx="345">
                  <c:v>0.99976470947265639</c:v>
                </c:pt>
                <c:pt idx="346">
                  <c:v>0.9997610473632812</c:v>
                </c:pt>
                <c:pt idx="347">
                  <c:v>0.9997610473632812</c:v>
                </c:pt>
                <c:pt idx="348">
                  <c:v>0.99975769042968765</c:v>
                </c:pt>
                <c:pt idx="349">
                  <c:v>0.99975769042968765</c:v>
                </c:pt>
                <c:pt idx="350">
                  <c:v>0.99975341796874995</c:v>
                </c:pt>
                <c:pt idx="351">
                  <c:v>0.99975341796874995</c:v>
                </c:pt>
                <c:pt idx="352">
                  <c:v>0.99974945068359378</c:v>
                </c:pt>
                <c:pt idx="353">
                  <c:v>0.99974945068359378</c:v>
                </c:pt>
                <c:pt idx="354">
                  <c:v>0.99974700927734361</c:v>
                </c:pt>
                <c:pt idx="355">
                  <c:v>0.99974700927734361</c:v>
                </c:pt>
                <c:pt idx="356">
                  <c:v>0.99974578857421881</c:v>
                </c:pt>
                <c:pt idx="357">
                  <c:v>0.99974578857421881</c:v>
                </c:pt>
                <c:pt idx="358">
                  <c:v>0.99974273681640624</c:v>
                </c:pt>
                <c:pt idx="359">
                  <c:v>0.99974273681640624</c:v>
                </c:pt>
                <c:pt idx="360">
                  <c:v>0.99974029541015641</c:v>
                </c:pt>
                <c:pt idx="361">
                  <c:v>0.99974029541015641</c:v>
                </c:pt>
                <c:pt idx="362">
                  <c:v>0.99973663330078122</c:v>
                </c:pt>
                <c:pt idx="363">
                  <c:v>0.99973663330078122</c:v>
                </c:pt>
                <c:pt idx="364">
                  <c:v>0.99973419189453117</c:v>
                </c:pt>
                <c:pt idx="365">
                  <c:v>0.99973419189453117</c:v>
                </c:pt>
                <c:pt idx="366">
                  <c:v>0.99973205566406242</c:v>
                </c:pt>
                <c:pt idx="367">
                  <c:v>0.99973205566406242</c:v>
                </c:pt>
                <c:pt idx="368">
                  <c:v>0.99972991943359379</c:v>
                </c:pt>
                <c:pt idx="369">
                  <c:v>0.99972991943359379</c:v>
                </c:pt>
                <c:pt idx="370">
                  <c:v>0.99972595214843762</c:v>
                </c:pt>
                <c:pt idx="371">
                  <c:v>0.99972595214843762</c:v>
                </c:pt>
                <c:pt idx="372">
                  <c:v>0.99972320556640637</c:v>
                </c:pt>
                <c:pt idx="373">
                  <c:v>0.99972320556640637</c:v>
                </c:pt>
                <c:pt idx="374">
                  <c:v>0.99972106933593763</c:v>
                </c:pt>
                <c:pt idx="375">
                  <c:v>0.99972106933593763</c:v>
                </c:pt>
                <c:pt idx="376">
                  <c:v>0.99971832275390637</c:v>
                </c:pt>
                <c:pt idx="377">
                  <c:v>0.99971832275390637</c:v>
                </c:pt>
                <c:pt idx="378">
                  <c:v>0.99971557617187501</c:v>
                </c:pt>
                <c:pt idx="379">
                  <c:v>0.99971557617187501</c:v>
                </c:pt>
                <c:pt idx="380">
                  <c:v>0.99971282958984375</c:v>
                </c:pt>
                <c:pt idx="381">
                  <c:v>0.99971282958984375</c:v>
                </c:pt>
                <c:pt idx="382">
                  <c:v>0.99970916748046879</c:v>
                </c:pt>
                <c:pt idx="383">
                  <c:v>0.99970916748046879</c:v>
                </c:pt>
                <c:pt idx="384">
                  <c:v>0.99970672607421884</c:v>
                </c:pt>
                <c:pt idx="385">
                  <c:v>0.99970672607421884</c:v>
                </c:pt>
                <c:pt idx="386">
                  <c:v>0.99970489501953119</c:v>
                </c:pt>
                <c:pt idx="387">
                  <c:v>0.99970489501953119</c:v>
                </c:pt>
                <c:pt idx="388">
                  <c:v>0.99970153808593765</c:v>
                </c:pt>
                <c:pt idx="389">
                  <c:v>0.99970153808593765</c:v>
                </c:pt>
                <c:pt idx="390">
                  <c:v>0.99969818115234377</c:v>
                </c:pt>
                <c:pt idx="391">
                  <c:v>0.99969818115234377</c:v>
                </c:pt>
                <c:pt idx="392">
                  <c:v>0.9996945190429688</c:v>
                </c:pt>
                <c:pt idx="393">
                  <c:v>0.9996945190429688</c:v>
                </c:pt>
                <c:pt idx="394">
                  <c:v>0.99968994140625</c:v>
                </c:pt>
                <c:pt idx="395">
                  <c:v>0.99968994140625</c:v>
                </c:pt>
                <c:pt idx="396">
                  <c:v>0.99968627929687504</c:v>
                </c:pt>
                <c:pt idx="397">
                  <c:v>0.99968627929687504</c:v>
                </c:pt>
                <c:pt idx="398">
                  <c:v>0.99968322753906236</c:v>
                </c:pt>
                <c:pt idx="399">
                  <c:v>0.99968322753906236</c:v>
                </c:pt>
                <c:pt idx="400">
                  <c:v>0.99968109130859362</c:v>
                </c:pt>
                <c:pt idx="401">
                  <c:v>0.99968109130859362</c:v>
                </c:pt>
                <c:pt idx="402">
                  <c:v>0.99967773437499996</c:v>
                </c:pt>
                <c:pt idx="403">
                  <c:v>0.99967773437499996</c:v>
                </c:pt>
                <c:pt idx="404">
                  <c:v>0.99967437744140641</c:v>
                </c:pt>
                <c:pt idx="405">
                  <c:v>0.99967437744140641</c:v>
                </c:pt>
                <c:pt idx="406">
                  <c:v>0.99966979980468762</c:v>
                </c:pt>
                <c:pt idx="407">
                  <c:v>0.99966979980468762</c:v>
                </c:pt>
                <c:pt idx="408">
                  <c:v>0.99966674804687505</c:v>
                </c:pt>
                <c:pt idx="409">
                  <c:v>0.99966674804687505</c:v>
                </c:pt>
                <c:pt idx="410">
                  <c:v>0.99966339111328117</c:v>
                </c:pt>
                <c:pt idx="411">
                  <c:v>0.99966339111328117</c:v>
                </c:pt>
                <c:pt idx="412">
                  <c:v>0.99965972900390621</c:v>
                </c:pt>
                <c:pt idx="413">
                  <c:v>0.99965972900390621</c:v>
                </c:pt>
                <c:pt idx="414">
                  <c:v>0.99965515136718763</c:v>
                </c:pt>
                <c:pt idx="415">
                  <c:v>0.99965515136718763</c:v>
                </c:pt>
                <c:pt idx="416">
                  <c:v>0.99965179443359375</c:v>
                </c:pt>
                <c:pt idx="417">
                  <c:v>0.99965179443359375</c:v>
                </c:pt>
                <c:pt idx="418">
                  <c:v>0.99964904785156239</c:v>
                </c:pt>
                <c:pt idx="419">
                  <c:v>0.99964904785156239</c:v>
                </c:pt>
                <c:pt idx="420">
                  <c:v>0.99964752197265638</c:v>
                </c:pt>
                <c:pt idx="421">
                  <c:v>0.99964752197265638</c:v>
                </c:pt>
                <c:pt idx="422">
                  <c:v>0.99964416503906239</c:v>
                </c:pt>
                <c:pt idx="423">
                  <c:v>0.99964416503906239</c:v>
                </c:pt>
                <c:pt idx="424">
                  <c:v>0.99964080810546885</c:v>
                </c:pt>
                <c:pt idx="425">
                  <c:v>0.99964080810546885</c:v>
                </c:pt>
                <c:pt idx="426">
                  <c:v>0.99963592529296885</c:v>
                </c:pt>
                <c:pt idx="427">
                  <c:v>0.99963592529296885</c:v>
                </c:pt>
                <c:pt idx="428">
                  <c:v>0.99963256835937497</c:v>
                </c:pt>
                <c:pt idx="429">
                  <c:v>0.99963256835937497</c:v>
                </c:pt>
                <c:pt idx="430">
                  <c:v>0.9996286010742188</c:v>
                </c:pt>
                <c:pt idx="431">
                  <c:v>0.9996286010742188</c:v>
                </c:pt>
                <c:pt idx="432">
                  <c:v>0.99962615966796875</c:v>
                </c:pt>
                <c:pt idx="433">
                  <c:v>0.99962615966796875</c:v>
                </c:pt>
                <c:pt idx="434">
                  <c:v>0.99962066650390624</c:v>
                </c:pt>
                <c:pt idx="435">
                  <c:v>0.99962066650390624</c:v>
                </c:pt>
                <c:pt idx="436">
                  <c:v>0.99961578369140625</c:v>
                </c:pt>
                <c:pt idx="437">
                  <c:v>0.99961578369140625</c:v>
                </c:pt>
                <c:pt idx="438">
                  <c:v>0.99960968017578122</c:v>
                </c:pt>
                <c:pt idx="439">
                  <c:v>0.99960968017578122</c:v>
                </c:pt>
                <c:pt idx="440">
                  <c:v>0.99960571289062505</c:v>
                </c:pt>
                <c:pt idx="441">
                  <c:v>0.99960571289062505</c:v>
                </c:pt>
                <c:pt idx="442">
                  <c:v>0.99960235595703117</c:v>
                </c:pt>
                <c:pt idx="443">
                  <c:v>0.99960235595703117</c:v>
                </c:pt>
                <c:pt idx="444">
                  <c:v>0.99959991455078123</c:v>
                </c:pt>
                <c:pt idx="445">
                  <c:v>0.99959991455078123</c:v>
                </c:pt>
                <c:pt idx="446">
                  <c:v>0.99959350585937501</c:v>
                </c:pt>
                <c:pt idx="447">
                  <c:v>0.99959350585937501</c:v>
                </c:pt>
                <c:pt idx="448">
                  <c:v>0.99958862304687501</c:v>
                </c:pt>
                <c:pt idx="449">
                  <c:v>0.99958862304687501</c:v>
                </c:pt>
                <c:pt idx="450">
                  <c:v>0.99958465576171884</c:v>
                </c:pt>
                <c:pt idx="451">
                  <c:v>0.99958465576171884</c:v>
                </c:pt>
                <c:pt idx="452">
                  <c:v>0.99958160400390639</c:v>
                </c:pt>
                <c:pt idx="453">
                  <c:v>0.99958160400390639</c:v>
                </c:pt>
                <c:pt idx="454">
                  <c:v>0.99957672119140639</c:v>
                </c:pt>
                <c:pt idx="455">
                  <c:v>0.99957672119140639</c:v>
                </c:pt>
                <c:pt idx="456">
                  <c:v>0.9995733642578124</c:v>
                </c:pt>
                <c:pt idx="457">
                  <c:v>0.9995733642578124</c:v>
                </c:pt>
                <c:pt idx="458">
                  <c:v>0.9995669555664064</c:v>
                </c:pt>
                <c:pt idx="459">
                  <c:v>0.9995669555664064</c:v>
                </c:pt>
                <c:pt idx="460">
                  <c:v>0.99956420898437504</c:v>
                </c:pt>
                <c:pt idx="461">
                  <c:v>0.99956420898437504</c:v>
                </c:pt>
                <c:pt idx="462">
                  <c:v>0.99955932617187504</c:v>
                </c:pt>
                <c:pt idx="463">
                  <c:v>0.99955932617187504</c:v>
                </c:pt>
                <c:pt idx="464">
                  <c:v>0.99955566406249996</c:v>
                </c:pt>
                <c:pt idx="465">
                  <c:v>0.99955566406249996</c:v>
                </c:pt>
                <c:pt idx="466">
                  <c:v>0.99955291748046882</c:v>
                </c:pt>
                <c:pt idx="467">
                  <c:v>0.99955291748046882</c:v>
                </c:pt>
                <c:pt idx="468">
                  <c:v>0.9995474243164062</c:v>
                </c:pt>
                <c:pt idx="469">
                  <c:v>0.9995474243164062</c:v>
                </c:pt>
                <c:pt idx="470">
                  <c:v>0.99954345703125003</c:v>
                </c:pt>
                <c:pt idx="471">
                  <c:v>0.99954345703125003</c:v>
                </c:pt>
                <c:pt idx="472">
                  <c:v>0.99953796386718763</c:v>
                </c:pt>
                <c:pt idx="473">
                  <c:v>0.99953796386718763</c:v>
                </c:pt>
                <c:pt idx="474">
                  <c:v>0.99953369140625004</c:v>
                </c:pt>
                <c:pt idx="475">
                  <c:v>0.99953369140625004</c:v>
                </c:pt>
                <c:pt idx="476">
                  <c:v>0.99952880859375004</c:v>
                </c:pt>
                <c:pt idx="477">
                  <c:v>0.99952880859375004</c:v>
                </c:pt>
                <c:pt idx="478">
                  <c:v>0.99952331542968764</c:v>
                </c:pt>
                <c:pt idx="479">
                  <c:v>0.99952331542968764</c:v>
                </c:pt>
                <c:pt idx="480">
                  <c:v>0.99951629638671879</c:v>
                </c:pt>
                <c:pt idx="481">
                  <c:v>0.99951629638671879</c:v>
                </c:pt>
                <c:pt idx="482">
                  <c:v>0.99950897216796875</c:v>
                </c:pt>
                <c:pt idx="483">
                  <c:v>0.99950897216796875</c:v>
                </c:pt>
                <c:pt idx="484">
                  <c:v>0.99950500488281235</c:v>
                </c:pt>
                <c:pt idx="485">
                  <c:v>0.99950500488281235</c:v>
                </c:pt>
                <c:pt idx="486">
                  <c:v>0.99949920654296875</c:v>
                </c:pt>
                <c:pt idx="487">
                  <c:v>0.99949920654296875</c:v>
                </c:pt>
                <c:pt idx="488">
                  <c:v>0.99949310302734362</c:v>
                </c:pt>
                <c:pt idx="489">
                  <c:v>0.99949310302734362</c:v>
                </c:pt>
                <c:pt idx="490">
                  <c:v>0.99948791503906242</c:v>
                </c:pt>
                <c:pt idx="491">
                  <c:v>0.99948791503906242</c:v>
                </c:pt>
                <c:pt idx="492">
                  <c:v>0.99948394775390637</c:v>
                </c:pt>
                <c:pt idx="493">
                  <c:v>0.99948394775390637</c:v>
                </c:pt>
                <c:pt idx="494">
                  <c:v>0.99947906494140637</c:v>
                </c:pt>
                <c:pt idx="495">
                  <c:v>0.99947906494140637</c:v>
                </c:pt>
                <c:pt idx="496">
                  <c:v>0.99947265625000004</c:v>
                </c:pt>
                <c:pt idx="497">
                  <c:v>0.99947265625000004</c:v>
                </c:pt>
                <c:pt idx="498">
                  <c:v>0.99946472167968758</c:v>
                </c:pt>
                <c:pt idx="499">
                  <c:v>0.99946472167968758</c:v>
                </c:pt>
                <c:pt idx="500">
                  <c:v>0.99946075439453119</c:v>
                </c:pt>
                <c:pt idx="501">
                  <c:v>0.99946075439453119</c:v>
                </c:pt>
                <c:pt idx="502">
                  <c:v>0.99945465087890639</c:v>
                </c:pt>
                <c:pt idx="503">
                  <c:v>0.99945465087890639</c:v>
                </c:pt>
                <c:pt idx="504">
                  <c:v>0.99944763183593766</c:v>
                </c:pt>
                <c:pt idx="505">
                  <c:v>0.99944763183593766</c:v>
                </c:pt>
                <c:pt idx="506">
                  <c:v>0.99944030761718761</c:v>
                </c:pt>
                <c:pt idx="507">
                  <c:v>0.99944030761718761</c:v>
                </c:pt>
                <c:pt idx="508">
                  <c:v>0.99943420410156236</c:v>
                </c:pt>
                <c:pt idx="509">
                  <c:v>0.99943420410156236</c:v>
                </c:pt>
                <c:pt idx="510">
                  <c:v>0.99942840576171876</c:v>
                </c:pt>
                <c:pt idx="511">
                  <c:v>0.99942840576171876</c:v>
                </c:pt>
                <c:pt idx="512">
                  <c:v>0.99942169189453123</c:v>
                </c:pt>
                <c:pt idx="513">
                  <c:v>0.99942169189453123</c:v>
                </c:pt>
                <c:pt idx="514">
                  <c:v>0.99941772460937495</c:v>
                </c:pt>
                <c:pt idx="515">
                  <c:v>0.99941772460937495</c:v>
                </c:pt>
                <c:pt idx="516">
                  <c:v>0.99941284179687495</c:v>
                </c:pt>
                <c:pt idx="517">
                  <c:v>0.99941284179687495</c:v>
                </c:pt>
                <c:pt idx="518">
                  <c:v>0.99940734863281255</c:v>
                </c:pt>
                <c:pt idx="519">
                  <c:v>0.99940734863281255</c:v>
                </c:pt>
                <c:pt idx="520">
                  <c:v>0.99940368652343758</c:v>
                </c:pt>
                <c:pt idx="521">
                  <c:v>0.99940368652343758</c:v>
                </c:pt>
                <c:pt idx="522">
                  <c:v>0.99939788818359376</c:v>
                </c:pt>
                <c:pt idx="523">
                  <c:v>0.99939788818359376</c:v>
                </c:pt>
                <c:pt idx="524">
                  <c:v>0.99939086914062503</c:v>
                </c:pt>
                <c:pt idx="525">
                  <c:v>0.99939086914062503</c:v>
                </c:pt>
                <c:pt idx="526">
                  <c:v>0.99938690185546875</c:v>
                </c:pt>
                <c:pt idx="527">
                  <c:v>0.99938690185546875</c:v>
                </c:pt>
                <c:pt idx="528">
                  <c:v>0.99938171386718755</c:v>
                </c:pt>
                <c:pt idx="529">
                  <c:v>0.99938171386718755</c:v>
                </c:pt>
                <c:pt idx="530">
                  <c:v>0.99937561035156242</c:v>
                </c:pt>
                <c:pt idx="531">
                  <c:v>0.99937561035156242</c:v>
                </c:pt>
                <c:pt idx="532">
                  <c:v>0.99937133789062504</c:v>
                </c:pt>
                <c:pt idx="533">
                  <c:v>0.99937133789062504</c:v>
                </c:pt>
                <c:pt idx="534">
                  <c:v>0.99936553955078122</c:v>
                </c:pt>
                <c:pt idx="535">
                  <c:v>0.99936553955078122</c:v>
                </c:pt>
                <c:pt idx="536">
                  <c:v>0.99936004638671883</c:v>
                </c:pt>
                <c:pt idx="537">
                  <c:v>0.99936004638671883</c:v>
                </c:pt>
                <c:pt idx="538">
                  <c:v>0.99935333251953118</c:v>
                </c:pt>
                <c:pt idx="539">
                  <c:v>0.99935333251953118</c:v>
                </c:pt>
                <c:pt idx="540">
                  <c:v>0.99934570312500004</c:v>
                </c:pt>
                <c:pt idx="541">
                  <c:v>0.99934570312500004</c:v>
                </c:pt>
                <c:pt idx="542">
                  <c:v>0.99934082031250004</c:v>
                </c:pt>
                <c:pt idx="543">
                  <c:v>0.99934082031250004</c:v>
                </c:pt>
                <c:pt idx="544">
                  <c:v>0.99933471679687502</c:v>
                </c:pt>
                <c:pt idx="545">
                  <c:v>0.99933471679687502</c:v>
                </c:pt>
                <c:pt idx="546">
                  <c:v>0.9993283081054688</c:v>
                </c:pt>
                <c:pt idx="547">
                  <c:v>0.9993283081054688</c:v>
                </c:pt>
                <c:pt idx="548">
                  <c:v>0.99932067871093755</c:v>
                </c:pt>
                <c:pt idx="549">
                  <c:v>0.99932067871093755</c:v>
                </c:pt>
                <c:pt idx="550">
                  <c:v>0.99931518554687504</c:v>
                </c:pt>
                <c:pt idx="551">
                  <c:v>0.99931518554687504</c:v>
                </c:pt>
                <c:pt idx="552">
                  <c:v>0.99930999755859362</c:v>
                </c:pt>
                <c:pt idx="553">
                  <c:v>0.99930999755859362</c:v>
                </c:pt>
                <c:pt idx="554">
                  <c:v>0.99930450439453122</c:v>
                </c:pt>
                <c:pt idx="555">
                  <c:v>0.99930450439453122</c:v>
                </c:pt>
                <c:pt idx="556">
                  <c:v>0.99929901123046883</c:v>
                </c:pt>
                <c:pt idx="557">
                  <c:v>0.99929901123046883</c:v>
                </c:pt>
                <c:pt idx="558">
                  <c:v>0.99929443359375003</c:v>
                </c:pt>
                <c:pt idx="559">
                  <c:v>0.99929443359375003</c:v>
                </c:pt>
                <c:pt idx="560">
                  <c:v>0.99928649902343758</c:v>
                </c:pt>
                <c:pt idx="561">
                  <c:v>0.99928649902343758</c:v>
                </c:pt>
                <c:pt idx="562">
                  <c:v>0.99927856445312502</c:v>
                </c:pt>
                <c:pt idx="563">
                  <c:v>0.99927856445312502</c:v>
                </c:pt>
                <c:pt idx="564">
                  <c:v>0.99927124023437497</c:v>
                </c:pt>
                <c:pt idx="565">
                  <c:v>0.99927124023437497</c:v>
                </c:pt>
                <c:pt idx="566">
                  <c:v>0.99926483154296875</c:v>
                </c:pt>
                <c:pt idx="567">
                  <c:v>0.99926483154296875</c:v>
                </c:pt>
                <c:pt idx="568">
                  <c:v>0.99925689697265641</c:v>
                </c:pt>
                <c:pt idx="569">
                  <c:v>0.99925689697265641</c:v>
                </c:pt>
                <c:pt idx="570">
                  <c:v>0.99925140380859379</c:v>
                </c:pt>
                <c:pt idx="571">
                  <c:v>0.99925140380859379</c:v>
                </c:pt>
                <c:pt idx="572">
                  <c:v>0.99924133300781237</c:v>
                </c:pt>
                <c:pt idx="573">
                  <c:v>0.99924133300781237</c:v>
                </c:pt>
                <c:pt idx="574">
                  <c:v>0.99923461914062495</c:v>
                </c:pt>
                <c:pt idx="575">
                  <c:v>0.99923461914062495</c:v>
                </c:pt>
                <c:pt idx="576">
                  <c:v>0.99922729492187501</c:v>
                </c:pt>
                <c:pt idx="577">
                  <c:v>0.99922729492187501</c:v>
                </c:pt>
                <c:pt idx="578">
                  <c:v>0.99922027587890638</c:v>
                </c:pt>
                <c:pt idx="579">
                  <c:v>0.99922027587890638</c:v>
                </c:pt>
                <c:pt idx="580">
                  <c:v>0.99921295166015622</c:v>
                </c:pt>
                <c:pt idx="581">
                  <c:v>0.99921295166015622</c:v>
                </c:pt>
                <c:pt idx="582">
                  <c:v>0.9992062377929688</c:v>
                </c:pt>
                <c:pt idx="583">
                  <c:v>0.9992062377929688</c:v>
                </c:pt>
                <c:pt idx="584">
                  <c:v>0.9992013549804688</c:v>
                </c:pt>
                <c:pt idx="585">
                  <c:v>0.9992013549804688</c:v>
                </c:pt>
                <c:pt idx="586">
                  <c:v>0.99919555664062498</c:v>
                </c:pt>
                <c:pt idx="587">
                  <c:v>0.99919555664062498</c:v>
                </c:pt>
                <c:pt idx="588">
                  <c:v>0.99918640136718762</c:v>
                </c:pt>
                <c:pt idx="589">
                  <c:v>0.99918640136718762</c:v>
                </c:pt>
                <c:pt idx="590">
                  <c:v>0.999180908203125</c:v>
                </c:pt>
                <c:pt idx="591">
                  <c:v>0.999180908203125</c:v>
                </c:pt>
                <c:pt idx="592">
                  <c:v>0.99917510986328117</c:v>
                </c:pt>
                <c:pt idx="593">
                  <c:v>0.99917510986328117</c:v>
                </c:pt>
                <c:pt idx="594">
                  <c:v>0.99916656494140621</c:v>
                </c:pt>
                <c:pt idx="595">
                  <c:v>0.99916656494140621</c:v>
                </c:pt>
                <c:pt idx="596">
                  <c:v>0.99915863037109376</c:v>
                </c:pt>
                <c:pt idx="597">
                  <c:v>0.99915863037109376</c:v>
                </c:pt>
                <c:pt idx="598">
                  <c:v>0.99915222167968765</c:v>
                </c:pt>
                <c:pt idx="599">
                  <c:v>0.99915222167968765</c:v>
                </c:pt>
                <c:pt idx="600">
                  <c:v>0.9991461181640624</c:v>
                </c:pt>
                <c:pt idx="601">
                  <c:v>0.9991461181640624</c:v>
                </c:pt>
                <c:pt idx="602">
                  <c:v>0.99913452148437498</c:v>
                </c:pt>
                <c:pt idx="603">
                  <c:v>0.99913452148437498</c:v>
                </c:pt>
                <c:pt idx="604">
                  <c:v>0.99912811279296876</c:v>
                </c:pt>
                <c:pt idx="605">
                  <c:v>0.99912811279296876</c:v>
                </c:pt>
                <c:pt idx="606">
                  <c:v>0.99912231445312505</c:v>
                </c:pt>
                <c:pt idx="607">
                  <c:v>0.99912231445312505</c:v>
                </c:pt>
                <c:pt idx="608">
                  <c:v>0.99911407470703117</c:v>
                </c:pt>
                <c:pt idx="609">
                  <c:v>0.99911407470703117</c:v>
                </c:pt>
                <c:pt idx="610">
                  <c:v>0.99910919189453118</c:v>
                </c:pt>
                <c:pt idx="611">
                  <c:v>0.99910919189453118</c:v>
                </c:pt>
                <c:pt idx="612">
                  <c:v>0.99910064697265621</c:v>
                </c:pt>
                <c:pt idx="613">
                  <c:v>0.99910064697265621</c:v>
                </c:pt>
                <c:pt idx="614">
                  <c:v>0.99909088134765622</c:v>
                </c:pt>
                <c:pt idx="615">
                  <c:v>0.99909088134765622</c:v>
                </c:pt>
                <c:pt idx="616">
                  <c:v>0.9990838623046876</c:v>
                </c:pt>
                <c:pt idx="617">
                  <c:v>0.9990838623046876</c:v>
                </c:pt>
                <c:pt idx="618">
                  <c:v>0.99907684326171875</c:v>
                </c:pt>
                <c:pt idx="619">
                  <c:v>0.99907684326171875</c:v>
                </c:pt>
                <c:pt idx="620">
                  <c:v>0.99907043457031242</c:v>
                </c:pt>
                <c:pt idx="621">
                  <c:v>0.99907043457031242</c:v>
                </c:pt>
                <c:pt idx="622">
                  <c:v>0.99906127929687505</c:v>
                </c:pt>
                <c:pt idx="623">
                  <c:v>0.99906127929687505</c:v>
                </c:pt>
                <c:pt idx="624">
                  <c:v>0.9990536499023438</c:v>
                </c:pt>
                <c:pt idx="625">
                  <c:v>0.9990536499023438</c:v>
                </c:pt>
                <c:pt idx="626">
                  <c:v>0.99904754638671878</c:v>
                </c:pt>
                <c:pt idx="627">
                  <c:v>0.99904754638671878</c:v>
                </c:pt>
                <c:pt idx="628">
                  <c:v>0.99903747558593758</c:v>
                </c:pt>
                <c:pt idx="629">
                  <c:v>0.99903747558593758</c:v>
                </c:pt>
                <c:pt idx="630">
                  <c:v>0.99903228759765639</c:v>
                </c:pt>
                <c:pt idx="631">
                  <c:v>0.99903228759765639</c:v>
                </c:pt>
                <c:pt idx="632">
                  <c:v>0.99902465820312503</c:v>
                </c:pt>
                <c:pt idx="633">
                  <c:v>0.99902465820312503</c:v>
                </c:pt>
                <c:pt idx="634">
                  <c:v>0.99901428222656241</c:v>
                </c:pt>
                <c:pt idx="635">
                  <c:v>0.99901428222656241</c:v>
                </c:pt>
                <c:pt idx="636">
                  <c:v>0.99900634765624996</c:v>
                </c:pt>
                <c:pt idx="637">
                  <c:v>0.99900634765624996</c:v>
                </c:pt>
                <c:pt idx="638">
                  <c:v>0.99899932861328122</c:v>
                </c:pt>
                <c:pt idx="639">
                  <c:v>0.99899932861328122</c:v>
                </c:pt>
                <c:pt idx="640">
                  <c:v>0.99899169921874997</c:v>
                </c:pt>
                <c:pt idx="641">
                  <c:v>0.99899169921874997</c:v>
                </c:pt>
                <c:pt idx="642">
                  <c:v>0.99898559570312495</c:v>
                </c:pt>
                <c:pt idx="643">
                  <c:v>0.99898559570312495</c:v>
                </c:pt>
                <c:pt idx="644">
                  <c:v>0.99897491455078125</c:v>
                </c:pt>
                <c:pt idx="645">
                  <c:v>0.99897491455078125</c:v>
                </c:pt>
                <c:pt idx="646">
                  <c:v>0.9989678955078124</c:v>
                </c:pt>
                <c:pt idx="647">
                  <c:v>0.9989678955078124</c:v>
                </c:pt>
                <c:pt idx="648">
                  <c:v>0.99895935058593766</c:v>
                </c:pt>
                <c:pt idx="649">
                  <c:v>0.99895935058593766</c:v>
                </c:pt>
                <c:pt idx="650">
                  <c:v>0.99895294189453121</c:v>
                </c:pt>
                <c:pt idx="651">
                  <c:v>0.99895294189453121</c:v>
                </c:pt>
                <c:pt idx="652">
                  <c:v>0.99894592285156236</c:v>
                </c:pt>
                <c:pt idx="653">
                  <c:v>0.99894592285156236</c:v>
                </c:pt>
                <c:pt idx="654">
                  <c:v>0.99893798828125002</c:v>
                </c:pt>
                <c:pt idx="655">
                  <c:v>0.99893798828125002</c:v>
                </c:pt>
                <c:pt idx="656">
                  <c:v>0.99892791748046883</c:v>
                </c:pt>
                <c:pt idx="657">
                  <c:v>0.99892791748046883</c:v>
                </c:pt>
                <c:pt idx="658">
                  <c:v>0.99891601562499999</c:v>
                </c:pt>
                <c:pt idx="659">
                  <c:v>0.99891601562499999</c:v>
                </c:pt>
                <c:pt idx="660">
                  <c:v>0.99890869140625005</c:v>
                </c:pt>
                <c:pt idx="661">
                  <c:v>0.99890869140625005</c:v>
                </c:pt>
                <c:pt idx="662">
                  <c:v>0.99890014648437497</c:v>
                </c:pt>
                <c:pt idx="663">
                  <c:v>0.99890014648437497</c:v>
                </c:pt>
                <c:pt idx="664">
                  <c:v>0.99889251708984361</c:v>
                </c:pt>
                <c:pt idx="665">
                  <c:v>0.99889251708984361</c:v>
                </c:pt>
                <c:pt idx="666">
                  <c:v>0.99888122558593762</c:v>
                </c:pt>
                <c:pt idx="667">
                  <c:v>0.99888122558593762</c:v>
                </c:pt>
                <c:pt idx="668">
                  <c:v>0.99887207031250003</c:v>
                </c:pt>
                <c:pt idx="669">
                  <c:v>0.99887207031250003</c:v>
                </c:pt>
                <c:pt idx="670">
                  <c:v>0.99886444091796878</c:v>
                </c:pt>
                <c:pt idx="671">
                  <c:v>0.99886444091796878</c:v>
                </c:pt>
                <c:pt idx="672">
                  <c:v>0.99885711669921884</c:v>
                </c:pt>
                <c:pt idx="673">
                  <c:v>0.99885711669921884</c:v>
                </c:pt>
                <c:pt idx="674">
                  <c:v>0.99884796142578125</c:v>
                </c:pt>
                <c:pt idx="675">
                  <c:v>0.99884796142578125</c:v>
                </c:pt>
                <c:pt idx="676">
                  <c:v>0.9988394165039064</c:v>
                </c:pt>
                <c:pt idx="677">
                  <c:v>0.9988394165039064</c:v>
                </c:pt>
                <c:pt idx="678">
                  <c:v>0.99883087158203121</c:v>
                </c:pt>
                <c:pt idx="679">
                  <c:v>0.99883087158203121</c:v>
                </c:pt>
                <c:pt idx="680">
                  <c:v>0.99882354736328116</c:v>
                </c:pt>
                <c:pt idx="681">
                  <c:v>0.99882354736328116</c:v>
                </c:pt>
                <c:pt idx="682">
                  <c:v>0.99881622314453122</c:v>
                </c:pt>
                <c:pt idx="683">
                  <c:v>0.99881622314453122</c:v>
                </c:pt>
                <c:pt idx="684">
                  <c:v>0.99880889892578117</c:v>
                </c:pt>
                <c:pt idx="685">
                  <c:v>0.99880889892578117</c:v>
                </c:pt>
                <c:pt idx="686">
                  <c:v>0.99880065917968763</c:v>
                </c:pt>
                <c:pt idx="687">
                  <c:v>0.99880065917968763</c:v>
                </c:pt>
                <c:pt idx="688">
                  <c:v>0.99879119873046884</c:v>
                </c:pt>
                <c:pt idx="689">
                  <c:v>0.99879119873046884</c:v>
                </c:pt>
                <c:pt idx="690">
                  <c:v>0.99878173828125005</c:v>
                </c:pt>
                <c:pt idx="691">
                  <c:v>0.99878173828125005</c:v>
                </c:pt>
                <c:pt idx="692">
                  <c:v>0.9987744140625</c:v>
                </c:pt>
                <c:pt idx="693">
                  <c:v>0.9987744140625</c:v>
                </c:pt>
                <c:pt idx="694">
                  <c:v>0.99876495361328121</c:v>
                </c:pt>
                <c:pt idx="695">
                  <c:v>0.99876495361328121</c:v>
                </c:pt>
                <c:pt idx="696">
                  <c:v>0.99875518798828122</c:v>
                </c:pt>
                <c:pt idx="697">
                  <c:v>0.99875518798828122</c:v>
                </c:pt>
                <c:pt idx="698">
                  <c:v>0.99874694824218757</c:v>
                </c:pt>
                <c:pt idx="699">
                  <c:v>0.99874694824218757</c:v>
                </c:pt>
                <c:pt idx="700">
                  <c:v>0.99873687744140638</c:v>
                </c:pt>
                <c:pt idx="701">
                  <c:v>0.99873687744140638</c:v>
                </c:pt>
                <c:pt idx="702">
                  <c:v>0.99872955322265622</c:v>
                </c:pt>
                <c:pt idx="703">
                  <c:v>0.99872955322265622</c:v>
                </c:pt>
                <c:pt idx="704">
                  <c:v>0.99872161865234377</c:v>
                </c:pt>
                <c:pt idx="705">
                  <c:v>0.99872161865234377</c:v>
                </c:pt>
                <c:pt idx="706">
                  <c:v>0.99871154785156235</c:v>
                </c:pt>
                <c:pt idx="707">
                  <c:v>0.99871154785156235</c:v>
                </c:pt>
                <c:pt idx="708">
                  <c:v>0.99870086669921876</c:v>
                </c:pt>
                <c:pt idx="709">
                  <c:v>0.99870086669921876</c:v>
                </c:pt>
                <c:pt idx="710">
                  <c:v>0.99869079589843757</c:v>
                </c:pt>
                <c:pt idx="711">
                  <c:v>0.99869079589843757</c:v>
                </c:pt>
                <c:pt idx="712">
                  <c:v>0.99867950439453124</c:v>
                </c:pt>
                <c:pt idx="713">
                  <c:v>0.99867950439453124</c:v>
                </c:pt>
                <c:pt idx="714">
                  <c:v>0.99867065429687496</c:v>
                </c:pt>
                <c:pt idx="715">
                  <c:v>0.99867065429687496</c:v>
                </c:pt>
                <c:pt idx="716">
                  <c:v>0.99866149902343759</c:v>
                </c:pt>
                <c:pt idx="717">
                  <c:v>0.99866149902343759</c:v>
                </c:pt>
                <c:pt idx="718">
                  <c:v>0.99865051269531235</c:v>
                </c:pt>
                <c:pt idx="719">
                  <c:v>0.99865051269531235</c:v>
                </c:pt>
                <c:pt idx="720">
                  <c:v>0.99863952636718745</c:v>
                </c:pt>
                <c:pt idx="721">
                  <c:v>0.99863952636718745</c:v>
                </c:pt>
                <c:pt idx="722">
                  <c:v>0.99862884521484363</c:v>
                </c:pt>
                <c:pt idx="723">
                  <c:v>0.99862884521484363</c:v>
                </c:pt>
                <c:pt idx="724">
                  <c:v>0.99861877441406244</c:v>
                </c:pt>
                <c:pt idx="725">
                  <c:v>0.99861877441406244</c:v>
                </c:pt>
                <c:pt idx="726">
                  <c:v>0.99860504150390639</c:v>
                </c:pt>
                <c:pt idx="727">
                  <c:v>0.99860504150390639</c:v>
                </c:pt>
                <c:pt idx="728">
                  <c:v>0.9985958862304688</c:v>
                </c:pt>
                <c:pt idx="729">
                  <c:v>0.9985958862304688</c:v>
                </c:pt>
                <c:pt idx="730">
                  <c:v>0.99858581542968761</c:v>
                </c:pt>
                <c:pt idx="731">
                  <c:v>0.99858581542968761</c:v>
                </c:pt>
                <c:pt idx="732">
                  <c:v>0.99857910156249996</c:v>
                </c:pt>
                <c:pt idx="733">
                  <c:v>0.99857910156249996</c:v>
                </c:pt>
                <c:pt idx="734">
                  <c:v>0.99856658935546883</c:v>
                </c:pt>
                <c:pt idx="735">
                  <c:v>0.99856658935546883</c:v>
                </c:pt>
                <c:pt idx="736">
                  <c:v>0.99855804443359375</c:v>
                </c:pt>
                <c:pt idx="737">
                  <c:v>0.99855804443359375</c:v>
                </c:pt>
                <c:pt idx="738">
                  <c:v>0.99854766845703125</c:v>
                </c:pt>
                <c:pt idx="739">
                  <c:v>0.99854766845703125</c:v>
                </c:pt>
                <c:pt idx="740">
                  <c:v>0.99853637695312503</c:v>
                </c:pt>
                <c:pt idx="741">
                  <c:v>0.99853637695312503</c:v>
                </c:pt>
                <c:pt idx="742">
                  <c:v>0.99852630615234361</c:v>
                </c:pt>
                <c:pt idx="743">
                  <c:v>0.99852630615234361</c:v>
                </c:pt>
                <c:pt idx="744">
                  <c:v>0.99851684570312504</c:v>
                </c:pt>
                <c:pt idx="745">
                  <c:v>0.99851684570312504</c:v>
                </c:pt>
                <c:pt idx="746">
                  <c:v>0.99850097656250003</c:v>
                </c:pt>
                <c:pt idx="747">
                  <c:v>0.99850097656250003</c:v>
                </c:pt>
                <c:pt idx="748">
                  <c:v>0.99848907470703119</c:v>
                </c:pt>
                <c:pt idx="749">
                  <c:v>0.99848907470703119</c:v>
                </c:pt>
                <c:pt idx="750">
                  <c:v>0.99847839355468759</c:v>
                </c:pt>
                <c:pt idx="751">
                  <c:v>0.99847839355468759</c:v>
                </c:pt>
                <c:pt idx="752">
                  <c:v>0.99846984863281241</c:v>
                </c:pt>
                <c:pt idx="753">
                  <c:v>0.99846984863281241</c:v>
                </c:pt>
                <c:pt idx="754">
                  <c:v>0.99846160888671875</c:v>
                </c:pt>
                <c:pt idx="755">
                  <c:v>0.99846160888671875</c:v>
                </c:pt>
                <c:pt idx="756">
                  <c:v>0.99845001220703122</c:v>
                </c:pt>
                <c:pt idx="757">
                  <c:v>0.99845001220703122</c:v>
                </c:pt>
                <c:pt idx="758">
                  <c:v>0.99843780517578118</c:v>
                </c:pt>
                <c:pt idx="759">
                  <c:v>0.99843780517578118</c:v>
                </c:pt>
                <c:pt idx="760">
                  <c:v>0.99842620849609376</c:v>
                </c:pt>
                <c:pt idx="761">
                  <c:v>0.99842620849609376</c:v>
                </c:pt>
                <c:pt idx="762">
                  <c:v>0.9984140014648436</c:v>
                </c:pt>
                <c:pt idx="763">
                  <c:v>0.9984140014648436</c:v>
                </c:pt>
                <c:pt idx="764">
                  <c:v>0.99840148925781236</c:v>
                </c:pt>
                <c:pt idx="765">
                  <c:v>0.99840148925781236</c:v>
                </c:pt>
                <c:pt idx="766">
                  <c:v>0.99838989257812505</c:v>
                </c:pt>
                <c:pt idx="767">
                  <c:v>0.99838989257812505</c:v>
                </c:pt>
                <c:pt idx="768">
                  <c:v>0.998377685546875</c:v>
                </c:pt>
                <c:pt idx="769">
                  <c:v>0.998377685546875</c:v>
                </c:pt>
                <c:pt idx="770">
                  <c:v>0.99836730957031239</c:v>
                </c:pt>
                <c:pt idx="771">
                  <c:v>0.99836730957031239</c:v>
                </c:pt>
                <c:pt idx="772">
                  <c:v>0.99835632324218759</c:v>
                </c:pt>
                <c:pt idx="773">
                  <c:v>0.99835632324218759</c:v>
                </c:pt>
                <c:pt idx="774">
                  <c:v>0.99834503173828115</c:v>
                </c:pt>
                <c:pt idx="775">
                  <c:v>0.99834503173828115</c:v>
                </c:pt>
                <c:pt idx="776">
                  <c:v>0.99833587646484379</c:v>
                </c:pt>
                <c:pt idx="777">
                  <c:v>0.99833587646484379</c:v>
                </c:pt>
                <c:pt idx="778">
                  <c:v>0.99832427978515637</c:v>
                </c:pt>
                <c:pt idx="779">
                  <c:v>0.99832427978515637</c:v>
                </c:pt>
                <c:pt idx="780">
                  <c:v>0.99831420898437495</c:v>
                </c:pt>
                <c:pt idx="781">
                  <c:v>0.99831420898437495</c:v>
                </c:pt>
                <c:pt idx="782">
                  <c:v>0.99830352783203125</c:v>
                </c:pt>
                <c:pt idx="783">
                  <c:v>0.99830352783203125</c:v>
                </c:pt>
                <c:pt idx="784">
                  <c:v>0.99829437255859377</c:v>
                </c:pt>
                <c:pt idx="785">
                  <c:v>0.99829437255859377</c:v>
                </c:pt>
                <c:pt idx="786">
                  <c:v>0.99828125000000001</c:v>
                </c:pt>
                <c:pt idx="787">
                  <c:v>0.99828125000000001</c:v>
                </c:pt>
                <c:pt idx="788">
                  <c:v>0.99827301025390625</c:v>
                </c:pt>
                <c:pt idx="789">
                  <c:v>0.99827301025390625</c:v>
                </c:pt>
                <c:pt idx="790">
                  <c:v>0.998260498046875</c:v>
                </c:pt>
                <c:pt idx="791">
                  <c:v>0.998260498046875</c:v>
                </c:pt>
                <c:pt idx="792">
                  <c:v>0.99825103759765621</c:v>
                </c:pt>
                <c:pt idx="793">
                  <c:v>0.99825103759765621</c:v>
                </c:pt>
                <c:pt idx="794">
                  <c:v>0.99823699951171885</c:v>
                </c:pt>
                <c:pt idx="795">
                  <c:v>0.99823699951171885</c:v>
                </c:pt>
                <c:pt idx="796">
                  <c:v>0.99822784423828115</c:v>
                </c:pt>
                <c:pt idx="797">
                  <c:v>0.99822784423828115</c:v>
                </c:pt>
                <c:pt idx="798">
                  <c:v>0.99821533203125001</c:v>
                </c:pt>
                <c:pt idx="799">
                  <c:v>0.99821533203125001</c:v>
                </c:pt>
                <c:pt idx="800">
                  <c:v>0.99820709228515625</c:v>
                </c:pt>
                <c:pt idx="801">
                  <c:v>0.99820709228515625</c:v>
                </c:pt>
                <c:pt idx="802">
                  <c:v>0.99819793701171877</c:v>
                </c:pt>
                <c:pt idx="803">
                  <c:v>0.99819793701171877</c:v>
                </c:pt>
                <c:pt idx="804">
                  <c:v>0.99818725585937496</c:v>
                </c:pt>
                <c:pt idx="805">
                  <c:v>0.99818725585937496</c:v>
                </c:pt>
                <c:pt idx="806">
                  <c:v>0.99817596435546885</c:v>
                </c:pt>
                <c:pt idx="807">
                  <c:v>0.99817596435546885</c:v>
                </c:pt>
                <c:pt idx="808">
                  <c:v>0.9981640625</c:v>
                </c:pt>
                <c:pt idx="809">
                  <c:v>0.9981640625</c:v>
                </c:pt>
                <c:pt idx="810">
                  <c:v>0.99815338134765641</c:v>
                </c:pt>
                <c:pt idx="811">
                  <c:v>0.99815338134765641</c:v>
                </c:pt>
                <c:pt idx="812">
                  <c:v>0.99814086914062505</c:v>
                </c:pt>
                <c:pt idx="813">
                  <c:v>0.99814086914062505</c:v>
                </c:pt>
                <c:pt idx="814">
                  <c:v>0.99812805175781238</c:v>
                </c:pt>
                <c:pt idx="815">
                  <c:v>0.99812805175781238</c:v>
                </c:pt>
                <c:pt idx="816">
                  <c:v>0.99811920166015622</c:v>
                </c:pt>
                <c:pt idx="817">
                  <c:v>0.99811920166015622</c:v>
                </c:pt>
                <c:pt idx="818">
                  <c:v>0.99810607910156235</c:v>
                </c:pt>
                <c:pt idx="819">
                  <c:v>0.99810607910156235</c:v>
                </c:pt>
                <c:pt idx="820">
                  <c:v>0.99809295654296881</c:v>
                </c:pt>
                <c:pt idx="821">
                  <c:v>0.99809295654296881</c:v>
                </c:pt>
                <c:pt idx="822">
                  <c:v>0.99808013916015637</c:v>
                </c:pt>
                <c:pt idx="823">
                  <c:v>0.99808013916015637</c:v>
                </c:pt>
                <c:pt idx="824">
                  <c:v>0.99807067871093758</c:v>
                </c:pt>
                <c:pt idx="825">
                  <c:v>0.99807067871093758</c:v>
                </c:pt>
                <c:pt idx="826">
                  <c:v>0.99805847167968764</c:v>
                </c:pt>
                <c:pt idx="827">
                  <c:v>0.99805847167968764</c:v>
                </c:pt>
                <c:pt idx="828">
                  <c:v>0.99804473876953115</c:v>
                </c:pt>
                <c:pt idx="829">
                  <c:v>0.99804473876953115</c:v>
                </c:pt>
                <c:pt idx="830">
                  <c:v>0.99803131103515641</c:v>
                </c:pt>
                <c:pt idx="831">
                  <c:v>0.99803131103515641</c:v>
                </c:pt>
                <c:pt idx="832">
                  <c:v>0.998021240234375</c:v>
                </c:pt>
                <c:pt idx="833">
                  <c:v>0.998021240234375</c:v>
                </c:pt>
                <c:pt idx="834">
                  <c:v>0.99800750732421883</c:v>
                </c:pt>
                <c:pt idx="835">
                  <c:v>0.99800750732421883</c:v>
                </c:pt>
                <c:pt idx="836">
                  <c:v>0.99799499511718759</c:v>
                </c:pt>
                <c:pt idx="837">
                  <c:v>0.99799499511718759</c:v>
                </c:pt>
                <c:pt idx="838">
                  <c:v>0.9979803466796876</c:v>
                </c:pt>
                <c:pt idx="839">
                  <c:v>0.9979803466796876</c:v>
                </c:pt>
                <c:pt idx="840">
                  <c:v>0.99796630859375002</c:v>
                </c:pt>
                <c:pt idx="841">
                  <c:v>0.99796630859375002</c:v>
                </c:pt>
                <c:pt idx="842">
                  <c:v>0.9979556274414062</c:v>
                </c:pt>
                <c:pt idx="843">
                  <c:v>0.9979556274414062</c:v>
                </c:pt>
                <c:pt idx="844">
                  <c:v>0.99794372558593758</c:v>
                </c:pt>
                <c:pt idx="845">
                  <c:v>0.99794372558593758</c:v>
                </c:pt>
                <c:pt idx="846">
                  <c:v>0.99793457031249999</c:v>
                </c:pt>
                <c:pt idx="847">
                  <c:v>0.99793457031249999</c:v>
                </c:pt>
                <c:pt idx="848">
                  <c:v>0.99792236328124995</c:v>
                </c:pt>
                <c:pt idx="849">
                  <c:v>0.99792236328124995</c:v>
                </c:pt>
                <c:pt idx="850">
                  <c:v>0.99790985107421881</c:v>
                </c:pt>
                <c:pt idx="851">
                  <c:v>0.99790985107421881</c:v>
                </c:pt>
                <c:pt idx="852">
                  <c:v>0.997894287109375</c:v>
                </c:pt>
                <c:pt idx="853">
                  <c:v>0.997894287109375</c:v>
                </c:pt>
                <c:pt idx="854">
                  <c:v>0.99788146972656255</c:v>
                </c:pt>
                <c:pt idx="855">
                  <c:v>0.99788146972656255</c:v>
                </c:pt>
                <c:pt idx="856">
                  <c:v>0.9978695678710936</c:v>
                </c:pt>
                <c:pt idx="857">
                  <c:v>0.9978695678710936</c:v>
                </c:pt>
                <c:pt idx="858">
                  <c:v>0.99785430908203121</c:v>
                </c:pt>
                <c:pt idx="859">
                  <c:v>0.99785430908203121</c:v>
                </c:pt>
                <c:pt idx="860">
                  <c:v>0.99783905029296882</c:v>
                </c:pt>
                <c:pt idx="861">
                  <c:v>0.99783905029296882</c:v>
                </c:pt>
                <c:pt idx="862">
                  <c:v>0.9978280639648438</c:v>
                </c:pt>
                <c:pt idx="863">
                  <c:v>0.9978280639648438</c:v>
                </c:pt>
                <c:pt idx="864">
                  <c:v>0.99781738281249999</c:v>
                </c:pt>
                <c:pt idx="865">
                  <c:v>0.99781738281249999</c:v>
                </c:pt>
                <c:pt idx="866">
                  <c:v>0.99780426025390623</c:v>
                </c:pt>
                <c:pt idx="867">
                  <c:v>0.99780426025390623</c:v>
                </c:pt>
                <c:pt idx="868">
                  <c:v>0.99779418945312504</c:v>
                </c:pt>
                <c:pt idx="869">
                  <c:v>0.99779418945312504</c:v>
                </c:pt>
                <c:pt idx="870">
                  <c:v>0.99778320312500002</c:v>
                </c:pt>
                <c:pt idx="871">
                  <c:v>0.99778320312500002</c:v>
                </c:pt>
                <c:pt idx="872">
                  <c:v>0.99777008056640637</c:v>
                </c:pt>
                <c:pt idx="873">
                  <c:v>0.99777008056640637</c:v>
                </c:pt>
                <c:pt idx="874">
                  <c:v>0.99775421142578125</c:v>
                </c:pt>
                <c:pt idx="875">
                  <c:v>0.99775421142578125</c:v>
                </c:pt>
                <c:pt idx="876">
                  <c:v>0.99773956298828115</c:v>
                </c:pt>
                <c:pt idx="877">
                  <c:v>0.99773956298828115</c:v>
                </c:pt>
                <c:pt idx="878">
                  <c:v>0.99772796630859362</c:v>
                </c:pt>
                <c:pt idx="879">
                  <c:v>0.99772796630859362</c:v>
                </c:pt>
                <c:pt idx="880">
                  <c:v>0.99771270751953123</c:v>
                </c:pt>
                <c:pt idx="881">
                  <c:v>0.99771270751953123</c:v>
                </c:pt>
                <c:pt idx="882">
                  <c:v>0.99769866943359375</c:v>
                </c:pt>
                <c:pt idx="883">
                  <c:v>0.99769866943359375</c:v>
                </c:pt>
                <c:pt idx="884">
                  <c:v>0.99768737792968765</c:v>
                </c:pt>
                <c:pt idx="885">
                  <c:v>0.99768737792968765</c:v>
                </c:pt>
                <c:pt idx="886">
                  <c:v>0.99767120361328121</c:v>
                </c:pt>
                <c:pt idx="887">
                  <c:v>0.99767120361328121</c:v>
                </c:pt>
                <c:pt idx="888">
                  <c:v>0.99766052246093762</c:v>
                </c:pt>
                <c:pt idx="889">
                  <c:v>0.99766052246093762</c:v>
                </c:pt>
                <c:pt idx="890">
                  <c:v>0.99764801025390637</c:v>
                </c:pt>
                <c:pt idx="891">
                  <c:v>0.99764801025390637</c:v>
                </c:pt>
                <c:pt idx="892">
                  <c:v>0.99763793945312496</c:v>
                </c:pt>
                <c:pt idx="893">
                  <c:v>0.99763793945312496</c:v>
                </c:pt>
                <c:pt idx="894">
                  <c:v>0.99762115478515623</c:v>
                </c:pt>
                <c:pt idx="895">
                  <c:v>0.99762115478515623</c:v>
                </c:pt>
                <c:pt idx="896">
                  <c:v>0.99760833740234378</c:v>
                </c:pt>
                <c:pt idx="897">
                  <c:v>0.99760833740234378</c:v>
                </c:pt>
                <c:pt idx="898">
                  <c:v>0.99759368896484379</c:v>
                </c:pt>
                <c:pt idx="899">
                  <c:v>0.99759368896484379</c:v>
                </c:pt>
                <c:pt idx="900">
                  <c:v>0.99757904052734359</c:v>
                </c:pt>
                <c:pt idx="901">
                  <c:v>0.99757904052734359</c:v>
                </c:pt>
                <c:pt idx="902">
                  <c:v>0.99756866455078119</c:v>
                </c:pt>
                <c:pt idx="903">
                  <c:v>0.99756866455078119</c:v>
                </c:pt>
                <c:pt idx="904">
                  <c:v>0.99755584716796875</c:v>
                </c:pt>
                <c:pt idx="905">
                  <c:v>0.99755584716796875</c:v>
                </c:pt>
                <c:pt idx="906">
                  <c:v>0.99754119873046876</c:v>
                </c:pt>
                <c:pt idx="907">
                  <c:v>0.99754119873046876</c:v>
                </c:pt>
                <c:pt idx="908">
                  <c:v>0.99752655029296877</c:v>
                </c:pt>
                <c:pt idx="909">
                  <c:v>0.99752655029296877</c:v>
                </c:pt>
                <c:pt idx="910">
                  <c:v>0.99751037597656245</c:v>
                </c:pt>
                <c:pt idx="911">
                  <c:v>0.99751037597656245</c:v>
                </c:pt>
                <c:pt idx="912">
                  <c:v>0.99749359130859361</c:v>
                </c:pt>
                <c:pt idx="913">
                  <c:v>0.99749359130859361</c:v>
                </c:pt>
                <c:pt idx="914">
                  <c:v>0.99747802734375002</c:v>
                </c:pt>
                <c:pt idx="915">
                  <c:v>0.99747802734375002</c:v>
                </c:pt>
                <c:pt idx="916">
                  <c:v>0.9974618530273438</c:v>
                </c:pt>
                <c:pt idx="917">
                  <c:v>0.9974618530273438</c:v>
                </c:pt>
                <c:pt idx="918">
                  <c:v>0.99744995117187496</c:v>
                </c:pt>
                <c:pt idx="919">
                  <c:v>0.99744995117187496</c:v>
                </c:pt>
                <c:pt idx="920">
                  <c:v>0.99743469238281235</c:v>
                </c:pt>
                <c:pt idx="921">
                  <c:v>0.99743469238281235</c:v>
                </c:pt>
                <c:pt idx="922">
                  <c:v>0.99742004394531236</c:v>
                </c:pt>
                <c:pt idx="923">
                  <c:v>0.99742004394531236</c:v>
                </c:pt>
                <c:pt idx="924">
                  <c:v>0.997406005859375</c:v>
                </c:pt>
                <c:pt idx="925">
                  <c:v>0.997406005859375</c:v>
                </c:pt>
                <c:pt idx="926">
                  <c:v>0.99739257812500004</c:v>
                </c:pt>
                <c:pt idx="927">
                  <c:v>0.99739257812500004</c:v>
                </c:pt>
                <c:pt idx="928">
                  <c:v>0.99737976074218759</c:v>
                </c:pt>
                <c:pt idx="929">
                  <c:v>0.99737976074218759</c:v>
                </c:pt>
                <c:pt idx="930">
                  <c:v>0.99736450195312498</c:v>
                </c:pt>
                <c:pt idx="931">
                  <c:v>0.99736450195312498</c:v>
                </c:pt>
                <c:pt idx="932">
                  <c:v>0.99734893798828117</c:v>
                </c:pt>
                <c:pt idx="933">
                  <c:v>0.99734893798828117</c:v>
                </c:pt>
                <c:pt idx="934">
                  <c:v>0.99733093261718764</c:v>
                </c:pt>
                <c:pt idx="935">
                  <c:v>0.99733093261718764</c:v>
                </c:pt>
                <c:pt idx="936">
                  <c:v>0.9973147583007812</c:v>
                </c:pt>
                <c:pt idx="937">
                  <c:v>0.9973147583007812</c:v>
                </c:pt>
                <c:pt idx="938">
                  <c:v>0.99729675292968745</c:v>
                </c:pt>
                <c:pt idx="939">
                  <c:v>0.99729675292968745</c:v>
                </c:pt>
                <c:pt idx="940">
                  <c:v>0.99728088378906243</c:v>
                </c:pt>
                <c:pt idx="941">
                  <c:v>0.99728088378906243</c:v>
                </c:pt>
                <c:pt idx="942">
                  <c:v>0.99726654052734376</c:v>
                </c:pt>
                <c:pt idx="943">
                  <c:v>0.99726654052734376</c:v>
                </c:pt>
                <c:pt idx="944">
                  <c:v>0.99724945068359361</c:v>
                </c:pt>
                <c:pt idx="945">
                  <c:v>0.99724945068359361</c:v>
                </c:pt>
                <c:pt idx="946">
                  <c:v>0.99723480224609362</c:v>
                </c:pt>
                <c:pt idx="947">
                  <c:v>0.99723480224609362</c:v>
                </c:pt>
                <c:pt idx="948">
                  <c:v>0.99721832275390621</c:v>
                </c:pt>
                <c:pt idx="949">
                  <c:v>0.99721832275390621</c:v>
                </c:pt>
                <c:pt idx="950">
                  <c:v>0.99719848632812502</c:v>
                </c:pt>
                <c:pt idx="951">
                  <c:v>0.99719848632812502</c:v>
                </c:pt>
                <c:pt idx="952">
                  <c:v>0.99718353271484361</c:v>
                </c:pt>
                <c:pt idx="953">
                  <c:v>0.99718353271484361</c:v>
                </c:pt>
                <c:pt idx="954">
                  <c:v>0.99717376708984362</c:v>
                </c:pt>
                <c:pt idx="955">
                  <c:v>0.99717376708984362</c:v>
                </c:pt>
                <c:pt idx="956">
                  <c:v>0.99715850830078123</c:v>
                </c:pt>
                <c:pt idx="957">
                  <c:v>0.99715850830078123</c:v>
                </c:pt>
                <c:pt idx="958">
                  <c:v>0.99713623046875</c:v>
                </c:pt>
                <c:pt idx="959">
                  <c:v>0.99713623046875</c:v>
                </c:pt>
                <c:pt idx="960">
                  <c:v>0.99712005615234378</c:v>
                </c:pt>
                <c:pt idx="961">
                  <c:v>0.99712005615234378</c:v>
                </c:pt>
                <c:pt idx="962">
                  <c:v>0.9971060180664062</c:v>
                </c:pt>
                <c:pt idx="963">
                  <c:v>0.9971060180664062</c:v>
                </c:pt>
                <c:pt idx="964">
                  <c:v>0.99709320068359375</c:v>
                </c:pt>
                <c:pt idx="965">
                  <c:v>0.99709320068359375</c:v>
                </c:pt>
                <c:pt idx="966">
                  <c:v>0.99708038330078119</c:v>
                </c:pt>
                <c:pt idx="967">
                  <c:v>0.99708038330078119</c:v>
                </c:pt>
                <c:pt idx="968">
                  <c:v>0.99706604003906241</c:v>
                </c:pt>
                <c:pt idx="969">
                  <c:v>0.99706604003906241</c:v>
                </c:pt>
                <c:pt idx="970">
                  <c:v>0.99705169677734362</c:v>
                </c:pt>
                <c:pt idx="971">
                  <c:v>0.99705169677734362</c:v>
                </c:pt>
                <c:pt idx="972">
                  <c:v>0.99703704833984363</c:v>
                </c:pt>
                <c:pt idx="973">
                  <c:v>0.99703704833984363</c:v>
                </c:pt>
                <c:pt idx="974">
                  <c:v>0.99702026367187502</c:v>
                </c:pt>
                <c:pt idx="975">
                  <c:v>0.99702026367187502</c:v>
                </c:pt>
                <c:pt idx="976">
                  <c:v>0.99700714111328115</c:v>
                </c:pt>
                <c:pt idx="977">
                  <c:v>0.99700714111328115</c:v>
                </c:pt>
                <c:pt idx="978">
                  <c:v>0.99699127197265625</c:v>
                </c:pt>
                <c:pt idx="979">
                  <c:v>0.99699127197265625</c:v>
                </c:pt>
                <c:pt idx="980">
                  <c:v>0.99697113037109375</c:v>
                </c:pt>
                <c:pt idx="981">
                  <c:v>0.99697113037109375</c:v>
                </c:pt>
                <c:pt idx="982">
                  <c:v>0.99695495605468765</c:v>
                </c:pt>
                <c:pt idx="983">
                  <c:v>0.99695495605468765</c:v>
                </c:pt>
                <c:pt idx="984">
                  <c:v>0.99693817138671881</c:v>
                </c:pt>
                <c:pt idx="985">
                  <c:v>0.99693817138671881</c:v>
                </c:pt>
                <c:pt idx="986">
                  <c:v>0.99692901611328122</c:v>
                </c:pt>
                <c:pt idx="987">
                  <c:v>0.99692901611328122</c:v>
                </c:pt>
                <c:pt idx="988">
                  <c:v>0.99691162109374998</c:v>
                </c:pt>
                <c:pt idx="989">
                  <c:v>0.99691162109374998</c:v>
                </c:pt>
                <c:pt idx="990">
                  <c:v>0.99689575195312496</c:v>
                </c:pt>
                <c:pt idx="991">
                  <c:v>0.99689575195312496</c:v>
                </c:pt>
                <c:pt idx="992">
                  <c:v>0.99687774658203121</c:v>
                </c:pt>
                <c:pt idx="993">
                  <c:v>0.99687774658203121</c:v>
                </c:pt>
                <c:pt idx="994">
                  <c:v>0.99686096191406237</c:v>
                </c:pt>
                <c:pt idx="995">
                  <c:v>0.99686096191406237</c:v>
                </c:pt>
                <c:pt idx="996">
                  <c:v>0.99684570312499998</c:v>
                </c:pt>
                <c:pt idx="997">
                  <c:v>0.99684570312499998</c:v>
                </c:pt>
                <c:pt idx="998">
                  <c:v>0.9968319702148436</c:v>
                </c:pt>
                <c:pt idx="999">
                  <c:v>0.9968319702148436</c:v>
                </c:pt>
                <c:pt idx="1000">
                  <c:v>0.99681640625000001</c:v>
                </c:pt>
                <c:pt idx="1001">
                  <c:v>0.99681640625000001</c:v>
                </c:pt>
                <c:pt idx="1002">
                  <c:v>0.99679840087890637</c:v>
                </c:pt>
                <c:pt idx="1003">
                  <c:v>0.99679840087890637</c:v>
                </c:pt>
                <c:pt idx="1004">
                  <c:v>0.99678100585937501</c:v>
                </c:pt>
                <c:pt idx="1005">
                  <c:v>0.99678100585937501</c:v>
                </c:pt>
                <c:pt idx="1006">
                  <c:v>0.9967657470703124</c:v>
                </c:pt>
                <c:pt idx="1007">
                  <c:v>0.9967657470703124</c:v>
                </c:pt>
                <c:pt idx="1008">
                  <c:v>0.99674804687499996</c:v>
                </c:pt>
                <c:pt idx="1009">
                  <c:v>0.99674804687499996</c:v>
                </c:pt>
                <c:pt idx="1010">
                  <c:v>0.99673156738281243</c:v>
                </c:pt>
                <c:pt idx="1011">
                  <c:v>0.99673156738281243</c:v>
                </c:pt>
                <c:pt idx="1012">
                  <c:v>0.9967098999023436</c:v>
                </c:pt>
                <c:pt idx="1013">
                  <c:v>0.9967098999023436</c:v>
                </c:pt>
                <c:pt idx="1014">
                  <c:v>0.99669158935546875</c:v>
                </c:pt>
                <c:pt idx="1015">
                  <c:v>0.99669158935546875</c:v>
                </c:pt>
                <c:pt idx="1016">
                  <c:v>0.9966732788085938</c:v>
                </c:pt>
                <c:pt idx="1017">
                  <c:v>0.9966732788085938</c:v>
                </c:pt>
                <c:pt idx="1018">
                  <c:v>0.99665863037109359</c:v>
                </c:pt>
                <c:pt idx="1019">
                  <c:v>0.99665863037109359</c:v>
                </c:pt>
                <c:pt idx="1020">
                  <c:v>0.9966424560546876</c:v>
                </c:pt>
                <c:pt idx="1021">
                  <c:v>0.9966424560546876</c:v>
                </c:pt>
                <c:pt idx="1022">
                  <c:v>0.99662506103515625</c:v>
                </c:pt>
                <c:pt idx="1023">
                  <c:v>0.99662506103515625</c:v>
                </c:pt>
                <c:pt idx="1024">
                  <c:v>0.99660614013671878</c:v>
                </c:pt>
                <c:pt idx="1025">
                  <c:v>0.99660614013671878</c:v>
                </c:pt>
                <c:pt idx="1026">
                  <c:v>0.99659240722656239</c:v>
                </c:pt>
                <c:pt idx="1027">
                  <c:v>0.99659240722656239</c:v>
                </c:pt>
                <c:pt idx="1028">
                  <c:v>0.99657531738281235</c:v>
                </c:pt>
                <c:pt idx="1029">
                  <c:v>0.99657531738281235</c:v>
                </c:pt>
                <c:pt idx="1030">
                  <c:v>0.99655853271484363</c:v>
                </c:pt>
                <c:pt idx="1031">
                  <c:v>0.99655853271484363</c:v>
                </c:pt>
                <c:pt idx="1032">
                  <c:v>0.99654174804687501</c:v>
                </c:pt>
                <c:pt idx="1033">
                  <c:v>0.99654174804687501</c:v>
                </c:pt>
                <c:pt idx="1034">
                  <c:v>0.99652221679687503</c:v>
                </c:pt>
                <c:pt idx="1035">
                  <c:v>0.99652221679687503</c:v>
                </c:pt>
                <c:pt idx="1036">
                  <c:v>0.99650238037109362</c:v>
                </c:pt>
                <c:pt idx="1037">
                  <c:v>0.99650238037109362</c:v>
                </c:pt>
                <c:pt idx="1038">
                  <c:v>0.9964852905273438</c:v>
                </c:pt>
                <c:pt idx="1039">
                  <c:v>0.9964852905273438</c:v>
                </c:pt>
                <c:pt idx="1040">
                  <c:v>0.99646820068359376</c:v>
                </c:pt>
                <c:pt idx="1041">
                  <c:v>0.99646820068359376</c:v>
                </c:pt>
                <c:pt idx="1042">
                  <c:v>0.99645202636718755</c:v>
                </c:pt>
                <c:pt idx="1043">
                  <c:v>0.99645202636718755</c:v>
                </c:pt>
                <c:pt idx="1044">
                  <c:v>0.99643310546874997</c:v>
                </c:pt>
                <c:pt idx="1045">
                  <c:v>0.99643310546874997</c:v>
                </c:pt>
                <c:pt idx="1046">
                  <c:v>0.99641479492187501</c:v>
                </c:pt>
                <c:pt idx="1047">
                  <c:v>0.99641479492187501</c:v>
                </c:pt>
                <c:pt idx="1048">
                  <c:v>0.99639892578125</c:v>
                </c:pt>
                <c:pt idx="1049">
                  <c:v>0.99639892578125</c:v>
                </c:pt>
                <c:pt idx="1050">
                  <c:v>0.99637939453125002</c:v>
                </c:pt>
                <c:pt idx="1051">
                  <c:v>0.99637939453125002</c:v>
                </c:pt>
                <c:pt idx="1052">
                  <c:v>0.99635711669921878</c:v>
                </c:pt>
                <c:pt idx="1053">
                  <c:v>0.99635711669921878</c:v>
                </c:pt>
                <c:pt idx="1054">
                  <c:v>0.99633422851562503</c:v>
                </c:pt>
                <c:pt idx="1055">
                  <c:v>0.99633422851562503</c:v>
                </c:pt>
                <c:pt idx="1056">
                  <c:v>0.99631469726562505</c:v>
                </c:pt>
                <c:pt idx="1057">
                  <c:v>0.99631469726562505</c:v>
                </c:pt>
                <c:pt idx="1058">
                  <c:v>0.99630004882812495</c:v>
                </c:pt>
                <c:pt idx="1059">
                  <c:v>0.99630004882812495</c:v>
                </c:pt>
                <c:pt idx="1060">
                  <c:v>0.99628082275390639</c:v>
                </c:pt>
                <c:pt idx="1061">
                  <c:v>0.99628082275390639</c:v>
                </c:pt>
                <c:pt idx="1062">
                  <c:v>0.99626068115234379</c:v>
                </c:pt>
                <c:pt idx="1063">
                  <c:v>0.99626068115234379</c:v>
                </c:pt>
                <c:pt idx="1064">
                  <c:v>0.99623718261718763</c:v>
                </c:pt>
                <c:pt idx="1065">
                  <c:v>0.99623718261718763</c:v>
                </c:pt>
                <c:pt idx="1066">
                  <c:v>0.99621917724609377</c:v>
                </c:pt>
                <c:pt idx="1067">
                  <c:v>0.99621917724609377</c:v>
                </c:pt>
                <c:pt idx="1068">
                  <c:v>0.99619476318359379</c:v>
                </c:pt>
                <c:pt idx="1069">
                  <c:v>0.99619476318359379</c:v>
                </c:pt>
                <c:pt idx="1070">
                  <c:v>0.99617645263671883</c:v>
                </c:pt>
                <c:pt idx="1071">
                  <c:v>0.99617645263671883</c:v>
                </c:pt>
                <c:pt idx="1072">
                  <c:v>0.99615631103515623</c:v>
                </c:pt>
                <c:pt idx="1073">
                  <c:v>0.99615631103515623</c:v>
                </c:pt>
                <c:pt idx="1074">
                  <c:v>0.99613983154296881</c:v>
                </c:pt>
                <c:pt idx="1075">
                  <c:v>0.99613983154296881</c:v>
                </c:pt>
                <c:pt idx="1076">
                  <c:v>0.99612121582031243</c:v>
                </c:pt>
                <c:pt idx="1077">
                  <c:v>0.99612121582031243</c:v>
                </c:pt>
                <c:pt idx="1078">
                  <c:v>0.99610260009765639</c:v>
                </c:pt>
                <c:pt idx="1079">
                  <c:v>0.99610260009765639</c:v>
                </c:pt>
                <c:pt idx="1080">
                  <c:v>0.99608367919921881</c:v>
                </c:pt>
                <c:pt idx="1081">
                  <c:v>0.99608367919921881</c:v>
                </c:pt>
                <c:pt idx="1082">
                  <c:v>0.99606933593750002</c:v>
                </c:pt>
                <c:pt idx="1083">
                  <c:v>0.99606933593750002</c:v>
                </c:pt>
                <c:pt idx="1084">
                  <c:v>0.99605133056640638</c:v>
                </c:pt>
                <c:pt idx="1085">
                  <c:v>0.99605133056640638</c:v>
                </c:pt>
                <c:pt idx="1086">
                  <c:v>0.99603485107421885</c:v>
                </c:pt>
                <c:pt idx="1087">
                  <c:v>0.99603485107421885</c:v>
                </c:pt>
                <c:pt idx="1088">
                  <c:v>0.99601470947265625</c:v>
                </c:pt>
                <c:pt idx="1089">
                  <c:v>0.99601470947265625</c:v>
                </c:pt>
                <c:pt idx="1090">
                  <c:v>0.99599884033203123</c:v>
                </c:pt>
                <c:pt idx="1091">
                  <c:v>0.99599884033203123</c:v>
                </c:pt>
                <c:pt idx="1092">
                  <c:v>0.99597839355468765</c:v>
                </c:pt>
                <c:pt idx="1093">
                  <c:v>0.99597839355468765</c:v>
                </c:pt>
                <c:pt idx="1094">
                  <c:v>0.99596069335937498</c:v>
                </c:pt>
                <c:pt idx="1095">
                  <c:v>0.99596069335937498</c:v>
                </c:pt>
                <c:pt idx="1096">
                  <c:v>0.99593963623046877</c:v>
                </c:pt>
                <c:pt idx="1097">
                  <c:v>0.99593963623046877</c:v>
                </c:pt>
                <c:pt idx="1098">
                  <c:v>0.9959158325195312</c:v>
                </c:pt>
                <c:pt idx="1099">
                  <c:v>0.9959158325195312</c:v>
                </c:pt>
                <c:pt idx="1100">
                  <c:v>0.99589569091796881</c:v>
                </c:pt>
                <c:pt idx="1101">
                  <c:v>0.99589569091796881</c:v>
                </c:pt>
                <c:pt idx="1102">
                  <c:v>0.99587890624999997</c:v>
                </c:pt>
                <c:pt idx="1103">
                  <c:v>0.99587890624999997</c:v>
                </c:pt>
                <c:pt idx="1104">
                  <c:v>0.99586181640625004</c:v>
                </c:pt>
                <c:pt idx="1105">
                  <c:v>0.99586181640625004</c:v>
                </c:pt>
                <c:pt idx="1106">
                  <c:v>0.99584197998046875</c:v>
                </c:pt>
                <c:pt idx="1107">
                  <c:v>0.99584197998046875</c:v>
                </c:pt>
                <c:pt idx="1108">
                  <c:v>0.99581573486328123</c:v>
                </c:pt>
                <c:pt idx="1109">
                  <c:v>0.99581573486328123</c:v>
                </c:pt>
                <c:pt idx="1110">
                  <c:v>0.9957943725585936</c:v>
                </c:pt>
                <c:pt idx="1111">
                  <c:v>0.9957943725585936</c:v>
                </c:pt>
                <c:pt idx="1112">
                  <c:v>0.99577697753906236</c:v>
                </c:pt>
                <c:pt idx="1113">
                  <c:v>0.99577697753906236</c:v>
                </c:pt>
                <c:pt idx="1114">
                  <c:v>0.99575439453125003</c:v>
                </c:pt>
                <c:pt idx="1115">
                  <c:v>0.99575439453125003</c:v>
                </c:pt>
                <c:pt idx="1116">
                  <c:v>0.99573486328125005</c:v>
                </c:pt>
                <c:pt idx="1117">
                  <c:v>0.99573486328125005</c:v>
                </c:pt>
                <c:pt idx="1118">
                  <c:v>0.99571105957031236</c:v>
                </c:pt>
                <c:pt idx="1119">
                  <c:v>0.99571105957031236</c:v>
                </c:pt>
                <c:pt idx="1120">
                  <c:v>0.99568878173828124</c:v>
                </c:pt>
                <c:pt idx="1121">
                  <c:v>0.99568878173828124</c:v>
                </c:pt>
                <c:pt idx="1122">
                  <c:v>0.99566955566406234</c:v>
                </c:pt>
                <c:pt idx="1123">
                  <c:v>0.99566955566406234</c:v>
                </c:pt>
                <c:pt idx="1124">
                  <c:v>0.99565002441406236</c:v>
                </c:pt>
                <c:pt idx="1125">
                  <c:v>0.99565002441406236</c:v>
                </c:pt>
                <c:pt idx="1126">
                  <c:v>0.99562805175781244</c:v>
                </c:pt>
                <c:pt idx="1127">
                  <c:v>0.99562805175781244</c:v>
                </c:pt>
                <c:pt idx="1128">
                  <c:v>0.9956060791015624</c:v>
                </c:pt>
                <c:pt idx="1129">
                  <c:v>0.9956060791015624</c:v>
                </c:pt>
                <c:pt idx="1130">
                  <c:v>0.99558807373046876</c:v>
                </c:pt>
                <c:pt idx="1131">
                  <c:v>0.99558807373046876</c:v>
                </c:pt>
                <c:pt idx="1132">
                  <c:v>0.99557128906250003</c:v>
                </c:pt>
                <c:pt idx="1133">
                  <c:v>0.99557128906250003</c:v>
                </c:pt>
                <c:pt idx="1134">
                  <c:v>0.99554565429687503</c:v>
                </c:pt>
                <c:pt idx="1135">
                  <c:v>0.99554565429687503</c:v>
                </c:pt>
                <c:pt idx="1136">
                  <c:v>0.99552429199218762</c:v>
                </c:pt>
                <c:pt idx="1137">
                  <c:v>0.99552429199218762</c:v>
                </c:pt>
                <c:pt idx="1138">
                  <c:v>0.99550811767578118</c:v>
                </c:pt>
                <c:pt idx="1139">
                  <c:v>0.99550811767578118</c:v>
                </c:pt>
                <c:pt idx="1140">
                  <c:v>0.9954840087890624</c:v>
                </c:pt>
                <c:pt idx="1141">
                  <c:v>0.9954840087890624</c:v>
                </c:pt>
                <c:pt idx="1142">
                  <c:v>0.99545928955078122</c:v>
                </c:pt>
                <c:pt idx="1143">
                  <c:v>0.99545928955078122</c:v>
                </c:pt>
                <c:pt idx="1144">
                  <c:v>0.99543334960937502</c:v>
                </c:pt>
                <c:pt idx="1145">
                  <c:v>0.99543334960937502</c:v>
                </c:pt>
                <c:pt idx="1146">
                  <c:v>0.99541198730468761</c:v>
                </c:pt>
                <c:pt idx="1147">
                  <c:v>0.99541198730468761</c:v>
                </c:pt>
                <c:pt idx="1148">
                  <c:v>0.99538879394531243</c:v>
                </c:pt>
                <c:pt idx="1149">
                  <c:v>0.99538879394531243</c:v>
                </c:pt>
                <c:pt idx="1150">
                  <c:v>0.99536773681640622</c:v>
                </c:pt>
                <c:pt idx="1151">
                  <c:v>0.99536773681640622</c:v>
                </c:pt>
                <c:pt idx="1152">
                  <c:v>0.99534179687500002</c:v>
                </c:pt>
                <c:pt idx="1153">
                  <c:v>0.99534179687500002</c:v>
                </c:pt>
                <c:pt idx="1154">
                  <c:v>0.99532379150390637</c:v>
                </c:pt>
                <c:pt idx="1155">
                  <c:v>0.99532379150390637</c:v>
                </c:pt>
                <c:pt idx="1156">
                  <c:v>0.9952999877929688</c:v>
                </c:pt>
                <c:pt idx="1157">
                  <c:v>0.9952999877929688</c:v>
                </c:pt>
                <c:pt idx="1158">
                  <c:v>0.99527954101562499</c:v>
                </c:pt>
                <c:pt idx="1159">
                  <c:v>0.99527954101562499</c:v>
                </c:pt>
                <c:pt idx="1160">
                  <c:v>0.99525695800781255</c:v>
                </c:pt>
                <c:pt idx="1161">
                  <c:v>0.99525695800781255</c:v>
                </c:pt>
                <c:pt idx="1162">
                  <c:v>0.99523498535156241</c:v>
                </c:pt>
                <c:pt idx="1163">
                  <c:v>0.99523498535156241</c:v>
                </c:pt>
                <c:pt idx="1164">
                  <c:v>0.99520812988281238</c:v>
                </c:pt>
                <c:pt idx="1165">
                  <c:v>0.99520812988281238</c:v>
                </c:pt>
                <c:pt idx="1166">
                  <c:v>0.99518127441406234</c:v>
                </c:pt>
                <c:pt idx="1167">
                  <c:v>0.99518127441406234</c:v>
                </c:pt>
                <c:pt idx="1168">
                  <c:v>0.99515594482421876</c:v>
                </c:pt>
                <c:pt idx="1169">
                  <c:v>0.99515594482421876</c:v>
                </c:pt>
                <c:pt idx="1170">
                  <c:v>0.99513977050781244</c:v>
                </c:pt>
                <c:pt idx="1171">
                  <c:v>0.99513977050781244</c:v>
                </c:pt>
                <c:pt idx="1172">
                  <c:v>0.9951181030273436</c:v>
                </c:pt>
                <c:pt idx="1173">
                  <c:v>0.9951181030273436</c:v>
                </c:pt>
                <c:pt idx="1174">
                  <c:v>0.99509552001953117</c:v>
                </c:pt>
                <c:pt idx="1175">
                  <c:v>0.99509552001953117</c:v>
                </c:pt>
                <c:pt idx="1176">
                  <c:v>0.99507049560546879</c:v>
                </c:pt>
                <c:pt idx="1177">
                  <c:v>0.99507049560546879</c:v>
                </c:pt>
                <c:pt idx="1178">
                  <c:v>0.99504852294921875</c:v>
                </c:pt>
                <c:pt idx="1179">
                  <c:v>0.99504852294921875</c:v>
                </c:pt>
                <c:pt idx="1180">
                  <c:v>0.99502868652343757</c:v>
                </c:pt>
                <c:pt idx="1181">
                  <c:v>0.99502868652343757</c:v>
                </c:pt>
                <c:pt idx="1182">
                  <c:v>0.99500640869140622</c:v>
                </c:pt>
                <c:pt idx="1183">
                  <c:v>0.99500640869140622</c:v>
                </c:pt>
                <c:pt idx="1184">
                  <c:v>0.99498504638671881</c:v>
                </c:pt>
                <c:pt idx="1185">
                  <c:v>0.99498504638671881</c:v>
                </c:pt>
                <c:pt idx="1186">
                  <c:v>0.99495422363281238</c:v>
                </c:pt>
                <c:pt idx="1187">
                  <c:v>0.99495422363281238</c:v>
                </c:pt>
                <c:pt idx="1188">
                  <c:v>0.99493041992187503</c:v>
                </c:pt>
                <c:pt idx="1189">
                  <c:v>0.99493041992187503</c:v>
                </c:pt>
                <c:pt idx="1190">
                  <c:v>0.99490631103515637</c:v>
                </c:pt>
                <c:pt idx="1191">
                  <c:v>0.99490631103515637</c:v>
                </c:pt>
                <c:pt idx="1192">
                  <c:v>0.99487762451171879</c:v>
                </c:pt>
                <c:pt idx="1193">
                  <c:v>0.99487762451171879</c:v>
                </c:pt>
                <c:pt idx="1194">
                  <c:v>0.99485534667968745</c:v>
                </c:pt>
                <c:pt idx="1195">
                  <c:v>0.99485534667968745</c:v>
                </c:pt>
                <c:pt idx="1196">
                  <c:v>0.99483032226562496</c:v>
                </c:pt>
                <c:pt idx="1197">
                  <c:v>0.99483032226562496</c:v>
                </c:pt>
                <c:pt idx="1198">
                  <c:v>0.99480010986328116</c:v>
                </c:pt>
                <c:pt idx="1199">
                  <c:v>0.99480010986328116</c:v>
                </c:pt>
                <c:pt idx="1200">
                  <c:v>0.99477813720703123</c:v>
                </c:pt>
                <c:pt idx="1201">
                  <c:v>0.99477813720703123</c:v>
                </c:pt>
                <c:pt idx="1202">
                  <c:v>0.994755859375</c:v>
                </c:pt>
                <c:pt idx="1203">
                  <c:v>0.994755859375</c:v>
                </c:pt>
                <c:pt idx="1204">
                  <c:v>0.99473327636718745</c:v>
                </c:pt>
                <c:pt idx="1205">
                  <c:v>0.99473327636718745</c:v>
                </c:pt>
                <c:pt idx="1206">
                  <c:v>0.99470886230468758</c:v>
                </c:pt>
                <c:pt idx="1207">
                  <c:v>0.99470886230468758</c:v>
                </c:pt>
                <c:pt idx="1208">
                  <c:v>0.99468353271484378</c:v>
                </c:pt>
                <c:pt idx="1209">
                  <c:v>0.99468353271484378</c:v>
                </c:pt>
                <c:pt idx="1210">
                  <c:v>0.99465820312499997</c:v>
                </c:pt>
                <c:pt idx="1211">
                  <c:v>0.99465820312499997</c:v>
                </c:pt>
                <c:pt idx="1212">
                  <c:v>0.99463745117187496</c:v>
                </c:pt>
                <c:pt idx="1213">
                  <c:v>0.99463745117187496</c:v>
                </c:pt>
                <c:pt idx="1214">
                  <c:v>0.99460571289062505</c:v>
                </c:pt>
                <c:pt idx="1215">
                  <c:v>0.99460571289062505</c:v>
                </c:pt>
                <c:pt idx="1216">
                  <c:v>0.99458801269531238</c:v>
                </c:pt>
                <c:pt idx="1217">
                  <c:v>0.99458801269531238</c:v>
                </c:pt>
                <c:pt idx="1218">
                  <c:v>0.99455902099609361</c:v>
                </c:pt>
                <c:pt idx="1219">
                  <c:v>0.99455902099609361</c:v>
                </c:pt>
                <c:pt idx="1220">
                  <c:v>0.99453674316406238</c:v>
                </c:pt>
                <c:pt idx="1221">
                  <c:v>0.99453674316406238</c:v>
                </c:pt>
                <c:pt idx="1222">
                  <c:v>0.99450958251953125</c:v>
                </c:pt>
                <c:pt idx="1223">
                  <c:v>0.99450958251953125</c:v>
                </c:pt>
                <c:pt idx="1224">
                  <c:v>0.99448394775390625</c:v>
                </c:pt>
                <c:pt idx="1225">
                  <c:v>0.99448394775390625</c:v>
                </c:pt>
                <c:pt idx="1226">
                  <c:v>0.99446411132812496</c:v>
                </c:pt>
                <c:pt idx="1227">
                  <c:v>0.99446411132812496</c:v>
                </c:pt>
                <c:pt idx="1228">
                  <c:v>0.99443847656249995</c:v>
                </c:pt>
                <c:pt idx="1229">
                  <c:v>0.99443847656249995</c:v>
                </c:pt>
                <c:pt idx="1230">
                  <c:v>0.994415283203125</c:v>
                </c:pt>
                <c:pt idx="1231">
                  <c:v>0.994415283203125</c:v>
                </c:pt>
                <c:pt idx="1232">
                  <c:v>0.99439147949218765</c:v>
                </c:pt>
                <c:pt idx="1233">
                  <c:v>0.99439147949218765</c:v>
                </c:pt>
                <c:pt idx="1234">
                  <c:v>0.99436737060546876</c:v>
                </c:pt>
                <c:pt idx="1235">
                  <c:v>0.99436737060546876</c:v>
                </c:pt>
                <c:pt idx="1236">
                  <c:v>0.99434417724609359</c:v>
                </c:pt>
                <c:pt idx="1237">
                  <c:v>0.99434417724609359</c:v>
                </c:pt>
                <c:pt idx="1238">
                  <c:v>0.99431488037109361</c:v>
                </c:pt>
                <c:pt idx="1239">
                  <c:v>0.99431488037109361</c:v>
                </c:pt>
                <c:pt idx="1240">
                  <c:v>0.9942880249023438</c:v>
                </c:pt>
                <c:pt idx="1241">
                  <c:v>0.9942880249023438</c:v>
                </c:pt>
                <c:pt idx="1242">
                  <c:v>0.99426605224609377</c:v>
                </c:pt>
                <c:pt idx="1243">
                  <c:v>0.99426605224609377</c:v>
                </c:pt>
                <c:pt idx="1244">
                  <c:v>0.99423950195312505</c:v>
                </c:pt>
                <c:pt idx="1245">
                  <c:v>0.99423950195312505</c:v>
                </c:pt>
                <c:pt idx="1246">
                  <c:v>0.99421478271484376</c:v>
                </c:pt>
                <c:pt idx="1247">
                  <c:v>0.99421478271484376</c:v>
                </c:pt>
                <c:pt idx="1248">
                  <c:v>0.99418334960937504</c:v>
                </c:pt>
                <c:pt idx="1249">
                  <c:v>0.99418334960937504</c:v>
                </c:pt>
                <c:pt idx="1250">
                  <c:v>0.99415863037109375</c:v>
                </c:pt>
                <c:pt idx="1251">
                  <c:v>0.99415863037109375</c:v>
                </c:pt>
                <c:pt idx="1252">
                  <c:v>0.99413299560546875</c:v>
                </c:pt>
                <c:pt idx="1253">
                  <c:v>0.99413299560546875</c:v>
                </c:pt>
                <c:pt idx="1254">
                  <c:v>0.99410278320312495</c:v>
                </c:pt>
                <c:pt idx="1255">
                  <c:v>0.99410278320312495</c:v>
                </c:pt>
                <c:pt idx="1256">
                  <c:v>0.9940737915039064</c:v>
                </c:pt>
                <c:pt idx="1257">
                  <c:v>0.9940737915039064</c:v>
                </c:pt>
                <c:pt idx="1258">
                  <c:v>0.99404479980468763</c:v>
                </c:pt>
                <c:pt idx="1259">
                  <c:v>0.99404479980468763</c:v>
                </c:pt>
                <c:pt idx="1260">
                  <c:v>0.99401489257812503</c:v>
                </c:pt>
                <c:pt idx="1261">
                  <c:v>0.99401489257812503</c:v>
                </c:pt>
                <c:pt idx="1262">
                  <c:v>0.99398956298828123</c:v>
                </c:pt>
                <c:pt idx="1263">
                  <c:v>0.99398956298828123</c:v>
                </c:pt>
                <c:pt idx="1264">
                  <c:v>0.99396484375000005</c:v>
                </c:pt>
                <c:pt idx="1265">
                  <c:v>0.99396484375000005</c:v>
                </c:pt>
                <c:pt idx="1266">
                  <c:v>0.99393798828125002</c:v>
                </c:pt>
                <c:pt idx="1267">
                  <c:v>0.99393798828125002</c:v>
                </c:pt>
                <c:pt idx="1268">
                  <c:v>0.99391174316406239</c:v>
                </c:pt>
                <c:pt idx="1269">
                  <c:v>0.99391174316406239</c:v>
                </c:pt>
                <c:pt idx="1270">
                  <c:v>0.99388458251953116</c:v>
                </c:pt>
                <c:pt idx="1271">
                  <c:v>0.99388458251953116</c:v>
                </c:pt>
                <c:pt idx="1272">
                  <c:v>0.99385437011718758</c:v>
                </c:pt>
                <c:pt idx="1273">
                  <c:v>0.99385437011718758</c:v>
                </c:pt>
                <c:pt idx="1274">
                  <c:v>0.99382904052734378</c:v>
                </c:pt>
                <c:pt idx="1275">
                  <c:v>0.99382904052734378</c:v>
                </c:pt>
                <c:pt idx="1276">
                  <c:v>0.99379791259765637</c:v>
                </c:pt>
                <c:pt idx="1277">
                  <c:v>0.99379791259765637</c:v>
                </c:pt>
                <c:pt idx="1278">
                  <c:v>0.99376953125</c:v>
                </c:pt>
                <c:pt idx="1279">
                  <c:v>0.99376953125</c:v>
                </c:pt>
                <c:pt idx="1280">
                  <c:v>0.9937442016601562</c:v>
                </c:pt>
                <c:pt idx="1281">
                  <c:v>0.9937442016601562</c:v>
                </c:pt>
                <c:pt idx="1282">
                  <c:v>0.99371551513671885</c:v>
                </c:pt>
                <c:pt idx="1283">
                  <c:v>0.99371551513671885</c:v>
                </c:pt>
                <c:pt idx="1284">
                  <c:v>0.99369293212890641</c:v>
                </c:pt>
                <c:pt idx="1285">
                  <c:v>0.99369293212890641</c:v>
                </c:pt>
                <c:pt idx="1286">
                  <c:v>0.99366088867187496</c:v>
                </c:pt>
                <c:pt idx="1287">
                  <c:v>0.99366088867187496</c:v>
                </c:pt>
                <c:pt idx="1288">
                  <c:v>0.99363189697265641</c:v>
                </c:pt>
                <c:pt idx="1289">
                  <c:v>0.99363189697265641</c:v>
                </c:pt>
                <c:pt idx="1290">
                  <c:v>0.99360260009765622</c:v>
                </c:pt>
                <c:pt idx="1291">
                  <c:v>0.99360260009765622</c:v>
                </c:pt>
                <c:pt idx="1292">
                  <c:v>0.99358154296875001</c:v>
                </c:pt>
                <c:pt idx="1293">
                  <c:v>0.99358154296875001</c:v>
                </c:pt>
                <c:pt idx="1294">
                  <c:v>0.99355346679687495</c:v>
                </c:pt>
                <c:pt idx="1295">
                  <c:v>0.99355346679687495</c:v>
                </c:pt>
                <c:pt idx="1296">
                  <c:v>0.993525390625</c:v>
                </c:pt>
                <c:pt idx="1297">
                  <c:v>0.993525390625</c:v>
                </c:pt>
                <c:pt idx="1298">
                  <c:v>0.99349822998046877</c:v>
                </c:pt>
                <c:pt idx="1299">
                  <c:v>0.99349822998046877</c:v>
                </c:pt>
                <c:pt idx="1300">
                  <c:v>0.9934750366210936</c:v>
                </c:pt>
                <c:pt idx="1301">
                  <c:v>0.9934750366210936</c:v>
                </c:pt>
                <c:pt idx="1302">
                  <c:v>0.99345092773437504</c:v>
                </c:pt>
                <c:pt idx="1303">
                  <c:v>0.99345092773437504</c:v>
                </c:pt>
                <c:pt idx="1304">
                  <c:v>0.99342437744140621</c:v>
                </c:pt>
                <c:pt idx="1305">
                  <c:v>0.99342437744140621</c:v>
                </c:pt>
                <c:pt idx="1306">
                  <c:v>0.99339141845703116</c:v>
                </c:pt>
                <c:pt idx="1307">
                  <c:v>0.99339141845703116</c:v>
                </c:pt>
                <c:pt idx="1308">
                  <c:v>0.99336517333984375</c:v>
                </c:pt>
                <c:pt idx="1309">
                  <c:v>0.99336517333984375</c:v>
                </c:pt>
                <c:pt idx="1310">
                  <c:v>0.99332977294921876</c:v>
                </c:pt>
                <c:pt idx="1311">
                  <c:v>0.99332977294921876</c:v>
                </c:pt>
                <c:pt idx="1312">
                  <c:v>0.99330383300781255</c:v>
                </c:pt>
                <c:pt idx="1313">
                  <c:v>0.99330383300781255</c:v>
                </c:pt>
                <c:pt idx="1314">
                  <c:v>0.99327850341796875</c:v>
                </c:pt>
                <c:pt idx="1315">
                  <c:v>0.99327850341796875</c:v>
                </c:pt>
                <c:pt idx="1316">
                  <c:v>0.9932504272460938</c:v>
                </c:pt>
                <c:pt idx="1317">
                  <c:v>0.9932504272460938</c:v>
                </c:pt>
                <c:pt idx="1318">
                  <c:v>0.99321502685546881</c:v>
                </c:pt>
                <c:pt idx="1319">
                  <c:v>0.99321502685546881</c:v>
                </c:pt>
                <c:pt idx="1320">
                  <c:v>0.99318756103515637</c:v>
                </c:pt>
                <c:pt idx="1321">
                  <c:v>0.99318756103515637</c:v>
                </c:pt>
                <c:pt idx="1322">
                  <c:v>0.99316009521484361</c:v>
                </c:pt>
                <c:pt idx="1323">
                  <c:v>0.99316009521484361</c:v>
                </c:pt>
                <c:pt idx="1324">
                  <c:v>0.99314361572265641</c:v>
                </c:pt>
                <c:pt idx="1325">
                  <c:v>0.99314361572265641</c:v>
                </c:pt>
                <c:pt idx="1326">
                  <c:v>0.99311126708984376</c:v>
                </c:pt>
                <c:pt idx="1327">
                  <c:v>0.99311126708984376</c:v>
                </c:pt>
                <c:pt idx="1328">
                  <c:v>0.99308105468749996</c:v>
                </c:pt>
                <c:pt idx="1329">
                  <c:v>0.99308105468749996</c:v>
                </c:pt>
                <c:pt idx="1330">
                  <c:v>0.99305450439453125</c:v>
                </c:pt>
                <c:pt idx="1331">
                  <c:v>0.99305450439453125</c:v>
                </c:pt>
                <c:pt idx="1332">
                  <c:v>0.99303009033203116</c:v>
                </c:pt>
                <c:pt idx="1333">
                  <c:v>0.99303009033203116</c:v>
                </c:pt>
                <c:pt idx="1334">
                  <c:v>0.99299560546874999</c:v>
                </c:pt>
                <c:pt idx="1335">
                  <c:v>0.99299560546874999</c:v>
                </c:pt>
                <c:pt idx="1336">
                  <c:v>0.99296142578125002</c:v>
                </c:pt>
                <c:pt idx="1337">
                  <c:v>0.99296142578125002</c:v>
                </c:pt>
                <c:pt idx="1338">
                  <c:v>0.99292663574218765</c:v>
                </c:pt>
                <c:pt idx="1339">
                  <c:v>0.99292663574218765</c:v>
                </c:pt>
                <c:pt idx="1340">
                  <c:v>0.99290039062500002</c:v>
                </c:pt>
                <c:pt idx="1341">
                  <c:v>0.99290039062500002</c:v>
                </c:pt>
                <c:pt idx="1342">
                  <c:v>0.99286621093750005</c:v>
                </c:pt>
                <c:pt idx="1343">
                  <c:v>0.99286621093750005</c:v>
                </c:pt>
                <c:pt idx="1344">
                  <c:v>0.99283081054687505</c:v>
                </c:pt>
                <c:pt idx="1345">
                  <c:v>0.99283081054687505</c:v>
                </c:pt>
                <c:pt idx="1346">
                  <c:v>0.99279174804687498</c:v>
                </c:pt>
                <c:pt idx="1347">
                  <c:v>0.99279174804687498</c:v>
                </c:pt>
                <c:pt idx="1348">
                  <c:v>0.99276580810546877</c:v>
                </c:pt>
                <c:pt idx="1349">
                  <c:v>0.99276580810546877</c:v>
                </c:pt>
                <c:pt idx="1350">
                  <c:v>0.99273315429687503</c:v>
                </c:pt>
                <c:pt idx="1351">
                  <c:v>0.99273315429687503</c:v>
                </c:pt>
                <c:pt idx="1352">
                  <c:v>0.99270202636718763</c:v>
                </c:pt>
                <c:pt idx="1353">
                  <c:v>0.99270202636718763</c:v>
                </c:pt>
                <c:pt idx="1354">
                  <c:v>0.99267730712890623</c:v>
                </c:pt>
                <c:pt idx="1355">
                  <c:v>0.99267730712890623</c:v>
                </c:pt>
                <c:pt idx="1356">
                  <c:v>0.99265106201171882</c:v>
                </c:pt>
                <c:pt idx="1357">
                  <c:v>0.99265106201171882</c:v>
                </c:pt>
                <c:pt idx="1358">
                  <c:v>0.99261291503906235</c:v>
                </c:pt>
                <c:pt idx="1359">
                  <c:v>0.99261291503906235</c:v>
                </c:pt>
                <c:pt idx="1360">
                  <c:v>0.99258178710937495</c:v>
                </c:pt>
                <c:pt idx="1361">
                  <c:v>0.99258178710937495</c:v>
                </c:pt>
                <c:pt idx="1362">
                  <c:v>0.99254577636718755</c:v>
                </c:pt>
                <c:pt idx="1363">
                  <c:v>0.99254577636718755</c:v>
                </c:pt>
                <c:pt idx="1364">
                  <c:v>0.99251220703124998</c:v>
                </c:pt>
                <c:pt idx="1365">
                  <c:v>0.99251220703124998</c:v>
                </c:pt>
                <c:pt idx="1366">
                  <c:v>0.99247619628906236</c:v>
                </c:pt>
                <c:pt idx="1367">
                  <c:v>0.99247619628906236</c:v>
                </c:pt>
                <c:pt idx="1368">
                  <c:v>0.99244537353515638</c:v>
                </c:pt>
                <c:pt idx="1369">
                  <c:v>0.99244537353515638</c:v>
                </c:pt>
                <c:pt idx="1370">
                  <c:v>0.99240875244140625</c:v>
                </c:pt>
                <c:pt idx="1371">
                  <c:v>0.99240875244140625</c:v>
                </c:pt>
                <c:pt idx="1372">
                  <c:v>0.99238250732421884</c:v>
                </c:pt>
                <c:pt idx="1373">
                  <c:v>0.99238250732421884</c:v>
                </c:pt>
                <c:pt idx="1374">
                  <c:v>0.99234985351562499</c:v>
                </c:pt>
                <c:pt idx="1375">
                  <c:v>0.99234985351562499</c:v>
                </c:pt>
                <c:pt idx="1376">
                  <c:v>0.99231079101562503</c:v>
                </c:pt>
                <c:pt idx="1377">
                  <c:v>0.99231079101562503</c:v>
                </c:pt>
                <c:pt idx="1378">
                  <c:v>0.9922793579101562</c:v>
                </c:pt>
                <c:pt idx="1379">
                  <c:v>0.9922793579101562</c:v>
                </c:pt>
                <c:pt idx="1380">
                  <c:v>0.9922488403320312</c:v>
                </c:pt>
                <c:pt idx="1381">
                  <c:v>0.9922488403320312</c:v>
                </c:pt>
                <c:pt idx="1382">
                  <c:v>0.992213134765625</c:v>
                </c:pt>
                <c:pt idx="1383">
                  <c:v>0.992213134765625</c:v>
                </c:pt>
                <c:pt idx="1384">
                  <c:v>0.99217864990234361</c:v>
                </c:pt>
                <c:pt idx="1385">
                  <c:v>0.99217864990234361</c:v>
                </c:pt>
                <c:pt idx="1386">
                  <c:v>0.99214172363281239</c:v>
                </c:pt>
                <c:pt idx="1387">
                  <c:v>0.99214172363281239</c:v>
                </c:pt>
                <c:pt idx="1388">
                  <c:v>0.99211486816406236</c:v>
                </c:pt>
                <c:pt idx="1389">
                  <c:v>0.99211486816406236</c:v>
                </c:pt>
                <c:pt idx="1390">
                  <c:v>0.99208557128906238</c:v>
                </c:pt>
                <c:pt idx="1391">
                  <c:v>0.99208557128906238</c:v>
                </c:pt>
                <c:pt idx="1392">
                  <c:v>0.99205322265624996</c:v>
                </c:pt>
                <c:pt idx="1393">
                  <c:v>0.99205322265624996</c:v>
                </c:pt>
                <c:pt idx="1394">
                  <c:v>0.99202423095703118</c:v>
                </c:pt>
                <c:pt idx="1395">
                  <c:v>0.99202423095703118</c:v>
                </c:pt>
                <c:pt idx="1396">
                  <c:v>0.99198638916015625</c:v>
                </c:pt>
                <c:pt idx="1397">
                  <c:v>0.99198638916015625</c:v>
                </c:pt>
                <c:pt idx="1398">
                  <c:v>0.99195404052734359</c:v>
                </c:pt>
                <c:pt idx="1399">
                  <c:v>0.99195404052734359</c:v>
                </c:pt>
                <c:pt idx="1400">
                  <c:v>0.99192047119140625</c:v>
                </c:pt>
                <c:pt idx="1401">
                  <c:v>0.99192047119140625</c:v>
                </c:pt>
                <c:pt idx="1402">
                  <c:v>0.99188659667968759</c:v>
                </c:pt>
                <c:pt idx="1403">
                  <c:v>0.99188659667968759</c:v>
                </c:pt>
                <c:pt idx="1404">
                  <c:v>0.99185607910156237</c:v>
                </c:pt>
                <c:pt idx="1405">
                  <c:v>0.99185607910156237</c:v>
                </c:pt>
                <c:pt idx="1406">
                  <c:v>0.99182586669921879</c:v>
                </c:pt>
                <c:pt idx="1407">
                  <c:v>0.99182586669921879</c:v>
                </c:pt>
                <c:pt idx="1408">
                  <c:v>0.99178680419921883</c:v>
                </c:pt>
                <c:pt idx="1409">
                  <c:v>0.99178680419921883</c:v>
                </c:pt>
                <c:pt idx="1410">
                  <c:v>0.99175231933593755</c:v>
                </c:pt>
                <c:pt idx="1411">
                  <c:v>0.99175231933593755</c:v>
                </c:pt>
                <c:pt idx="1412">
                  <c:v>0.99172241210937495</c:v>
                </c:pt>
                <c:pt idx="1413">
                  <c:v>0.99172241210937495</c:v>
                </c:pt>
                <c:pt idx="1414">
                  <c:v>0.99168731689453116</c:v>
                </c:pt>
                <c:pt idx="1415">
                  <c:v>0.99168731689453116</c:v>
                </c:pt>
                <c:pt idx="1416">
                  <c:v>0.99165252685546879</c:v>
                </c:pt>
                <c:pt idx="1417">
                  <c:v>0.99165252685546879</c:v>
                </c:pt>
                <c:pt idx="1418">
                  <c:v>0.99162078857421876</c:v>
                </c:pt>
                <c:pt idx="1419">
                  <c:v>0.99162078857421876</c:v>
                </c:pt>
                <c:pt idx="1420">
                  <c:v>0.99158599853515639</c:v>
                </c:pt>
                <c:pt idx="1421">
                  <c:v>0.99158599853515639</c:v>
                </c:pt>
                <c:pt idx="1422">
                  <c:v>0.99154968261718757</c:v>
                </c:pt>
                <c:pt idx="1423">
                  <c:v>0.99154968261718757</c:v>
                </c:pt>
                <c:pt idx="1424">
                  <c:v>0.99151000976562498</c:v>
                </c:pt>
                <c:pt idx="1425">
                  <c:v>0.99151000976562498</c:v>
                </c:pt>
                <c:pt idx="1426">
                  <c:v>0.99147186279296884</c:v>
                </c:pt>
                <c:pt idx="1427">
                  <c:v>0.99147186279296884</c:v>
                </c:pt>
                <c:pt idx="1428">
                  <c:v>0.99143493652343762</c:v>
                </c:pt>
                <c:pt idx="1429">
                  <c:v>0.99143493652343762</c:v>
                </c:pt>
                <c:pt idx="1430">
                  <c:v>0.99140228271484376</c:v>
                </c:pt>
                <c:pt idx="1431">
                  <c:v>0.99140228271484376</c:v>
                </c:pt>
                <c:pt idx="1432">
                  <c:v>0.99136169433593757</c:v>
                </c:pt>
                <c:pt idx="1433">
                  <c:v>0.99136169433593757</c:v>
                </c:pt>
                <c:pt idx="1434">
                  <c:v>0.9913278198242188</c:v>
                </c:pt>
                <c:pt idx="1435">
                  <c:v>0.9913278198242188</c:v>
                </c:pt>
                <c:pt idx="1436">
                  <c:v>0.99129364013671883</c:v>
                </c:pt>
                <c:pt idx="1437">
                  <c:v>0.99129364013671883</c:v>
                </c:pt>
                <c:pt idx="1438">
                  <c:v>0.99125274658203122</c:v>
                </c:pt>
                <c:pt idx="1439">
                  <c:v>0.99125274658203122</c:v>
                </c:pt>
                <c:pt idx="1440">
                  <c:v>0.99121551513671879</c:v>
                </c:pt>
                <c:pt idx="1441">
                  <c:v>0.99121551513671879</c:v>
                </c:pt>
                <c:pt idx="1442">
                  <c:v>0.99118103027343762</c:v>
                </c:pt>
                <c:pt idx="1443">
                  <c:v>0.99118103027343762</c:v>
                </c:pt>
                <c:pt idx="1444">
                  <c:v>0.99114318847656235</c:v>
                </c:pt>
                <c:pt idx="1445">
                  <c:v>0.99114318847656235</c:v>
                </c:pt>
                <c:pt idx="1446">
                  <c:v>0.99111602783203123</c:v>
                </c:pt>
                <c:pt idx="1447">
                  <c:v>0.99111602783203123</c:v>
                </c:pt>
                <c:pt idx="1448">
                  <c:v>0.99107910156250001</c:v>
                </c:pt>
                <c:pt idx="1449">
                  <c:v>0.99107910156250001</c:v>
                </c:pt>
                <c:pt idx="1450">
                  <c:v>0.99104064941406245</c:v>
                </c:pt>
                <c:pt idx="1451">
                  <c:v>0.99104064941406245</c:v>
                </c:pt>
                <c:pt idx="1452">
                  <c:v>0.99100311279296882</c:v>
                </c:pt>
                <c:pt idx="1453">
                  <c:v>0.99100311279296882</c:v>
                </c:pt>
                <c:pt idx="1454">
                  <c:v>0.9909674072265624</c:v>
                </c:pt>
                <c:pt idx="1455">
                  <c:v>0.9909674072265624</c:v>
                </c:pt>
                <c:pt idx="1456">
                  <c:v>0.99093078613281238</c:v>
                </c:pt>
                <c:pt idx="1457">
                  <c:v>0.99093078613281238</c:v>
                </c:pt>
                <c:pt idx="1458">
                  <c:v>0.99089233398437504</c:v>
                </c:pt>
                <c:pt idx="1459">
                  <c:v>0.99089233398437504</c:v>
                </c:pt>
                <c:pt idx="1460">
                  <c:v>0.99085327148437496</c:v>
                </c:pt>
                <c:pt idx="1461">
                  <c:v>0.99085327148437496</c:v>
                </c:pt>
                <c:pt idx="1462">
                  <c:v>0.99082305908203117</c:v>
                </c:pt>
                <c:pt idx="1463">
                  <c:v>0.99082305908203117</c:v>
                </c:pt>
                <c:pt idx="1464">
                  <c:v>0.99078369140625</c:v>
                </c:pt>
                <c:pt idx="1465">
                  <c:v>0.99078369140625</c:v>
                </c:pt>
                <c:pt idx="1466">
                  <c:v>0.99074707031249998</c:v>
                </c:pt>
                <c:pt idx="1467">
                  <c:v>0.99074707031249998</c:v>
                </c:pt>
                <c:pt idx="1468">
                  <c:v>0.99070526123046876</c:v>
                </c:pt>
                <c:pt idx="1469">
                  <c:v>0.99070526123046876</c:v>
                </c:pt>
                <c:pt idx="1470">
                  <c:v>0.99066406250000005</c:v>
                </c:pt>
                <c:pt idx="1471">
                  <c:v>0.99066406250000005</c:v>
                </c:pt>
                <c:pt idx="1472">
                  <c:v>0.99062438964843758</c:v>
                </c:pt>
                <c:pt idx="1473">
                  <c:v>0.99062438964843758</c:v>
                </c:pt>
                <c:pt idx="1474">
                  <c:v>0.99059265136718755</c:v>
                </c:pt>
                <c:pt idx="1475">
                  <c:v>0.99059265136718755</c:v>
                </c:pt>
                <c:pt idx="1476">
                  <c:v>0.99055603027343764</c:v>
                </c:pt>
                <c:pt idx="1477">
                  <c:v>0.99055603027343764</c:v>
                </c:pt>
                <c:pt idx="1478">
                  <c:v>0.99051696777343756</c:v>
                </c:pt>
                <c:pt idx="1479">
                  <c:v>0.99051696777343756</c:v>
                </c:pt>
                <c:pt idx="1480">
                  <c:v>0.99047393798828121</c:v>
                </c:pt>
                <c:pt idx="1481">
                  <c:v>0.99047393798828121</c:v>
                </c:pt>
                <c:pt idx="1482">
                  <c:v>0.99043212890624999</c:v>
                </c:pt>
                <c:pt idx="1483">
                  <c:v>0.99043212890624999</c:v>
                </c:pt>
                <c:pt idx="1484">
                  <c:v>0.99039306640625002</c:v>
                </c:pt>
                <c:pt idx="1485">
                  <c:v>0.99039306640625002</c:v>
                </c:pt>
                <c:pt idx="1486">
                  <c:v>0.99035247802734361</c:v>
                </c:pt>
                <c:pt idx="1487">
                  <c:v>0.99035247802734361</c:v>
                </c:pt>
                <c:pt idx="1488">
                  <c:v>0.99031250000000004</c:v>
                </c:pt>
                <c:pt idx="1489">
                  <c:v>0.99031250000000004</c:v>
                </c:pt>
                <c:pt idx="1490">
                  <c:v>0.99026824951171877</c:v>
                </c:pt>
                <c:pt idx="1491">
                  <c:v>0.99026824951171877</c:v>
                </c:pt>
                <c:pt idx="1492">
                  <c:v>0.9902288818359376</c:v>
                </c:pt>
                <c:pt idx="1493">
                  <c:v>0.9902288818359376</c:v>
                </c:pt>
                <c:pt idx="1494">
                  <c:v>0.99019104003906255</c:v>
                </c:pt>
                <c:pt idx="1495">
                  <c:v>0.99019104003906255</c:v>
                </c:pt>
                <c:pt idx="1496">
                  <c:v>0.99015380859375002</c:v>
                </c:pt>
                <c:pt idx="1497">
                  <c:v>0.99015380859375002</c:v>
                </c:pt>
                <c:pt idx="1498">
                  <c:v>0.9901171875</c:v>
                </c:pt>
                <c:pt idx="1499">
                  <c:v>0.9901171875</c:v>
                </c:pt>
                <c:pt idx="1500">
                  <c:v>0.99008239746093762</c:v>
                </c:pt>
                <c:pt idx="1501">
                  <c:v>0.99008239746093762</c:v>
                </c:pt>
                <c:pt idx="1502">
                  <c:v>0.9900460815429688</c:v>
                </c:pt>
                <c:pt idx="1503">
                  <c:v>0.9900460815429688</c:v>
                </c:pt>
                <c:pt idx="1504">
                  <c:v>0.99000579833984359</c:v>
                </c:pt>
                <c:pt idx="1505">
                  <c:v>0.99000579833984359</c:v>
                </c:pt>
                <c:pt idx="1506">
                  <c:v>0.989959716796875</c:v>
                </c:pt>
                <c:pt idx="1507">
                  <c:v>0.989959716796875</c:v>
                </c:pt>
                <c:pt idx="1508">
                  <c:v>0.98991851806640641</c:v>
                </c:pt>
                <c:pt idx="1509">
                  <c:v>0.98991851806640641</c:v>
                </c:pt>
                <c:pt idx="1510">
                  <c:v>0.98988739013671878</c:v>
                </c:pt>
                <c:pt idx="1511">
                  <c:v>0.98988739013671878</c:v>
                </c:pt>
                <c:pt idx="1512">
                  <c:v>0.98983947753906243</c:v>
                </c:pt>
                <c:pt idx="1513">
                  <c:v>0.98983947753906243</c:v>
                </c:pt>
                <c:pt idx="1514">
                  <c:v>0.98980346679687503</c:v>
                </c:pt>
                <c:pt idx="1515">
                  <c:v>0.98980346679687503</c:v>
                </c:pt>
                <c:pt idx="1516">
                  <c:v>0.98976837158203124</c:v>
                </c:pt>
                <c:pt idx="1517">
                  <c:v>0.98976837158203124</c:v>
                </c:pt>
                <c:pt idx="1518">
                  <c:v>0.98972686767578122</c:v>
                </c:pt>
                <c:pt idx="1519">
                  <c:v>0.98972686767578122</c:v>
                </c:pt>
                <c:pt idx="1520">
                  <c:v>0.98968750000000005</c:v>
                </c:pt>
                <c:pt idx="1521">
                  <c:v>0.98968750000000005</c:v>
                </c:pt>
                <c:pt idx="1522">
                  <c:v>0.98964385986328118</c:v>
                </c:pt>
                <c:pt idx="1523">
                  <c:v>0.98964385986328118</c:v>
                </c:pt>
                <c:pt idx="1524">
                  <c:v>0.98960388183593762</c:v>
                </c:pt>
                <c:pt idx="1525">
                  <c:v>0.98960388183593762</c:v>
                </c:pt>
                <c:pt idx="1526">
                  <c:v>0.98956298828125</c:v>
                </c:pt>
                <c:pt idx="1527">
                  <c:v>0.98956298828125</c:v>
                </c:pt>
                <c:pt idx="1528">
                  <c:v>0.98951568603515638</c:v>
                </c:pt>
                <c:pt idx="1529">
                  <c:v>0.98951568603515638</c:v>
                </c:pt>
                <c:pt idx="1530">
                  <c:v>0.98948242187500002</c:v>
                </c:pt>
                <c:pt idx="1531">
                  <c:v>0.98948242187500002</c:v>
                </c:pt>
                <c:pt idx="1532">
                  <c:v>0.98943725585937503</c:v>
                </c:pt>
                <c:pt idx="1533">
                  <c:v>0.98943725585937503</c:v>
                </c:pt>
                <c:pt idx="1534">
                  <c:v>0.98939117431640622</c:v>
                </c:pt>
                <c:pt idx="1535">
                  <c:v>0.98939117431640622</c:v>
                </c:pt>
                <c:pt idx="1536">
                  <c:v>0.9893490600585938</c:v>
                </c:pt>
                <c:pt idx="1537">
                  <c:v>0.9893490600585938</c:v>
                </c:pt>
                <c:pt idx="1538">
                  <c:v>0.98930389404296881</c:v>
                </c:pt>
                <c:pt idx="1539">
                  <c:v>0.98930389404296881</c:v>
                </c:pt>
                <c:pt idx="1540">
                  <c:v>0.98926086425781234</c:v>
                </c:pt>
                <c:pt idx="1541">
                  <c:v>0.98926086425781234</c:v>
                </c:pt>
                <c:pt idx="1542">
                  <c:v>0.98921875000000004</c:v>
                </c:pt>
                <c:pt idx="1543">
                  <c:v>0.98921875000000004</c:v>
                </c:pt>
                <c:pt idx="1544">
                  <c:v>0.98917785644531242</c:v>
                </c:pt>
                <c:pt idx="1545">
                  <c:v>0.98917785644531242</c:v>
                </c:pt>
                <c:pt idx="1546">
                  <c:v>0.98914001464843759</c:v>
                </c:pt>
                <c:pt idx="1547">
                  <c:v>0.98914001464843759</c:v>
                </c:pt>
                <c:pt idx="1548">
                  <c:v>0.98910461425781238</c:v>
                </c:pt>
                <c:pt idx="1549">
                  <c:v>0.98910461425781238</c:v>
                </c:pt>
                <c:pt idx="1550">
                  <c:v>0.98906341552734378</c:v>
                </c:pt>
                <c:pt idx="1551">
                  <c:v>0.98906341552734378</c:v>
                </c:pt>
                <c:pt idx="1552">
                  <c:v>0.98902496337890622</c:v>
                </c:pt>
                <c:pt idx="1553">
                  <c:v>0.98902496337890622</c:v>
                </c:pt>
                <c:pt idx="1554">
                  <c:v>0.98897918701171883</c:v>
                </c:pt>
                <c:pt idx="1555">
                  <c:v>0.98897918701171883</c:v>
                </c:pt>
                <c:pt idx="1556">
                  <c:v>0.98893585205078116</c:v>
                </c:pt>
                <c:pt idx="1557">
                  <c:v>0.98893585205078116</c:v>
                </c:pt>
                <c:pt idx="1558">
                  <c:v>0.98890533447265638</c:v>
                </c:pt>
                <c:pt idx="1559">
                  <c:v>0.98890533447265638</c:v>
                </c:pt>
                <c:pt idx="1560">
                  <c:v>0.98886535644531237</c:v>
                </c:pt>
                <c:pt idx="1561">
                  <c:v>0.98886535644531237</c:v>
                </c:pt>
                <c:pt idx="1562">
                  <c:v>0.98882110595703121</c:v>
                </c:pt>
                <c:pt idx="1563">
                  <c:v>0.98882110595703121</c:v>
                </c:pt>
                <c:pt idx="1564">
                  <c:v>0.98877593994140622</c:v>
                </c:pt>
                <c:pt idx="1565">
                  <c:v>0.98877593994140622</c:v>
                </c:pt>
                <c:pt idx="1566">
                  <c:v>0.98873443603515621</c:v>
                </c:pt>
                <c:pt idx="1567">
                  <c:v>0.98873443603515621</c:v>
                </c:pt>
                <c:pt idx="1568">
                  <c:v>0.98869079589843745</c:v>
                </c:pt>
                <c:pt idx="1569">
                  <c:v>0.98869079589843745</c:v>
                </c:pt>
                <c:pt idx="1570">
                  <c:v>0.98864105224609378</c:v>
                </c:pt>
                <c:pt idx="1571">
                  <c:v>0.98864105224609378</c:v>
                </c:pt>
                <c:pt idx="1572">
                  <c:v>0.98859252929687502</c:v>
                </c:pt>
                <c:pt idx="1573">
                  <c:v>0.98859252929687502</c:v>
                </c:pt>
                <c:pt idx="1574">
                  <c:v>0.98855316162109363</c:v>
                </c:pt>
                <c:pt idx="1575">
                  <c:v>0.98855316162109363</c:v>
                </c:pt>
                <c:pt idx="1576">
                  <c:v>0.98850769042968745</c:v>
                </c:pt>
                <c:pt idx="1577">
                  <c:v>0.98850769042968745</c:v>
                </c:pt>
                <c:pt idx="1578">
                  <c:v>0.98845581054687504</c:v>
                </c:pt>
                <c:pt idx="1579">
                  <c:v>0.98845581054687504</c:v>
                </c:pt>
                <c:pt idx="1580">
                  <c:v>0.98841461181640622</c:v>
                </c:pt>
                <c:pt idx="1581">
                  <c:v>0.98841461181640622</c:v>
                </c:pt>
                <c:pt idx="1582">
                  <c:v>0.98837219238281238</c:v>
                </c:pt>
                <c:pt idx="1583">
                  <c:v>0.98837219238281238</c:v>
                </c:pt>
                <c:pt idx="1584">
                  <c:v>0.98832427978515625</c:v>
                </c:pt>
                <c:pt idx="1585">
                  <c:v>0.98832427978515625</c:v>
                </c:pt>
                <c:pt idx="1586">
                  <c:v>0.98827697753906241</c:v>
                </c:pt>
                <c:pt idx="1587">
                  <c:v>0.98827697753906241</c:v>
                </c:pt>
                <c:pt idx="1588">
                  <c:v>0.9882199096679688</c:v>
                </c:pt>
                <c:pt idx="1589">
                  <c:v>0.9882199096679688</c:v>
                </c:pt>
                <c:pt idx="1590">
                  <c:v>0.98818176269531244</c:v>
                </c:pt>
                <c:pt idx="1591">
                  <c:v>0.98818176269531244</c:v>
                </c:pt>
                <c:pt idx="1592">
                  <c:v>0.98813842773437499</c:v>
                </c:pt>
                <c:pt idx="1593">
                  <c:v>0.98813842773437499</c:v>
                </c:pt>
                <c:pt idx="1594">
                  <c:v>0.9880975341796876</c:v>
                </c:pt>
                <c:pt idx="1595">
                  <c:v>0.9880975341796876</c:v>
                </c:pt>
                <c:pt idx="1596">
                  <c:v>0.98805206298828119</c:v>
                </c:pt>
                <c:pt idx="1597">
                  <c:v>0.98805206298828119</c:v>
                </c:pt>
                <c:pt idx="1598">
                  <c:v>0.98801300048828122</c:v>
                </c:pt>
                <c:pt idx="1599">
                  <c:v>0.98801300048828122</c:v>
                </c:pt>
                <c:pt idx="1600">
                  <c:v>0.98796508789062498</c:v>
                </c:pt>
                <c:pt idx="1601">
                  <c:v>0.98796508789062498</c:v>
                </c:pt>
                <c:pt idx="1602">
                  <c:v>0.98791107177734361</c:v>
                </c:pt>
                <c:pt idx="1603">
                  <c:v>0.98791107177734361</c:v>
                </c:pt>
                <c:pt idx="1604">
                  <c:v>0.98786743164062496</c:v>
                </c:pt>
                <c:pt idx="1605">
                  <c:v>0.98786743164062496</c:v>
                </c:pt>
                <c:pt idx="1606">
                  <c:v>0.98782562255859363</c:v>
                </c:pt>
                <c:pt idx="1607">
                  <c:v>0.98782562255859363</c:v>
                </c:pt>
                <c:pt idx="1608">
                  <c:v>0.98777526855468745</c:v>
                </c:pt>
                <c:pt idx="1609">
                  <c:v>0.98777526855468745</c:v>
                </c:pt>
                <c:pt idx="1610">
                  <c:v>0.98772888183593766</c:v>
                </c:pt>
                <c:pt idx="1611">
                  <c:v>0.98772888183593766</c:v>
                </c:pt>
                <c:pt idx="1612">
                  <c:v>0.98768524169921879</c:v>
                </c:pt>
                <c:pt idx="1613">
                  <c:v>0.98768524169921879</c:v>
                </c:pt>
                <c:pt idx="1614">
                  <c:v>0.98764831542968756</c:v>
                </c:pt>
                <c:pt idx="1615">
                  <c:v>0.98764831542968756</c:v>
                </c:pt>
                <c:pt idx="1616">
                  <c:v>0.98759704589843755</c:v>
                </c:pt>
                <c:pt idx="1617">
                  <c:v>0.98759704589843755</c:v>
                </c:pt>
                <c:pt idx="1618">
                  <c:v>0.98755218505859377</c:v>
                </c:pt>
                <c:pt idx="1619">
                  <c:v>0.98755218505859377</c:v>
                </c:pt>
                <c:pt idx="1620">
                  <c:v>0.98750427246093764</c:v>
                </c:pt>
                <c:pt idx="1621">
                  <c:v>0.98750427246093764</c:v>
                </c:pt>
                <c:pt idx="1622">
                  <c:v>0.98745971679687505</c:v>
                </c:pt>
                <c:pt idx="1623">
                  <c:v>0.98745971679687505</c:v>
                </c:pt>
                <c:pt idx="1624">
                  <c:v>0.98741058349609379</c:v>
                </c:pt>
                <c:pt idx="1625">
                  <c:v>0.98741058349609379</c:v>
                </c:pt>
                <c:pt idx="1626">
                  <c:v>0.98736175537109361</c:v>
                </c:pt>
                <c:pt idx="1627">
                  <c:v>0.98736175537109361</c:v>
                </c:pt>
                <c:pt idx="1628">
                  <c:v>0.98730895996093759</c:v>
                </c:pt>
                <c:pt idx="1629">
                  <c:v>0.98730895996093759</c:v>
                </c:pt>
                <c:pt idx="1630">
                  <c:v>0.98726226806640638</c:v>
                </c:pt>
                <c:pt idx="1631">
                  <c:v>0.98726226806640638</c:v>
                </c:pt>
                <c:pt idx="1632">
                  <c:v>0.98721130371093757</c:v>
                </c:pt>
                <c:pt idx="1633">
                  <c:v>0.98721130371093757</c:v>
                </c:pt>
                <c:pt idx="1634">
                  <c:v>0.98715057373046877</c:v>
                </c:pt>
                <c:pt idx="1635">
                  <c:v>0.98715057373046877</c:v>
                </c:pt>
                <c:pt idx="1636">
                  <c:v>0.98709869384765625</c:v>
                </c:pt>
                <c:pt idx="1637">
                  <c:v>0.98709869384765625</c:v>
                </c:pt>
                <c:pt idx="1638">
                  <c:v>0.98705139160156241</c:v>
                </c:pt>
                <c:pt idx="1639">
                  <c:v>0.98705139160156241</c:v>
                </c:pt>
                <c:pt idx="1640">
                  <c:v>0.98700347900390639</c:v>
                </c:pt>
                <c:pt idx="1641">
                  <c:v>0.98700347900390639</c:v>
                </c:pt>
                <c:pt idx="1642">
                  <c:v>0.98695251464843758</c:v>
                </c:pt>
                <c:pt idx="1643">
                  <c:v>0.98695251464843758</c:v>
                </c:pt>
                <c:pt idx="1644">
                  <c:v>0.98690124511718758</c:v>
                </c:pt>
                <c:pt idx="1645">
                  <c:v>0.98690124511718758</c:v>
                </c:pt>
                <c:pt idx="1646">
                  <c:v>0.98684448242187495</c:v>
                </c:pt>
                <c:pt idx="1647">
                  <c:v>0.98684448242187495</c:v>
                </c:pt>
                <c:pt idx="1648">
                  <c:v>0.98680206298828121</c:v>
                </c:pt>
                <c:pt idx="1649">
                  <c:v>0.98680206298828121</c:v>
                </c:pt>
                <c:pt idx="1650">
                  <c:v>0.98674743652343755</c:v>
                </c:pt>
                <c:pt idx="1651">
                  <c:v>0.98674743652343755</c:v>
                </c:pt>
                <c:pt idx="1652">
                  <c:v>0.98669738769531234</c:v>
                </c:pt>
                <c:pt idx="1653">
                  <c:v>0.98669738769531234</c:v>
                </c:pt>
                <c:pt idx="1654">
                  <c:v>0.98664642333984376</c:v>
                </c:pt>
                <c:pt idx="1655">
                  <c:v>0.98664642333984376</c:v>
                </c:pt>
                <c:pt idx="1656">
                  <c:v>0.98659423828125004</c:v>
                </c:pt>
                <c:pt idx="1657">
                  <c:v>0.98659423828125004</c:v>
                </c:pt>
                <c:pt idx="1658">
                  <c:v>0.98653503417968758</c:v>
                </c:pt>
                <c:pt idx="1659">
                  <c:v>0.98653503417968758</c:v>
                </c:pt>
                <c:pt idx="1660">
                  <c:v>0.98649078369140641</c:v>
                </c:pt>
                <c:pt idx="1661">
                  <c:v>0.98649078369140641</c:v>
                </c:pt>
                <c:pt idx="1662">
                  <c:v>0.98643218994140625</c:v>
                </c:pt>
                <c:pt idx="1663">
                  <c:v>0.98643218994140625</c:v>
                </c:pt>
                <c:pt idx="1664">
                  <c:v>0.98638427734375</c:v>
                </c:pt>
                <c:pt idx="1665">
                  <c:v>0.98638427734375</c:v>
                </c:pt>
                <c:pt idx="1666">
                  <c:v>0.98634368896484359</c:v>
                </c:pt>
                <c:pt idx="1667">
                  <c:v>0.98634368896484359</c:v>
                </c:pt>
                <c:pt idx="1668">
                  <c:v>0.98629852294921883</c:v>
                </c:pt>
                <c:pt idx="1669">
                  <c:v>0.98629852294921883</c:v>
                </c:pt>
                <c:pt idx="1670">
                  <c:v>0.98623931884765637</c:v>
                </c:pt>
                <c:pt idx="1671">
                  <c:v>0.98623931884765637</c:v>
                </c:pt>
                <c:pt idx="1672">
                  <c:v>0.98618957519531236</c:v>
                </c:pt>
                <c:pt idx="1673">
                  <c:v>0.98618957519531236</c:v>
                </c:pt>
                <c:pt idx="1674">
                  <c:v>0.98613494873046881</c:v>
                </c:pt>
                <c:pt idx="1675">
                  <c:v>0.98613494873046881</c:v>
                </c:pt>
                <c:pt idx="1676">
                  <c:v>0.98607604980468755</c:v>
                </c:pt>
                <c:pt idx="1677">
                  <c:v>0.98607604980468755</c:v>
                </c:pt>
                <c:pt idx="1678">
                  <c:v>0.98602294921875</c:v>
                </c:pt>
                <c:pt idx="1679">
                  <c:v>0.98602294921875</c:v>
                </c:pt>
                <c:pt idx="1680">
                  <c:v>0.98597290039062502</c:v>
                </c:pt>
                <c:pt idx="1681">
                  <c:v>0.98597290039062502</c:v>
                </c:pt>
                <c:pt idx="1682">
                  <c:v>0.98592254638671883</c:v>
                </c:pt>
                <c:pt idx="1683">
                  <c:v>0.98592254638671883</c:v>
                </c:pt>
                <c:pt idx="1684">
                  <c:v>0.98586853027343757</c:v>
                </c:pt>
                <c:pt idx="1685">
                  <c:v>0.98586853027343757</c:v>
                </c:pt>
                <c:pt idx="1686">
                  <c:v>0.98581848144531237</c:v>
                </c:pt>
                <c:pt idx="1687">
                  <c:v>0.98581848144531237</c:v>
                </c:pt>
                <c:pt idx="1688">
                  <c:v>0.98576416015625001</c:v>
                </c:pt>
                <c:pt idx="1689">
                  <c:v>0.98576416015625001</c:v>
                </c:pt>
                <c:pt idx="1690">
                  <c:v>0.98570373535156242</c:v>
                </c:pt>
                <c:pt idx="1691">
                  <c:v>0.98570373535156242</c:v>
                </c:pt>
                <c:pt idx="1692">
                  <c:v>0.98564575195312498</c:v>
                </c:pt>
                <c:pt idx="1693">
                  <c:v>0.98564575195312498</c:v>
                </c:pt>
                <c:pt idx="1694">
                  <c:v>0.98558227539062504</c:v>
                </c:pt>
                <c:pt idx="1695">
                  <c:v>0.98558227539062504</c:v>
                </c:pt>
                <c:pt idx="1696">
                  <c:v>0.9855291748046876</c:v>
                </c:pt>
                <c:pt idx="1697">
                  <c:v>0.9855291748046876</c:v>
                </c:pt>
                <c:pt idx="1698">
                  <c:v>0.98546173095703116</c:v>
                </c:pt>
                <c:pt idx="1699">
                  <c:v>0.98546173095703116</c:v>
                </c:pt>
                <c:pt idx="1700">
                  <c:v>0.98540374755859361</c:v>
                </c:pt>
                <c:pt idx="1701">
                  <c:v>0.98540374755859361</c:v>
                </c:pt>
                <c:pt idx="1702">
                  <c:v>0.98534942626953115</c:v>
                </c:pt>
                <c:pt idx="1703">
                  <c:v>0.98534942626953115</c:v>
                </c:pt>
                <c:pt idx="1704">
                  <c:v>0.98528839111328115</c:v>
                </c:pt>
                <c:pt idx="1705">
                  <c:v>0.98528839111328115</c:v>
                </c:pt>
                <c:pt idx="1706">
                  <c:v>0.9852294921875</c:v>
                </c:pt>
                <c:pt idx="1707">
                  <c:v>0.9852294921875</c:v>
                </c:pt>
                <c:pt idx="1708">
                  <c:v>0.98516845703125</c:v>
                </c:pt>
                <c:pt idx="1709">
                  <c:v>0.98516845703125</c:v>
                </c:pt>
                <c:pt idx="1710">
                  <c:v>0.9851071166992188</c:v>
                </c:pt>
                <c:pt idx="1711">
                  <c:v>0.9851071166992188</c:v>
                </c:pt>
                <c:pt idx="1712">
                  <c:v>0.98505584716796879</c:v>
                </c:pt>
                <c:pt idx="1713">
                  <c:v>0.98505584716796879</c:v>
                </c:pt>
                <c:pt idx="1714">
                  <c:v>0.98500640869140621</c:v>
                </c:pt>
                <c:pt idx="1715">
                  <c:v>0.98500640869140621</c:v>
                </c:pt>
                <c:pt idx="1716">
                  <c:v>0.98495574951171883</c:v>
                </c:pt>
                <c:pt idx="1717">
                  <c:v>0.98495574951171883</c:v>
                </c:pt>
                <c:pt idx="1718">
                  <c:v>0.9848989868164062</c:v>
                </c:pt>
                <c:pt idx="1719">
                  <c:v>0.9848989868164062</c:v>
                </c:pt>
                <c:pt idx="1720">
                  <c:v>0.98484954833984362</c:v>
                </c:pt>
                <c:pt idx="1721">
                  <c:v>0.98484954833984362</c:v>
                </c:pt>
                <c:pt idx="1722">
                  <c:v>0.98478881835937504</c:v>
                </c:pt>
                <c:pt idx="1723">
                  <c:v>0.98478881835937504</c:v>
                </c:pt>
                <c:pt idx="1724">
                  <c:v>0.98473144531250001</c:v>
                </c:pt>
                <c:pt idx="1725">
                  <c:v>0.98473144531250001</c:v>
                </c:pt>
                <c:pt idx="1726">
                  <c:v>0.98467315673828115</c:v>
                </c:pt>
                <c:pt idx="1727">
                  <c:v>0.98467315673828115</c:v>
                </c:pt>
                <c:pt idx="1728">
                  <c:v>0.98462097167968765</c:v>
                </c:pt>
                <c:pt idx="1729">
                  <c:v>0.98462097167968765</c:v>
                </c:pt>
                <c:pt idx="1730">
                  <c:v>0.98456665039062496</c:v>
                </c:pt>
                <c:pt idx="1731">
                  <c:v>0.98456665039062496</c:v>
                </c:pt>
                <c:pt idx="1732">
                  <c:v>0.98451293945312501</c:v>
                </c:pt>
                <c:pt idx="1733">
                  <c:v>0.98451293945312501</c:v>
                </c:pt>
                <c:pt idx="1734">
                  <c:v>0.98445831298828124</c:v>
                </c:pt>
                <c:pt idx="1735">
                  <c:v>0.98445831298828124</c:v>
                </c:pt>
                <c:pt idx="1736">
                  <c:v>0.98441223144531242</c:v>
                </c:pt>
                <c:pt idx="1737">
                  <c:v>0.98441223144531242</c:v>
                </c:pt>
                <c:pt idx="1738">
                  <c:v>0.9843496704101562</c:v>
                </c:pt>
                <c:pt idx="1739">
                  <c:v>0.9843496704101562</c:v>
                </c:pt>
                <c:pt idx="1740">
                  <c:v>0.98429809570312499</c:v>
                </c:pt>
                <c:pt idx="1741">
                  <c:v>0.98429809570312499</c:v>
                </c:pt>
                <c:pt idx="1742">
                  <c:v>0.98423706054687499</c:v>
                </c:pt>
                <c:pt idx="1743">
                  <c:v>0.98423706054687499</c:v>
                </c:pt>
                <c:pt idx="1744">
                  <c:v>0.98418945312499995</c:v>
                </c:pt>
                <c:pt idx="1745">
                  <c:v>0.98418945312499995</c:v>
                </c:pt>
                <c:pt idx="1746">
                  <c:v>0.98413208007812503</c:v>
                </c:pt>
                <c:pt idx="1747">
                  <c:v>0.98413208007812503</c:v>
                </c:pt>
                <c:pt idx="1748">
                  <c:v>0.98407745361328125</c:v>
                </c:pt>
                <c:pt idx="1749">
                  <c:v>0.98407745361328125</c:v>
                </c:pt>
                <c:pt idx="1750">
                  <c:v>0.98401641845703125</c:v>
                </c:pt>
                <c:pt idx="1751">
                  <c:v>0.98401641845703125</c:v>
                </c:pt>
                <c:pt idx="1752">
                  <c:v>0.98396514892578124</c:v>
                </c:pt>
                <c:pt idx="1753">
                  <c:v>0.98396514892578124</c:v>
                </c:pt>
                <c:pt idx="1754">
                  <c:v>0.98389587402343759</c:v>
                </c:pt>
                <c:pt idx="1755">
                  <c:v>0.98389587402343759</c:v>
                </c:pt>
                <c:pt idx="1756">
                  <c:v>0.98383514404296879</c:v>
                </c:pt>
                <c:pt idx="1757">
                  <c:v>0.98383514404296879</c:v>
                </c:pt>
                <c:pt idx="1758">
                  <c:v>0.98377105712890622</c:v>
                </c:pt>
                <c:pt idx="1759">
                  <c:v>0.98377105712890622</c:v>
                </c:pt>
                <c:pt idx="1760">
                  <c:v>0.98371520996093764</c:v>
                </c:pt>
                <c:pt idx="1761">
                  <c:v>0.98371520996093764</c:v>
                </c:pt>
                <c:pt idx="1762">
                  <c:v>0.98365203857421879</c:v>
                </c:pt>
                <c:pt idx="1763">
                  <c:v>0.98365203857421879</c:v>
                </c:pt>
                <c:pt idx="1764">
                  <c:v>0.98357940673828115</c:v>
                </c:pt>
                <c:pt idx="1765">
                  <c:v>0.98357940673828115</c:v>
                </c:pt>
                <c:pt idx="1766">
                  <c:v>0.98352233886718765</c:v>
                </c:pt>
                <c:pt idx="1767">
                  <c:v>0.98352233886718765</c:v>
                </c:pt>
                <c:pt idx="1768">
                  <c:v>0.98346923828124999</c:v>
                </c:pt>
                <c:pt idx="1769">
                  <c:v>0.98346923828124999</c:v>
                </c:pt>
                <c:pt idx="1770">
                  <c:v>0.98340881347656239</c:v>
                </c:pt>
                <c:pt idx="1771">
                  <c:v>0.98340881347656239</c:v>
                </c:pt>
                <c:pt idx="1772">
                  <c:v>0.98334960937500004</c:v>
                </c:pt>
                <c:pt idx="1773">
                  <c:v>0.98334960937500004</c:v>
                </c:pt>
                <c:pt idx="1774">
                  <c:v>0.98329254150390621</c:v>
                </c:pt>
                <c:pt idx="1775">
                  <c:v>0.98329254150390621</c:v>
                </c:pt>
                <c:pt idx="1776">
                  <c:v>0.98323730468750004</c:v>
                </c:pt>
                <c:pt idx="1777">
                  <c:v>0.98323730468750004</c:v>
                </c:pt>
                <c:pt idx="1778">
                  <c:v>0.98317199707031255</c:v>
                </c:pt>
                <c:pt idx="1779">
                  <c:v>0.98317199707031255</c:v>
                </c:pt>
                <c:pt idx="1780">
                  <c:v>0.98311431884765621</c:v>
                </c:pt>
                <c:pt idx="1781">
                  <c:v>0.98311431884765621</c:v>
                </c:pt>
                <c:pt idx="1782">
                  <c:v>0.983057861328125</c:v>
                </c:pt>
                <c:pt idx="1783">
                  <c:v>0.983057861328125</c:v>
                </c:pt>
                <c:pt idx="1784">
                  <c:v>0.98299560546874998</c:v>
                </c:pt>
                <c:pt idx="1785">
                  <c:v>0.98299560546874998</c:v>
                </c:pt>
                <c:pt idx="1786">
                  <c:v>0.98293487548828118</c:v>
                </c:pt>
                <c:pt idx="1787">
                  <c:v>0.98293487548828118</c:v>
                </c:pt>
                <c:pt idx="1788">
                  <c:v>0.98287567138671883</c:v>
                </c:pt>
                <c:pt idx="1789">
                  <c:v>0.98287567138671883</c:v>
                </c:pt>
                <c:pt idx="1790">
                  <c:v>0.98280487060546884</c:v>
                </c:pt>
                <c:pt idx="1791">
                  <c:v>0.98280487060546884</c:v>
                </c:pt>
                <c:pt idx="1792">
                  <c:v>0.98275024414062495</c:v>
                </c:pt>
                <c:pt idx="1793">
                  <c:v>0.98275024414062495</c:v>
                </c:pt>
                <c:pt idx="1794">
                  <c:v>0.982691650390625</c:v>
                </c:pt>
                <c:pt idx="1795">
                  <c:v>0.982691650390625</c:v>
                </c:pt>
                <c:pt idx="1796">
                  <c:v>0.98262786865234375</c:v>
                </c:pt>
                <c:pt idx="1797">
                  <c:v>0.98262786865234375</c:v>
                </c:pt>
                <c:pt idx="1798">
                  <c:v>0.98256225585937496</c:v>
                </c:pt>
                <c:pt idx="1799">
                  <c:v>0.98256225585937496</c:v>
                </c:pt>
                <c:pt idx="1800">
                  <c:v>0.98250671386718758</c:v>
                </c:pt>
                <c:pt idx="1801">
                  <c:v>0.98250671386718758</c:v>
                </c:pt>
                <c:pt idx="1802">
                  <c:v>0.98243255615234359</c:v>
                </c:pt>
                <c:pt idx="1803">
                  <c:v>0.98243255615234359</c:v>
                </c:pt>
                <c:pt idx="1804">
                  <c:v>0.98236907958984376</c:v>
                </c:pt>
                <c:pt idx="1805">
                  <c:v>0.98236907958984376</c:v>
                </c:pt>
                <c:pt idx="1806">
                  <c:v>0.98231628417968764</c:v>
                </c:pt>
                <c:pt idx="1807">
                  <c:v>0.98231628417968764</c:v>
                </c:pt>
                <c:pt idx="1808">
                  <c:v>0.98225250244140638</c:v>
                </c:pt>
                <c:pt idx="1809">
                  <c:v>0.98225250244140638</c:v>
                </c:pt>
                <c:pt idx="1810">
                  <c:v>0.98218566894531245</c:v>
                </c:pt>
                <c:pt idx="1811">
                  <c:v>0.98218566894531245</c:v>
                </c:pt>
                <c:pt idx="1812">
                  <c:v>0.98211853027343765</c:v>
                </c:pt>
                <c:pt idx="1813">
                  <c:v>0.98211853027343765</c:v>
                </c:pt>
                <c:pt idx="1814">
                  <c:v>0.98204864501953115</c:v>
                </c:pt>
                <c:pt idx="1815">
                  <c:v>0.98204864501953115</c:v>
                </c:pt>
                <c:pt idx="1816">
                  <c:v>0.98198669433593755</c:v>
                </c:pt>
                <c:pt idx="1817">
                  <c:v>0.98198669433593755</c:v>
                </c:pt>
                <c:pt idx="1818">
                  <c:v>0.98192230224609378</c:v>
                </c:pt>
                <c:pt idx="1819">
                  <c:v>0.98192230224609378</c:v>
                </c:pt>
                <c:pt idx="1820">
                  <c:v>0.98185882568359362</c:v>
                </c:pt>
                <c:pt idx="1821">
                  <c:v>0.98185882568359362</c:v>
                </c:pt>
                <c:pt idx="1822">
                  <c:v>0.98179046630859379</c:v>
                </c:pt>
                <c:pt idx="1823">
                  <c:v>0.98179046630859379</c:v>
                </c:pt>
                <c:pt idx="1824">
                  <c:v>0.98174407958984378</c:v>
                </c:pt>
                <c:pt idx="1825">
                  <c:v>0.98174407958984378</c:v>
                </c:pt>
                <c:pt idx="1826">
                  <c:v>0.98167694091796875</c:v>
                </c:pt>
                <c:pt idx="1827">
                  <c:v>0.98167694091796875</c:v>
                </c:pt>
                <c:pt idx="1828">
                  <c:v>0.98161499023437504</c:v>
                </c:pt>
                <c:pt idx="1829">
                  <c:v>0.98161499023437504</c:v>
                </c:pt>
                <c:pt idx="1830">
                  <c:v>0.98155578613281236</c:v>
                </c:pt>
                <c:pt idx="1831">
                  <c:v>0.98155578613281236</c:v>
                </c:pt>
                <c:pt idx="1832">
                  <c:v>0.98149200439453121</c:v>
                </c:pt>
                <c:pt idx="1833">
                  <c:v>0.98149200439453121</c:v>
                </c:pt>
                <c:pt idx="1834">
                  <c:v>0.98143157958984362</c:v>
                </c:pt>
                <c:pt idx="1835">
                  <c:v>0.98143157958984362</c:v>
                </c:pt>
                <c:pt idx="1836">
                  <c:v>0.98136169433593756</c:v>
                </c:pt>
                <c:pt idx="1837">
                  <c:v>0.98136169433593756</c:v>
                </c:pt>
                <c:pt idx="1838">
                  <c:v>0.9812875366210938</c:v>
                </c:pt>
                <c:pt idx="1839">
                  <c:v>0.9812875366210938</c:v>
                </c:pt>
                <c:pt idx="1840">
                  <c:v>0.98122283935546883</c:v>
                </c:pt>
                <c:pt idx="1841">
                  <c:v>0.98122283935546883</c:v>
                </c:pt>
                <c:pt idx="1842">
                  <c:v>0.98114746093750005</c:v>
                </c:pt>
                <c:pt idx="1843">
                  <c:v>0.98114746093750005</c:v>
                </c:pt>
                <c:pt idx="1844">
                  <c:v>0.98107727050781235</c:v>
                </c:pt>
                <c:pt idx="1845">
                  <c:v>0.98107727050781235</c:v>
                </c:pt>
                <c:pt idx="1846">
                  <c:v>0.98101684570312497</c:v>
                </c:pt>
                <c:pt idx="1847">
                  <c:v>0.98101684570312497</c:v>
                </c:pt>
                <c:pt idx="1848">
                  <c:v>0.98095977783203125</c:v>
                </c:pt>
                <c:pt idx="1849">
                  <c:v>0.98095977783203125</c:v>
                </c:pt>
                <c:pt idx="1850">
                  <c:v>0.98089263916015623</c:v>
                </c:pt>
                <c:pt idx="1851">
                  <c:v>0.98089263916015623</c:v>
                </c:pt>
                <c:pt idx="1852">
                  <c:v>0.98082305908203116</c:v>
                </c:pt>
                <c:pt idx="1853">
                  <c:v>0.98082305908203116</c:v>
                </c:pt>
                <c:pt idx="1854">
                  <c:v>0.98075012207031242</c:v>
                </c:pt>
                <c:pt idx="1855">
                  <c:v>0.98075012207031242</c:v>
                </c:pt>
                <c:pt idx="1856">
                  <c:v>0.98067321777343763</c:v>
                </c:pt>
                <c:pt idx="1857">
                  <c:v>0.98067321777343763</c:v>
                </c:pt>
                <c:pt idx="1858">
                  <c:v>0.980595703125</c:v>
                </c:pt>
                <c:pt idx="1859">
                  <c:v>0.980595703125</c:v>
                </c:pt>
                <c:pt idx="1860">
                  <c:v>0.98051025390625002</c:v>
                </c:pt>
                <c:pt idx="1861">
                  <c:v>0.98051025390625002</c:v>
                </c:pt>
                <c:pt idx="1862">
                  <c:v>0.9804385375976562</c:v>
                </c:pt>
                <c:pt idx="1863">
                  <c:v>0.9804385375976562</c:v>
                </c:pt>
                <c:pt idx="1864">
                  <c:v>0.98036987304687495</c:v>
                </c:pt>
                <c:pt idx="1865">
                  <c:v>0.98036987304687495</c:v>
                </c:pt>
                <c:pt idx="1866">
                  <c:v>0.98029479980468759</c:v>
                </c:pt>
                <c:pt idx="1867">
                  <c:v>0.98029479980468759</c:v>
                </c:pt>
                <c:pt idx="1868">
                  <c:v>0.98022033691406241</c:v>
                </c:pt>
                <c:pt idx="1869">
                  <c:v>0.98022033691406241</c:v>
                </c:pt>
                <c:pt idx="1870">
                  <c:v>0.98015197753906236</c:v>
                </c:pt>
                <c:pt idx="1871">
                  <c:v>0.98015197753906236</c:v>
                </c:pt>
                <c:pt idx="1872">
                  <c:v>0.98009338378906241</c:v>
                </c:pt>
                <c:pt idx="1873">
                  <c:v>0.98009338378906241</c:v>
                </c:pt>
                <c:pt idx="1874">
                  <c:v>0.98002014160156237</c:v>
                </c:pt>
                <c:pt idx="1875">
                  <c:v>0.98002014160156237</c:v>
                </c:pt>
                <c:pt idx="1876">
                  <c:v>0.97994537353515621</c:v>
                </c:pt>
                <c:pt idx="1877">
                  <c:v>0.97994537353515621</c:v>
                </c:pt>
                <c:pt idx="1878">
                  <c:v>0.97986572265625005</c:v>
                </c:pt>
                <c:pt idx="1879">
                  <c:v>0.97986572265625005</c:v>
                </c:pt>
                <c:pt idx="1880">
                  <c:v>0.97979034423828115</c:v>
                </c:pt>
                <c:pt idx="1881">
                  <c:v>0.97979034423828115</c:v>
                </c:pt>
                <c:pt idx="1882">
                  <c:v>0.97973175048828121</c:v>
                </c:pt>
                <c:pt idx="1883">
                  <c:v>0.97973175048828121</c:v>
                </c:pt>
                <c:pt idx="1884">
                  <c:v>0.97964782714843757</c:v>
                </c:pt>
                <c:pt idx="1885">
                  <c:v>0.97964782714843757</c:v>
                </c:pt>
                <c:pt idx="1886">
                  <c:v>0.97957550048828124</c:v>
                </c:pt>
                <c:pt idx="1887">
                  <c:v>0.97957550048828124</c:v>
                </c:pt>
                <c:pt idx="1888">
                  <c:v>0.9794979858398436</c:v>
                </c:pt>
                <c:pt idx="1889">
                  <c:v>0.9794979858398436</c:v>
                </c:pt>
                <c:pt idx="1890">
                  <c:v>0.97942840576171875</c:v>
                </c:pt>
                <c:pt idx="1891">
                  <c:v>0.97942840576171875</c:v>
                </c:pt>
                <c:pt idx="1892">
                  <c:v>0.97936004638671881</c:v>
                </c:pt>
                <c:pt idx="1893">
                  <c:v>0.97936004638671881</c:v>
                </c:pt>
                <c:pt idx="1894">
                  <c:v>0.97929565429687504</c:v>
                </c:pt>
                <c:pt idx="1895">
                  <c:v>0.97929565429687504</c:v>
                </c:pt>
                <c:pt idx="1896">
                  <c:v>0.97922546386718756</c:v>
                </c:pt>
                <c:pt idx="1897">
                  <c:v>0.97922546386718756</c:v>
                </c:pt>
                <c:pt idx="1898">
                  <c:v>0.97914245605468764</c:v>
                </c:pt>
                <c:pt idx="1899">
                  <c:v>0.97914245605468764</c:v>
                </c:pt>
                <c:pt idx="1900">
                  <c:v>0.97906646728515623</c:v>
                </c:pt>
                <c:pt idx="1901">
                  <c:v>0.97906646728515623</c:v>
                </c:pt>
                <c:pt idx="1902">
                  <c:v>0.97899383544921881</c:v>
                </c:pt>
                <c:pt idx="1903">
                  <c:v>0.97899383544921881</c:v>
                </c:pt>
                <c:pt idx="1904">
                  <c:v>0.97891937255859363</c:v>
                </c:pt>
                <c:pt idx="1905">
                  <c:v>0.97891937255859363</c:v>
                </c:pt>
                <c:pt idx="1906">
                  <c:v>0.97884552001953118</c:v>
                </c:pt>
                <c:pt idx="1907">
                  <c:v>0.97884552001953118</c:v>
                </c:pt>
                <c:pt idx="1908">
                  <c:v>0.9787655639648436</c:v>
                </c:pt>
                <c:pt idx="1909">
                  <c:v>0.9787655639648436</c:v>
                </c:pt>
                <c:pt idx="1910">
                  <c:v>0.9786990356445312</c:v>
                </c:pt>
                <c:pt idx="1911">
                  <c:v>0.9786990356445312</c:v>
                </c:pt>
                <c:pt idx="1912">
                  <c:v>0.97862091064453116</c:v>
                </c:pt>
                <c:pt idx="1913">
                  <c:v>0.97862091064453116</c:v>
                </c:pt>
                <c:pt idx="1914">
                  <c:v>0.97855072021484379</c:v>
                </c:pt>
                <c:pt idx="1915">
                  <c:v>0.97855072021484379</c:v>
                </c:pt>
                <c:pt idx="1916">
                  <c:v>0.97847290039062496</c:v>
                </c:pt>
                <c:pt idx="1917">
                  <c:v>0.97847290039062496</c:v>
                </c:pt>
                <c:pt idx="1918">
                  <c:v>0.97839508056640623</c:v>
                </c:pt>
                <c:pt idx="1919">
                  <c:v>0.97839508056640623</c:v>
                </c:pt>
                <c:pt idx="1920">
                  <c:v>0.97832061767578116</c:v>
                </c:pt>
                <c:pt idx="1921">
                  <c:v>0.97832061767578116</c:v>
                </c:pt>
                <c:pt idx="1922">
                  <c:v>0.97823120117187501</c:v>
                </c:pt>
                <c:pt idx="1923">
                  <c:v>0.97823120117187501</c:v>
                </c:pt>
                <c:pt idx="1924">
                  <c:v>0.97816558837890621</c:v>
                </c:pt>
                <c:pt idx="1925">
                  <c:v>0.97816558837890621</c:v>
                </c:pt>
                <c:pt idx="1926">
                  <c:v>0.97808563232421875</c:v>
                </c:pt>
                <c:pt idx="1927">
                  <c:v>0.97808563232421875</c:v>
                </c:pt>
                <c:pt idx="1928">
                  <c:v>0.97800445556640625</c:v>
                </c:pt>
                <c:pt idx="1929">
                  <c:v>0.97800445556640625</c:v>
                </c:pt>
                <c:pt idx="1930">
                  <c:v>0.97793029785156238</c:v>
                </c:pt>
                <c:pt idx="1931">
                  <c:v>0.97793029785156238</c:v>
                </c:pt>
                <c:pt idx="1932">
                  <c:v>0.9778451538085936</c:v>
                </c:pt>
                <c:pt idx="1933">
                  <c:v>0.9778451538085936</c:v>
                </c:pt>
                <c:pt idx="1934">
                  <c:v>0.97775848388671882</c:v>
                </c:pt>
                <c:pt idx="1935">
                  <c:v>0.97775848388671882</c:v>
                </c:pt>
                <c:pt idx="1936">
                  <c:v>0.97767639160156239</c:v>
                </c:pt>
                <c:pt idx="1937">
                  <c:v>0.97767639160156239</c:v>
                </c:pt>
                <c:pt idx="1938">
                  <c:v>0.97760192871093765</c:v>
                </c:pt>
                <c:pt idx="1939">
                  <c:v>0.97760192871093765</c:v>
                </c:pt>
                <c:pt idx="1940">
                  <c:v>0.97752197265624996</c:v>
                </c:pt>
                <c:pt idx="1941">
                  <c:v>0.97752197265624996</c:v>
                </c:pt>
                <c:pt idx="1942">
                  <c:v>0.97744445800781243</c:v>
                </c:pt>
                <c:pt idx="1943">
                  <c:v>0.97744445800781243</c:v>
                </c:pt>
                <c:pt idx="1944">
                  <c:v>0.97737274169921884</c:v>
                </c:pt>
                <c:pt idx="1945">
                  <c:v>0.97737274169921884</c:v>
                </c:pt>
                <c:pt idx="1946">
                  <c:v>0.97729736328125005</c:v>
                </c:pt>
                <c:pt idx="1947">
                  <c:v>0.97729736328125005</c:v>
                </c:pt>
                <c:pt idx="1948">
                  <c:v>0.97721008300781242</c:v>
                </c:pt>
                <c:pt idx="1949">
                  <c:v>0.97721008300781242</c:v>
                </c:pt>
                <c:pt idx="1950">
                  <c:v>0.97713195800781238</c:v>
                </c:pt>
                <c:pt idx="1951">
                  <c:v>0.97713195800781238</c:v>
                </c:pt>
                <c:pt idx="1952">
                  <c:v>0.97704864501953115</c:v>
                </c:pt>
                <c:pt idx="1953">
                  <c:v>0.97704864501953115</c:v>
                </c:pt>
                <c:pt idx="1954">
                  <c:v>0.97697784423828116</c:v>
                </c:pt>
                <c:pt idx="1955">
                  <c:v>0.97697784423828116</c:v>
                </c:pt>
                <c:pt idx="1956">
                  <c:v>0.97688079833984376</c:v>
                </c:pt>
                <c:pt idx="1957">
                  <c:v>0.97688079833984376</c:v>
                </c:pt>
                <c:pt idx="1958">
                  <c:v>0.97678314208984363</c:v>
                </c:pt>
                <c:pt idx="1959">
                  <c:v>0.97678314208984363</c:v>
                </c:pt>
                <c:pt idx="1960">
                  <c:v>0.97670257568359375</c:v>
                </c:pt>
                <c:pt idx="1961">
                  <c:v>0.97670257568359375</c:v>
                </c:pt>
                <c:pt idx="1962">
                  <c:v>0.9766287231445312</c:v>
                </c:pt>
                <c:pt idx="1963">
                  <c:v>0.9766287231445312</c:v>
                </c:pt>
                <c:pt idx="1964">
                  <c:v>0.97654174804687499</c:v>
                </c:pt>
                <c:pt idx="1965">
                  <c:v>0.97654174804687499</c:v>
                </c:pt>
                <c:pt idx="1966">
                  <c:v>0.97645050048828119</c:v>
                </c:pt>
                <c:pt idx="1967">
                  <c:v>0.97645050048828119</c:v>
                </c:pt>
                <c:pt idx="1968">
                  <c:v>0.97636718749999996</c:v>
                </c:pt>
                <c:pt idx="1969">
                  <c:v>0.97636718749999996</c:v>
                </c:pt>
                <c:pt idx="1970">
                  <c:v>0.97629852294921882</c:v>
                </c:pt>
                <c:pt idx="1971">
                  <c:v>0.97629852294921882</c:v>
                </c:pt>
                <c:pt idx="1972">
                  <c:v>0.97620849609375004</c:v>
                </c:pt>
                <c:pt idx="1973">
                  <c:v>0.97620849609375004</c:v>
                </c:pt>
                <c:pt idx="1974">
                  <c:v>0.97612426757812498</c:v>
                </c:pt>
                <c:pt idx="1975">
                  <c:v>0.97612426757812498</c:v>
                </c:pt>
                <c:pt idx="1976">
                  <c:v>0.97604187011718757</c:v>
                </c:pt>
                <c:pt idx="1977">
                  <c:v>0.97604187011718757</c:v>
                </c:pt>
                <c:pt idx="1978">
                  <c:v>0.97596466064453125</c:v>
                </c:pt>
                <c:pt idx="1979">
                  <c:v>0.97596466064453125</c:v>
                </c:pt>
                <c:pt idx="1980">
                  <c:v>0.97588104248046881</c:v>
                </c:pt>
                <c:pt idx="1981">
                  <c:v>0.97588104248046881</c:v>
                </c:pt>
                <c:pt idx="1982">
                  <c:v>0.97578643798828124</c:v>
                </c:pt>
                <c:pt idx="1983">
                  <c:v>0.97578643798828124</c:v>
                </c:pt>
                <c:pt idx="1984">
                  <c:v>0.97569854736328121</c:v>
                </c:pt>
                <c:pt idx="1985">
                  <c:v>0.97569854736328121</c:v>
                </c:pt>
                <c:pt idx="1986">
                  <c:v>0.97562225341796882</c:v>
                </c:pt>
                <c:pt idx="1987">
                  <c:v>0.97562225341796882</c:v>
                </c:pt>
                <c:pt idx="1988">
                  <c:v>0.97554779052734375</c:v>
                </c:pt>
                <c:pt idx="1989">
                  <c:v>0.97554779052734375</c:v>
                </c:pt>
                <c:pt idx="1990">
                  <c:v>0.97548034667968764</c:v>
                </c:pt>
                <c:pt idx="1991">
                  <c:v>0.97548034667968764</c:v>
                </c:pt>
                <c:pt idx="1992">
                  <c:v>0.97537841796875002</c:v>
                </c:pt>
                <c:pt idx="1993">
                  <c:v>0.97537841796875002</c:v>
                </c:pt>
                <c:pt idx="1994">
                  <c:v>0.97528808593750005</c:v>
                </c:pt>
                <c:pt idx="1995">
                  <c:v>0.97528808593750005</c:v>
                </c:pt>
                <c:pt idx="1996">
                  <c:v>0.97519592285156242</c:v>
                </c:pt>
                <c:pt idx="1997">
                  <c:v>0.97519592285156242</c:v>
                </c:pt>
                <c:pt idx="1998">
                  <c:v>0.97512939453125003</c:v>
                </c:pt>
                <c:pt idx="1999">
                  <c:v>0.97512939453125003</c:v>
                </c:pt>
                <c:pt idx="2000">
                  <c:v>0.9750369262695312</c:v>
                </c:pt>
                <c:pt idx="2001">
                  <c:v>0.9750369262695312</c:v>
                </c:pt>
                <c:pt idx="2002">
                  <c:v>0.97495849609374996</c:v>
                </c:pt>
                <c:pt idx="2003">
                  <c:v>0.97495849609374996</c:v>
                </c:pt>
                <c:pt idx="2004">
                  <c:v>0.97486602783203125</c:v>
                </c:pt>
                <c:pt idx="2005">
                  <c:v>0.97486602783203125</c:v>
                </c:pt>
                <c:pt idx="2006">
                  <c:v>0.97477539062499996</c:v>
                </c:pt>
                <c:pt idx="2007">
                  <c:v>0.97477539062499996</c:v>
                </c:pt>
                <c:pt idx="2008">
                  <c:v>0.97470031738281238</c:v>
                </c:pt>
                <c:pt idx="2009">
                  <c:v>0.97470031738281238</c:v>
                </c:pt>
                <c:pt idx="2010">
                  <c:v>0.97462188720703125</c:v>
                </c:pt>
                <c:pt idx="2011">
                  <c:v>0.97462188720703125</c:v>
                </c:pt>
                <c:pt idx="2012">
                  <c:v>0.97452728271484379</c:v>
                </c:pt>
                <c:pt idx="2013">
                  <c:v>0.97452728271484379</c:v>
                </c:pt>
                <c:pt idx="2014">
                  <c:v>0.97444549560546878</c:v>
                </c:pt>
                <c:pt idx="2015">
                  <c:v>0.97444549560546878</c:v>
                </c:pt>
                <c:pt idx="2016">
                  <c:v>0.97436889648437497</c:v>
                </c:pt>
                <c:pt idx="2017">
                  <c:v>0.97436889648437497</c:v>
                </c:pt>
                <c:pt idx="2018">
                  <c:v>0.97428192138671876</c:v>
                </c:pt>
                <c:pt idx="2019">
                  <c:v>0.97428192138671876</c:v>
                </c:pt>
                <c:pt idx="2020">
                  <c:v>0.97418334960937503</c:v>
                </c:pt>
                <c:pt idx="2021">
                  <c:v>0.97418334960937503</c:v>
                </c:pt>
                <c:pt idx="2022">
                  <c:v>0.97410064697265641</c:v>
                </c:pt>
                <c:pt idx="2023">
                  <c:v>0.97410064697265641</c:v>
                </c:pt>
                <c:pt idx="2024">
                  <c:v>0.97400329589843759</c:v>
                </c:pt>
                <c:pt idx="2025">
                  <c:v>0.97400329589843759</c:v>
                </c:pt>
                <c:pt idx="2026">
                  <c:v>0.97391754150390641</c:v>
                </c:pt>
                <c:pt idx="2027">
                  <c:v>0.97391754150390641</c:v>
                </c:pt>
                <c:pt idx="2028">
                  <c:v>0.97382293701171885</c:v>
                </c:pt>
                <c:pt idx="2029">
                  <c:v>0.97382293701171885</c:v>
                </c:pt>
                <c:pt idx="2030">
                  <c:v>0.97372222900390637</c:v>
                </c:pt>
                <c:pt idx="2031">
                  <c:v>0.97372222900390637</c:v>
                </c:pt>
                <c:pt idx="2032">
                  <c:v>0.97364349365234359</c:v>
                </c:pt>
                <c:pt idx="2033">
                  <c:v>0.97364349365234359</c:v>
                </c:pt>
                <c:pt idx="2034">
                  <c:v>0.97355072021484379</c:v>
                </c:pt>
                <c:pt idx="2035">
                  <c:v>0.97355072021484379</c:v>
                </c:pt>
                <c:pt idx="2036">
                  <c:v>0.97344848632812497</c:v>
                </c:pt>
                <c:pt idx="2037">
                  <c:v>0.97344848632812497</c:v>
                </c:pt>
                <c:pt idx="2038">
                  <c:v>0.97337219238281236</c:v>
                </c:pt>
                <c:pt idx="2039">
                  <c:v>0.97337219238281236</c:v>
                </c:pt>
                <c:pt idx="2040">
                  <c:v>0.97327911376953125</c:v>
                </c:pt>
                <c:pt idx="2041">
                  <c:v>0.97327911376953125</c:v>
                </c:pt>
                <c:pt idx="2042">
                  <c:v>0.97320251464843766</c:v>
                </c:pt>
                <c:pt idx="2043">
                  <c:v>0.97320251464843766</c:v>
                </c:pt>
                <c:pt idx="2044">
                  <c:v>0.97311859130859379</c:v>
                </c:pt>
                <c:pt idx="2045">
                  <c:v>0.97311859130859379</c:v>
                </c:pt>
                <c:pt idx="2046">
                  <c:v>0.97301422119140624</c:v>
                </c:pt>
                <c:pt idx="2047">
                  <c:v>0.97301422119140624</c:v>
                </c:pt>
                <c:pt idx="2048">
                  <c:v>0.97290771484375005</c:v>
                </c:pt>
                <c:pt idx="2049">
                  <c:v>0.97290771484375005</c:v>
                </c:pt>
                <c:pt idx="2050">
                  <c:v>0.97283233642578115</c:v>
                </c:pt>
                <c:pt idx="2051">
                  <c:v>0.97283233642578115</c:v>
                </c:pt>
                <c:pt idx="2052">
                  <c:v>0.9727481079101562</c:v>
                </c:pt>
                <c:pt idx="2053">
                  <c:v>0.9727481079101562</c:v>
                </c:pt>
                <c:pt idx="2054">
                  <c:v>0.97265960693359377</c:v>
                </c:pt>
                <c:pt idx="2055">
                  <c:v>0.97265960693359377</c:v>
                </c:pt>
                <c:pt idx="2056">
                  <c:v>0.97254760742187496</c:v>
                </c:pt>
                <c:pt idx="2057">
                  <c:v>0.97254760742187496</c:v>
                </c:pt>
                <c:pt idx="2058">
                  <c:v>0.97246856689453121</c:v>
                </c:pt>
                <c:pt idx="2059">
                  <c:v>0.97246856689453121</c:v>
                </c:pt>
                <c:pt idx="2060">
                  <c:v>0.97236511230468758</c:v>
                </c:pt>
                <c:pt idx="2061">
                  <c:v>0.97236511230468758</c:v>
                </c:pt>
                <c:pt idx="2062">
                  <c:v>0.97227691650390624</c:v>
                </c:pt>
                <c:pt idx="2063">
                  <c:v>0.97227691650390624</c:v>
                </c:pt>
                <c:pt idx="2064">
                  <c:v>0.97217895507812502</c:v>
                </c:pt>
                <c:pt idx="2065">
                  <c:v>0.97217895507812502</c:v>
                </c:pt>
                <c:pt idx="2066">
                  <c:v>0.97208892822265625</c:v>
                </c:pt>
                <c:pt idx="2067">
                  <c:v>0.97208892822265625</c:v>
                </c:pt>
                <c:pt idx="2068">
                  <c:v>0.97198944091796879</c:v>
                </c:pt>
                <c:pt idx="2069">
                  <c:v>0.97198944091796879</c:v>
                </c:pt>
                <c:pt idx="2070">
                  <c:v>0.97190948486328121</c:v>
                </c:pt>
                <c:pt idx="2071">
                  <c:v>0.97190948486328121</c:v>
                </c:pt>
                <c:pt idx="2072">
                  <c:v>0.97181304931640622</c:v>
                </c:pt>
                <c:pt idx="2073">
                  <c:v>0.97181304931640622</c:v>
                </c:pt>
                <c:pt idx="2074">
                  <c:v>0.97173095703125001</c:v>
                </c:pt>
                <c:pt idx="2075">
                  <c:v>0.97173095703125001</c:v>
                </c:pt>
                <c:pt idx="2076">
                  <c:v>0.97162750244140639</c:v>
                </c:pt>
                <c:pt idx="2077">
                  <c:v>0.97162750244140639</c:v>
                </c:pt>
                <c:pt idx="2078">
                  <c:v>0.97153656005859379</c:v>
                </c:pt>
                <c:pt idx="2079">
                  <c:v>0.97153656005859379</c:v>
                </c:pt>
                <c:pt idx="2080">
                  <c:v>0.97144439697265639</c:v>
                </c:pt>
                <c:pt idx="2081">
                  <c:v>0.97144439697265639</c:v>
                </c:pt>
                <c:pt idx="2082">
                  <c:v>0.97136047363281242</c:v>
                </c:pt>
                <c:pt idx="2083">
                  <c:v>0.97136047363281242</c:v>
                </c:pt>
                <c:pt idx="2084">
                  <c:v>0.97126495361328125</c:v>
                </c:pt>
                <c:pt idx="2085">
                  <c:v>0.97126495361328125</c:v>
                </c:pt>
                <c:pt idx="2086">
                  <c:v>0.97116394042968757</c:v>
                </c:pt>
                <c:pt idx="2087">
                  <c:v>0.97116394042968757</c:v>
                </c:pt>
                <c:pt idx="2088">
                  <c:v>0.97105834960937498</c:v>
                </c:pt>
                <c:pt idx="2089">
                  <c:v>0.97105834960937498</c:v>
                </c:pt>
                <c:pt idx="2090">
                  <c:v>0.97096710205078118</c:v>
                </c:pt>
                <c:pt idx="2091">
                  <c:v>0.97096710205078118</c:v>
                </c:pt>
                <c:pt idx="2092">
                  <c:v>0.97087036132812499</c:v>
                </c:pt>
                <c:pt idx="2093">
                  <c:v>0.97087036132812499</c:v>
                </c:pt>
                <c:pt idx="2094">
                  <c:v>0.97077087402343765</c:v>
                </c:pt>
                <c:pt idx="2095">
                  <c:v>0.97077087402343765</c:v>
                </c:pt>
                <c:pt idx="2096">
                  <c:v>0.97068054199218756</c:v>
                </c:pt>
                <c:pt idx="2097">
                  <c:v>0.97068054199218756</c:v>
                </c:pt>
                <c:pt idx="2098">
                  <c:v>0.97058776855468765</c:v>
                </c:pt>
                <c:pt idx="2099">
                  <c:v>0.97058776855468765</c:v>
                </c:pt>
                <c:pt idx="2100">
                  <c:v>0.97048004150390621</c:v>
                </c:pt>
                <c:pt idx="2101">
                  <c:v>0.97048004150390621</c:v>
                </c:pt>
                <c:pt idx="2102">
                  <c:v>0.97037414550781242</c:v>
                </c:pt>
                <c:pt idx="2103">
                  <c:v>0.97037414550781242</c:v>
                </c:pt>
                <c:pt idx="2104">
                  <c:v>0.97026977539062498</c:v>
                </c:pt>
                <c:pt idx="2105">
                  <c:v>0.97026977539062498</c:v>
                </c:pt>
                <c:pt idx="2106">
                  <c:v>0.97016265869140639</c:v>
                </c:pt>
                <c:pt idx="2107">
                  <c:v>0.97016265869140639</c:v>
                </c:pt>
                <c:pt idx="2108">
                  <c:v>0.97006896972656242</c:v>
                </c:pt>
                <c:pt idx="2109">
                  <c:v>0.97006896972656242</c:v>
                </c:pt>
                <c:pt idx="2110">
                  <c:v>0.96995635986328121</c:v>
                </c:pt>
                <c:pt idx="2111">
                  <c:v>0.96995635986328121</c:v>
                </c:pt>
                <c:pt idx="2112">
                  <c:v>0.9698495483398436</c:v>
                </c:pt>
                <c:pt idx="2113">
                  <c:v>0.9698495483398436</c:v>
                </c:pt>
                <c:pt idx="2114">
                  <c:v>0.96975769042968762</c:v>
                </c:pt>
                <c:pt idx="2115">
                  <c:v>0.96975769042968762</c:v>
                </c:pt>
                <c:pt idx="2116">
                  <c:v>0.96965484619140641</c:v>
                </c:pt>
                <c:pt idx="2117">
                  <c:v>0.96965484619140641</c:v>
                </c:pt>
                <c:pt idx="2118">
                  <c:v>0.96955108642578125</c:v>
                </c:pt>
                <c:pt idx="2119">
                  <c:v>0.96955108642578125</c:v>
                </c:pt>
                <c:pt idx="2120">
                  <c:v>0.96944946289062495</c:v>
                </c:pt>
                <c:pt idx="2121">
                  <c:v>0.96944946289062495</c:v>
                </c:pt>
                <c:pt idx="2122">
                  <c:v>0.96934356689453116</c:v>
                </c:pt>
                <c:pt idx="2123">
                  <c:v>0.96934356689453116</c:v>
                </c:pt>
                <c:pt idx="2124">
                  <c:v>0.9692437744140624</c:v>
                </c:pt>
                <c:pt idx="2125">
                  <c:v>0.9692437744140624</c:v>
                </c:pt>
                <c:pt idx="2126">
                  <c:v>0.96913330078125004</c:v>
                </c:pt>
                <c:pt idx="2127">
                  <c:v>0.96913330078125004</c:v>
                </c:pt>
                <c:pt idx="2128">
                  <c:v>0.96902343749999997</c:v>
                </c:pt>
                <c:pt idx="2129">
                  <c:v>0.96902343749999997</c:v>
                </c:pt>
                <c:pt idx="2130">
                  <c:v>0.96891967773437504</c:v>
                </c:pt>
                <c:pt idx="2131">
                  <c:v>0.96891967773437504</c:v>
                </c:pt>
                <c:pt idx="2132">
                  <c:v>0.96882263183593764</c:v>
                </c:pt>
                <c:pt idx="2133">
                  <c:v>0.96882263183593764</c:v>
                </c:pt>
                <c:pt idx="2134">
                  <c:v>0.96871368408203118</c:v>
                </c:pt>
                <c:pt idx="2135">
                  <c:v>0.96871368408203118</c:v>
                </c:pt>
                <c:pt idx="2136">
                  <c:v>0.96860382080078122</c:v>
                </c:pt>
                <c:pt idx="2137">
                  <c:v>0.96860382080078122</c:v>
                </c:pt>
                <c:pt idx="2138">
                  <c:v>0.96848785400390625</c:v>
                </c:pt>
                <c:pt idx="2139">
                  <c:v>0.96848785400390625</c:v>
                </c:pt>
                <c:pt idx="2140">
                  <c:v>0.96839172363281245</c:v>
                </c:pt>
                <c:pt idx="2141">
                  <c:v>0.96839172363281245</c:v>
                </c:pt>
                <c:pt idx="2142">
                  <c:v>0.96828002929687496</c:v>
                </c:pt>
                <c:pt idx="2143">
                  <c:v>0.96828002929687496</c:v>
                </c:pt>
                <c:pt idx="2144">
                  <c:v>0.96813629150390623</c:v>
                </c:pt>
                <c:pt idx="2145">
                  <c:v>0.96813629150390623</c:v>
                </c:pt>
                <c:pt idx="2146">
                  <c:v>0.96802124023437497</c:v>
                </c:pt>
                <c:pt idx="2147">
                  <c:v>0.96802124023437497</c:v>
                </c:pt>
                <c:pt idx="2148">
                  <c:v>0.96792480468749997</c:v>
                </c:pt>
                <c:pt idx="2149">
                  <c:v>0.96792480468749997</c:v>
                </c:pt>
                <c:pt idx="2150">
                  <c:v>0.96780822753906237</c:v>
                </c:pt>
                <c:pt idx="2151">
                  <c:v>0.96780822753906237</c:v>
                </c:pt>
                <c:pt idx="2152">
                  <c:v>0.96767852783203123</c:v>
                </c:pt>
                <c:pt idx="2153">
                  <c:v>0.96767852783203123</c:v>
                </c:pt>
                <c:pt idx="2154">
                  <c:v>0.96756225585937505</c:v>
                </c:pt>
                <c:pt idx="2155">
                  <c:v>0.96756225585937505</c:v>
                </c:pt>
                <c:pt idx="2156">
                  <c:v>0.96745849609375001</c:v>
                </c:pt>
                <c:pt idx="2157">
                  <c:v>0.96745849609375001</c:v>
                </c:pt>
                <c:pt idx="2158">
                  <c:v>0.96734954833984377</c:v>
                </c:pt>
                <c:pt idx="2159">
                  <c:v>0.96734954833984377</c:v>
                </c:pt>
                <c:pt idx="2160">
                  <c:v>0.96723266601562496</c:v>
                </c:pt>
                <c:pt idx="2161">
                  <c:v>0.96723266601562496</c:v>
                </c:pt>
                <c:pt idx="2162">
                  <c:v>0.96712585449218758</c:v>
                </c:pt>
                <c:pt idx="2163">
                  <c:v>0.96712585449218758</c:v>
                </c:pt>
                <c:pt idx="2164">
                  <c:v>0.96702239990234362</c:v>
                </c:pt>
                <c:pt idx="2165">
                  <c:v>0.96702239990234362</c:v>
                </c:pt>
                <c:pt idx="2166">
                  <c:v>0.96691711425781235</c:v>
                </c:pt>
                <c:pt idx="2167">
                  <c:v>0.96691711425781235</c:v>
                </c:pt>
                <c:pt idx="2168">
                  <c:v>0.9667977905273436</c:v>
                </c:pt>
                <c:pt idx="2169">
                  <c:v>0.9667977905273436</c:v>
                </c:pt>
                <c:pt idx="2170">
                  <c:v>0.96668670654296884</c:v>
                </c:pt>
                <c:pt idx="2171">
                  <c:v>0.96668670654296884</c:v>
                </c:pt>
                <c:pt idx="2172">
                  <c:v>0.96656341552734359</c:v>
                </c:pt>
                <c:pt idx="2173">
                  <c:v>0.96656341552734359</c:v>
                </c:pt>
                <c:pt idx="2174">
                  <c:v>0.96644165039062502</c:v>
                </c:pt>
                <c:pt idx="2175">
                  <c:v>0.96644165039062502</c:v>
                </c:pt>
                <c:pt idx="2176">
                  <c:v>0.96633300781249998</c:v>
                </c:pt>
                <c:pt idx="2177">
                  <c:v>0.96633300781249998</c:v>
                </c:pt>
                <c:pt idx="2178">
                  <c:v>0.96622680664062499</c:v>
                </c:pt>
                <c:pt idx="2179">
                  <c:v>0.96622680664062499</c:v>
                </c:pt>
                <c:pt idx="2180">
                  <c:v>0.96612976074218759</c:v>
                </c:pt>
                <c:pt idx="2181">
                  <c:v>0.96612976074218759</c:v>
                </c:pt>
                <c:pt idx="2182">
                  <c:v>0.96601593017578125</c:v>
                </c:pt>
                <c:pt idx="2183">
                  <c:v>0.96601593017578125</c:v>
                </c:pt>
                <c:pt idx="2184">
                  <c:v>0.96588897705078125</c:v>
                </c:pt>
                <c:pt idx="2185">
                  <c:v>0.96588897705078125</c:v>
                </c:pt>
                <c:pt idx="2186">
                  <c:v>0.96577636718750004</c:v>
                </c:pt>
                <c:pt idx="2187">
                  <c:v>0.96577636718750004</c:v>
                </c:pt>
                <c:pt idx="2188">
                  <c:v>0.96564941406250004</c:v>
                </c:pt>
                <c:pt idx="2189">
                  <c:v>0.96564941406250004</c:v>
                </c:pt>
                <c:pt idx="2190">
                  <c:v>0.9655206298828124</c:v>
                </c:pt>
                <c:pt idx="2191">
                  <c:v>0.9655206298828124</c:v>
                </c:pt>
                <c:pt idx="2192">
                  <c:v>0.96541320800781238</c:v>
                </c:pt>
                <c:pt idx="2193">
                  <c:v>0.96541320800781238</c:v>
                </c:pt>
                <c:pt idx="2194">
                  <c:v>0.96529541015624998</c:v>
                </c:pt>
                <c:pt idx="2195">
                  <c:v>0.96529541015624998</c:v>
                </c:pt>
                <c:pt idx="2196">
                  <c:v>0.96518768310546876</c:v>
                </c:pt>
                <c:pt idx="2197">
                  <c:v>0.96518768310546876</c:v>
                </c:pt>
                <c:pt idx="2198">
                  <c:v>0.96506072998046877</c:v>
                </c:pt>
                <c:pt idx="2199">
                  <c:v>0.96506072998046877</c:v>
                </c:pt>
                <c:pt idx="2200">
                  <c:v>0.96495056152343761</c:v>
                </c:pt>
                <c:pt idx="2201">
                  <c:v>0.96495056152343761</c:v>
                </c:pt>
                <c:pt idx="2202">
                  <c:v>0.96483184814453116</c:v>
                </c:pt>
                <c:pt idx="2203">
                  <c:v>0.96483184814453116</c:v>
                </c:pt>
                <c:pt idx="2204">
                  <c:v>0.9647222900390624</c:v>
                </c:pt>
                <c:pt idx="2205">
                  <c:v>0.9647222900390624</c:v>
                </c:pt>
                <c:pt idx="2206">
                  <c:v>0.96460693359375005</c:v>
                </c:pt>
                <c:pt idx="2207">
                  <c:v>0.96460693359375005</c:v>
                </c:pt>
                <c:pt idx="2208">
                  <c:v>0.96447448730468766</c:v>
                </c:pt>
                <c:pt idx="2209">
                  <c:v>0.96447448730468766</c:v>
                </c:pt>
                <c:pt idx="2210">
                  <c:v>0.9643551635742188</c:v>
                </c:pt>
                <c:pt idx="2211">
                  <c:v>0.9643551635742188</c:v>
                </c:pt>
                <c:pt idx="2212">
                  <c:v>0.9642385864257812</c:v>
                </c:pt>
                <c:pt idx="2213">
                  <c:v>0.9642385864257812</c:v>
                </c:pt>
                <c:pt idx="2214">
                  <c:v>0.96409118652343762</c:v>
                </c:pt>
                <c:pt idx="2215">
                  <c:v>0.96409118652343762</c:v>
                </c:pt>
                <c:pt idx="2216">
                  <c:v>0.96398773193359377</c:v>
                </c:pt>
                <c:pt idx="2217">
                  <c:v>0.96398773193359377</c:v>
                </c:pt>
                <c:pt idx="2218">
                  <c:v>0.9638623046875</c:v>
                </c:pt>
                <c:pt idx="2219">
                  <c:v>0.9638623046875</c:v>
                </c:pt>
                <c:pt idx="2220">
                  <c:v>0.96376403808593758</c:v>
                </c:pt>
                <c:pt idx="2221">
                  <c:v>0.96376403808593758</c:v>
                </c:pt>
                <c:pt idx="2222">
                  <c:v>0.96364318847656238</c:v>
                </c:pt>
                <c:pt idx="2223">
                  <c:v>0.96364318847656238</c:v>
                </c:pt>
                <c:pt idx="2224">
                  <c:v>0.96350860595703125</c:v>
                </c:pt>
                <c:pt idx="2225">
                  <c:v>0.96350860595703125</c:v>
                </c:pt>
                <c:pt idx="2226">
                  <c:v>0.9633737182617188</c:v>
                </c:pt>
                <c:pt idx="2227">
                  <c:v>0.9633737182617188</c:v>
                </c:pt>
                <c:pt idx="2228">
                  <c:v>0.96326690673828119</c:v>
                </c:pt>
                <c:pt idx="2229">
                  <c:v>0.96326690673828119</c:v>
                </c:pt>
                <c:pt idx="2230">
                  <c:v>0.96314392089843759</c:v>
                </c:pt>
                <c:pt idx="2231">
                  <c:v>0.96314392089843759</c:v>
                </c:pt>
                <c:pt idx="2232">
                  <c:v>0.96300567626953115</c:v>
                </c:pt>
                <c:pt idx="2233">
                  <c:v>0.96300567626953115</c:v>
                </c:pt>
                <c:pt idx="2234">
                  <c:v>0.96286621093750002</c:v>
                </c:pt>
                <c:pt idx="2235">
                  <c:v>0.96286621093750002</c:v>
                </c:pt>
                <c:pt idx="2236">
                  <c:v>0.96275604248046875</c:v>
                </c:pt>
                <c:pt idx="2237">
                  <c:v>0.96275604248046875</c:v>
                </c:pt>
                <c:pt idx="2238">
                  <c:v>0.96260925292968758</c:v>
                </c:pt>
                <c:pt idx="2239">
                  <c:v>0.96260925292968758</c:v>
                </c:pt>
                <c:pt idx="2240">
                  <c:v>0.96248931884765621</c:v>
                </c:pt>
                <c:pt idx="2241">
                  <c:v>0.96248931884765621</c:v>
                </c:pt>
                <c:pt idx="2242">
                  <c:v>0.96234954833984376</c:v>
                </c:pt>
                <c:pt idx="2243">
                  <c:v>0.96234954833984376</c:v>
                </c:pt>
                <c:pt idx="2244">
                  <c:v>0.96223876953124998</c:v>
                </c:pt>
                <c:pt idx="2245">
                  <c:v>0.96223876953124998</c:v>
                </c:pt>
                <c:pt idx="2246">
                  <c:v>0.96212341308593763</c:v>
                </c:pt>
                <c:pt idx="2247">
                  <c:v>0.96212341308593763</c:v>
                </c:pt>
                <c:pt idx="2248">
                  <c:v>0.96198913574218758</c:v>
                </c:pt>
                <c:pt idx="2249">
                  <c:v>0.96198913574218758</c:v>
                </c:pt>
                <c:pt idx="2250">
                  <c:v>0.96181427001953124</c:v>
                </c:pt>
                <c:pt idx="2251">
                  <c:v>0.96181427001953124</c:v>
                </c:pt>
                <c:pt idx="2252">
                  <c:v>0.9617007446289062</c:v>
                </c:pt>
                <c:pt idx="2253">
                  <c:v>0.9617007446289062</c:v>
                </c:pt>
                <c:pt idx="2254">
                  <c:v>0.96157470703125003</c:v>
                </c:pt>
                <c:pt idx="2255">
                  <c:v>0.96157470703125003</c:v>
                </c:pt>
                <c:pt idx="2256">
                  <c:v>0.96144714355468763</c:v>
                </c:pt>
                <c:pt idx="2257">
                  <c:v>0.96144714355468763</c:v>
                </c:pt>
                <c:pt idx="2258">
                  <c:v>0.96131256103515639</c:v>
                </c:pt>
                <c:pt idx="2259">
                  <c:v>0.96131256103515639</c:v>
                </c:pt>
                <c:pt idx="2260">
                  <c:v>0.9611813354492188</c:v>
                </c:pt>
                <c:pt idx="2261">
                  <c:v>0.9611813354492188</c:v>
                </c:pt>
                <c:pt idx="2262">
                  <c:v>0.96105621337890623</c:v>
                </c:pt>
                <c:pt idx="2263">
                  <c:v>0.96105621337890623</c:v>
                </c:pt>
                <c:pt idx="2264">
                  <c:v>0.96093994140625005</c:v>
                </c:pt>
                <c:pt idx="2265">
                  <c:v>0.96093994140625005</c:v>
                </c:pt>
                <c:pt idx="2266">
                  <c:v>0.96077545166015621</c:v>
                </c:pt>
                <c:pt idx="2267">
                  <c:v>0.96077545166015621</c:v>
                </c:pt>
                <c:pt idx="2268">
                  <c:v>0.96065643310546878</c:v>
                </c:pt>
                <c:pt idx="2269">
                  <c:v>0.96065643310546878</c:v>
                </c:pt>
                <c:pt idx="2270">
                  <c:v>0.96051300048828125</c:v>
                </c:pt>
                <c:pt idx="2271">
                  <c:v>0.96051300048828125</c:v>
                </c:pt>
                <c:pt idx="2272">
                  <c:v>0.96037200927734379</c:v>
                </c:pt>
                <c:pt idx="2273">
                  <c:v>0.96037200927734379</c:v>
                </c:pt>
                <c:pt idx="2274">
                  <c:v>0.96021667480468764</c:v>
                </c:pt>
                <c:pt idx="2275">
                  <c:v>0.96021667480468764</c:v>
                </c:pt>
                <c:pt idx="2276">
                  <c:v>0.96009033203125005</c:v>
                </c:pt>
                <c:pt idx="2277">
                  <c:v>0.96009033203125005</c:v>
                </c:pt>
                <c:pt idx="2278">
                  <c:v>0.95993713378906242</c:v>
                </c:pt>
                <c:pt idx="2279">
                  <c:v>0.95993713378906242</c:v>
                </c:pt>
                <c:pt idx="2280">
                  <c:v>0.95978851318359359</c:v>
                </c:pt>
                <c:pt idx="2281">
                  <c:v>0.95978851318359359</c:v>
                </c:pt>
                <c:pt idx="2282">
                  <c:v>0.9596551513671876</c:v>
                </c:pt>
                <c:pt idx="2283">
                  <c:v>0.9596551513671876</c:v>
                </c:pt>
                <c:pt idx="2284">
                  <c:v>0.95953674316406234</c:v>
                </c:pt>
                <c:pt idx="2285">
                  <c:v>0.95953674316406234</c:v>
                </c:pt>
                <c:pt idx="2286">
                  <c:v>0.95940399169921875</c:v>
                </c:pt>
                <c:pt idx="2287">
                  <c:v>0.95940399169921875</c:v>
                </c:pt>
                <c:pt idx="2288">
                  <c:v>0.95924926757812501</c:v>
                </c:pt>
                <c:pt idx="2289">
                  <c:v>0.95924926757812501</c:v>
                </c:pt>
                <c:pt idx="2290">
                  <c:v>0.95911743164062502</c:v>
                </c:pt>
                <c:pt idx="2291">
                  <c:v>0.95911743164062502</c:v>
                </c:pt>
                <c:pt idx="2292">
                  <c:v>0.95900360107421878</c:v>
                </c:pt>
                <c:pt idx="2293">
                  <c:v>0.95900360107421878</c:v>
                </c:pt>
                <c:pt idx="2294">
                  <c:v>0.95886444091796885</c:v>
                </c:pt>
                <c:pt idx="2295">
                  <c:v>0.95886444091796885</c:v>
                </c:pt>
                <c:pt idx="2296">
                  <c:v>0.95872528076171881</c:v>
                </c:pt>
                <c:pt idx="2297">
                  <c:v>0.95872528076171881</c:v>
                </c:pt>
                <c:pt idx="2298">
                  <c:v>0.95856567382812496</c:v>
                </c:pt>
                <c:pt idx="2299">
                  <c:v>0.95856567382812496</c:v>
                </c:pt>
                <c:pt idx="2300">
                  <c:v>0.95845306396484375</c:v>
                </c:pt>
                <c:pt idx="2301">
                  <c:v>0.95845306396484375</c:v>
                </c:pt>
                <c:pt idx="2302">
                  <c:v>0.95829528808593745</c:v>
                </c:pt>
                <c:pt idx="2303">
                  <c:v>0.95829528808593745</c:v>
                </c:pt>
                <c:pt idx="2304">
                  <c:v>0.95815734863281243</c:v>
                </c:pt>
                <c:pt idx="2305">
                  <c:v>0.95815734863281243</c:v>
                </c:pt>
                <c:pt idx="2306">
                  <c:v>0.95801391601562502</c:v>
                </c:pt>
                <c:pt idx="2307">
                  <c:v>0.95801391601562502</c:v>
                </c:pt>
                <c:pt idx="2308">
                  <c:v>0.95788787841796885</c:v>
                </c:pt>
                <c:pt idx="2309">
                  <c:v>0.95788787841796885</c:v>
                </c:pt>
                <c:pt idx="2310">
                  <c:v>0.95773956298828122</c:v>
                </c:pt>
                <c:pt idx="2311">
                  <c:v>0.95773956298828122</c:v>
                </c:pt>
                <c:pt idx="2312">
                  <c:v>0.95759552001953119</c:v>
                </c:pt>
                <c:pt idx="2313">
                  <c:v>0.95759552001953119</c:v>
                </c:pt>
                <c:pt idx="2314">
                  <c:v>0.95746948242187502</c:v>
                </c:pt>
                <c:pt idx="2315">
                  <c:v>0.95746948242187502</c:v>
                </c:pt>
                <c:pt idx="2316">
                  <c:v>0.95735137939453119</c:v>
                </c:pt>
                <c:pt idx="2317">
                  <c:v>0.95735137939453119</c:v>
                </c:pt>
                <c:pt idx="2318">
                  <c:v>0.95723022460937501</c:v>
                </c:pt>
                <c:pt idx="2319">
                  <c:v>0.95723022460937501</c:v>
                </c:pt>
                <c:pt idx="2320">
                  <c:v>0.95710021972656245</c:v>
                </c:pt>
                <c:pt idx="2321">
                  <c:v>0.95710021972656245</c:v>
                </c:pt>
                <c:pt idx="2322">
                  <c:v>0.95693054199218763</c:v>
                </c:pt>
                <c:pt idx="2323">
                  <c:v>0.95693054199218763</c:v>
                </c:pt>
                <c:pt idx="2324">
                  <c:v>0.95678894042968765</c:v>
                </c:pt>
                <c:pt idx="2325">
                  <c:v>0.95678894042968765</c:v>
                </c:pt>
                <c:pt idx="2326">
                  <c:v>0.95665039062500001</c:v>
                </c:pt>
                <c:pt idx="2327">
                  <c:v>0.95665039062500001</c:v>
                </c:pt>
                <c:pt idx="2328">
                  <c:v>0.95649322509765622</c:v>
                </c:pt>
                <c:pt idx="2329">
                  <c:v>0.95649322509765622</c:v>
                </c:pt>
                <c:pt idx="2330">
                  <c:v>0.95634796142578116</c:v>
                </c:pt>
                <c:pt idx="2331">
                  <c:v>0.95634796142578116</c:v>
                </c:pt>
                <c:pt idx="2332">
                  <c:v>0.95618896484375004</c:v>
                </c:pt>
                <c:pt idx="2333">
                  <c:v>0.95618896484375004</c:v>
                </c:pt>
                <c:pt idx="2334">
                  <c:v>0.95601501464843763</c:v>
                </c:pt>
                <c:pt idx="2335">
                  <c:v>0.95601501464843763</c:v>
                </c:pt>
                <c:pt idx="2336">
                  <c:v>0.95584381103515637</c:v>
                </c:pt>
                <c:pt idx="2337">
                  <c:v>0.95584381103515637</c:v>
                </c:pt>
                <c:pt idx="2338">
                  <c:v>0.95568481445312503</c:v>
                </c:pt>
                <c:pt idx="2339">
                  <c:v>0.95568481445312503</c:v>
                </c:pt>
                <c:pt idx="2340">
                  <c:v>0.9555612182617188</c:v>
                </c:pt>
                <c:pt idx="2341">
                  <c:v>0.9555612182617188</c:v>
                </c:pt>
                <c:pt idx="2342">
                  <c:v>0.95541046142578123</c:v>
                </c:pt>
                <c:pt idx="2343">
                  <c:v>0.95541046142578123</c:v>
                </c:pt>
                <c:pt idx="2344">
                  <c:v>0.95527191162109359</c:v>
                </c:pt>
                <c:pt idx="2345">
                  <c:v>0.95527191162109359</c:v>
                </c:pt>
                <c:pt idx="2346">
                  <c:v>0.95509429931640621</c:v>
                </c:pt>
                <c:pt idx="2347">
                  <c:v>0.95509429931640621</c:v>
                </c:pt>
                <c:pt idx="2348">
                  <c:v>0.95491821289062495</c:v>
                </c:pt>
                <c:pt idx="2349">
                  <c:v>0.95491821289062495</c:v>
                </c:pt>
                <c:pt idx="2350">
                  <c:v>0.9547421264648438</c:v>
                </c:pt>
                <c:pt idx="2351">
                  <c:v>0.9547421264648438</c:v>
                </c:pt>
                <c:pt idx="2352">
                  <c:v>0.95458801269531235</c:v>
                </c:pt>
                <c:pt idx="2353">
                  <c:v>0.95458801269531235</c:v>
                </c:pt>
                <c:pt idx="2354">
                  <c:v>0.9544424438476562</c:v>
                </c:pt>
                <c:pt idx="2355">
                  <c:v>0.9544424438476562</c:v>
                </c:pt>
                <c:pt idx="2356">
                  <c:v>0.95427703857421875</c:v>
                </c:pt>
                <c:pt idx="2357">
                  <c:v>0.95427703857421875</c:v>
                </c:pt>
                <c:pt idx="2358">
                  <c:v>0.95412658691406238</c:v>
                </c:pt>
                <c:pt idx="2359">
                  <c:v>0.95412658691406238</c:v>
                </c:pt>
                <c:pt idx="2360">
                  <c:v>0.95396636962890624</c:v>
                </c:pt>
                <c:pt idx="2361">
                  <c:v>0.95396636962890624</c:v>
                </c:pt>
                <c:pt idx="2362">
                  <c:v>0.95379913330078125</c:v>
                </c:pt>
                <c:pt idx="2363">
                  <c:v>0.95379913330078125</c:v>
                </c:pt>
                <c:pt idx="2364">
                  <c:v>0.95366027832031242</c:v>
                </c:pt>
                <c:pt idx="2365">
                  <c:v>0.95366027832031242</c:v>
                </c:pt>
                <c:pt idx="2366">
                  <c:v>0.9535269165039062</c:v>
                </c:pt>
                <c:pt idx="2367">
                  <c:v>0.9535269165039062</c:v>
                </c:pt>
                <c:pt idx="2368">
                  <c:v>0.9533740234375</c:v>
                </c:pt>
                <c:pt idx="2369">
                  <c:v>0.9533740234375</c:v>
                </c:pt>
                <c:pt idx="2370">
                  <c:v>0.95322326660156242</c:v>
                </c:pt>
                <c:pt idx="2371">
                  <c:v>0.95322326660156242</c:v>
                </c:pt>
                <c:pt idx="2372">
                  <c:v>0.95308502197265621</c:v>
                </c:pt>
                <c:pt idx="2373">
                  <c:v>0.95308502197265621</c:v>
                </c:pt>
                <c:pt idx="2374">
                  <c:v>0.95295898437500004</c:v>
                </c:pt>
                <c:pt idx="2375">
                  <c:v>0.95295898437500004</c:v>
                </c:pt>
                <c:pt idx="2376">
                  <c:v>0.95279083251953123</c:v>
                </c:pt>
                <c:pt idx="2377">
                  <c:v>0.95279083251953123</c:v>
                </c:pt>
                <c:pt idx="2378">
                  <c:v>0.95263000488281235</c:v>
                </c:pt>
                <c:pt idx="2379">
                  <c:v>0.95263000488281235</c:v>
                </c:pt>
                <c:pt idx="2380">
                  <c:v>0.95246185302734376</c:v>
                </c:pt>
                <c:pt idx="2381">
                  <c:v>0.95246185302734376</c:v>
                </c:pt>
                <c:pt idx="2382">
                  <c:v>0.95230743408203122</c:v>
                </c:pt>
                <c:pt idx="2383">
                  <c:v>0.95230743408203122</c:v>
                </c:pt>
                <c:pt idx="2384">
                  <c:v>0.95216369628906239</c:v>
                </c:pt>
                <c:pt idx="2385">
                  <c:v>0.95216369628906239</c:v>
                </c:pt>
                <c:pt idx="2386">
                  <c:v>0.95198944091796878</c:v>
                </c:pt>
                <c:pt idx="2387">
                  <c:v>0.95198944091796878</c:v>
                </c:pt>
                <c:pt idx="2388">
                  <c:v>0.95179534912109376</c:v>
                </c:pt>
                <c:pt idx="2389">
                  <c:v>0.95179534912109376</c:v>
                </c:pt>
                <c:pt idx="2390">
                  <c:v>0.95163299560546877</c:v>
                </c:pt>
                <c:pt idx="2391">
                  <c:v>0.95163299560546877</c:v>
                </c:pt>
                <c:pt idx="2392">
                  <c:v>0.95147888183593765</c:v>
                </c:pt>
                <c:pt idx="2393">
                  <c:v>0.95147888183593765</c:v>
                </c:pt>
                <c:pt idx="2394">
                  <c:v>0.95131866455078118</c:v>
                </c:pt>
                <c:pt idx="2395">
                  <c:v>0.95131866455078118</c:v>
                </c:pt>
                <c:pt idx="2396">
                  <c:v>0.95117004394531235</c:v>
                </c:pt>
                <c:pt idx="2397">
                  <c:v>0.95117004394531235</c:v>
                </c:pt>
                <c:pt idx="2398">
                  <c:v>0.95102691650390625</c:v>
                </c:pt>
                <c:pt idx="2399">
                  <c:v>0.95102691650390625</c:v>
                </c:pt>
                <c:pt idx="2400">
                  <c:v>0.95083709716796883</c:v>
                </c:pt>
                <c:pt idx="2401">
                  <c:v>0.95083709716796883</c:v>
                </c:pt>
                <c:pt idx="2402">
                  <c:v>0.95066406250000002</c:v>
                </c:pt>
                <c:pt idx="2403">
                  <c:v>0.95066406250000002</c:v>
                </c:pt>
                <c:pt idx="2404">
                  <c:v>0.95049041748046881</c:v>
                </c:pt>
                <c:pt idx="2405">
                  <c:v>0.95049041748046881</c:v>
                </c:pt>
                <c:pt idx="2406">
                  <c:v>0.95033569335937496</c:v>
                </c:pt>
                <c:pt idx="2407">
                  <c:v>0.95033569335937496</c:v>
                </c:pt>
                <c:pt idx="2408">
                  <c:v>0.95014739990234376</c:v>
                </c:pt>
                <c:pt idx="2409">
                  <c:v>0.95014739990234376</c:v>
                </c:pt>
                <c:pt idx="2410">
                  <c:v>0.94999176025390641</c:v>
                </c:pt>
                <c:pt idx="2411">
                  <c:v>0.94999176025390641</c:v>
                </c:pt>
                <c:pt idx="2412">
                  <c:v>0.94981658935546875</c:v>
                </c:pt>
                <c:pt idx="2413">
                  <c:v>0.94981658935546875</c:v>
                </c:pt>
                <c:pt idx="2414">
                  <c:v>0.94965606689453119</c:v>
                </c:pt>
                <c:pt idx="2415">
                  <c:v>0.94965606689453119</c:v>
                </c:pt>
                <c:pt idx="2416">
                  <c:v>0.94949768066406237</c:v>
                </c:pt>
                <c:pt idx="2417">
                  <c:v>0.94949768066406237</c:v>
                </c:pt>
                <c:pt idx="2418">
                  <c:v>0.94933044433593761</c:v>
                </c:pt>
                <c:pt idx="2419">
                  <c:v>0.94933044433593761</c:v>
                </c:pt>
                <c:pt idx="2420">
                  <c:v>0.94913360595703122</c:v>
                </c:pt>
                <c:pt idx="2421">
                  <c:v>0.94913360595703122</c:v>
                </c:pt>
                <c:pt idx="2422">
                  <c:v>0.94899688720703124</c:v>
                </c:pt>
                <c:pt idx="2423">
                  <c:v>0.94899688720703124</c:v>
                </c:pt>
                <c:pt idx="2424">
                  <c:v>0.94883880615234362</c:v>
                </c:pt>
                <c:pt idx="2425">
                  <c:v>0.94883880615234362</c:v>
                </c:pt>
                <c:pt idx="2426">
                  <c:v>0.94868774414062496</c:v>
                </c:pt>
                <c:pt idx="2427">
                  <c:v>0.94868774414062496</c:v>
                </c:pt>
                <c:pt idx="2428">
                  <c:v>0.94851501464843757</c:v>
                </c:pt>
                <c:pt idx="2429">
                  <c:v>0.94851501464843757</c:v>
                </c:pt>
                <c:pt idx="2430">
                  <c:v>0.94836120605468766</c:v>
                </c:pt>
                <c:pt idx="2431">
                  <c:v>0.94836120605468766</c:v>
                </c:pt>
                <c:pt idx="2432">
                  <c:v>0.94817687988281241</c:v>
                </c:pt>
                <c:pt idx="2433">
                  <c:v>0.94817687988281241</c:v>
                </c:pt>
                <c:pt idx="2434">
                  <c:v>0.94800720214843759</c:v>
                </c:pt>
                <c:pt idx="2435">
                  <c:v>0.94800720214843759</c:v>
                </c:pt>
                <c:pt idx="2436">
                  <c:v>0.94784118652343763</c:v>
                </c:pt>
                <c:pt idx="2437">
                  <c:v>0.94784118652343763</c:v>
                </c:pt>
                <c:pt idx="2438">
                  <c:v>0.94766052246093757</c:v>
                </c:pt>
                <c:pt idx="2439">
                  <c:v>0.94766052246093757</c:v>
                </c:pt>
                <c:pt idx="2440">
                  <c:v>0.94745697021484376</c:v>
                </c:pt>
                <c:pt idx="2441">
                  <c:v>0.94745697021484376</c:v>
                </c:pt>
                <c:pt idx="2442">
                  <c:v>0.94727661132812502</c:v>
                </c:pt>
                <c:pt idx="2443">
                  <c:v>0.94727661132812502</c:v>
                </c:pt>
                <c:pt idx="2444">
                  <c:v>0.94709777832031239</c:v>
                </c:pt>
                <c:pt idx="2445">
                  <c:v>0.94709777832031239</c:v>
                </c:pt>
                <c:pt idx="2446">
                  <c:v>0.94693450927734379</c:v>
                </c:pt>
                <c:pt idx="2447">
                  <c:v>0.94693450927734379</c:v>
                </c:pt>
                <c:pt idx="2448">
                  <c:v>0.94673492431640638</c:v>
                </c:pt>
                <c:pt idx="2449">
                  <c:v>0.94673492431640638</c:v>
                </c:pt>
                <c:pt idx="2450">
                  <c:v>0.94654632568359376</c:v>
                </c:pt>
                <c:pt idx="2451">
                  <c:v>0.94654632568359376</c:v>
                </c:pt>
                <c:pt idx="2452">
                  <c:v>0.94634643554687503</c:v>
                </c:pt>
                <c:pt idx="2453">
                  <c:v>0.94634643554687503</c:v>
                </c:pt>
                <c:pt idx="2454">
                  <c:v>0.94620635986328117</c:v>
                </c:pt>
                <c:pt idx="2455">
                  <c:v>0.94620635986328117</c:v>
                </c:pt>
                <c:pt idx="2456">
                  <c:v>0.94597686767578115</c:v>
                </c:pt>
                <c:pt idx="2457">
                  <c:v>0.94597686767578115</c:v>
                </c:pt>
                <c:pt idx="2458">
                  <c:v>0.945765380859375</c:v>
                </c:pt>
                <c:pt idx="2459">
                  <c:v>0.945765380859375</c:v>
                </c:pt>
                <c:pt idx="2460">
                  <c:v>0.94559143066406237</c:v>
                </c:pt>
                <c:pt idx="2461">
                  <c:v>0.94559143066406237</c:v>
                </c:pt>
                <c:pt idx="2462">
                  <c:v>0.94541015625000002</c:v>
                </c:pt>
                <c:pt idx="2463">
                  <c:v>0.94541015625000002</c:v>
                </c:pt>
                <c:pt idx="2464">
                  <c:v>0.94524810791015623</c:v>
                </c:pt>
                <c:pt idx="2465">
                  <c:v>0.94524810791015623</c:v>
                </c:pt>
                <c:pt idx="2466">
                  <c:v>0.94508483886718764</c:v>
                </c:pt>
                <c:pt idx="2467">
                  <c:v>0.94508483886718764</c:v>
                </c:pt>
                <c:pt idx="2468">
                  <c:v>0.94486633300781242</c:v>
                </c:pt>
                <c:pt idx="2469">
                  <c:v>0.94486633300781242</c:v>
                </c:pt>
                <c:pt idx="2470">
                  <c:v>0.94468139648437499</c:v>
                </c:pt>
                <c:pt idx="2471">
                  <c:v>0.94468139648437499</c:v>
                </c:pt>
                <c:pt idx="2472">
                  <c:v>0.9444573974609376</c:v>
                </c:pt>
                <c:pt idx="2473">
                  <c:v>0.9444573974609376</c:v>
                </c:pt>
                <c:pt idx="2474">
                  <c:v>0.94427062988281241</c:v>
                </c:pt>
                <c:pt idx="2475">
                  <c:v>0.94427062988281241</c:v>
                </c:pt>
                <c:pt idx="2476">
                  <c:v>0.94407165527343762</c:v>
                </c:pt>
                <c:pt idx="2477">
                  <c:v>0.94407165527343762</c:v>
                </c:pt>
                <c:pt idx="2478">
                  <c:v>0.94387725830078117</c:v>
                </c:pt>
                <c:pt idx="2479">
                  <c:v>0.94387725830078117</c:v>
                </c:pt>
                <c:pt idx="2480">
                  <c:v>0.94370391845703117</c:v>
                </c:pt>
                <c:pt idx="2481">
                  <c:v>0.94370391845703117</c:v>
                </c:pt>
                <c:pt idx="2482">
                  <c:v>0.94351531982421877</c:v>
                </c:pt>
                <c:pt idx="2483">
                  <c:v>0.94351531982421877</c:v>
                </c:pt>
                <c:pt idx="2484">
                  <c:v>0.94333343505859379</c:v>
                </c:pt>
                <c:pt idx="2485">
                  <c:v>0.94333343505859379</c:v>
                </c:pt>
                <c:pt idx="2486">
                  <c:v>0.94302734374999997</c:v>
                </c:pt>
                <c:pt idx="2487">
                  <c:v>0.94302734374999997</c:v>
                </c:pt>
                <c:pt idx="2488">
                  <c:v>0.94280731201171875</c:v>
                </c:pt>
                <c:pt idx="2489">
                  <c:v>0.94280731201171875</c:v>
                </c:pt>
                <c:pt idx="2490">
                  <c:v>0.94261627197265641</c:v>
                </c:pt>
                <c:pt idx="2491">
                  <c:v>0.94261627197265641</c:v>
                </c:pt>
                <c:pt idx="2492">
                  <c:v>0.94235107421874997</c:v>
                </c:pt>
                <c:pt idx="2493">
                  <c:v>0.94235107421874997</c:v>
                </c:pt>
                <c:pt idx="2494">
                  <c:v>0.94217498779296882</c:v>
                </c:pt>
                <c:pt idx="2495">
                  <c:v>0.94217498779296882</c:v>
                </c:pt>
                <c:pt idx="2496">
                  <c:v>0.94194061279296881</c:v>
                </c:pt>
                <c:pt idx="2497">
                  <c:v>0.94194061279296881</c:v>
                </c:pt>
                <c:pt idx="2498">
                  <c:v>0.94173309326171883</c:v>
                </c:pt>
                <c:pt idx="2499">
                  <c:v>0.94173309326171883</c:v>
                </c:pt>
                <c:pt idx="2500">
                  <c:v>0.94154418945312501</c:v>
                </c:pt>
                <c:pt idx="2501">
                  <c:v>0.94154418945312501</c:v>
                </c:pt>
                <c:pt idx="2502">
                  <c:v>0.94136413574218758</c:v>
                </c:pt>
                <c:pt idx="2503">
                  <c:v>0.94136413574218758</c:v>
                </c:pt>
                <c:pt idx="2504">
                  <c:v>0.94115875244140623</c:v>
                </c:pt>
                <c:pt idx="2505">
                  <c:v>0.94115875244140623</c:v>
                </c:pt>
                <c:pt idx="2506">
                  <c:v>0.940948486328125</c:v>
                </c:pt>
                <c:pt idx="2507">
                  <c:v>0.940948486328125</c:v>
                </c:pt>
                <c:pt idx="2508">
                  <c:v>0.94071655273437504</c:v>
                </c:pt>
                <c:pt idx="2509">
                  <c:v>0.94071655273437504</c:v>
                </c:pt>
                <c:pt idx="2510">
                  <c:v>0.94050842285156255</c:v>
                </c:pt>
                <c:pt idx="2511">
                  <c:v>0.94050842285156255</c:v>
                </c:pt>
                <c:pt idx="2512">
                  <c:v>0.94031921386718764</c:v>
                </c:pt>
                <c:pt idx="2513">
                  <c:v>0.94031921386718764</c:v>
                </c:pt>
                <c:pt idx="2514">
                  <c:v>0.940093994140625</c:v>
                </c:pt>
                <c:pt idx="2515">
                  <c:v>0.940093994140625</c:v>
                </c:pt>
                <c:pt idx="2516">
                  <c:v>0.93988433837890639</c:v>
                </c:pt>
                <c:pt idx="2517">
                  <c:v>0.93988433837890639</c:v>
                </c:pt>
                <c:pt idx="2518">
                  <c:v>0.93969299316406241</c:v>
                </c:pt>
                <c:pt idx="2519">
                  <c:v>0.93969299316406241</c:v>
                </c:pt>
                <c:pt idx="2520">
                  <c:v>0.93948425292968762</c:v>
                </c:pt>
                <c:pt idx="2521">
                  <c:v>0.93948425292968762</c:v>
                </c:pt>
                <c:pt idx="2522">
                  <c:v>0.93928192138671884</c:v>
                </c:pt>
                <c:pt idx="2523">
                  <c:v>0.93928192138671884</c:v>
                </c:pt>
                <c:pt idx="2524">
                  <c:v>0.93908355712890623</c:v>
                </c:pt>
                <c:pt idx="2525">
                  <c:v>0.93908355712890623</c:v>
                </c:pt>
                <c:pt idx="2526">
                  <c:v>0.93891113281250005</c:v>
                </c:pt>
                <c:pt idx="2527">
                  <c:v>0.93891113281250005</c:v>
                </c:pt>
                <c:pt idx="2528">
                  <c:v>0.93869079589843762</c:v>
                </c:pt>
                <c:pt idx="2529">
                  <c:v>0.93869079589843762</c:v>
                </c:pt>
                <c:pt idx="2530">
                  <c:v>0.93849121093749999</c:v>
                </c:pt>
                <c:pt idx="2531">
                  <c:v>0.93849121093749999</c:v>
                </c:pt>
                <c:pt idx="2532">
                  <c:v>0.9382266235351564</c:v>
                </c:pt>
                <c:pt idx="2533">
                  <c:v>0.9382266235351564</c:v>
                </c:pt>
                <c:pt idx="2534">
                  <c:v>0.93799072265625005</c:v>
                </c:pt>
                <c:pt idx="2535">
                  <c:v>0.93799072265625005</c:v>
                </c:pt>
                <c:pt idx="2536">
                  <c:v>0.93777404785156238</c:v>
                </c:pt>
                <c:pt idx="2537">
                  <c:v>0.93777404785156238</c:v>
                </c:pt>
                <c:pt idx="2538">
                  <c:v>0.93752685546875003</c:v>
                </c:pt>
                <c:pt idx="2539">
                  <c:v>0.93752685546875003</c:v>
                </c:pt>
                <c:pt idx="2540">
                  <c:v>0.93727478027343758</c:v>
                </c:pt>
                <c:pt idx="2541">
                  <c:v>0.93727478027343758</c:v>
                </c:pt>
                <c:pt idx="2542">
                  <c:v>0.93705413818359362</c:v>
                </c:pt>
                <c:pt idx="2543">
                  <c:v>0.93705413818359362</c:v>
                </c:pt>
                <c:pt idx="2544">
                  <c:v>0.9368292236328124</c:v>
                </c:pt>
                <c:pt idx="2545">
                  <c:v>0.9368292236328124</c:v>
                </c:pt>
                <c:pt idx="2546">
                  <c:v>0.93662933349609379</c:v>
                </c:pt>
                <c:pt idx="2547">
                  <c:v>0.93662933349609379</c:v>
                </c:pt>
                <c:pt idx="2548">
                  <c:v>0.9364315795898438</c:v>
                </c:pt>
                <c:pt idx="2549">
                  <c:v>0.9364315795898438</c:v>
                </c:pt>
                <c:pt idx="2550">
                  <c:v>0.93620361328125001</c:v>
                </c:pt>
                <c:pt idx="2551">
                  <c:v>0.93620361328125001</c:v>
                </c:pt>
                <c:pt idx="2552">
                  <c:v>0.93593963623046883</c:v>
                </c:pt>
                <c:pt idx="2553">
                  <c:v>0.93593963623046883</c:v>
                </c:pt>
                <c:pt idx="2554">
                  <c:v>0.93569885253906238</c:v>
                </c:pt>
                <c:pt idx="2555">
                  <c:v>0.93569885253906238</c:v>
                </c:pt>
                <c:pt idx="2556">
                  <c:v>0.93545959472656237</c:v>
                </c:pt>
                <c:pt idx="2557">
                  <c:v>0.93545959472656237</c:v>
                </c:pt>
                <c:pt idx="2558">
                  <c:v>0.93528228759765641</c:v>
                </c:pt>
                <c:pt idx="2559">
                  <c:v>0.93528228759765641</c:v>
                </c:pt>
                <c:pt idx="2560">
                  <c:v>0.93509765624999996</c:v>
                </c:pt>
                <c:pt idx="2561">
                  <c:v>0.93509765624999996</c:v>
                </c:pt>
                <c:pt idx="2562">
                  <c:v>0.93482818603515638</c:v>
                </c:pt>
                <c:pt idx="2563">
                  <c:v>0.93482818603515638</c:v>
                </c:pt>
                <c:pt idx="2564">
                  <c:v>0.93460632324218762</c:v>
                </c:pt>
                <c:pt idx="2565">
                  <c:v>0.93460632324218762</c:v>
                </c:pt>
                <c:pt idx="2566">
                  <c:v>0.93436859130859362</c:v>
                </c:pt>
                <c:pt idx="2567">
                  <c:v>0.93436859130859362</c:v>
                </c:pt>
                <c:pt idx="2568">
                  <c:v>0.93413238525390641</c:v>
                </c:pt>
                <c:pt idx="2569">
                  <c:v>0.93413238525390641</c:v>
                </c:pt>
                <c:pt idx="2570">
                  <c:v>0.9339044189453124</c:v>
                </c:pt>
                <c:pt idx="2571">
                  <c:v>0.9339044189453124</c:v>
                </c:pt>
                <c:pt idx="2572">
                  <c:v>0.93368408203124997</c:v>
                </c:pt>
                <c:pt idx="2573">
                  <c:v>0.93368408203124997</c:v>
                </c:pt>
                <c:pt idx="2574">
                  <c:v>0.93343566894531238</c:v>
                </c:pt>
                <c:pt idx="2575">
                  <c:v>0.93343566894531238</c:v>
                </c:pt>
                <c:pt idx="2576">
                  <c:v>0.93321350097656242</c:v>
                </c:pt>
                <c:pt idx="2577">
                  <c:v>0.93321350097656242</c:v>
                </c:pt>
                <c:pt idx="2578">
                  <c:v>0.9329837036132812</c:v>
                </c:pt>
                <c:pt idx="2579">
                  <c:v>0.9329837036132812</c:v>
                </c:pt>
                <c:pt idx="2580">
                  <c:v>0.93274719238281245</c:v>
                </c:pt>
                <c:pt idx="2581">
                  <c:v>0.93274719238281245</c:v>
                </c:pt>
                <c:pt idx="2582">
                  <c:v>0.93251037597656239</c:v>
                </c:pt>
                <c:pt idx="2583">
                  <c:v>0.93251037597656239</c:v>
                </c:pt>
                <c:pt idx="2584">
                  <c:v>0.93229156494140641</c:v>
                </c:pt>
                <c:pt idx="2585">
                  <c:v>0.93229156494140641</c:v>
                </c:pt>
                <c:pt idx="2586">
                  <c:v>0.93202178955078119</c:v>
                </c:pt>
                <c:pt idx="2587">
                  <c:v>0.93202178955078119</c:v>
                </c:pt>
                <c:pt idx="2588">
                  <c:v>0.93176055908203115</c:v>
                </c:pt>
                <c:pt idx="2589">
                  <c:v>0.93176055908203115</c:v>
                </c:pt>
                <c:pt idx="2590">
                  <c:v>0.93152160644531234</c:v>
                </c:pt>
                <c:pt idx="2591">
                  <c:v>0.93152160644531234</c:v>
                </c:pt>
                <c:pt idx="2592">
                  <c:v>0.93129791259765637</c:v>
                </c:pt>
                <c:pt idx="2593">
                  <c:v>0.93129791259765637</c:v>
                </c:pt>
                <c:pt idx="2594">
                  <c:v>0.93107086181640641</c:v>
                </c:pt>
                <c:pt idx="2595">
                  <c:v>0.93107086181640641</c:v>
                </c:pt>
                <c:pt idx="2596">
                  <c:v>0.93087402343750003</c:v>
                </c:pt>
                <c:pt idx="2597">
                  <c:v>0.93087402343750003</c:v>
                </c:pt>
                <c:pt idx="2598">
                  <c:v>0.93063598632812505</c:v>
                </c:pt>
                <c:pt idx="2599">
                  <c:v>0.93063598632812505</c:v>
                </c:pt>
                <c:pt idx="2600">
                  <c:v>0.93039489746093762</c:v>
                </c:pt>
                <c:pt idx="2601">
                  <c:v>0.93039489746093762</c:v>
                </c:pt>
                <c:pt idx="2602">
                  <c:v>0.93007965087890621</c:v>
                </c:pt>
                <c:pt idx="2603">
                  <c:v>0.93007965087890621</c:v>
                </c:pt>
                <c:pt idx="2604">
                  <c:v>0.92983917236328117</c:v>
                </c:pt>
                <c:pt idx="2605">
                  <c:v>0.92983917236328117</c:v>
                </c:pt>
                <c:pt idx="2606">
                  <c:v>0.92960449218749996</c:v>
                </c:pt>
                <c:pt idx="2607">
                  <c:v>0.92960449218749996</c:v>
                </c:pt>
                <c:pt idx="2608">
                  <c:v>0.9293768310546876</c:v>
                </c:pt>
                <c:pt idx="2609">
                  <c:v>0.9293768310546876</c:v>
                </c:pt>
                <c:pt idx="2610">
                  <c:v>0.92913482666015623</c:v>
                </c:pt>
                <c:pt idx="2611">
                  <c:v>0.92913482666015623</c:v>
                </c:pt>
                <c:pt idx="2612">
                  <c:v>0.92892578125000003</c:v>
                </c:pt>
                <c:pt idx="2613">
                  <c:v>0.92892578125000003</c:v>
                </c:pt>
                <c:pt idx="2614">
                  <c:v>0.92869232177734362</c:v>
                </c:pt>
                <c:pt idx="2615">
                  <c:v>0.92869232177734362</c:v>
                </c:pt>
                <c:pt idx="2616">
                  <c:v>0.9284613037109376</c:v>
                </c:pt>
                <c:pt idx="2617">
                  <c:v>0.9284613037109376</c:v>
                </c:pt>
                <c:pt idx="2618">
                  <c:v>0.92823059082031245</c:v>
                </c:pt>
                <c:pt idx="2619">
                  <c:v>0.92823059082031245</c:v>
                </c:pt>
                <c:pt idx="2620">
                  <c:v>0.92799102783203125</c:v>
                </c:pt>
                <c:pt idx="2621">
                  <c:v>0.92799102783203125</c:v>
                </c:pt>
                <c:pt idx="2622">
                  <c:v>0.9277346801757812</c:v>
                </c:pt>
                <c:pt idx="2623">
                  <c:v>0.9277346801757812</c:v>
                </c:pt>
                <c:pt idx="2624">
                  <c:v>0.92749877929687496</c:v>
                </c:pt>
                <c:pt idx="2625">
                  <c:v>0.92749877929687496</c:v>
                </c:pt>
                <c:pt idx="2626">
                  <c:v>0.92722473144531237</c:v>
                </c:pt>
                <c:pt idx="2627">
                  <c:v>0.92722473144531237</c:v>
                </c:pt>
                <c:pt idx="2628">
                  <c:v>0.92687347412109378</c:v>
                </c:pt>
                <c:pt idx="2629">
                  <c:v>0.92687347412109378</c:v>
                </c:pt>
                <c:pt idx="2630">
                  <c:v>0.92658996582031239</c:v>
                </c:pt>
                <c:pt idx="2631">
                  <c:v>0.92658996582031239</c:v>
                </c:pt>
                <c:pt idx="2632">
                  <c:v>0.92631103515625002</c:v>
                </c:pt>
                <c:pt idx="2633">
                  <c:v>0.92631103515625002</c:v>
                </c:pt>
                <c:pt idx="2634">
                  <c:v>0.92603790283203125</c:v>
                </c:pt>
                <c:pt idx="2635">
                  <c:v>0.92603790283203125</c:v>
                </c:pt>
                <c:pt idx="2636">
                  <c:v>0.92576751708984362</c:v>
                </c:pt>
                <c:pt idx="2637">
                  <c:v>0.92576751708984362</c:v>
                </c:pt>
                <c:pt idx="2638">
                  <c:v>0.92547454833984377</c:v>
                </c:pt>
                <c:pt idx="2639">
                  <c:v>0.92547454833984377</c:v>
                </c:pt>
                <c:pt idx="2640">
                  <c:v>0.92521026611328117</c:v>
                </c:pt>
                <c:pt idx="2641">
                  <c:v>0.92521026611328117</c:v>
                </c:pt>
                <c:pt idx="2642">
                  <c:v>0.92494232177734359</c:v>
                </c:pt>
                <c:pt idx="2643">
                  <c:v>0.92494232177734359</c:v>
                </c:pt>
                <c:pt idx="2644">
                  <c:v>0.92466918945312504</c:v>
                </c:pt>
                <c:pt idx="2645">
                  <c:v>0.92466918945312504</c:v>
                </c:pt>
                <c:pt idx="2646">
                  <c:v>0.92435577392578117</c:v>
                </c:pt>
                <c:pt idx="2647">
                  <c:v>0.92435577392578117</c:v>
                </c:pt>
                <c:pt idx="2648">
                  <c:v>0.92412353515625001</c:v>
                </c:pt>
                <c:pt idx="2649">
                  <c:v>0.92412353515625001</c:v>
                </c:pt>
                <c:pt idx="2650">
                  <c:v>0.92385406494140621</c:v>
                </c:pt>
                <c:pt idx="2651">
                  <c:v>0.92385406494140621</c:v>
                </c:pt>
                <c:pt idx="2652">
                  <c:v>0.92351837158203121</c:v>
                </c:pt>
                <c:pt idx="2653">
                  <c:v>0.92351837158203121</c:v>
                </c:pt>
                <c:pt idx="2654">
                  <c:v>0.92324615478515637</c:v>
                </c:pt>
                <c:pt idx="2655">
                  <c:v>0.92324615478515637</c:v>
                </c:pt>
                <c:pt idx="2656">
                  <c:v>0.9230044555664062</c:v>
                </c:pt>
                <c:pt idx="2657">
                  <c:v>0.9230044555664062</c:v>
                </c:pt>
                <c:pt idx="2658">
                  <c:v>0.92275543212890621</c:v>
                </c:pt>
                <c:pt idx="2659">
                  <c:v>0.92275543212890621</c:v>
                </c:pt>
                <c:pt idx="2660">
                  <c:v>0.92241424560546881</c:v>
                </c:pt>
                <c:pt idx="2661">
                  <c:v>0.92241424560546881</c:v>
                </c:pt>
                <c:pt idx="2662">
                  <c:v>0.9221853637695312</c:v>
                </c:pt>
                <c:pt idx="2663">
                  <c:v>0.9221853637695312</c:v>
                </c:pt>
                <c:pt idx="2664">
                  <c:v>0.92189331054687496</c:v>
                </c:pt>
                <c:pt idx="2665">
                  <c:v>0.92189331054687496</c:v>
                </c:pt>
                <c:pt idx="2666">
                  <c:v>0.92155578613281242</c:v>
                </c:pt>
                <c:pt idx="2667">
                  <c:v>0.92155578613281242</c:v>
                </c:pt>
                <c:pt idx="2668">
                  <c:v>0.92127807617187496</c:v>
                </c:pt>
                <c:pt idx="2669">
                  <c:v>0.92127807617187496</c:v>
                </c:pt>
                <c:pt idx="2670">
                  <c:v>0.92098266601562495</c:v>
                </c:pt>
                <c:pt idx="2671">
                  <c:v>0.92098266601562495</c:v>
                </c:pt>
                <c:pt idx="2672">
                  <c:v>0.92070892333984378</c:v>
                </c:pt>
                <c:pt idx="2673">
                  <c:v>0.92070892333984378</c:v>
                </c:pt>
                <c:pt idx="2674">
                  <c:v>0.92042938232421878</c:v>
                </c:pt>
                <c:pt idx="2675">
                  <c:v>0.92042938232421878</c:v>
                </c:pt>
                <c:pt idx="2676">
                  <c:v>0.9201654052734376</c:v>
                </c:pt>
                <c:pt idx="2677">
                  <c:v>0.9201654052734376</c:v>
                </c:pt>
                <c:pt idx="2678">
                  <c:v>0.91988739013671883</c:v>
                </c:pt>
                <c:pt idx="2679">
                  <c:v>0.91988739013671883</c:v>
                </c:pt>
                <c:pt idx="2680">
                  <c:v>0.91962402343750005</c:v>
                </c:pt>
                <c:pt idx="2681">
                  <c:v>0.91962402343750005</c:v>
                </c:pt>
                <c:pt idx="2682">
                  <c:v>0.91931793212890622</c:v>
                </c:pt>
                <c:pt idx="2683">
                  <c:v>0.91931793212890622</c:v>
                </c:pt>
                <c:pt idx="2684">
                  <c:v>0.918970947265625</c:v>
                </c:pt>
                <c:pt idx="2685">
                  <c:v>0.918970947265625</c:v>
                </c:pt>
                <c:pt idx="2686">
                  <c:v>0.9186404418945312</c:v>
                </c:pt>
                <c:pt idx="2687">
                  <c:v>0.9186404418945312</c:v>
                </c:pt>
                <c:pt idx="2688">
                  <c:v>0.91835632324218763</c:v>
                </c:pt>
                <c:pt idx="2689">
                  <c:v>0.91835632324218763</c:v>
                </c:pt>
                <c:pt idx="2690">
                  <c:v>0.91807861328124996</c:v>
                </c:pt>
                <c:pt idx="2691">
                  <c:v>0.91807861328124996</c:v>
                </c:pt>
                <c:pt idx="2692">
                  <c:v>0.91779785156250004</c:v>
                </c:pt>
                <c:pt idx="2693">
                  <c:v>0.91779785156250004</c:v>
                </c:pt>
                <c:pt idx="2694">
                  <c:v>0.9174252319335936</c:v>
                </c:pt>
                <c:pt idx="2695">
                  <c:v>0.9174252319335936</c:v>
                </c:pt>
                <c:pt idx="2696">
                  <c:v>0.91710510253906241</c:v>
                </c:pt>
                <c:pt idx="2697">
                  <c:v>0.91710510253906241</c:v>
                </c:pt>
                <c:pt idx="2698">
                  <c:v>0.91674957275390623</c:v>
                </c:pt>
                <c:pt idx="2699">
                  <c:v>0.91674957275390623</c:v>
                </c:pt>
                <c:pt idx="2700">
                  <c:v>0.91646759033203118</c:v>
                </c:pt>
                <c:pt idx="2701">
                  <c:v>0.91646759033203118</c:v>
                </c:pt>
                <c:pt idx="2702">
                  <c:v>0.91608764648437502</c:v>
                </c:pt>
                <c:pt idx="2703">
                  <c:v>0.91608764648437502</c:v>
                </c:pt>
                <c:pt idx="2704">
                  <c:v>0.91580780029296882</c:v>
                </c:pt>
                <c:pt idx="2705">
                  <c:v>0.91580780029296882</c:v>
                </c:pt>
                <c:pt idx="2706">
                  <c:v>0.91549041748046878</c:v>
                </c:pt>
                <c:pt idx="2707">
                  <c:v>0.91549041748046878</c:v>
                </c:pt>
                <c:pt idx="2708">
                  <c:v>0.91520507812499996</c:v>
                </c:pt>
                <c:pt idx="2709">
                  <c:v>0.91520507812499996</c:v>
                </c:pt>
                <c:pt idx="2710">
                  <c:v>0.91490631103515641</c:v>
                </c:pt>
                <c:pt idx="2711">
                  <c:v>0.91490631103515641</c:v>
                </c:pt>
                <c:pt idx="2712">
                  <c:v>0.91464294433593762</c:v>
                </c:pt>
                <c:pt idx="2713">
                  <c:v>0.91464294433593762</c:v>
                </c:pt>
                <c:pt idx="2714">
                  <c:v>0.91432708740234359</c:v>
                </c:pt>
                <c:pt idx="2715">
                  <c:v>0.91432708740234359</c:v>
                </c:pt>
                <c:pt idx="2716">
                  <c:v>0.91407165527343759</c:v>
                </c:pt>
                <c:pt idx="2717">
                  <c:v>0.91407165527343759</c:v>
                </c:pt>
                <c:pt idx="2718">
                  <c:v>0.91374603271484378</c:v>
                </c:pt>
                <c:pt idx="2719">
                  <c:v>0.91374603271484378</c:v>
                </c:pt>
                <c:pt idx="2720">
                  <c:v>0.9134576416015624</c:v>
                </c:pt>
                <c:pt idx="2721">
                  <c:v>0.9134576416015624</c:v>
                </c:pt>
                <c:pt idx="2722">
                  <c:v>0.91313720703125001</c:v>
                </c:pt>
                <c:pt idx="2723">
                  <c:v>0.91313720703125001</c:v>
                </c:pt>
                <c:pt idx="2724">
                  <c:v>0.9127203369140624</c:v>
                </c:pt>
                <c:pt idx="2725">
                  <c:v>0.9127203369140624</c:v>
                </c:pt>
                <c:pt idx="2726">
                  <c:v>0.91242706298828125</c:v>
                </c:pt>
                <c:pt idx="2727">
                  <c:v>0.91242706298828125</c:v>
                </c:pt>
                <c:pt idx="2728">
                  <c:v>0.9121035766601564</c:v>
                </c:pt>
                <c:pt idx="2729">
                  <c:v>0.9121035766601564</c:v>
                </c:pt>
                <c:pt idx="2730">
                  <c:v>0.91178619384765625</c:v>
                </c:pt>
                <c:pt idx="2731">
                  <c:v>0.91178619384765625</c:v>
                </c:pt>
                <c:pt idx="2732">
                  <c:v>0.91146087646484375</c:v>
                </c:pt>
                <c:pt idx="2733">
                  <c:v>0.91146087646484375</c:v>
                </c:pt>
                <c:pt idx="2734">
                  <c:v>0.91112487792968755</c:v>
                </c:pt>
                <c:pt idx="2735">
                  <c:v>0.91112487792968755</c:v>
                </c:pt>
                <c:pt idx="2736">
                  <c:v>0.9107675170898436</c:v>
                </c:pt>
                <c:pt idx="2737">
                  <c:v>0.9107675170898436</c:v>
                </c:pt>
                <c:pt idx="2738">
                  <c:v>0.9103750610351562</c:v>
                </c:pt>
                <c:pt idx="2739">
                  <c:v>0.9103750610351562</c:v>
                </c:pt>
                <c:pt idx="2740">
                  <c:v>0.90998321533203119</c:v>
                </c:pt>
                <c:pt idx="2741">
                  <c:v>0.90998321533203119</c:v>
                </c:pt>
                <c:pt idx="2742">
                  <c:v>0.90962707519531238</c:v>
                </c:pt>
                <c:pt idx="2743">
                  <c:v>0.90962707519531238</c:v>
                </c:pt>
                <c:pt idx="2744">
                  <c:v>0.90923889160156235</c:v>
                </c:pt>
                <c:pt idx="2745">
                  <c:v>0.90923889160156235</c:v>
                </c:pt>
                <c:pt idx="2746">
                  <c:v>0.90892761230468755</c:v>
                </c:pt>
                <c:pt idx="2747">
                  <c:v>0.90892761230468755</c:v>
                </c:pt>
                <c:pt idx="2748">
                  <c:v>0.90851928710937502</c:v>
                </c:pt>
                <c:pt idx="2749">
                  <c:v>0.90851928710937502</c:v>
                </c:pt>
                <c:pt idx="2750">
                  <c:v>0.90821258544921879</c:v>
                </c:pt>
                <c:pt idx="2751">
                  <c:v>0.90821258544921879</c:v>
                </c:pt>
                <c:pt idx="2752">
                  <c:v>0.90786926269531243</c:v>
                </c:pt>
                <c:pt idx="2753">
                  <c:v>0.90786926269531243</c:v>
                </c:pt>
                <c:pt idx="2754">
                  <c:v>0.90753387451171885</c:v>
                </c:pt>
                <c:pt idx="2755">
                  <c:v>0.90753387451171885</c:v>
                </c:pt>
                <c:pt idx="2756">
                  <c:v>0.90720428466796876</c:v>
                </c:pt>
                <c:pt idx="2757">
                  <c:v>0.90720428466796876</c:v>
                </c:pt>
                <c:pt idx="2758">
                  <c:v>0.90685852050781235</c:v>
                </c:pt>
                <c:pt idx="2759">
                  <c:v>0.90685852050781235</c:v>
                </c:pt>
                <c:pt idx="2760">
                  <c:v>0.90653503417968762</c:v>
                </c:pt>
                <c:pt idx="2761">
                  <c:v>0.90653503417968762</c:v>
                </c:pt>
                <c:pt idx="2762">
                  <c:v>0.90615203857421878</c:v>
                </c:pt>
                <c:pt idx="2763">
                  <c:v>0.90615203857421878</c:v>
                </c:pt>
                <c:pt idx="2764">
                  <c:v>0.90571380615234376</c:v>
                </c:pt>
                <c:pt idx="2765">
                  <c:v>0.90571380615234376</c:v>
                </c:pt>
                <c:pt idx="2766">
                  <c:v>0.90535736083984375</c:v>
                </c:pt>
                <c:pt idx="2767">
                  <c:v>0.90535736083984375</c:v>
                </c:pt>
                <c:pt idx="2768">
                  <c:v>0.90497619628906245</c:v>
                </c:pt>
                <c:pt idx="2769">
                  <c:v>0.90497619628906245</c:v>
                </c:pt>
                <c:pt idx="2770">
                  <c:v>0.90457489013671877</c:v>
                </c:pt>
                <c:pt idx="2771">
                  <c:v>0.90457489013671877</c:v>
                </c:pt>
                <c:pt idx="2772">
                  <c:v>0.90422332763671875</c:v>
                </c:pt>
                <c:pt idx="2773">
                  <c:v>0.90422332763671875</c:v>
                </c:pt>
                <c:pt idx="2774">
                  <c:v>0.90383666992187495</c:v>
                </c:pt>
                <c:pt idx="2775">
                  <c:v>0.90383666992187495</c:v>
                </c:pt>
                <c:pt idx="2776">
                  <c:v>0.90350524902343765</c:v>
                </c:pt>
                <c:pt idx="2777">
                  <c:v>0.90350524902343765</c:v>
                </c:pt>
                <c:pt idx="2778">
                  <c:v>0.90314086914062497</c:v>
                </c:pt>
                <c:pt idx="2779">
                  <c:v>0.90314086914062497</c:v>
                </c:pt>
                <c:pt idx="2780">
                  <c:v>0.90276916503906235</c:v>
                </c:pt>
                <c:pt idx="2781">
                  <c:v>0.90276916503906235</c:v>
                </c:pt>
                <c:pt idx="2782">
                  <c:v>0.902374267578125</c:v>
                </c:pt>
                <c:pt idx="2783">
                  <c:v>0.902374267578125</c:v>
                </c:pt>
                <c:pt idx="2784">
                  <c:v>0.90204803466796879</c:v>
                </c:pt>
                <c:pt idx="2785">
                  <c:v>0.90204803466796879</c:v>
                </c:pt>
                <c:pt idx="2786">
                  <c:v>0.90168273925781239</c:v>
                </c:pt>
                <c:pt idx="2787">
                  <c:v>0.90168273925781239</c:v>
                </c:pt>
                <c:pt idx="2788">
                  <c:v>0.90126861572265637</c:v>
                </c:pt>
                <c:pt idx="2789">
                  <c:v>0.90126861572265637</c:v>
                </c:pt>
                <c:pt idx="2790">
                  <c:v>0.90088714599609376</c:v>
                </c:pt>
                <c:pt idx="2791">
                  <c:v>0.90088714599609376</c:v>
                </c:pt>
                <c:pt idx="2792">
                  <c:v>0.90049499511718745</c:v>
                </c:pt>
                <c:pt idx="2793">
                  <c:v>0.90049499511718745</c:v>
                </c:pt>
                <c:pt idx="2794">
                  <c:v>0.90009735107421873</c:v>
                </c:pt>
                <c:pt idx="2795">
                  <c:v>0.90009735107421873</c:v>
                </c:pt>
                <c:pt idx="2796">
                  <c:v>0.89964599609374996</c:v>
                </c:pt>
                <c:pt idx="2797">
                  <c:v>0.89964599609374996</c:v>
                </c:pt>
                <c:pt idx="2798">
                  <c:v>0.89899291992187502</c:v>
                </c:pt>
                <c:pt idx="2799">
                  <c:v>0.89899291992187502</c:v>
                </c:pt>
                <c:pt idx="2800">
                  <c:v>0.89857757568359375</c:v>
                </c:pt>
                <c:pt idx="2801">
                  <c:v>0.89857757568359375</c:v>
                </c:pt>
                <c:pt idx="2802">
                  <c:v>0.89817565917968745</c:v>
                </c:pt>
                <c:pt idx="2803">
                  <c:v>0.89817565917968745</c:v>
                </c:pt>
                <c:pt idx="2804">
                  <c:v>0.89777526855468748</c:v>
                </c:pt>
                <c:pt idx="2805">
                  <c:v>0.89777526855468748</c:v>
                </c:pt>
                <c:pt idx="2806">
                  <c:v>0.89724395751953123</c:v>
                </c:pt>
                <c:pt idx="2807">
                  <c:v>0.89724395751953123</c:v>
                </c:pt>
                <c:pt idx="2808">
                  <c:v>0.89684387207031246</c:v>
                </c:pt>
                <c:pt idx="2809">
                  <c:v>0.89684387207031246</c:v>
                </c:pt>
                <c:pt idx="2810">
                  <c:v>0.89646331787109379</c:v>
                </c:pt>
                <c:pt idx="2811">
                  <c:v>0.89646331787109379</c:v>
                </c:pt>
                <c:pt idx="2812">
                  <c:v>0.89602783203125003</c:v>
                </c:pt>
                <c:pt idx="2813">
                  <c:v>0.89602783203125003</c:v>
                </c:pt>
                <c:pt idx="2814">
                  <c:v>0.8956451416015625</c:v>
                </c:pt>
                <c:pt idx="2815">
                  <c:v>0.8956451416015625</c:v>
                </c:pt>
                <c:pt idx="2816">
                  <c:v>0.89525268554687498</c:v>
                </c:pt>
                <c:pt idx="2817">
                  <c:v>0.89525268554687498</c:v>
                </c:pt>
                <c:pt idx="2818">
                  <c:v>0.89480651855468751</c:v>
                </c:pt>
                <c:pt idx="2819">
                  <c:v>0.89480651855468751</c:v>
                </c:pt>
                <c:pt idx="2820">
                  <c:v>0.89432312011718751</c:v>
                </c:pt>
                <c:pt idx="2821">
                  <c:v>0.89432312011718751</c:v>
                </c:pt>
                <c:pt idx="2822">
                  <c:v>0.89388854980468746</c:v>
                </c:pt>
                <c:pt idx="2823">
                  <c:v>0.89388854980468746</c:v>
                </c:pt>
                <c:pt idx="2824">
                  <c:v>0.89341461181640625</c:v>
                </c:pt>
                <c:pt idx="2825">
                  <c:v>0.89341461181640625</c:v>
                </c:pt>
                <c:pt idx="2826">
                  <c:v>0.89305877685546875</c:v>
                </c:pt>
                <c:pt idx="2827">
                  <c:v>0.89305877685546875</c:v>
                </c:pt>
                <c:pt idx="2828">
                  <c:v>0.8926290893554687</c:v>
                </c:pt>
                <c:pt idx="2829">
                  <c:v>0.8926290893554687</c:v>
                </c:pt>
                <c:pt idx="2830">
                  <c:v>0.89216278076171873</c:v>
                </c:pt>
                <c:pt idx="2831">
                  <c:v>0.89216278076171873</c:v>
                </c:pt>
                <c:pt idx="2832">
                  <c:v>0.8917239379882812</c:v>
                </c:pt>
                <c:pt idx="2833">
                  <c:v>0.8917239379882812</c:v>
                </c:pt>
                <c:pt idx="2834">
                  <c:v>0.89110778808593749</c:v>
                </c:pt>
                <c:pt idx="2835">
                  <c:v>0.89110778808593749</c:v>
                </c:pt>
                <c:pt idx="2836">
                  <c:v>0.89061157226562504</c:v>
                </c:pt>
                <c:pt idx="2837">
                  <c:v>0.89061157226562504</c:v>
                </c:pt>
                <c:pt idx="2838">
                  <c:v>0.8901974487304688</c:v>
                </c:pt>
                <c:pt idx="2839">
                  <c:v>0.8901974487304688</c:v>
                </c:pt>
                <c:pt idx="2840">
                  <c:v>0.8896786499023438</c:v>
                </c:pt>
                <c:pt idx="2841">
                  <c:v>0.8896786499023438</c:v>
                </c:pt>
                <c:pt idx="2842">
                  <c:v>0.88921234130859372</c:v>
                </c:pt>
                <c:pt idx="2843">
                  <c:v>0.88921234130859372</c:v>
                </c:pt>
                <c:pt idx="2844">
                  <c:v>0.888798828125</c:v>
                </c:pt>
                <c:pt idx="2845">
                  <c:v>0.888798828125</c:v>
                </c:pt>
                <c:pt idx="2846">
                  <c:v>0.88831451416015628</c:v>
                </c:pt>
                <c:pt idx="2847">
                  <c:v>0.88831451416015628</c:v>
                </c:pt>
                <c:pt idx="2848">
                  <c:v>0.88787353515625</c:v>
                </c:pt>
                <c:pt idx="2849">
                  <c:v>0.88787353515625</c:v>
                </c:pt>
                <c:pt idx="2850">
                  <c:v>0.88746826171875004</c:v>
                </c:pt>
                <c:pt idx="2851">
                  <c:v>0.88746826171875004</c:v>
                </c:pt>
                <c:pt idx="2852">
                  <c:v>0.88706542968750002</c:v>
                </c:pt>
                <c:pt idx="2853">
                  <c:v>0.88706542968750002</c:v>
                </c:pt>
                <c:pt idx="2854">
                  <c:v>0.88658813476562504</c:v>
                </c:pt>
                <c:pt idx="2855">
                  <c:v>0.88658813476562504</c:v>
                </c:pt>
                <c:pt idx="2856">
                  <c:v>0.88615631103515624</c:v>
                </c:pt>
                <c:pt idx="2857">
                  <c:v>0.88615631103515624</c:v>
                </c:pt>
                <c:pt idx="2858">
                  <c:v>0.88576660156249998</c:v>
                </c:pt>
                <c:pt idx="2859">
                  <c:v>0.88576660156249998</c:v>
                </c:pt>
                <c:pt idx="2860">
                  <c:v>0.88526214599609376</c:v>
                </c:pt>
                <c:pt idx="2861">
                  <c:v>0.88526214599609376</c:v>
                </c:pt>
                <c:pt idx="2862">
                  <c:v>0.88469360351562498</c:v>
                </c:pt>
                <c:pt idx="2863">
                  <c:v>0.88469360351562498</c:v>
                </c:pt>
                <c:pt idx="2864">
                  <c:v>0.88407348632812499</c:v>
                </c:pt>
                <c:pt idx="2865">
                  <c:v>0.88407348632812499</c:v>
                </c:pt>
                <c:pt idx="2866">
                  <c:v>0.88352630615234373</c:v>
                </c:pt>
                <c:pt idx="2867">
                  <c:v>0.88352630615234373</c:v>
                </c:pt>
                <c:pt idx="2868">
                  <c:v>0.88308502197265626</c:v>
                </c:pt>
                <c:pt idx="2869">
                  <c:v>0.88308502197265626</c:v>
                </c:pt>
                <c:pt idx="2870">
                  <c:v>0.88254364013671871</c:v>
                </c:pt>
                <c:pt idx="2871">
                  <c:v>0.88254364013671871</c:v>
                </c:pt>
                <c:pt idx="2872">
                  <c:v>0.88213043212890629</c:v>
                </c:pt>
                <c:pt idx="2873">
                  <c:v>0.88213043212890629</c:v>
                </c:pt>
                <c:pt idx="2874">
                  <c:v>0.88172668457031245</c:v>
                </c:pt>
                <c:pt idx="2875">
                  <c:v>0.88172668457031245</c:v>
                </c:pt>
                <c:pt idx="2876">
                  <c:v>0.88131530761718746</c:v>
                </c:pt>
                <c:pt idx="2877">
                  <c:v>0.88131530761718746</c:v>
                </c:pt>
                <c:pt idx="2878">
                  <c:v>0.88079345703125</c:v>
                </c:pt>
                <c:pt idx="2879">
                  <c:v>0.88079345703125</c:v>
                </c:pt>
                <c:pt idx="2880">
                  <c:v>0.88030883789062497</c:v>
                </c:pt>
                <c:pt idx="2881">
                  <c:v>0.88030883789062497</c:v>
                </c:pt>
                <c:pt idx="2882">
                  <c:v>0.87963226318359378</c:v>
                </c:pt>
                <c:pt idx="2883">
                  <c:v>0.87963226318359378</c:v>
                </c:pt>
                <c:pt idx="2884">
                  <c:v>0.87912445068359379</c:v>
                </c:pt>
                <c:pt idx="2885">
                  <c:v>0.87912445068359379</c:v>
                </c:pt>
                <c:pt idx="2886">
                  <c:v>0.87855773925781255</c:v>
                </c:pt>
                <c:pt idx="2887">
                  <c:v>0.87855773925781255</c:v>
                </c:pt>
                <c:pt idx="2888">
                  <c:v>0.87803192138671871</c:v>
                </c:pt>
                <c:pt idx="2889">
                  <c:v>0.87803192138671871</c:v>
                </c:pt>
                <c:pt idx="2890">
                  <c:v>0.87761230468749996</c:v>
                </c:pt>
                <c:pt idx="2891">
                  <c:v>0.87761230468749996</c:v>
                </c:pt>
                <c:pt idx="2892">
                  <c:v>0.87712799072265624</c:v>
                </c:pt>
                <c:pt idx="2893">
                  <c:v>0.87712799072265624</c:v>
                </c:pt>
                <c:pt idx="2894">
                  <c:v>0.87658203125</c:v>
                </c:pt>
                <c:pt idx="2895">
                  <c:v>0.87658203125</c:v>
                </c:pt>
                <c:pt idx="2896">
                  <c:v>0.87600158691406249</c:v>
                </c:pt>
                <c:pt idx="2897">
                  <c:v>0.87600158691406249</c:v>
                </c:pt>
                <c:pt idx="2898">
                  <c:v>0.87548767089843749</c:v>
                </c:pt>
                <c:pt idx="2899">
                  <c:v>0.87548767089843749</c:v>
                </c:pt>
                <c:pt idx="2900">
                  <c:v>0.87497375488281248</c:v>
                </c:pt>
                <c:pt idx="2901">
                  <c:v>0.87497375488281248</c:v>
                </c:pt>
                <c:pt idx="2902">
                  <c:v>0.87445892333984376</c:v>
                </c:pt>
                <c:pt idx="2903">
                  <c:v>0.87445892333984376</c:v>
                </c:pt>
                <c:pt idx="2904">
                  <c:v>0.87387847900390625</c:v>
                </c:pt>
                <c:pt idx="2905">
                  <c:v>0.87387847900390625</c:v>
                </c:pt>
                <c:pt idx="2906">
                  <c:v>0.87341857910156251</c:v>
                </c:pt>
                <c:pt idx="2907">
                  <c:v>0.87341857910156251</c:v>
                </c:pt>
                <c:pt idx="2908">
                  <c:v>0.87286041259765623</c:v>
                </c:pt>
                <c:pt idx="2909">
                  <c:v>0.87286041259765623</c:v>
                </c:pt>
                <c:pt idx="2910">
                  <c:v>0.87234161376953123</c:v>
                </c:pt>
                <c:pt idx="2911">
                  <c:v>0.87234161376953123</c:v>
                </c:pt>
                <c:pt idx="2912">
                  <c:v>0.87178741455078124</c:v>
                </c:pt>
                <c:pt idx="2913">
                  <c:v>0.87178741455078124</c:v>
                </c:pt>
                <c:pt idx="2914">
                  <c:v>0.87111633300781255</c:v>
                </c:pt>
                <c:pt idx="2915">
                  <c:v>0.87111633300781255</c:v>
                </c:pt>
                <c:pt idx="2916">
                  <c:v>0.87050506591796872</c:v>
                </c:pt>
                <c:pt idx="2917">
                  <c:v>0.87050506591796872</c:v>
                </c:pt>
                <c:pt idx="2918">
                  <c:v>0.86979736328125001</c:v>
                </c:pt>
                <c:pt idx="2919">
                  <c:v>0.86979736328125001</c:v>
                </c:pt>
                <c:pt idx="2920">
                  <c:v>0.86911590576171871</c:v>
                </c:pt>
                <c:pt idx="2921">
                  <c:v>0.86911590576171871</c:v>
                </c:pt>
                <c:pt idx="2922">
                  <c:v>0.86874542236328123</c:v>
                </c:pt>
                <c:pt idx="2923">
                  <c:v>0.86874542236328123</c:v>
                </c:pt>
                <c:pt idx="2924">
                  <c:v>0.86825805664062505</c:v>
                </c:pt>
                <c:pt idx="2925">
                  <c:v>0.86825805664062505</c:v>
                </c:pt>
                <c:pt idx="2926">
                  <c:v>0.86733276367187495</c:v>
                </c:pt>
                <c:pt idx="2927">
                  <c:v>0.86733276367187495</c:v>
                </c:pt>
                <c:pt idx="2928">
                  <c:v>0.86674896240234378</c:v>
                </c:pt>
                <c:pt idx="2929">
                  <c:v>0.86674896240234378</c:v>
                </c:pt>
                <c:pt idx="2930">
                  <c:v>0.86617065429687501</c:v>
                </c:pt>
                <c:pt idx="2931">
                  <c:v>0.86617065429687501</c:v>
                </c:pt>
                <c:pt idx="2932">
                  <c:v>0.86553863525390629</c:v>
                </c:pt>
                <c:pt idx="2933">
                  <c:v>0.86553863525390629</c:v>
                </c:pt>
                <c:pt idx="2934">
                  <c:v>0.86503845214843755</c:v>
                </c:pt>
                <c:pt idx="2935">
                  <c:v>0.86503845214843755</c:v>
                </c:pt>
                <c:pt idx="2936">
                  <c:v>0.86411834716796876</c:v>
                </c:pt>
                <c:pt idx="2937">
                  <c:v>0.86411834716796876</c:v>
                </c:pt>
                <c:pt idx="2938">
                  <c:v>0.86357208251953121</c:v>
                </c:pt>
                <c:pt idx="2939">
                  <c:v>0.86357208251953121</c:v>
                </c:pt>
                <c:pt idx="2940">
                  <c:v>0.86286712646484376</c:v>
                </c:pt>
                <c:pt idx="2941">
                  <c:v>0.86286712646484376</c:v>
                </c:pt>
                <c:pt idx="2942">
                  <c:v>0.86223907470703121</c:v>
                </c:pt>
                <c:pt idx="2943">
                  <c:v>0.86223907470703121</c:v>
                </c:pt>
                <c:pt idx="2944">
                  <c:v>0.86150329589843755</c:v>
                </c:pt>
                <c:pt idx="2945">
                  <c:v>0.86150329589843755</c:v>
                </c:pt>
                <c:pt idx="2946">
                  <c:v>0.86058502197265629</c:v>
                </c:pt>
                <c:pt idx="2947">
                  <c:v>0.86058502197265629</c:v>
                </c:pt>
                <c:pt idx="2948">
                  <c:v>0.85996246337890625</c:v>
                </c:pt>
                <c:pt idx="2949">
                  <c:v>0.85996246337890625</c:v>
                </c:pt>
                <c:pt idx="2950">
                  <c:v>0.85936035156250001</c:v>
                </c:pt>
                <c:pt idx="2951">
                  <c:v>0.85936035156250001</c:v>
                </c:pt>
                <c:pt idx="2952">
                  <c:v>0.85829711914062501</c:v>
                </c:pt>
                <c:pt idx="2953">
                  <c:v>0.85829711914062501</c:v>
                </c:pt>
                <c:pt idx="2954">
                  <c:v>0.85769287109375003</c:v>
                </c:pt>
                <c:pt idx="2955">
                  <c:v>0.85769287109375003</c:v>
                </c:pt>
                <c:pt idx="2956">
                  <c:v>0.85703979492187499</c:v>
                </c:pt>
                <c:pt idx="2957">
                  <c:v>0.85703979492187499</c:v>
                </c:pt>
                <c:pt idx="2958">
                  <c:v>0.85618774414062504</c:v>
                </c:pt>
                <c:pt idx="2959">
                  <c:v>0.85618774414062504</c:v>
                </c:pt>
                <c:pt idx="2960">
                  <c:v>0.85558990478515629</c:v>
                </c:pt>
                <c:pt idx="2961">
                  <c:v>0.85558990478515629</c:v>
                </c:pt>
                <c:pt idx="2962">
                  <c:v>0.85488830566406249</c:v>
                </c:pt>
                <c:pt idx="2963">
                  <c:v>0.85488830566406249</c:v>
                </c:pt>
                <c:pt idx="2964">
                  <c:v>0.854273681640625</c:v>
                </c:pt>
                <c:pt idx="2965">
                  <c:v>0.854273681640625</c:v>
                </c:pt>
                <c:pt idx="2966">
                  <c:v>0.85328399658203125</c:v>
                </c:pt>
                <c:pt idx="2967">
                  <c:v>0.85328399658203125</c:v>
                </c:pt>
                <c:pt idx="2968">
                  <c:v>0.85239105224609379</c:v>
                </c:pt>
                <c:pt idx="2969">
                  <c:v>0.85239105224609379</c:v>
                </c:pt>
                <c:pt idx="2970">
                  <c:v>0.85174133300781252</c:v>
                </c:pt>
                <c:pt idx="2971">
                  <c:v>0.85174133300781252</c:v>
                </c:pt>
                <c:pt idx="2972">
                  <c:v>0.85063110351562499</c:v>
                </c:pt>
                <c:pt idx="2973">
                  <c:v>0.85063110351562499</c:v>
                </c:pt>
                <c:pt idx="2974">
                  <c:v>0.84997985839843748</c:v>
                </c:pt>
                <c:pt idx="2975">
                  <c:v>0.84997985839843748</c:v>
                </c:pt>
                <c:pt idx="2976">
                  <c:v>0.84929229736328127</c:v>
                </c:pt>
                <c:pt idx="2977">
                  <c:v>0.84929229736328127</c:v>
                </c:pt>
                <c:pt idx="2978">
                  <c:v>0.84863952636718754</c:v>
                </c:pt>
                <c:pt idx="2979">
                  <c:v>0.84863952636718754</c:v>
                </c:pt>
                <c:pt idx="2980">
                  <c:v>0.84796203613281251</c:v>
                </c:pt>
                <c:pt idx="2981">
                  <c:v>0.84796203613281251</c:v>
                </c:pt>
                <c:pt idx="2982">
                  <c:v>0.84727630615234373</c:v>
                </c:pt>
                <c:pt idx="2983">
                  <c:v>0.84727630615234373</c:v>
                </c:pt>
                <c:pt idx="2984">
                  <c:v>0.84670043945312501</c:v>
                </c:pt>
                <c:pt idx="2985">
                  <c:v>0.84670043945312501</c:v>
                </c:pt>
                <c:pt idx="2986">
                  <c:v>0.84590850830078124</c:v>
                </c:pt>
                <c:pt idx="2987">
                  <c:v>0.84590850830078124</c:v>
                </c:pt>
                <c:pt idx="2988">
                  <c:v>0.84524749755859374</c:v>
                </c:pt>
                <c:pt idx="2989">
                  <c:v>0.84524749755859374</c:v>
                </c:pt>
                <c:pt idx="2990">
                  <c:v>0.84458679199218745</c:v>
                </c:pt>
                <c:pt idx="2991">
                  <c:v>0.84458679199218745</c:v>
                </c:pt>
                <c:pt idx="2992">
                  <c:v>0.84391021728515625</c:v>
                </c:pt>
                <c:pt idx="2993">
                  <c:v>0.84391021728515625</c:v>
                </c:pt>
                <c:pt idx="2994">
                  <c:v>0.84324310302734373</c:v>
                </c:pt>
                <c:pt idx="2995">
                  <c:v>0.84324310302734373</c:v>
                </c:pt>
                <c:pt idx="2996">
                  <c:v>0.84255798339843746</c:v>
                </c:pt>
                <c:pt idx="2997">
                  <c:v>0.84255798339843746</c:v>
                </c:pt>
                <c:pt idx="2998">
                  <c:v>0.84185729980468749</c:v>
                </c:pt>
                <c:pt idx="2999">
                  <c:v>0.84185729980468749</c:v>
                </c:pt>
                <c:pt idx="3000">
                  <c:v>0.84109100341796872</c:v>
                </c:pt>
                <c:pt idx="3001">
                  <c:v>0.84109100341796872</c:v>
                </c:pt>
                <c:pt idx="3002">
                  <c:v>0.84047790527343746</c:v>
                </c:pt>
                <c:pt idx="3003">
                  <c:v>0.84047790527343746</c:v>
                </c:pt>
                <c:pt idx="3004">
                  <c:v>0.8392437744140625</c:v>
                </c:pt>
                <c:pt idx="3005">
                  <c:v>0.8392437744140625</c:v>
                </c:pt>
                <c:pt idx="3006">
                  <c:v>0.83859008789062495</c:v>
                </c:pt>
                <c:pt idx="3007">
                  <c:v>0.83859008789062495</c:v>
                </c:pt>
                <c:pt idx="3008">
                  <c:v>0.83753234863281245</c:v>
                </c:pt>
                <c:pt idx="3009">
                  <c:v>0.83753234863281245</c:v>
                </c:pt>
                <c:pt idx="3010">
                  <c:v>0.83688720703124997</c:v>
                </c:pt>
                <c:pt idx="3011">
                  <c:v>0.83688720703124997</c:v>
                </c:pt>
                <c:pt idx="3012">
                  <c:v>0.83538024902343755</c:v>
                </c:pt>
                <c:pt idx="3013">
                  <c:v>0.83538024902343755</c:v>
                </c:pt>
                <c:pt idx="3014">
                  <c:v>0.83454986572265621</c:v>
                </c:pt>
                <c:pt idx="3015">
                  <c:v>0.83454986572265621</c:v>
                </c:pt>
                <c:pt idx="3016">
                  <c:v>0.83332733154296879</c:v>
                </c:pt>
                <c:pt idx="3017">
                  <c:v>0.83332733154296879</c:v>
                </c:pt>
                <c:pt idx="3018">
                  <c:v>0.83271911621093753</c:v>
                </c:pt>
                <c:pt idx="3019">
                  <c:v>0.83271911621093753</c:v>
                </c:pt>
                <c:pt idx="3020">
                  <c:v>0.83165039062500001</c:v>
                </c:pt>
                <c:pt idx="3021">
                  <c:v>0.83165039062500001</c:v>
                </c:pt>
                <c:pt idx="3022">
                  <c:v>0.83066223144531248</c:v>
                </c:pt>
                <c:pt idx="3023">
                  <c:v>0.83066223144531248</c:v>
                </c:pt>
                <c:pt idx="3024">
                  <c:v>0.82963470458984379</c:v>
                </c:pt>
                <c:pt idx="3025">
                  <c:v>0.82963470458984379</c:v>
                </c:pt>
                <c:pt idx="3026">
                  <c:v>0.82832000732421873</c:v>
                </c:pt>
                <c:pt idx="3027">
                  <c:v>0.82832000732421873</c:v>
                </c:pt>
                <c:pt idx="3028">
                  <c:v>0.82743377685546871</c:v>
                </c:pt>
                <c:pt idx="3029">
                  <c:v>0.82743377685546871</c:v>
                </c:pt>
                <c:pt idx="3030">
                  <c:v>0.8263043212890625</c:v>
                </c:pt>
                <c:pt idx="3031">
                  <c:v>0.8263043212890625</c:v>
                </c:pt>
                <c:pt idx="3032">
                  <c:v>0.82535003662109374</c:v>
                </c:pt>
                <c:pt idx="3033">
                  <c:v>0.82535003662109374</c:v>
                </c:pt>
                <c:pt idx="3034">
                  <c:v>0.82452758789062497</c:v>
                </c:pt>
                <c:pt idx="3035">
                  <c:v>0.82452758789062497</c:v>
                </c:pt>
                <c:pt idx="3036">
                  <c:v>0.8216046142578125</c:v>
                </c:pt>
                <c:pt idx="3037">
                  <c:v>0.8216046142578125</c:v>
                </c:pt>
                <c:pt idx="3038">
                  <c:v>0.82052520751953129</c:v>
                </c:pt>
                <c:pt idx="3039">
                  <c:v>0.82052520751953129</c:v>
                </c:pt>
                <c:pt idx="3040">
                  <c:v>0.81928161621093754</c:v>
                </c:pt>
                <c:pt idx="3041">
                  <c:v>0.81928161621093754</c:v>
                </c:pt>
                <c:pt idx="3042">
                  <c:v>0.8186239624023437</c:v>
                </c:pt>
                <c:pt idx="3043">
                  <c:v>0.8186239624023437</c:v>
                </c:pt>
                <c:pt idx="3044">
                  <c:v>0.81775817871093748</c:v>
                </c:pt>
                <c:pt idx="3045">
                  <c:v>0.81775817871093748</c:v>
                </c:pt>
                <c:pt idx="3046">
                  <c:v>0.81697753906250004</c:v>
                </c:pt>
                <c:pt idx="3047">
                  <c:v>0.81697753906250004</c:v>
                </c:pt>
                <c:pt idx="3048">
                  <c:v>0.81524475097656246</c:v>
                </c:pt>
                <c:pt idx="3049">
                  <c:v>0.81524475097656246</c:v>
                </c:pt>
                <c:pt idx="3050">
                  <c:v>0.81437103271484379</c:v>
                </c:pt>
                <c:pt idx="3051">
                  <c:v>0.81437103271484379</c:v>
                </c:pt>
                <c:pt idx="3052">
                  <c:v>0.81258544921874998</c:v>
                </c:pt>
                <c:pt idx="3053">
                  <c:v>0.81258544921874998</c:v>
                </c:pt>
                <c:pt idx="3054">
                  <c:v>0.81157348632812498</c:v>
                </c:pt>
                <c:pt idx="3055">
                  <c:v>0.81157348632812498</c:v>
                </c:pt>
                <c:pt idx="3056">
                  <c:v>0.81081573486328129</c:v>
                </c:pt>
                <c:pt idx="3057">
                  <c:v>0.81081573486328129</c:v>
                </c:pt>
                <c:pt idx="3058">
                  <c:v>0.80995300292968753</c:v>
                </c:pt>
                <c:pt idx="3059">
                  <c:v>0.80995300292968753</c:v>
                </c:pt>
                <c:pt idx="3060">
                  <c:v>0.80913513183593755</c:v>
                </c:pt>
                <c:pt idx="3061">
                  <c:v>0.80913513183593755</c:v>
                </c:pt>
                <c:pt idx="3062">
                  <c:v>0.80842468261718747</c:v>
                </c:pt>
                <c:pt idx="3063">
                  <c:v>0.80842468261718747</c:v>
                </c:pt>
                <c:pt idx="3064">
                  <c:v>0.80744720458984376</c:v>
                </c:pt>
                <c:pt idx="3065">
                  <c:v>0.80744720458984376</c:v>
                </c:pt>
                <c:pt idx="3066">
                  <c:v>0.80619110107421876</c:v>
                </c:pt>
                <c:pt idx="3067">
                  <c:v>0.80619110107421876</c:v>
                </c:pt>
                <c:pt idx="3068">
                  <c:v>0.80551696777343751</c:v>
                </c:pt>
                <c:pt idx="3069">
                  <c:v>0.80551696777343751</c:v>
                </c:pt>
                <c:pt idx="3070">
                  <c:v>0.80425079345703121</c:v>
                </c:pt>
                <c:pt idx="3071">
                  <c:v>0.80425079345703121</c:v>
                </c:pt>
                <c:pt idx="3072">
                  <c:v>0.80320281982421871</c:v>
                </c:pt>
                <c:pt idx="3073">
                  <c:v>0.80320281982421871</c:v>
                </c:pt>
                <c:pt idx="3074">
                  <c:v>0.80168304443359373</c:v>
                </c:pt>
                <c:pt idx="3075">
                  <c:v>0.80168304443359373</c:v>
                </c:pt>
                <c:pt idx="3076">
                  <c:v>0.8005169677734375</c:v>
                </c:pt>
                <c:pt idx="3077">
                  <c:v>0.8005169677734375</c:v>
                </c:pt>
                <c:pt idx="3078">
                  <c:v>0.79940338134765621</c:v>
                </c:pt>
                <c:pt idx="3079">
                  <c:v>0.79940338134765621</c:v>
                </c:pt>
                <c:pt idx="3080">
                  <c:v>0.79869873046874995</c:v>
                </c:pt>
                <c:pt idx="3081">
                  <c:v>0.79869873046874995</c:v>
                </c:pt>
                <c:pt idx="3082">
                  <c:v>0.79758422851562505</c:v>
                </c:pt>
                <c:pt idx="3083">
                  <c:v>0.79758422851562505</c:v>
                </c:pt>
                <c:pt idx="3084">
                  <c:v>0.79664550781249999</c:v>
                </c:pt>
                <c:pt idx="3085">
                  <c:v>0.79664550781249999</c:v>
                </c:pt>
                <c:pt idx="3086">
                  <c:v>0.79479187011718755</c:v>
                </c:pt>
                <c:pt idx="3087">
                  <c:v>0.79479187011718755</c:v>
                </c:pt>
                <c:pt idx="3088">
                  <c:v>0.79339172363281252</c:v>
                </c:pt>
                <c:pt idx="3089">
                  <c:v>0.79339172363281252</c:v>
                </c:pt>
                <c:pt idx="3090">
                  <c:v>0.791748046875</c:v>
                </c:pt>
                <c:pt idx="3091">
                  <c:v>0.791748046875</c:v>
                </c:pt>
                <c:pt idx="3092">
                  <c:v>0.79065338134765628</c:v>
                </c:pt>
                <c:pt idx="3093">
                  <c:v>0.79065338134765628</c:v>
                </c:pt>
                <c:pt idx="3094">
                  <c:v>0.78952331542968746</c:v>
                </c:pt>
                <c:pt idx="3095">
                  <c:v>0.78952331542968746</c:v>
                </c:pt>
                <c:pt idx="3096">
                  <c:v>0.7876483154296875</c:v>
                </c:pt>
                <c:pt idx="3097">
                  <c:v>0.7876483154296875</c:v>
                </c:pt>
                <c:pt idx="3098">
                  <c:v>0.78695343017578123</c:v>
                </c:pt>
                <c:pt idx="3099">
                  <c:v>0.78695343017578123</c:v>
                </c:pt>
                <c:pt idx="3100">
                  <c:v>0.78598480224609379</c:v>
                </c:pt>
                <c:pt idx="3101">
                  <c:v>0.78598480224609379</c:v>
                </c:pt>
                <c:pt idx="3102">
                  <c:v>0.78437438964843753</c:v>
                </c:pt>
                <c:pt idx="3103">
                  <c:v>0.78437438964843753</c:v>
                </c:pt>
                <c:pt idx="3104">
                  <c:v>0.78297271728515627</c:v>
                </c:pt>
                <c:pt idx="3105">
                  <c:v>0.78297271728515627</c:v>
                </c:pt>
                <c:pt idx="3106">
                  <c:v>0.7807415771484375</c:v>
                </c:pt>
                <c:pt idx="3107">
                  <c:v>0.7807415771484375</c:v>
                </c:pt>
                <c:pt idx="3108">
                  <c:v>0.77971740722656246</c:v>
                </c:pt>
                <c:pt idx="3109">
                  <c:v>0.77971740722656246</c:v>
                </c:pt>
                <c:pt idx="3110">
                  <c:v>0.7771200561523437</c:v>
                </c:pt>
                <c:pt idx="3111">
                  <c:v>0.7771200561523437</c:v>
                </c:pt>
                <c:pt idx="3112">
                  <c:v>0.7759347534179688</c:v>
                </c:pt>
                <c:pt idx="3113">
                  <c:v>0.7759347534179688</c:v>
                </c:pt>
                <c:pt idx="3114">
                  <c:v>0.7746377563476563</c:v>
                </c:pt>
                <c:pt idx="3115">
                  <c:v>0.7746377563476563</c:v>
                </c:pt>
                <c:pt idx="3116">
                  <c:v>0.77339721679687501</c:v>
                </c:pt>
                <c:pt idx="3117">
                  <c:v>0.77339721679687501</c:v>
                </c:pt>
                <c:pt idx="3118">
                  <c:v>0.77249420166015625</c:v>
                </c:pt>
                <c:pt idx="3119">
                  <c:v>0.77249420166015625</c:v>
                </c:pt>
                <c:pt idx="3120">
                  <c:v>0.77139190673828129</c:v>
                </c:pt>
                <c:pt idx="3121">
                  <c:v>0.77139190673828129</c:v>
                </c:pt>
                <c:pt idx="3122">
                  <c:v>0.76984436035156245</c:v>
                </c:pt>
                <c:pt idx="3123">
                  <c:v>0.76984436035156245</c:v>
                </c:pt>
                <c:pt idx="3124">
                  <c:v>0.76805999755859378</c:v>
                </c:pt>
                <c:pt idx="3125">
                  <c:v>0.76805999755859378</c:v>
                </c:pt>
                <c:pt idx="3126">
                  <c:v>0.7668453979492188</c:v>
                </c:pt>
                <c:pt idx="3127">
                  <c:v>0.7668453979492188</c:v>
                </c:pt>
                <c:pt idx="3128">
                  <c:v>0.76564117431640621</c:v>
                </c:pt>
                <c:pt idx="3129">
                  <c:v>0.76564117431640621</c:v>
                </c:pt>
                <c:pt idx="3130">
                  <c:v>0.76423828125000004</c:v>
                </c:pt>
                <c:pt idx="3131">
                  <c:v>0.76423828125000004</c:v>
                </c:pt>
                <c:pt idx="3132">
                  <c:v>0.7622225952148437</c:v>
                </c:pt>
                <c:pt idx="3133">
                  <c:v>0.7622225952148437</c:v>
                </c:pt>
                <c:pt idx="3134">
                  <c:v>0.76091705322265624</c:v>
                </c:pt>
                <c:pt idx="3135">
                  <c:v>0.76091705322265624</c:v>
                </c:pt>
                <c:pt idx="3136">
                  <c:v>0.7581173706054688</c:v>
                </c:pt>
                <c:pt idx="3137">
                  <c:v>0.7581173706054688</c:v>
                </c:pt>
                <c:pt idx="3138">
                  <c:v>0.75690460205078125</c:v>
                </c:pt>
                <c:pt idx="3139">
                  <c:v>0.75690460205078125</c:v>
                </c:pt>
                <c:pt idx="3140">
                  <c:v>0.75563415527343747</c:v>
                </c:pt>
                <c:pt idx="3141">
                  <c:v>0.75563415527343747</c:v>
                </c:pt>
                <c:pt idx="3142">
                  <c:v>0.75419738769531253</c:v>
                </c:pt>
                <c:pt idx="3143">
                  <c:v>0.75419738769531253</c:v>
                </c:pt>
                <c:pt idx="3144">
                  <c:v>0.75216247558593752</c:v>
                </c:pt>
                <c:pt idx="3145">
                  <c:v>0.75216247558593752</c:v>
                </c:pt>
                <c:pt idx="3146">
                  <c:v>0.74993103027343755</c:v>
                </c:pt>
                <c:pt idx="3147">
                  <c:v>0.74993103027343755</c:v>
                </c:pt>
                <c:pt idx="3148">
                  <c:v>0.74792785644531246</c:v>
                </c:pt>
                <c:pt idx="3149">
                  <c:v>0.74792785644531246</c:v>
                </c:pt>
                <c:pt idx="3150">
                  <c:v>0.74592468261718747</c:v>
                </c:pt>
                <c:pt idx="3151">
                  <c:v>0.74592468261718747</c:v>
                </c:pt>
                <c:pt idx="3152">
                  <c:v>0.74388793945312504</c:v>
                </c:pt>
                <c:pt idx="3153">
                  <c:v>0.74388793945312504</c:v>
                </c:pt>
                <c:pt idx="3154">
                  <c:v>0.74118743896484374</c:v>
                </c:pt>
                <c:pt idx="3155">
                  <c:v>0.74118743896484374</c:v>
                </c:pt>
                <c:pt idx="3156">
                  <c:v>0.73894012451171875</c:v>
                </c:pt>
                <c:pt idx="3157">
                  <c:v>0.73894012451171875</c:v>
                </c:pt>
                <c:pt idx="3158">
                  <c:v>0.73492553710937503</c:v>
                </c:pt>
                <c:pt idx="3159">
                  <c:v>0.73492553710937503</c:v>
                </c:pt>
                <c:pt idx="3160">
                  <c:v>0.73191955566406253</c:v>
                </c:pt>
                <c:pt idx="3161">
                  <c:v>0.73191955566406253</c:v>
                </c:pt>
                <c:pt idx="3162">
                  <c:v>0.72994171142578124</c:v>
                </c:pt>
                <c:pt idx="3163">
                  <c:v>0.72994171142578124</c:v>
                </c:pt>
                <c:pt idx="3164">
                  <c:v>0.72857421874999995</c:v>
                </c:pt>
                <c:pt idx="3165">
                  <c:v>0.72857421874999995</c:v>
                </c:pt>
                <c:pt idx="3166">
                  <c:v>0.72695709228515626</c:v>
                </c:pt>
                <c:pt idx="3167">
                  <c:v>0.72695709228515626</c:v>
                </c:pt>
                <c:pt idx="3168">
                  <c:v>0.72547454833984371</c:v>
                </c:pt>
                <c:pt idx="3169">
                  <c:v>0.72547454833984371</c:v>
                </c:pt>
                <c:pt idx="3170">
                  <c:v>0.72273529052734375</c:v>
                </c:pt>
                <c:pt idx="3171">
                  <c:v>0.72273529052734375</c:v>
                </c:pt>
                <c:pt idx="3172">
                  <c:v>0.72065612792968747</c:v>
                </c:pt>
                <c:pt idx="3173">
                  <c:v>0.72065612792968747</c:v>
                </c:pt>
                <c:pt idx="3174">
                  <c:v>0.71799011230468746</c:v>
                </c:pt>
                <c:pt idx="3175">
                  <c:v>0.71799011230468746</c:v>
                </c:pt>
                <c:pt idx="3176">
                  <c:v>0.7152963256835938</c:v>
                </c:pt>
                <c:pt idx="3177">
                  <c:v>0.7152963256835938</c:v>
                </c:pt>
                <c:pt idx="3178">
                  <c:v>0.71353088378906249</c:v>
                </c:pt>
                <c:pt idx="3179">
                  <c:v>0.71353088378906249</c:v>
                </c:pt>
                <c:pt idx="3180">
                  <c:v>0.71016082763671873</c:v>
                </c:pt>
                <c:pt idx="3181">
                  <c:v>0.71016082763671873</c:v>
                </c:pt>
                <c:pt idx="3182">
                  <c:v>0.70666900634765628</c:v>
                </c:pt>
                <c:pt idx="3183">
                  <c:v>0.70666900634765628</c:v>
                </c:pt>
                <c:pt idx="3184">
                  <c:v>0.70353912353515624</c:v>
                </c:pt>
                <c:pt idx="3185">
                  <c:v>0.70353912353515624</c:v>
                </c:pt>
                <c:pt idx="3186">
                  <c:v>0.70033935546875004</c:v>
                </c:pt>
                <c:pt idx="3187">
                  <c:v>0.70033935546875004</c:v>
                </c:pt>
                <c:pt idx="3188">
                  <c:v>0.69846008300781248</c:v>
                </c:pt>
                <c:pt idx="3189">
                  <c:v>0.69846008300781248</c:v>
                </c:pt>
                <c:pt idx="3190">
                  <c:v>0.69480499267578122</c:v>
                </c:pt>
                <c:pt idx="3191">
                  <c:v>0.69480499267578122</c:v>
                </c:pt>
                <c:pt idx="3192">
                  <c:v>0.69175323486328122</c:v>
                </c:pt>
                <c:pt idx="3193">
                  <c:v>0.69175323486328122</c:v>
                </c:pt>
                <c:pt idx="3194">
                  <c:v>0.68877258300781252</c:v>
                </c:pt>
                <c:pt idx="3195">
                  <c:v>0.68877258300781252</c:v>
                </c:pt>
                <c:pt idx="3196">
                  <c:v>0.68673522949218746</c:v>
                </c:pt>
                <c:pt idx="3197">
                  <c:v>0.68673522949218746</c:v>
                </c:pt>
                <c:pt idx="3198">
                  <c:v>0.68330993652343752</c:v>
                </c:pt>
                <c:pt idx="3199">
                  <c:v>0.68330993652343752</c:v>
                </c:pt>
                <c:pt idx="3200">
                  <c:v>0.67861480712890621</c:v>
                </c:pt>
                <c:pt idx="3201">
                  <c:v>0.67861480712890621</c:v>
                </c:pt>
                <c:pt idx="3202">
                  <c:v>0.67532989501953122</c:v>
                </c:pt>
                <c:pt idx="3203">
                  <c:v>0.67532989501953122</c:v>
                </c:pt>
                <c:pt idx="3204">
                  <c:v>0.6717837524414062</c:v>
                </c:pt>
                <c:pt idx="3205">
                  <c:v>0.6717837524414062</c:v>
                </c:pt>
                <c:pt idx="3206">
                  <c:v>0.66594879150390629</c:v>
                </c:pt>
                <c:pt idx="3207">
                  <c:v>0.66594879150390629</c:v>
                </c:pt>
                <c:pt idx="3208">
                  <c:v>0.65972259521484378</c:v>
                </c:pt>
                <c:pt idx="3209">
                  <c:v>0.65972259521484378</c:v>
                </c:pt>
                <c:pt idx="3210">
                  <c:v>0.65551483154296875</c:v>
                </c:pt>
                <c:pt idx="3211">
                  <c:v>0.65551483154296875</c:v>
                </c:pt>
                <c:pt idx="3212">
                  <c:v>0.65289520263671874</c:v>
                </c:pt>
                <c:pt idx="3213">
                  <c:v>0.65289520263671874</c:v>
                </c:pt>
                <c:pt idx="3214">
                  <c:v>0.64922302246093755</c:v>
                </c:pt>
                <c:pt idx="3215">
                  <c:v>0.64922302246093755</c:v>
                </c:pt>
                <c:pt idx="3216">
                  <c:v>0.64230407714843751</c:v>
                </c:pt>
                <c:pt idx="3217">
                  <c:v>0.64230407714843751</c:v>
                </c:pt>
                <c:pt idx="3218">
                  <c:v>0.63903686523437497</c:v>
                </c:pt>
                <c:pt idx="3219">
                  <c:v>0.63903686523437497</c:v>
                </c:pt>
                <c:pt idx="3220">
                  <c:v>0.63590057373046871</c:v>
                </c:pt>
                <c:pt idx="3221">
                  <c:v>0.63590057373046871</c:v>
                </c:pt>
                <c:pt idx="3222">
                  <c:v>0.62915740966796874</c:v>
                </c:pt>
                <c:pt idx="3223">
                  <c:v>0.62915740966796874</c:v>
                </c:pt>
                <c:pt idx="3224">
                  <c:v>0.6210733032226563</c:v>
                </c:pt>
                <c:pt idx="3225">
                  <c:v>0.6210733032226563</c:v>
                </c:pt>
                <c:pt idx="3226">
                  <c:v>0.61676422119140628</c:v>
                </c:pt>
                <c:pt idx="3227">
                  <c:v>0.61676422119140628</c:v>
                </c:pt>
                <c:pt idx="3228">
                  <c:v>0.61361053466796878</c:v>
                </c:pt>
                <c:pt idx="3229">
                  <c:v>0.61361053466796878</c:v>
                </c:pt>
                <c:pt idx="3230">
                  <c:v>0.60945526123046878</c:v>
                </c:pt>
                <c:pt idx="3231">
                  <c:v>0.60945526123046878</c:v>
                </c:pt>
                <c:pt idx="3232">
                  <c:v>0.60647460937499997</c:v>
                </c:pt>
                <c:pt idx="3233">
                  <c:v>0.60647460937499997</c:v>
                </c:pt>
                <c:pt idx="3234">
                  <c:v>0.60295776367187504</c:v>
                </c:pt>
                <c:pt idx="3235">
                  <c:v>0.60295776367187504</c:v>
                </c:pt>
                <c:pt idx="3236">
                  <c:v>0.59932800292968746</c:v>
                </c:pt>
                <c:pt idx="3237">
                  <c:v>0.59932800292968746</c:v>
                </c:pt>
                <c:pt idx="3238">
                  <c:v>0.59307678222656246</c:v>
                </c:pt>
                <c:pt idx="3239">
                  <c:v>0.59307678222656246</c:v>
                </c:pt>
                <c:pt idx="3240">
                  <c:v>0.59079132080078123</c:v>
                </c:pt>
                <c:pt idx="3241">
                  <c:v>0.59079132080078123</c:v>
                </c:pt>
                <c:pt idx="3242">
                  <c:v>0.58612670898437502</c:v>
                </c:pt>
                <c:pt idx="3243">
                  <c:v>0.58612670898437502</c:v>
                </c:pt>
                <c:pt idx="3244">
                  <c:v>0.57930694580078124</c:v>
                </c:pt>
                <c:pt idx="3245">
                  <c:v>0.57930694580078124</c:v>
                </c:pt>
                <c:pt idx="3246">
                  <c:v>0.57279296874999996</c:v>
                </c:pt>
                <c:pt idx="3247">
                  <c:v>0.57279296874999996</c:v>
                </c:pt>
                <c:pt idx="3248">
                  <c:v>0.5686849975585937</c:v>
                </c:pt>
                <c:pt idx="3249">
                  <c:v>0.5686849975585937</c:v>
                </c:pt>
                <c:pt idx="3250">
                  <c:v>0.56551940917968746</c:v>
                </c:pt>
                <c:pt idx="3251">
                  <c:v>0.56551940917968746</c:v>
                </c:pt>
                <c:pt idx="3252">
                  <c:v>0.56218200683593755</c:v>
                </c:pt>
                <c:pt idx="3253">
                  <c:v>0.56218200683593755</c:v>
                </c:pt>
                <c:pt idx="3254">
                  <c:v>0.55873931884765626</c:v>
                </c:pt>
                <c:pt idx="3255">
                  <c:v>0.55873931884765626</c:v>
                </c:pt>
                <c:pt idx="3256">
                  <c:v>0.55491760253906253</c:v>
                </c:pt>
                <c:pt idx="3257">
                  <c:v>0.55491760253906253</c:v>
                </c:pt>
                <c:pt idx="3258">
                  <c:v>0.54981445312499999</c:v>
                </c:pt>
                <c:pt idx="3259">
                  <c:v>0.54981445312499999</c:v>
                </c:pt>
                <c:pt idx="3260">
                  <c:v>0.54448608398437504</c:v>
                </c:pt>
                <c:pt idx="3261">
                  <c:v>0.54448608398437504</c:v>
                </c:pt>
                <c:pt idx="3262">
                  <c:v>0.54116424560546872</c:v>
                </c:pt>
                <c:pt idx="3263">
                  <c:v>0.54116424560546872</c:v>
                </c:pt>
                <c:pt idx="3264">
                  <c:v>0.53699401855468754</c:v>
                </c:pt>
                <c:pt idx="3265">
                  <c:v>0.53699401855468754</c:v>
                </c:pt>
                <c:pt idx="3266">
                  <c:v>0.53322479248046872</c:v>
                </c:pt>
                <c:pt idx="3267">
                  <c:v>0.53322479248046872</c:v>
                </c:pt>
                <c:pt idx="3268">
                  <c:v>0.53049560546874996</c:v>
                </c:pt>
                <c:pt idx="3269">
                  <c:v>0.53049560546874996</c:v>
                </c:pt>
                <c:pt idx="3270">
                  <c:v>0.52400512695312496</c:v>
                </c:pt>
                <c:pt idx="3271">
                  <c:v>0.52400512695312496</c:v>
                </c:pt>
                <c:pt idx="3272">
                  <c:v>0.51813446044921874</c:v>
                </c:pt>
                <c:pt idx="3273">
                  <c:v>0.51813446044921874</c:v>
                </c:pt>
                <c:pt idx="3274">
                  <c:v>0.51373413085937503</c:v>
                </c:pt>
                <c:pt idx="3275">
                  <c:v>0.51373413085937503</c:v>
                </c:pt>
                <c:pt idx="3276">
                  <c:v>0.51111480712890622</c:v>
                </c:pt>
                <c:pt idx="3277">
                  <c:v>0.51111480712890622</c:v>
                </c:pt>
                <c:pt idx="3278">
                  <c:v>0.50497283935546877</c:v>
                </c:pt>
                <c:pt idx="3279">
                  <c:v>0.50497283935546877</c:v>
                </c:pt>
                <c:pt idx="3280">
                  <c:v>0.49900634765625002</c:v>
                </c:pt>
                <c:pt idx="3281">
                  <c:v>0.49900634765625002</c:v>
                </c:pt>
                <c:pt idx="3282">
                  <c:v>0.49161041259765625</c:v>
                </c:pt>
                <c:pt idx="3283">
                  <c:v>0.49161041259765625</c:v>
                </c:pt>
                <c:pt idx="3284">
                  <c:v>0.48896209716796873</c:v>
                </c:pt>
                <c:pt idx="3285">
                  <c:v>0.48896209716796873</c:v>
                </c:pt>
                <c:pt idx="3286">
                  <c:v>0.4835943603515625</c:v>
                </c:pt>
                <c:pt idx="3287">
                  <c:v>0.4835943603515625</c:v>
                </c:pt>
                <c:pt idx="3288">
                  <c:v>0.4787747192382813</c:v>
                </c:pt>
                <c:pt idx="3289">
                  <c:v>0.4787747192382813</c:v>
                </c:pt>
                <c:pt idx="3290">
                  <c:v>0.47327392578124999</c:v>
                </c:pt>
                <c:pt idx="3291">
                  <c:v>0.47327392578124999</c:v>
                </c:pt>
                <c:pt idx="3292">
                  <c:v>0.46832550048828125</c:v>
                </c:pt>
                <c:pt idx="3293">
                  <c:v>0.46832550048828125</c:v>
                </c:pt>
                <c:pt idx="3294">
                  <c:v>0.46382080078124999</c:v>
                </c:pt>
                <c:pt idx="3295">
                  <c:v>0.46382080078124999</c:v>
                </c:pt>
                <c:pt idx="3296">
                  <c:v>0.45917633056640628</c:v>
                </c:pt>
                <c:pt idx="3297">
                  <c:v>0.45917633056640628</c:v>
                </c:pt>
                <c:pt idx="3298">
                  <c:v>0.45521697998046873</c:v>
                </c:pt>
                <c:pt idx="3299">
                  <c:v>0.45521697998046873</c:v>
                </c:pt>
                <c:pt idx="3300">
                  <c:v>0.44952850341796874</c:v>
                </c:pt>
                <c:pt idx="3301">
                  <c:v>0.44952850341796874</c:v>
                </c:pt>
                <c:pt idx="3302">
                  <c:v>0.445185546875</c:v>
                </c:pt>
                <c:pt idx="3303">
                  <c:v>0.445185546875</c:v>
                </c:pt>
                <c:pt idx="3304">
                  <c:v>0.43896728515625</c:v>
                </c:pt>
                <c:pt idx="3305">
                  <c:v>0.43896728515625</c:v>
                </c:pt>
                <c:pt idx="3306">
                  <c:v>0.4289752197265625</c:v>
                </c:pt>
                <c:pt idx="3307">
                  <c:v>0.4289752197265625</c:v>
                </c:pt>
                <c:pt idx="3308">
                  <c:v>0.42510131835937498</c:v>
                </c:pt>
                <c:pt idx="3309">
                  <c:v>0.42510131835937498</c:v>
                </c:pt>
                <c:pt idx="3310">
                  <c:v>0.41762939453124998</c:v>
                </c:pt>
                <c:pt idx="3311">
                  <c:v>0.41762939453124998</c:v>
                </c:pt>
                <c:pt idx="3312">
                  <c:v>0.41472412109375001</c:v>
                </c:pt>
                <c:pt idx="3313">
                  <c:v>0.41472412109375001</c:v>
                </c:pt>
                <c:pt idx="3314">
                  <c:v>0.41327606201171874</c:v>
                </c:pt>
                <c:pt idx="3315">
                  <c:v>0.41327606201171874</c:v>
                </c:pt>
                <c:pt idx="3316">
                  <c:v>0.41028289794921874</c:v>
                </c:pt>
                <c:pt idx="3317">
                  <c:v>0.41028289794921874</c:v>
                </c:pt>
                <c:pt idx="3318">
                  <c:v>0.40313812255859377</c:v>
                </c:pt>
                <c:pt idx="3319">
                  <c:v>0.40313812255859377</c:v>
                </c:pt>
                <c:pt idx="3320">
                  <c:v>0.39915069580078127</c:v>
                </c:pt>
                <c:pt idx="3321">
                  <c:v>0.39915069580078127</c:v>
                </c:pt>
                <c:pt idx="3322">
                  <c:v>0.39596252441406249</c:v>
                </c:pt>
                <c:pt idx="3323">
                  <c:v>0.39596252441406249</c:v>
                </c:pt>
                <c:pt idx="3324">
                  <c:v>0.39129852294921874</c:v>
                </c:pt>
                <c:pt idx="3325">
                  <c:v>0.39129852294921874</c:v>
                </c:pt>
                <c:pt idx="3326">
                  <c:v>0.38808746337890626</c:v>
                </c:pt>
                <c:pt idx="3327">
                  <c:v>0.38808746337890626</c:v>
                </c:pt>
                <c:pt idx="3328">
                  <c:v>0.3816021728515625</c:v>
                </c:pt>
                <c:pt idx="3329">
                  <c:v>0.3816021728515625</c:v>
                </c:pt>
                <c:pt idx="3330">
                  <c:v>0.37459503173828129</c:v>
                </c:pt>
                <c:pt idx="3331">
                  <c:v>0.37459503173828129</c:v>
                </c:pt>
                <c:pt idx="3332">
                  <c:v>0.36959106445312501</c:v>
                </c:pt>
                <c:pt idx="3333">
                  <c:v>0.36959106445312501</c:v>
                </c:pt>
                <c:pt idx="3334">
                  <c:v>0.36690399169921872</c:v>
                </c:pt>
                <c:pt idx="3335">
                  <c:v>0.36690399169921872</c:v>
                </c:pt>
                <c:pt idx="3336">
                  <c:v>0.36337249755859374</c:v>
                </c:pt>
                <c:pt idx="3337">
                  <c:v>0.36337249755859374</c:v>
                </c:pt>
                <c:pt idx="3338">
                  <c:v>0.35807189941406248</c:v>
                </c:pt>
                <c:pt idx="3339">
                  <c:v>0.35807189941406248</c:v>
                </c:pt>
                <c:pt idx="3340">
                  <c:v>0.35493774414062501</c:v>
                </c:pt>
                <c:pt idx="3341">
                  <c:v>0.35493774414062501</c:v>
                </c:pt>
                <c:pt idx="3342">
                  <c:v>0.35104339599609374</c:v>
                </c:pt>
                <c:pt idx="3343">
                  <c:v>0.35104339599609374</c:v>
                </c:pt>
                <c:pt idx="3344">
                  <c:v>0.34686340332031251</c:v>
                </c:pt>
                <c:pt idx="3345">
                  <c:v>0.34686340332031251</c:v>
                </c:pt>
                <c:pt idx="3346">
                  <c:v>0.3431829833984375</c:v>
                </c:pt>
                <c:pt idx="3347">
                  <c:v>0.3431829833984375</c:v>
                </c:pt>
                <c:pt idx="3348">
                  <c:v>0.34081970214843749</c:v>
                </c:pt>
                <c:pt idx="3349">
                  <c:v>0.34081970214843749</c:v>
                </c:pt>
                <c:pt idx="3350">
                  <c:v>0.33773864746093751</c:v>
                </c:pt>
                <c:pt idx="3351">
                  <c:v>0.33773864746093751</c:v>
                </c:pt>
                <c:pt idx="3352">
                  <c:v>0.33296478271484375</c:v>
                </c:pt>
                <c:pt idx="3353">
                  <c:v>0.33296478271484375</c:v>
                </c:pt>
                <c:pt idx="3354">
                  <c:v>0.32951751708984373</c:v>
                </c:pt>
                <c:pt idx="3355">
                  <c:v>0.32951751708984373</c:v>
                </c:pt>
                <c:pt idx="3356">
                  <c:v>0.32586059570312498</c:v>
                </c:pt>
                <c:pt idx="3357">
                  <c:v>0.32586059570312498</c:v>
                </c:pt>
                <c:pt idx="3358">
                  <c:v>0.32168060302734375</c:v>
                </c:pt>
                <c:pt idx="3359">
                  <c:v>0.32168060302734375</c:v>
                </c:pt>
                <c:pt idx="3360">
                  <c:v>0.31878845214843748</c:v>
                </c:pt>
                <c:pt idx="3361">
                  <c:v>0.31878845214843748</c:v>
                </c:pt>
                <c:pt idx="3362">
                  <c:v>0.31291229248046876</c:v>
                </c:pt>
                <c:pt idx="3363">
                  <c:v>0.31291229248046876</c:v>
                </c:pt>
                <c:pt idx="3364">
                  <c:v>0.31107269287109374</c:v>
                </c:pt>
                <c:pt idx="3365">
                  <c:v>0.31107269287109374</c:v>
                </c:pt>
                <c:pt idx="3366">
                  <c:v>0.30701110839843748</c:v>
                </c:pt>
                <c:pt idx="3367">
                  <c:v>0.30701110839843748</c:v>
                </c:pt>
                <c:pt idx="3368">
                  <c:v>0.30080749511718752</c:v>
                </c:pt>
                <c:pt idx="3369">
                  <c:v>0.30080749511718752</c:v>
                </c:pt>
                <c:pt idx="3370">
                  <c:v>0.29794525146484374</c:v>
                </c:pt>
                <c:pt idx="3371">
                  <c:v>0.29794525146484374</c:v>
                </c:pt>
                <c:pt idx="3372">
                  <c:v>0.29336456298828123</c:v>
                </c:pt>
                <c:pt idx="3373">
                  <c:v>0.29336456298828123</c:v>
                </c:pt>
                <c:pt idx="3374">
                  <c:v>0.28809417724609376</c:v>
                </c:pt>
                <c:pt idx="3375">
                  <c:v>0.28809417724609376</c:v>
                </c:pt>
                <c:pt idx="3376">
                  <c:v>0.28453247070312498</c:v>
                </c:pt>
                <c:pt idx="3377">
                  <c:v>0.28453247070312498</c:v>
                </c:pt>
                <c:pt idx="3378">
                  <c:v>0.28108856201171872</c:v>
                </c:pt>
                <c:pt idx="3379">
                  <c:v>0.28108856201171872</c:v>
                </c:pt>
                <c:pt idx="3380">
                  <c:v>0.27573547363281248</c:v>
                </c:pt>
                <c:pt idx="3381">
                  <c:v>0.27573547363281248</c:v>
                </c:pt>
                <c:pt idx="3382">
                  <c:v>0.27117218017578126</c:v>
                </c:pt>
                <c:pt idx="3383">
                  <c:v>0.27117218017578126</c:v>
                </c:pt>
                <c:pt idx="3384">
                  <c:v>0.26661163330078125</c:v>
                </c:pt>
                <c:pt idx="3385">
                  <c:v>0.26661163330078125</c:v>
                </c:pt>
                <c:pt idx="3386">
                  <c:v>0.26303802490234374</c:v>
                </c:pt>
                <c:pt idx="3387">
                  <c:v>0.26303802490234374</c:v>
                </c:pt>
                <c:pt idx="3388">
                  <c:v>0.25833343505859374</c:v>
                </c:pt>
                <c:pt idx="3389">
                  <c:v>0.25833343505859374</c:v>
                </c:pt>
                <c:pt idx="3390">
                  <c:v>0.25405242919921878</c:v>
                </c:pt>
                <c:pt idx="3391">
                  <c:v>0.25405242919921878</c:v>
                </c:pt>
                <c:pt idx="3392">
                  <c:v>0.25064819335937499</c:v>
                </c:pt>
                <c:pt idx="3393">
                  <c:v>0.25064819335937499</c:v>
                </c:pt>
                <c:pt idx="3394">
                  <c:v>0.24740081787109375</c:v>
                </c:pt>
                <c:pt idx="3395">
                  <c:v>0.24740081787109375</c:v>
                </c:pt>
                <c:pt idx="3396">
                  <c:v>0.24524383544921871</c:v>
                </c:pt>
                <c:pt idx="3397">
                  <c:v>0.24524383544921871</c:v>
                </c:pt>
                <c:pt idx="3398">
                  <c:v>0.24357757568359376</c:v>
                </c:pt>
                <c:pt idx="3399">
                  <c:v>0.24357757568359376</c:v>
                </c:pt>
                <c:pt idx="3400">
                  <c:v>0.24188171386718749</c:v>
                </c:pt>
                <c:pt idx="3401">
                  <c:v>0.24188171386718749</c:v>
                </c:pt>
                <c:pt idx="3402">
                  <c:v>0.23932525634765625</c:v>
                </c:pt>
                <c:pt idx="3403">
                  <c:v>0.23932525634765625</c:v>
                </c:pt>
                <c:pt idx="3404">
                  <c:v>0.23334869384765625</c:v>
                </c:pt>
                <c:pt idx="3405">
                  <c:v>0.23334869384765625</c:v>
                </c:pt>
                <c:pt idx="3406">
                  <c:v>0.23015502929687501</c:v>
                </c:pt>
                <c:pt idx="3407">
                  <c:v>0.23015502929687501</c:v>
                </c:pt>
                <c:pt idx="3408">
                  <c:v>0.22734161376953124</c:v>
                </c:pt>
                <c:pt idx="3409">
                  <c:v>0.22734161376953124</c:v>
                </c:pt>
                <c:pt idx="3410">
                  <c:v>0.22464385986328125</c:v>
                </c:pt>
                <c:pt idx="3411">
                  <c:v>0.22464385986328125</c:v>
                </c:pt>
                <c:pt idx="3412">
                  <c:v>0.22209960937500001</c:v>
                </c:pt>
                <c:pt idx="3413">
                  <c:v>0.22209960937500001</c:v>
                </c:pt>
                <c:pt idx="3414">
                  <c:v>0.22046661376953125</c:v>
                </c:pt>
                <c:pt idx="3415">
                  <c:v>0.22046661376953125</c:v>
                </c:pt>
                <c:pt idx="3416">
                  <c:v>0.216888427734375</c:v>
                </c:pt>
                <c:pt idx="3417">
                  <c:v>0.216888427734375</c:v>
                </c:pt>
                <c:pt idx="3418">
                  <c:v>0.21267181396484375</c:v>
                </c:pt>
                <c:pt idx="3419">
                  <c:v>0.21267181396484375</c:v>
                </c:pt>
                <c:pt idx="3420">
                  <c:v>0.20906097412109376</c:v>
                </c:pt>
                <c:pt idx="3421">
                  <c:v>0.20906097412109376</c:v>
                </c:pt>
                <c:pt idx="3422">
                  <c:v>0.20524627685546876</c:v>
                </c:pt>
                <c:pt idx="3423">
                  <c:v>0.20524627685546876</c:v>
                </c:pt>
                <c:pt idx="3424">
                  <c:v>0.20328948974609376</c:v>
                </c:pt>
                <c:pt idx="3425">
                  <c:v>0.20328948974609376</c:v>
                </c:pt>
                <c:pt idx="3426">
                  <c:v>0.19968383789062499</c:v>
                </c:pt>
                <c:pt idx="3427">
                  <c:v>0.19968383789062499</c:v>
                </c:pt>
                <c:pt idx="3428">
                  <c:v>0.19720977783203125</c:v>
                </c:pt>
                <c:pt idx="3429">
                  <c:v>0.19720977783203125</c:v>
                </c:pt>
                <c:pt idx="3430">
                  <c:v>0.19455352783203125</c:v>
                </c:pt>
                <c:pt idx="3431">
                  <c:v>0.19455352783203125</c:v>
                </c:pt>
                <c:pt idx="3432">
                  <c:v>0.19190216064453125</c:v>
                </c:pt>
                <c:pt idx="3433">
                  <c:v>0.19190216064453125</c:v>
                </c:pt>
                <c:pt idx="3434">
                  <c:v>0.18792785644531251</c:v>
                </c:pt>
                <c:pt idx="3435">
                  <c:v>0.18792785644531251</c:v>
                </c:pt>
                <c:pt idx="3436">
                  <c:v>0.18507568359375001</c:v>
                </c:pt>
                <c:pt idx="3437">
                  <c:v>0.18507568359375001</c:v>
                </c:pt>
                <c:pt idx="3438">
                  <c:v>0.18249298095703129</c:v>
                </c:pt>
                <c:pt idx="3439">
                  <c:v>0.18249298095703129</c:v>
                </c:pt>
                <c:pt idx="3440">
                  <c:v>0.18013214111328124</c:v>
                </c:pt>
                <c:pt idx="3441">
                  <c:v>0.18013214111328124</c:v>
                </c:pt>
                <c:pt idx="3442">
                  <c:v>0.17663482666015626</c:v>
                </c:pt>
                <c:pt idx="3443">
                  <c:v>0.17663482666015626</c:v>
                </c:pt>
                <c:pt idx="3444">
                  <c:v>0.17377044677734374</c:v>
                </c:pt>
                <c:pt idx="3445">
                  <c:v>0.17377044677734374</c:v>
                </c:pt>
                <c:pt idx="3446">
                  <c:v>0.17072509765624999</c:v>
                </c:pt>
                <c:pt idx="3447">
                  <c:v>0.17072509765624999</c:v>
                </c:pt>
                <c:pt idx="3448">
                  <c:v>0.16760070800781249</c:v>
                </c:pt>
                <c:pt idx="3449">
                  <c:v>0.16760070800781249</c:v>
                </c:pt>
                <c:pt idx="3450">
                  <c:v>0.16587219238281251</c:v>
                </c:pt>
                <c:pt idx="3451">
                  <c:v>0.16587219238281251</c:v>
                </c:pt>
                <c:pt idx="3452">
                  <c:v>0.16229553222656251</c:v>
                </c:pt>
                <c:pt idx="3453">
                  <c:v>0.16229553222656251</c:v>
                </c:pt>
                <c:pt idx="3454">
                  <c:v>0.15980499267578124</c:v>
                </c:pt>
                <c:pt idx="3455">
                  <c:v>0.15980499267578124</c:v>
                </c:pt>
                <c:pt idx="3456">
                  <c:v>0.15691711425781249</c:v>
                </c:pt>
                <c:pt idx="3457">
                  <c:v>0.15691711425781249</c:v>
                </c:pt>
                <c:pt idx="3458">
                  <c:v>0.15468811035156249</c:v>
                </c:pt>
                <c:pt idx="3459">
                  <c:v>0.15468811035156249</c:v>
                </c:pt>
                <c:pt idx="3460">
                  <c:v>0.15319885253906251</c:v>
                </c:pt>
                <c:pt idx="3461">
                  <c:v>0.15319885253906251</c:v>
                </c:pt>
                <c:pt idx="3462">
                  <c:v>0.15184112548828124</c:v>
                </c:pt>
                <c:pt idx="3463">
                  <c:v>0.15184112548828124</c:v>
                </c:pt>
                <c:pt idx="3464">
                  <c:v>0.14988739013671876</c:v>
                </c:pt>
                <c:pt idx="3465">
                  <c:v>0.14988739013671876</c:v>
                </c:pt>
                <c:pt idx="3466">
                  <c:v>0.14787719726562501</c:v>
                </c:pt>
                <c:pt idx="3467">
                  <c:v>0.14787719726562501</c:v>
                </c:pt>
                <c:pt idx="3468">
                  <c:v>0.14571044921875001</c:v>
                </c:pt>
                <c:pt idx="3469">
                  <c:v>0.14571044921875001</c:v>
                </c:pt>
                <c:pt idx="3470">
                  <c:v>0.14448760986328124</c:v>
                </c:pt>
                <c:pt idx="3471">
                  <c:v>0.14448760986328124</c:v>
                </c:pt>
                <c:pt idx="3472">
                  <c:v>0.14354797363281249</c:v>
                </c:pt>
                <c:pt idx="3473">
                  <c:v>0.14354797363281249</c:v>
                </c:pt>
                <c:pt idx="3474">
                  <c:v>0.14223297119140624</c:v>
                </c:pt>
                <c:pt idx="3475">
                  <c:v>0.14223297119140624</c:v>
                </c:pt>
                <c:pt idx="3476">
                  <c:v>0.14086883544921874</c:v>
                </c:pt>
                <c:pt idx="3477">
                  <c:v>0.14086883544921874</c:v>
                </c:pt>
                <c:pt idx="3478">
                  <c:v>0.13918731689453126</c:v>
                </c:pt>
                <c:pt idx="3479">
                  <c:v>0.13918731689453126</c:v>
                </c:pt>
                <c:pt idx="3480">
                  <c:v>0.13756591796875001</c:v>
                </c:pt>
                <c:pt idx="3481">
                  <c:v>0.13756591796875001</c:v>
                </c:pt>
                <c:pt idx="3482">
                  <c:v>0.13589263916015626</c:v>
                </c:pt>
                <c:pt idx="3483">
                  <c:v>0.13589263916015626</c:v>
                </c:pt>
                <c:pt idx="3484">
                  <c:v>0.13498657226562499</c:v>
                </c:pt>
                <c:pt idx="3485">
                  <c:v>0.13498657226562499</c:v>
                </c:pt>
                <c:pt idx="3486">
                  <c:v>0.1329473876953125</c:v>
                </c:pt>
                <c:pt idx="3487">
                  <c:v>0.1329473876953125</c:v>
                </c:pt>
                <c:pt idx="3488">
                  <c:v>0.13086395263671874</c:v>
                </c:pt>
                <c:pt idx="3489">
                  <c:v>0.13086395263671874</c:v>
                </c:pt>
                <c:pt idx="3490">
                  <c:v>0.12875427246093751</c:v>
                </c:pt>
                <c:pt idx="3491">
                  <c:v>0.12875427246093751</c:v>
                </c:pt>
                <c:pt idx="3492">
                  <c:v>0.12732574462890625</c:v>
                </c:pt>
                <c:pt idx="3493">
                  <c:v>0.12732574462890625</c:v>
                </c:pt>
                <c:pt idx="3494">
                  <c:v>0.12634002685546877</c:v>
                </c:pt>
                <c:pt idx="3495">
                  <c:v>0.12634002685546877</c:v>
                </c:pt>
                <c:pt idx="3496">
                  <c:v>0.12525970458984376</c:v>
                </c:pt>
                <c:pt idx="3497">
                  <c:v>0.12525970458984376</c:v>
                </c:pt>
                <c:pt idx="3498">
                  <c:v>0.12358642578125</c:v>
                </c:pt>
                <c:pt idx="3499">
                  <c:v>0.12358642578125</c:v>
                </c:pt>
                <c:pt idx="3500">
                  <c:v>0.12118316650390625</c:v>
                </c:pt>
                <c:pt idx="3501">
                  <c:v>0.12118316650390625</c:v>
                </c:pt>
                <c:pt idx="3502">
                  <c:v>0.1195184326171875</c:v>
                </c:pt>
                <c:pt idx="3503">
                  <c:v>0.1195184326171875</c:v>
                </c:pt>
                <c:pt idx="3504">
                  <c:v>0.11820648193359376</c:v>
                </c:pt>
                <c:pt idx="3505">
                  <c:v>0.11820648193359376</c:v>
                </c:pt>
                <c:pt idx="3506">
                  <c:v>0.1168359375</c:v>
                </c:pt>
                <c:pt idx="3507">
                  <c:v>0.1168359375</c:v>
                </c:pt>
                <c:pt idx="3508">
                  <c:v>0.11404998779296877</c:v>
                </c:pt>
                <c:pt idx="3509">
                  <c:v>0.11404998779296877</c:v>
                </c:pt>
                <c:pt idx="3510">
                  <c:v>0.11243347167968749</c:v>
                </c:pt>
                <c:pt idx="3511">
                  <c:v>0.11243347167968749</c:v>
                </c:pt>
                <c:pt idx="3512">
                  <c:v>0.11089355468750001</c:v>
                </c:pt>
                <c:pt idx="3513">
                  <c:v>0.11089355468750001</c:v>
                </c:pt>
                <c:pt idx="3514">
                  <c:v>0.1098272705078125</c:v>
                </c:pt>
                <c:pt idx="3515">
                  <c:v>0.1098272705078125</c:v>
                </c:pt>
                <c:pt idx="3516">
                  <c:v>0.10883331298828124</c:v>
                </c:pt>
                <c:pt idx="3517">
                  <c:v>0.10883331298828124</c:v>
                </c:pt>
                <c:pt idx="3518">
                  <c:v>0.1076239013671875</c:v>
                </c:pt>
                <c:pt idx="3519">
                  <c:v>0.1076239013671875</c:v>
                </c:pt>
                <c:pt idx="3520">
                  <c:v>0.106396484375</c:v>
                </c:pt>
                <c:pt idx="3521">
                  <c:v>0.106396484375</c:v>
                </c:pt>
                <c:pt idx="3522">
                  <c:v>0.1031463623046875</c:v>
                </c:pt>
                <c:pt idx="3523">
                  <c:v>0.1031463623046875</c:v>
                </c:pt>
                <c:pt idx="3524">
                  <c:v>0.10239044189453124</c:v>
                </c:pt>
                <c:pt idx="3525">
                  <c:v>0.10239044189453124</c:v>
                </c:pt>
                <c:pt idx="3526">
                  <c:v>0.10089752197265624</c:v>
                </c:pt>
                <c:pt idx="3527">
                  <c:v>0.10089752197265624</c:v>
                </c:pt>
                <c:pt idx="3528">
                  <c:v>9.9351806640624998E-2</c:v>
                </c:pt>
                <c:pt idx="3529">
                  <c:v>9.9351806640624998E-2</c:v>
                </c:pt>
                <c:pt idx="3530">
                  <c:v>9.8404235839843757E-2</c:v>
                </c:pt>
                <c:pt idx="3531">
                  <c:v>9.8404235839843757E-2</c:v>
                </c:pt>
                <c:pt idx="3532">
                  <c:v>9.7376708984375004E-2</c:v>
                </c:pt>
                <c:pt idx="3533">
                  <c:v>9.7376708984375004E-2</c:v>
                </c:pt>
                <c:pt idx="3534">
                  <c:v>9.6303405761718766E-2</c:v>
                </c:pt>
                <c:pt idx="3535">
                  <c:v>9.6303405761718766E-2</c:v>
                </c:pt>
                <c:pt idx="3536">
                  <c:v>9.5367736816406257E-2</c:v>
                </c:pt>
                <c:pt idx="3537">
                  <c:v>9.5367736816406257E-2</c:v>
                </c:pt>
                <c:pt idx="3538">
                  <c:v>9.4251098632812502E-2</c:v>
                </c:pt>
                <c:pt idx="3539">
                  <c:v>9.4251098632812502E-2</c:v>
                </c:pt>
                <c:pt idx="3540">
                  <c:v>9.2421264648437501E-2</c:v>
                </c:pt>
                <c:pt idx="3541">
                  <c:v>9.2421264648437501E-2</c:v>
                </c:pt>
                <c:pt idx="3542">
                  <c:v>9.1632995605468753E-2</c:v>
                </c:pt>
                <c:pt idx="3543">
                  <c:v>9.1632995605468753E-2</c:v>
                </c:pt>
                <c:pt idx="3544">
                  <c:v>9.0151977539062497E-2</c:v>
                </c:pt>
                <c:pt idx="3545">
                  <c:v>9.0151977539062497E-2</c:v>
                </c:pt>
                <c:pt idx="3546">
                  <c:v>8.9580383300781247E-2</c:v>
                </c:pt>
                <c:pt idx="3547">
                  <c:v>8.9580383300781247E-2</c:v>
                </c:pt>
                <c:pt idx="3548">
                  <c:v>8.9160156249999997E-2</c:v>
                </c:pt>
                <c:pt idx="3549">
                  <c:v>8.9160156249999997E-2</c:v>
                </c:pt>
                <c:pt idx="3550">
                  <c:v>8.8358154296875005E-2</c:v>
                </c:pt>
                <c:pt idx="3551">
                  <c:v>8.8358154296875005E-2</c:v>
                </c:pt>
                <c:pt idx="3552">
                  <c:v>8.7349548339843749E-2</c:v>
                </c:pt>
                <c:pt idx="3553">
                  <c:v>8.7349548339843749E-2</c:v>
                </c:pt>
                <c:pt idx="3554">
                  <c:v>8.6037292480468749E-2</c:v>
                </c:pt>
                <c:pt idx="3555">
                  <c:v>8.6037292480468749E-2</c:v>
                </c:pt>
                <c:pt idx="3556">
                  <c:v>8.5052795410156257E-2</c:v>
                </c:pt>
                <c:pt idx="3557">
                  <c:v>8.5052795410156257E-2</c:v>
                </c:pt>
                <c:pt idx="3558">
                  <c:v>8.4130249023437506E-2</c:v>
                </c:pt>
                <c:pt idx="3559">
                  <c:v>8.4130249023437506E-2</c:v>
                </c:pt>
                <c:pt idx="3560">
                  <c:v>8.3268127441406256E-2</c:v>
                </c:pt>
                <c:pt idx="3561">
                  <c:v>8.3268127441406256E-2</c:v>
                </c:pt>
                <c:pt idx="3562">
                  <c:v>8.2920837402343753E-2</c:v>
                </c:pt>
                <c:pt idx="3563">
                  <c:v>8.2920837402343753E-2</c:v>
                </c:pt>
                <c:pt idx="3564">
                  <c:v>8.2140808105468754E-2</c:v>
                </c:pt>
                <c:pt idx="3565">
                  <c:v>8.2140808105468754E-2</c:v>
                </c:pt>
                <c:pt idx="3566">
                  <c:v>8.1189880371093745E-2</c:v>
                </c:pt>
                <c:pt idx="3567">
                  <c:v>8.1189880371093745E-2</c:v>
                </c:pt>
                <c:pt idx="3568">
                  <c:v>8.0497436523437493E-2</c:v>
                </c:pt>
                <c:pt idx="3569">
                  <c:v>8.0497436523437493E-2</c:v>
                </c:pt>
                <c:pt idx="3570">
                  <c:v>7.9151916503906253E-2</c:v>
                </c:pt>
                <c:pt idx="3571">
                  <c:v>7.9151916503906253E-2</c:v>
                </c:pt>
                <c:pt idx="3572">
                  <c:v>7.7906494140625004E-2</c:v>
                </c:pt>
                <c:pt idx="3573">
                  <c:v>7.7906494140625004E-2</c:v>
                </c:pt>
                <c:pt idx="3574">
                  <c:v>7.6833496093749995E-2</c:v>
                </c:pt>
                <c:pt idx="3575">
                  <c:v>7.6833496093749995E-2</c:v>
                </c:pt>
                <c:pt idx="3576">
                  <c:v>7.6419677734374997E-2</c:v>
                </c:pt>
                <c:pt idx="3577">
                  <c:v>7.6419677734374997E-2</c:v>
                </c:pt>
                <c:pt idx="3578">
                  <c:v>7.5736083984374994E-2</c:v>
                </c:pt>
                <c:pt idx="3579">
                  <c:v>7.5736083984374994E-2</c:v>
                </c:pt>
                <c:pt idx="3580">
                  <c:v>7.4850769042968751E-2</c:v>
                </c:pt>
                <c:pt idx="3581">
                  <c:v>7.4850769042968751E-2</c:v>
                </c:pt>
                <c:pt idx="3582">
                  <c:v>7.3965148925781252E-2</c:v>
                </c:pt>
                <c:pt idx="3583">
                  <c:v>7.3965148925781252E-2</c:v>
                </c:pt>
                <c:pt idx="3584">
                  <c:v>7.3189086914062507E-2</c:v>
                </c:pt>
                <c:pt idx="3585">
                  <c:v>7.3189086914062507E-2</c:v>
                </c:pt>
                <c:pt idx="3586">
                  <c:v>7.2343444824218756E-2</c:v>
                </c:pt>
                <c:pt idx="3587">
                  <c:v>7.2343444824218756E-2</c:v>
                </c:pt>
                <c:pt idx="3588">
                  <c:v>7.1471862792968743E-2</c:v>
                </c:pt>
                <c:pt idx="3589">
                  <c:v>7.1471862792968743E-2</c:v>
                </c:pt>
                <c:pt idx="3590">
                  <c:v>7.0778503417968749E-2</c:v>
                </c:pt>
                <c:pt idx="3591">
                  <c:v>7.0778503417968749E-2</c:v>
                </c:pt>
                <c:pt idx="3592">
                  <c:v>7.0021667480468744E-2</c:v>
                </c:pt>
                <c:pt idx="3593">
                  <c:v>7.0021667480468744E-2</c:v>
                </c:pt>
                <c:pt idx="3594">
                  <c:v>6.9477539062499996E-2</c:v>
                </c:pt>
                <c:pt idx="3595">
                  <c:v>6.9477539062499996E-2</c:v>
                </c:pt>
                <c:pt idx="3596">
                  <c:v>6.8991699218749994E-2</c:v>
                </c:pt>
                <c:pt idx="3597">
                  <c:v>6.8991699218749994E-2</c:v>
                </c:pt>
                <c:pt idx="3598">
                  <c:v>6.8070678710937499E-2</c:v>
                </c:pt>
                <c:pt idx="3599">
                  <c:v>6.8070678710937499E-2</c:v>
                </c:pt>
                <c:pt idx="3600">
                  <c:v>6.7368774414062499E-2</c:v>
                </c:pt>
                <c:pt idx="3601">
                  <c:v>6.7368774414062499E-2</c:v>
                </c:pt>
                <c:pt idx="3602">
                  <c:v>6.6815490722656246E-2</c:v>
                </c:pt>
                <c:pt idx="3603">
                  <c:v>6.6815490722656246E-2</c:v>
                </c:pt>
                <c:pt idx="3604">
                  <c:v>6.6116638183593757E-2</c:v>
                </c:pt>
                <c:pt idx="3605">
                  <c:v>6.6116638183593757E-2</c:v>
                </c:pt>
                <c:pt idx="3606">
                  <c:v>6.5687866210937501E-2</c:v>
                </c:pt>
                <c:pt idx="3607">
                  <c:v>6.5687866210937501E-2</c:v>
                </c:pt>
                <c:pt idx="3608">
                  <c:v>6.4996948242187505E-2</c:v>
                </c:pt>
                <c:pt idx="3609">
                  <c:v>6.4996948242187505E-2</c:v>
                </c:pt>
                <c:pt idx="3610">
                  <c:v>6.324005126953125E-2</c:v>
                </c:pt>
                <c:pt idx="3611">
                  <c:v>6.324005126953125E-2</c:v>
                </c:pt>
                <c:pt idx="3612">
                  <c:v>6.24920654296875E-2</c:v>
                </c:pt>
                <c:pt idx="3613">
                  <c:v>6.24920654296875E-2</c:v>
                </c:pt>
                <c:pt idx="3614">
                  <c:v>6.1805114746093751E-2</c:v>
                </c:pt>
                <c:pt idx="3615">
                  <c:v>6.1805114746093751E-2</c:v>
                </c:pt>
                <c:pt idx="3616">
                  <c:v>6.1426086425781248E-2</c:v>
                </c:pt>
                <c:pt idx="3617">
                  <c:v>6.1426086425781248E-2</c:v>
                </c:pt>
                <c:pt idx="3618">
                  <c:v>6.0527648925781247E-2</c:v>
                </c:pt>
                <c:pt idx="3619">
                  <c:v>6.0527648925781247E-2</c:v>
                </c:pt>
                <c:pt idx="3620">
                  <c:v>5.9908752441406248E-2</c:v>
                </c:pt>
                <c:pt idx="3621">
                  <c:v>5.9908752441406248E-2</c:v>
                </c:pt>
                <c:pt idx="3622">
                  <c:v>5.9128417968749999E-2</c:v>
                </c:pt>
                <c:pt idx="3623">
                  <c:v>5.9128417968749999E-2</c:v>
                </c:pt>
                <c:pt idx="3624">
                  <c:v>5.8348999023437501E-2</c:v>
                </c:pt>
                <c:pt idx="3625">
                  <c:v>5.8348999023437501E-2</c:v>
                </c:pt>
                <c:pt idx="3626">
                  <c:v>5.7951049804687502E-2</c:v>
                </c:pt>
                <c:pt idx="3627">
                  <c:v>5.7951049804687502E-2</c:v>
                </c:pt>
                <c:pt idx="3628">
                  <c:v>5.7436828613281248E-2</c:v>
                </c:pt>
                <c:pt idx="3629">
                  <c:v>5.7436828613281248E-2</c:v>
                </c:pt>
                <c:pt idx="3630">
                  <c:v>5.7034606933593752E-2</c:v>
                </c:pt>
                <c:pt idx="3631">
                  <c:v>5.7034606933593752E-2</c:v>
                </c:pt>
                <c:pt idx="3632">
                  <c:v>5.660247802734375E-2</c:v>
                </c:pt>
                <c:pt idx="3633">
                  <c:v>5.660247802734375E-2</c:v>
                </c:pt>
                <c:pt idx="3634">
                  <c:v>5.6041870117187503E-2</c:v>
                </c:pt>
                <c:pt idx="3635">
                  <c:v>5.6041870117187503E-2</c:v>
                </c:pt>
                <c:pt idx="3636">
                  <c:v>5.5524902343750002E-2</c:v>
                </c:pt>
                <c:pt idx="3637">
                  <c:v>5.5524902343750002E-2</c:v>
                </c:pt>
                <c:pt idx="3638">
                  <c:v>5.5089416503906252E-2</c:v>
                </c:pt>
                <c:pt idx="3639">
                  <c:v>5.5089416503906252E-2</c:v>
                </c:pt>
                <c:pt idx="3640">
                  <c:v>5.4639587402343752E-2</c:v>
                </c:pt>
                <c:pt idx="3641">
                  <c:v>5.4639587402343752E-2</c:v>
                </c:pt>
                <c:pt idx="3642">
                  <c:v>5.3809204101562501E-2</c:v>
                </c:pt>
                <c:pt idx="3643">
                  <c:v>5.3809204101562501E-2</c:v>
                </c:pt>
                <c:pt idx="3644">
                  <c:v>5.3376770019531249E-2</c:v>
                </c:pt>
                <c:pt idx="3645">
                  <c:v>5.3376770019531249E-2</c:v>
                </c:pt>
                <c:pt idx="3646">
                  <c:v>5.3067626953125002E-2</c:v>
                </c:pt>
                <c:pt idx="3647">
                  <c:v>5.3067626953125002E-2</c:v>
                </c:pt>
                <c:pt idx="3648">
                  <c:v>5.2723388671875003E-2</c:v>
                </c:pt>
                <c:pt idx="3649">
                  <c:v>5.2723388671875003E-2</c:v>
                </c:pt>
                <c:pt idx="3650">
                  <c:v>5.224609375E-2</c:v>
                </c:pt>
                <c:pt idx="3651">
                  <c:v>5.224609375E-2</c:v>
                </c:pt>
                <c:pt idx="3652">
                  <c:v>5.1802978515625001E-2</c:v>
                </c:pt>
                <c:pt idx="3653">
                  <c:v>5.1802978515625001E-2</c:v>
                </c:pt>
                <c:pt idx="3654">
                  <c:v>5.1532897949218753E-2</c:v>
                </c:pt>
                <c:pt idx="3655">
                  <c:v>5.1532897949218753E-2</c:v>
                </c:pt>
                <c:pt idx="3656">
                  <c:v>5.0984802246093752E-2</c:v>
                </c:pt>
                <c:pt idx="3657">
                  <c:v>5.0984802246093752E-2</c:v>
                </c:pt>
                <c:pt idx="3658">
                  <c:v>5.0565490722656252E-2</c:v>
                </c:pt>
                <c:pt idx="3659">
                  <c:v>5.0565490722656252E-2</c:v>
                </c:pt>
                <c:pt idx="3660">
                  <c:v>4.9953918457031253E-2</c:v>
                </c:pt>
                <c:pt idx="3661">
                  <c:v>4.9953918457031253E-2</c:v>
                </c:pt>
                <c:pt idx="3662">
                  <c:v>4.9343566894531253E-2</c:v>
                </c:pt>
                <c:pt idx="3663">
                  <c:v>4.9343566894531253E-2</c:v>
                </c:pt>
                <c:pt idx="3664">
                  <c:v>4.8502807617187498E-2</c:v>
                </c:pt>
                <c:pt idx="3665">
                  <c:v>4.8502807617187498E-2</c:v>
                </c:pt>
                <c:pt idx="3666">
                  <c:v>4.8009948730468752E-2</c:v>
                </c:pt>
                <c:pt idx="3667">
                  <c:v>4.8009948730468752E-2</c:v>
                </c:pt>
                <c:pt idx="3668">
                  <c:v>4.747039794921875E-2</c:v>
                </c:pt>
                <c:pt idx="3669">
                  <c:v>4.747039794921875E-2</c:v>
                </c:pt>
                <c:pt idx="3670">
                  <c:v>4.7048339843750002E-2</c:v>
                </c:pt>
                <c:pt idx="3671">
                  <c:v>4.7048339843750002E-2</c:v>
                </c:pt>
                <c:pt idx="3672">
                  <c:v>4.652374267578125E-2</c:v>
                </c:pt>
                <c:pt idx="3673">
                  <c:v>4.652374267578125E-2</c:v>
                </c:pt>
                <c:pt idx="3674">
                  <c:v>4.6084594726562497E-2</c:v>
                </c:pt>
                <c:pt idx="3675">
                  <c:v>4.6084594726562497E-2</c:v>
                </c:pt>
                <c:pt idx="3676">
                  <c:v>4.5886840820312497E-2</c:v>
                </c:pt>
                <c:pt idx="3677">
                  <c:v>4.5886840820312497E-2</c:v>
                </c:pt>
                <c:pt idx="3678">
                  <c:v>4.5319519042968749E-2</c:v>
                </c:pt>
                <c:pt idx="3679">
                  <c:v>4.5319519042968749E-2</c:v>
                </c:pt>
                <c:pt idx="3680">
                  <c:v>4.4671936035156248E-2</c:v>
                </c:pt>
                <c:pt idx="3681">
                  <c:v>4.4671936035156248E-2</c:v>
                </c:pt>
                <c:pt idx="3682">
                  <c:v>4.454071044921875E-2</c:v>
                </c:pt>
                <c:pt idx="3683">
                  <c:v>4.454071044921875E-2</c:v>
                </c:pt>
                <c:pt idx="3684">
                  <c:v>4.4164428710937502E-2</c:v>
                </c:pt>
                <c:pt idx="3685">
                  <c:v>4.4164428710937502E-2</c:v>
                </c:pt>
                <c:pt idx="3686">
                  <c:v>4.3770446777343749E-2</c:v>
                </c:pt>
                <c:pt idx="3687">
                  <c:v>4.3770446777343749E-2</c:v>
                </c:pt>
                <c:pt idx="3688">
                  <c:v>4.3239746093750003E-2</c:v>
                </c:pt>
                <c:pt idx="3689">
                  <c:v>4.3239746093750003E-2</c:v>
                </c:pt>
                <c:pt idx="3690">
                  <c:v>4.2978515624999998E-2</c:v>
                </c:pt>
                <c:pt idx="3691">
                  <c:v>4.2978515624999998E-2</c:v>
                </c:pt>
                <c:pt idx="3692">
                  <c:v>4.2379150390625002E-2</c:v>
                </c:pt>
                <c:pt idx="3693">
                  <c:v>4.2379150390625002E-2</c:v>
                </c:pt>
                <c:pt idx="3694">
                  <c:v>4.1924438476562499E-2</c:v>
                </c:pt>
                <c:pt idx="3695">
                  <c:v>4.1924438476562499E-2</c:v>
                </c:pt>
                <c:pt idx="3696">
                  <c:v>4.1412963867187499E-2</c:v>
                </c:pt>
                <c:pt idx="3697">
                  <c:v>4.1412963867187499E-2</c:v>
                </c:pt>
                <c:pt idx="3698">
                  <c:v>4.0805053710937497E-2</c:v>
                </c:pt>
                <c:pt idx="3699">
                  <c:v>4.0805053710937497E-2</c:v>
                </c:pt>
                <c:pt idx="3700">
                  <c:v>4.0418395996093752E-2</c:v>
                </c:pt>
                <c:pt idx="3701">
                  <c:v>4.0418395996093752E-2</c:v>
                </c:pt>
                <c:pt idx="3702">
                  <c:v>4.0108642578124999E-2</c:v>
                </c:pt>
                <c:pt idx="3703">
                  <c:v>4.0108642578124999E-2</c:v>
                </c:pt>
                <c:pt idx="3704">
                  <c:v>3.9906311035156253E-2</c:v>
                </c:pt>
                <c:pt idx="3705">
                  <c:v>3.9906311035156253E-2</c:v>
                </c:pt>
                <c:pt idx="3706">
                  <c:v>3.9544982910156248E-2</c:v>
                </c:pt>
                <c:pt idx="3707">
                  <c:v>3.9544982910156248E-2</c:v>
                </c:pt>
                <c:pt idx="3708">
                  <c:v>3.9057006835937498E-2</c:v>
                </c:pt>
                <c:pt idx="3709">
                  <c:v>3.9057006835937498E-2</c:v>
                </c:pt>
                <c:pt idx="3710">
                  <c:v>3.8783569335937497E-2</c:v>
                </c:pt>
                <c:pt idx="3711">
                  <c:v>3.8783569335937497E-2</c:v>
                </c:pt>
                <c:pt idx="3712">
                  <c:v>3.8541259765625002E-2</c:v>
                </c:pt>
                <c:pt idx="3713">
                  <c:v>3.8541259765625002E-2</c:v>
                </c:pt>
                <c:pt idx="3714">
                  <c:v>3.8353576660156249E-2</c:v>
                </c:pt>
                <c:pt idx="3715">
                  <c:v>3.8353576660156249E-2</c:v>
                </c:pt>
                <c:pt idx="3716">
                  <c:v>3.7997741699218747E-2</c:v>
                </c:pt>
                <c:pt idx="3717">
                  <c:v>3.7997741699218747E-2</c:v>
                </c:pt>
                <c:pt idx="3718">
                  <c:v>3.7770690917968752E-2</c:v>
                </c:pt>
                <c:pt idx="3719">
                  <c:v>3.7770690917968752E-2</c:v>
                </c:pt>
                <c:pt idx="3720">
                  <c:v>3.7321777343750001E-2</c:v>
                </c:pt>
                <c:pt idx="3721">
                  <c:v>3.7321777343750001E-2</c:v>
                </c:pt>
                <c:pt idx="3722">
                  <c:v>3.7167968750000002E-2</c:v>
                </c:pt>
                <c:pt idx="3723">
                  <c:v>3.7167968750000002E-2</c:v>
                </c:pt>
                <c:pt idx="3724">
                  <c:v>3.6975402832031247E-2</c:v>
                </c:pt>
                <c:pt idx="3725">
                  <c:v>3.6975402832031247E-2</c:v>
                </c:pt>
                <c:pt idx="3726">
                  <c:v>3.6472778320312503E-2</c:v>
                </c:pt>
                <c:pt idx="3727">
                  <c:v>3.6472778320312503E-2</c:v>
                </c:pt>
                <c:pt idx="3728">
                  <c:v>3.6102294921875E-2</c:v>
                </c:pt>
                <c:pt idx="3729">
                  <c:v>3.6102294921875E-2</c:v>
                </c:pt>
                <c:pt idx="3730">
                  <c:v>3.57440185546875E-2</c:v>
                </c:pt>
                <c:pt idx="3731">
                  <c:v>3.57440185546875E-2</c:v>
                </c:pt>
                <c:pt idx="3732">
                  <c:v>3.53466796875E-2</c:v>
                </c:pt>
                <c:pt idx="3733">
                  <c:v>3.53466796875E-2</c:v>
                </c:pt>
                <c:pt idx="3734">
                  <c:v>3.5068664550781253E-2</c:v>
                </c:pt>
                <c:pt idx="3735">
                  <c:v>3.5068664550781253E-2</c:v>
                </c:pt>
                <c:pt idx="3736">
                  <c:v>3.4562377929687499E-2</c:v>
                </c:pt>
                <c:pt idx="3737">
                  <c:v>3.4562377929687499E-2</c:v>
                </c:pt>
                <c:pt idx="3738">
                  <c:v>3.4389038085937497E-2</c:v>
                </c:pt>
                <c:pt idx="3739">
                  <c:v>3.4389038085937497E-2</c:v>
                </c:pt>
                <c:pt idx="3740">
                  <c:v>3.4196777343749998E-2</c:v>
                </c:pt>
                <c:pt idx="3741">
                  <c:v>3.4196777343749998E-2</c:v>
                </c:pt>
                <c:pt idx="3742">
                  <c:v>3.3641357421874997E-2</c:v>
                </c:pt>
                <c:pt idx="3743">
                  <c:v>3.3641357421874997E-2</c:v>
                </c:pt>
                <c:pt idx="3744">
                  <c:v>3.3273315429687499E-2</c:v>
                </c:pt>
                <c:pt idx="3745">
                  <c:v>3.3273315429687499E-2</c:v>
                </c:pt>
                <c:pt idx="3746">
                  <c:v>3.2992858886718747E-2</c:v>
                </c:pt>
                <c:pt idx="3747">
                  <c:v>3.2992858886718747E-2</c:v>
                </c:pt>
                <c:pt idx="3748">
                  <c:v>3.2632751464843748E-2</c:v>
                </c:pt>
                <c:pt idx="3749">
                  <c:v>3.2632751464843748E-2</c:v>
                </c:pt>
                <c:pt idx="3750">
                  <c:v>3.2385864257812501E-2</c:v>
                </c:pt>
                <c:pt idx="3751">
                  <c:v>3.2385864257812501E-2</c:v>
                </c:pt>
                <c:pt idx="3752">
                  <c:v>3.21502685546875E-2</c:v>
                </c:pt>
                <c:pt idx="3753">
                  <c:v>3.21502685546875E-2</c:v>
                </c:pt>
                <c:pt idx="3754">
                  <c:v>3.20819091796875E-2</c:v>
                </c:pt>
                <c:pt idx="3755">
                  <c:v>3.20819091796875E-2</c:v>
                </c:pt>
                <c:pt idx="3756">
                  <c:v>3.1745300292968751E-2</c:v>
                </c:pt>
                <c:pt idx="3757">
                  <c:v>3.1745300292968751E-2</c:v>
                </c:pt>
                <c:pt idx="3758">
                  <c:v>3.1461181640625002E-2</c:v>
                </c:pt>
                <c:pt idx="3759">
                  <c:v>3.1461181640625002E-2</c:v>
                </c:pt>
                <c:pt idx="3760">
                  <c:v>3.1261901855468753E-2</c:v>
                </c:pt>
                <c:pt idx="3761">
                  <c:v>3.1261901855468753E-2</c:v>
                </c:pt>
                <c:pt idx="3762">
                  <c:v>3.1083374023437499E-2</c:v>
                </c:pt>
                <c:pt idx="3763">
                  <c:v>3.1083374023437499E-2</c:v>
                </c:pt>
                <c:pt idx="3764">
                  <c:v>3.0884399414062499E-2</c:v>
                </c:pt>
                <c:pt idx="3765">
                  <c:v>3.0884399414062499E-2</c:v>
                </c:pt>
                <c:pt idx="3766">
                  <c:v>3.0652465820312499E-2</c:v>
                </c:pt>
                <c:pt idx="3767">
                  <c:v>3.0652465820312499E-2</c:v>
                </c:pt>
                <c:pt idx="3768">
                  <c:v>3.0264282226562501E-2</c:v>
                </c:pt>
                <c:pt idx="3769">
                  <c:v>3.0264282226562501E-2</c:v>
                </c:pt>
                <c:pt idx="3770">
                  <c:v>2.9932250976562502E-2</c:v>
                </c:pt>
                <c:pt idx="3771">
                  <c:v>2.9932250976562502E-2</c:v>
                </c:pt>
                <c:pt idx="3772">
                  <c:v>2.9684143066406252E-2</c:v>
                </c:pt>
                <c:pt idx="3773">
                  <c:v>2.9684143066406252E-2</c:v>
                </c:pt>
                <c:pt idx="3774">
                  <c:v>2.9425964355468751E-2</c:v>
                </c:pt>
                <c:pt idx="3775">
                  <c:v>2.9425964355468751E-2</c:v>
                </c:pt>
                <c:pt idx="3776">
                  <c:v>2.9051208496093751E-2</c:v>
                </c:pt>
                <c:pt idx="3777">
                  <c:v>2.9051208496093751E-2</c:v>
                </c:pt>
                <c:pt idx="3778">
                  <c:v>2.8760986328125002E-2</c:v>
                </c:pt>
                <c:pt idx="3779">
                  <c:v>2.8760986328125002E-2</c:v>
                </c:pt>
                <c:pt idx="3780">
                  <c:v>2.85797119140625E-2</c:v>
                </c:pt>
                <c:pt idx="3781">
                  <c:v>2.85797119140625E-2</c:v>
                </c:pt>
                <c:pt idx="3782">
                  <c:v>2.8357543945312501E-2</c:v>
                </c:pt>
                <c:pt idx="3783">
                  <c:v>2.8357543945312501E-2</c:v>
                </c:pt>
                <c:pt idx="3784">
                  <c:v>2.8139648437500001E-2</c:v>
                </c:pt>
                <c:pt idx="3785">
                  <c:v>2.8139648437500001E-2</c:v>
                </c:pt>
                <c:pt idx="3786">
                  <c:v>2.786590576171875E-2</c:v>
                </c:pt>
                <c:pt idx="3787">
                  <c:v>2.786590576171875E-2</c:v>
                </c:pt>
                <c:pt idx="3788">
                  <c:v>2.78204345703125E-2</c:v>
                </c:pt>
                <c:pt idx="3789">
                  <c:v>2.78204345703125E-2</c:v>
                </c:pt>
                <c:pt idx="3790">
                  <c:v>2.763763427734375E-2</c:v>
                </c:pt>
                <c:pt idx="3791">
                  <c:v>2.763763427734375E-2</c:v>
                </c:pt>
                <c:pt idx="3792">
                  <c:v>2.7411804199218751E-2</c:v>
                </c:pt>
                <c:pt idx="3793">
                  <c:v>2.7411804199218751E-2</c:v>
                </c:pt>
                <c:pt idx="3794">
                  <c:v>2.724853515625E-2</c:v>
                </c:pt>
                <c:pt idx="3795">
                  <c:v>2.724853515625E-2</c:v>
                </c:pt>
                <c:pt idx="3796">
                  <c:v>2.703887939453125E-2</c:v>
                </c:pt>
                <c:pt idx="3797">
                  <c:v>2.703887939453125E-2</c:v>
                </c:pt>
                <c:pt idx="3798">
                  <c:v>2.6866455078125E-2</c:v>
                </c:pt>
                <c:pt idx="3799">
                  <c:v>2.6866455078125E-2</c:v>
                </c:pt>
                <c:pt idx="3800">
                  <c:v>2.6735839843750001E-2</c:v>
                </c:pt>
                <c:pt idx="3801">
                  <c:v>2.6735839843750001E-2</c:v>
                </c:pt>
                <c:pt idx="3802">
                  <c:v>2.6477050781250001E-2</c:v>
                </c:pt>
                <c:pt idx="3803">
                  <c:v>2.6477050781250001E-2</c:v>
                </c:pt>
                <c:pt idx="3804">
                  <c:v>2.635162353515625E-2</c:v>
                </c:pt>
                <c:pt idx="3805">
                  <c:v>2.635162353515625E-2</c:v>
                </c:pt>
                <c:pt idx="3806">
                  <c:v>2.6175842285156251E-2</c:v>
                </c:pt>
                <c:pt idx="3807">
                  <c:v>2.6175842285156251E-2</c:v>
                </c:pt>
                <c:pt idx="3808">
                  <c:v>2.6048278808593749E-2</c:v>
                </c:pt>
                <c:pt idx="3809">
                  <c:v>2.6048278808593749E-2</c:v>
                </c:pt>
                <c:pt idx="3810">
                  <c:v>2.584808349609375E-2</c:v>
                </c:pt>
                <c:pt idx="3811">
                  <c:v>2.584808349609375E-2</c:v>
                </c:pt>
                <c:pt idx="3812">
                  <c:v>2.5713195800781252E-2</c:v>
                </c:pt>
                <c:pt idx="3813">
                  <c:v>2.5713195800781252E-2</c:v>
                </c:pt>
                <c:pt idx="3814">
                  <c:v>2.5563659667968749E-2</c:v>
                </c:pt>
                <c:pt idx="3815">
                  <c:v>2.5563659667968749E-2</c:v>
                </c:pt>
                <c:pt idx="3816">
                  <c:v>2.5337829589843749E-2</c:v>
                </c:pt>
                <c:pt idx="3817">
                  <c:v>2.5337829589843749E-2</c:v>
                </c:pt>
                <c:pt idx="3818">
                  <c:v>2.5183715820312501E-2</c:v>
                </c:pt>
                <c:pt idx="3819">
                  <c:v>2.5183715820312501E-2</c:v>
                </c:pt>
                <c:pt idx="3820">
                  <c:v>2.4960327148437499E-2</c:v>
                </c:pt>
                <c:pt idx="3821">
                  <c:v>2.4960327148437499E-2</c:v>
                </c:pt>
                <c:pt idx="3822">
                  <c:v>2.4830627441406249E-2</c:v>
                </c:pt>
                <c:pt idx="3823">
                  <c:v>2.4830627441406249E-2</c:v>
                </c:pt>
                <c:pt idx="3824">
                  <c:v>2.4637145996093748E-2</c:v>
                </c:pt>
                <c:pt idx="3825">
                  <c:v>2.4637145996093748E-2</c:v>
                </c:pt>
                <c:pt idx="3826">
                  <c:v>2.4493103027343751E-2</c:v>
                </c:pt>
                <c:pt idx="3827">
                  <c:v>2.4493103027343751E-2</c:v>
                </c:pt>
                <c:pt idx="3828">
                  <c:v>2.4338378906249999E-2</c:v>
                </c:pt>
                <c:pt idx="3829">
                  <c:v>2.4338378906249999E-2</c:v>
                </c:pt>
                <c:pt idx="3830">
                  <c:v>2.4233398437500001E-2</c:v>
                </c:pt>
                <c:pt idx="3831">
                  <c:v>2.4233398437500001E-2</c:v>
                </c:pt>
                <c:pt idx="3832">
                  <c:v>2.39715576171875E-2</c:v>
                </c:pt>
                <c:pt idx="3833">
                  <c:v>2.39715576171875E-2</c:v>
                </c:pt>
                <c:pt idx="3834">
                  <c:v>2.3732910156249998E-2</c:v>
                </c:pt>
                <c:pt idx="3835">
                  <c:v>2.3732910156249998E-2</c:v>
                </c:pt>
                <c:pt idx="3836">
                  <c:v>2.3509216308593751E-2</c:v>
                </c:pt>
                <c:pt idx="3837">
                  <c:v>2.3509216308593751E-2</c:v>
                </c:pt>
                <c:pt idx="3838">
                  <c:v>2.3417663574218751E-2</c:v>
                </c:pt>
                <c:pt idx="3839">
                  <c:v>2.3417663574218751E-2</c:v>
                </c:pt>
                <c:pt idx="3840">
                  <c:v>2.3298339843750002E-2</c:v>
                </c:pt>
                <c:pt idx="3841">
                  <c:v>2.3298339843750002E-2</c:v>
                </c:pt>
                <c:pt idx="3842">
                  <c:v>2.3136901855468749E-2</c:v>
                </c:pt>
                <c:pt idx="3843">
                  <c:v>2.3136901855468749E-2</c:v>
                </c:pt>
                <c:pt idx="3844">
                  <c:v>2.29266357421875E-2</c:v>
                </c:pt>
                <c:pt idx="3845">
                  <c:v>2.29266357421875E-2</c:v>
                </c:pt>
                <c:pt idx="3846">
                  <c:v>2.2616577148437501E-2</c:v>
                </c:pt>
                <c:pt idx="3847">
                  <c:v>2.2616577148437501E-2</c:v>
                </c:pt>
                <c:pt idx="3848">
                  <c:v>2.2469482421874999E-2</c:v>
                </c:pt>
                <c:pt idx="3849">
                  <c:v>2.2469482421874999E-2</c:v>
                </c:pt>
                <c:pt idx="3850">
                  <c:v>2.2066040039062498E-2</c:v>
                </c:pt>
                <c:pt idx="3851">
                  <c:v>2.2066040039062498E-2</c:v>
                </c:pt>
                <c:pt idx="3852">
                  <c:v>2.1940002441406248E-2</c:v>
                </c:pt>
                <c:pt idx="3853">
                  <c:v>2.1940002441406248E-2</c:v>
                </c:pt>
                <c:pt idx="3854">
                  <c:v>2.1849975585937501E-2</c:v>
                </c:pt>
                <c:pt idx="3855">
                  <c:v>2.1849975585937501E-2</c:v>
                </c:pt>
                <c:pt idx="3856">
                  <c:v>2.1611938476562498E-2</c:v>
                </c:pt>
                <c:pt idx="3857">
                  <c:v>2.1611938476562498E-2</c:v>
                </c:pt>
                <c:pt idx="3858">
                  <c:v>2.1430358886718751E-2</c:v>
                </c:pt>
                <c:pt idx="3859">
                  <c:v>2.1430358886718751E-2</c:v>
                </c:pt>
                <c:pt idx="3860">
                  <c:v>2.1345520019531251E-2</c:v>
                </c:pt>
                <c:pt idx="3861">
                  <c:v>2.1345520019531251E-2</c:v>
                </c:pt>
                <c:pt idx="3862">
                  <c:v>2.1226806640624998E-2</c:v>
                </c:pt>
                <c:pt idx="3863">
                  <c:v>2.1226806640624998E-2</c:v>
                </c:pt>
                <c:pt idx="3864">
                  <c:v>2.1115722656249999E-2</c:v>
                </c:pt>
                <c:pt idx="3865">
                  <c:v>2.1115722656249999E-2</c:v>
                </c:pt>
                <c:pt idx="3866">
                  <c:v>2.0952758789062501E-2</c:v>
                </c:pt>
                <c:pt idx="3867">
                  <c:v>2.0952758789062501E-2</c:v>
                </c:pt>
                <c:pt idx="3868">
                  <c:v>2.07904052734375E-2</c:v>
                </c:pt>
                <c:pt idx="3869">
                  <c:v>2.07904052734375E-2</c:v>
                </c:pt>
                <c:pt idx="3870">
                  <c:v>2.0757141113281249E-2</c:v>
                </c:pt>
                <c:pt idx="3871">
                  <c:v>2.0757141113281249E-2</c:v>
                </c:pt>
                <c:pt idx="3872">
                  <c:v>2.0605468750000001E-2</c:v>
                </c:pt>
                <c:pt idx="3873">
                  <c:v>2.0605468750000001E-2</c:v>
                </c:pt>
                <c:pt idx="3874">
                  <c:v>2.0450439453125E-2</c:v>
                </c:pt>
                <c:pt idx="3875">
                  <c:v>2.0450439453125E-2</c:v>
                </c:pt>
                <c:pt idx="3876">
                  <c:v>2.0317993164062499E-2</c:v>
                </c:pt>
                <c:pt idx="3877">
                  <c:v>2.0317993164062499E-2</c:v>
                </c:pt>
                <c:pt idx="3878">
                  <c:v>2.00848388671875E-2</c:v>
                </c:pt>
                <c:pt idx="3879">
                  <c:v>2.00848388671875E-2</c:v>
                </c:pt>
                <c:pt idx="3880">
                  <c:v>1.995086669921875E-2</c:v>
                </c:pt>
                <c:pt idx="3881">
                  <c:v>1.995086669921875E-2</c:v>
                </c:pt>
                <c:pt idx="3882">
                  <c:v>1.98138427734375E-2</c:v>
                </c:pt>
                <c:pt idx="3883">
                  <c:v>1.98138427734375E-2</c:v>
                </c:pt>
                <c:pt idx="3884">
                  <c:v>1.9638977050781249E-2</c:v>
                </c:pt>
                <c:pt idx="3885">
                  <c:v>1.9638977050781249E-2</c:v>
                </c:pt>
                <c:pt idx="3886">
                  <c:v>1.9552307128906252E-2</c:v>
                </c:pt>
                <c:pt idx="3887">
                  <c:v>1.9552307128906252E-2</c:v>
                </c:pt>
                <c:pt idx="3888">
                  <c:v>1.949310302734375E-2</c:v>
                </c:pt>
                <c:pt idx="3889">
                  <c:v>1.949310302734375E-2</c:v>
                </c:pt>
                <c:pt idx="3890">
                  <c:v>1.9388732910156251E-2</c:v>
                </c:pt>
                <c:pt idx="3891">
                  <c:v>1.9388732910156251E-2</c:v>
                </c:pt>
                <c:pt idx="3892">
                  <c:v>1.929901123046875E-2</c:v>
                </c:pt>
                <c:pt idx="3893">
                  <c:v>1.929901123046875E-2</c:v>
                </c:pt>
                <c:pt idx="3894">
                  <c:v>1.9240722656250001E-2</c:v>
                </c:pt>
                <c:pt idx="3895">
                  <c:v>1.9240722656250001E-2</c:v>
                </c:pt>
                <c:pt idx="3896">
                  <c:v>1.9148254394531251E-2</c:v>
                </c:pt>
                <c:pt idx="3897">
                  <c:v>1.9148254394531251E-2</c:v>
                </c:pt>
                <c:pt idx="3898">
                  <c:v>1.903533935546875E-2</c:v>
                </c:pt>
                <c:pt idx="3899">
                  <c:v>1.903533935546875E-2</c:v>
                </c:pt>
                <c:pt idx="3900">
                  <c:v>1.8981018066406251E-2</c:v>
                </c:pt>
                <c:pt idx="3901">
                  <c:v>1.8981018066406251E-2</c:v>
                </c:pt>
                <c:pt idx="3902">
                  <c:v>1.8941650390624998E-2</c:v>
                </c:pt>
                <c:pt idx="3903">
                  <c:v>1.8941650390624998E-2</c:v>
                </c:pt>
                <c:pt idx="3904">
                  <c:v>1.8876037597656249E-2</c:v>
                </c:pt>
                <c:pt idx="3905">
                  <c:v>1.8876037597656249E-2</c:v>
                </c:pt>
                <c:pt idx="3906">
                  <c:v>1.8705749511718751E-2</c:v>
                </c:pt>
                <c:pt idx="3907">
                  <c:v>1.8705749511718751E-2</c:v>
                </c:pt>
                <c:pt idx="3908">
                  <c:v>1.8521728515624999E-2</c:v>
                </c:pt>
                <c:pt idx="3909">
                  <c:v>1.8521728515624999E-2</c:v>
                </c:pt>
                <c:pt idx="3910">
                  <c:v>1.8423461914062501E-2</c:v>
                </c:pt>
                <c:pt idx="3911">
                  <c:v>1.8423461914062501E-2</c:v>
                </c:pt>
                <c:pt idx="3912">
                  <c:v>1.81884765625E-2</c:v>
                </c:pt>
                <c:pt idx="3913">
                  <c:v>1.81884765625E-2</c:v>
                </c:pt>
                <c:pt idx="3914">
                  <c:v>1.807373046875E-2</c:v>
                </c:pt>
                <c:pt idx="3915">
                  <c:v>1.807373046875E-2</c:v>
                </c:pt>
                <c:pt idx="3916">
                  <c:v>1.7982177734375E-2</c:v>
                </c:pt>
                <c:pt idx="3917">
                  <c:v>1.7982177734375E-2</c:v>
                </c:pt>
                <c:pt idx="3918">
                  <c:v>1.7893981933593751E-2</c:v>
                </c:pt>
                <c:pt idx="3919">
                  <c:v>1.7893981933593751E-2</c:v>
                </c:pt>
                <c:pt idx="3920">
                  <c:v>1.7785949707031248E-2</c:v>
                </c:pt>
                <c:pt idx="3921">
                  <c:v>1.7785949707031248E-2</c:v>
                </c:pt>
                <c:pt idx="3922">
                  <c:v>1.7675781250000001E-2</c:v>
                </c:pt>
                <c:pt idx="3923">
                  <c:v>1.7675781250000001E-2</c:v>
                </c:pt>
                <c:pt idx="3924">
                  <c:v>1.7584533691406251E-2</c:v>
                </c:pt>
                <c:pt idx="3925">
                  <c:v>1.7584533691406251E-2</c:v>
                </c:pt>
                <c:pt idx="3926">
                  <c:v>1.753997802734375E-2</c:v>
                </c:pt>
                <c:pt idx="3927">
                  <c:v>1.753997802734375E-2</c:v>
                </c:pt>
                <c:pt idx="3928">
                  <c:v>1.736053466796875E-2</c:v>
                </c:pt>
                <c:pt idx="3929">
                  <c:v>1.736053466796875E-2</c:v>
                </c:pt>
                <c:pt idx="3930">
                  <c:v>1.73114013671875E-2</c:v>
                </c:pt>
                <c:pt idx="3931">
                  <c:v>1.73114013671875E-2</c:v>
                </c:pt>
                <c:pt idx="3932">
                  <c:v>1.7255249023437499E-2</c:v>
                </c:pt>
                <c:pt idx="3933">
                  <c:v>1.7255249023437499E-2</c:v>
                </c:pt>
                <c:pt idx="3934">
                  <c:v>1.7000122070312498E-2</c:v>
                </c:pt>
                <c:pt idx="3935">
                  <c:v>1.7000122070312498E-2</c:v>
                </c:pt>
                <c:pt idx="3936">
                  <c:v>1.6936035156250001E-2</c:v>
                </c:pt>
                <c:pt idx="3937">
                  <c:v>1.6936035156250001E-2</c:v>
                </c:pt>
                <c:pt idx="3938">
                  <c:v>1.6805114746093749E-2</c:v>
                </c:pt>
                <c:pt idx="3939">
                  <c:v>1.6805114746093749E-2</c:v>
                </c:pt>
                <c:pt idx="3940">
                  <c:v>1.6693725585937499E-2</c:v>
                </c:pt>
                <c:pt idx="3941">
                  <c:v>1.6693725585937499E-2</c:v>
                </c:pt>
                <c:pt idx="3942">
                  <c:v>1.6523132324218748E-2</c:v>
                </c:pt>
                <c:pt idx="3943">
                  <c:v>1.6523132324218748E-2</c:v>
                </c:pt>
                <c:pt idx="3944">
                  <c:v>1.6477966308593751E-2</c:v>
                </c:pt>
                <c:pt idx="3945">
                  <c:v>1.6477966308593751E-2</c:v>
                </c:pt>
                <c:pt idx="3946">
                  <c:v>1.6401062011718748E-2</c:v>
                </c:pt>
                <c:pt idx="3947">
                  <c:v>1.6401062011718748E-2</c:v>
                </c:pt>
                <c:pt idx="3948">
                  <c:v>1.6264038085937502E-2</c:v>
                </c:pt>
                <c:pt idx="3949">
                  <c:v>1.6264038085937502E-2</c:v>
                </c:pt>
                <c:pt idx="3950">
                  <c:v>1.6089172363281251E-2</c:v>
                </c:pt>
                <c:pt idx="3951">
                  <c:v>1.6089172363281251E-2</c:v>
                </c:pt>
                <c:pt idx="3952">
                  <c:v>1.594940185546875E-2</c:v>
                </c:pt>
                <c:pt idx="3953">
                  <c:v>1.594940185546875E-2</c:v>
                </c:pt>
                <c:pt idx="3954">
                  <c:v>1.5901489257812498E-2</c:v>
                </c:pt>
                <c:pt idx="3955">
                  <c:v>1.5901489257812498E-2</c:v>
                </c:pt>
                <c:pt idx="3956">
                  <c:v>1.5821228027343748E-2</c:v>
                </c:pt>
                <c:pt idx="3957">
                  <c:v>1.5821228027343748E-2</c:v>
                </c:pt>
                <c:pt idx="3958">
                  <c:v>1.5769042968750001E-2</c:v>
                </c:pt>
                <c:pt idx="3959">
                  <c:v>1.5769042968750001E-2</c:v>
                </c:pt>
                <c:pt idx="3960">
                  <c:v>1.571319580078125E-2</c:v>
                </c:pt>
                <c:pt idx="3961">
                  <c:v>1.571319580078125E-2</c:v>
                </c:pt>
                <c:pt idx="3962">
                  <c:v>1.5646057128906252E-2</c:v>
                </c:pt>
                <c:pt idx="3963">
                  <c:v>1.5646057128906252E-2</c:v>
                </c:pt>
                <c:pt idx="3964">
                  <c:v>1.559661865234375E-2</c:v>
                </c:pt>
                <c:pt idx="3965">
                  <c:v>1.559661865234375E-2</c:v>
                </c:pt>
                <c:pt idx="3966">
                  <c:v>1.5519104003906249E-2</c:v>
                </c:pt>
                <c:pt idx="3967">
                  <c:v>1.5519104003906249E-2</c:v>
                </c:pt>
                <c:pt idx="3968">
                  <c:v>1.5438842773437499E-2</c:v>
                </c:pt>
                <c:pt idx="3969">
                  <c:v>1.5438842773437499E-2</c:v>
                </c:pt>
                <c:pt idx="3970">
                  <c:v>1.53656005859375E-2</c:v>
                </c:pt>
                <c:pt idx="3971">
                  <c:v>1.53656005859375E-2</c:v>
                </c:pt>
                <c:pt idx="3972">
                  <c:v>1.522308349609375E-2</c:v>
                </c:pt>
                <c:pt idx="3973">
                  <c:v>1.522308349609375E-2</c:v>
                </c:pt>
                <c:pt idx="3974">
                  <c:v>1.5128479003906251E-2</c:v>
                </c:pt>
                <c:pt idx="3975">
                  <c:v>1.5128479003906251E-2</c:v>
                </c:pt>
                <c:pt idx="3976">
                  <c:v>1.5104980468749999E-2</c:v>
                </c:pt>
                <c:pt idx="3977">
                  <c:v>1.5104980468749999E-2</c:v>
                </c:pt>
                <c:pt idx="3978">
                  <c:v>1.506072998046875E-2</c:v>
                </c:pt>
                <c:pt idx="3979">
                  <c:v>1.506072998046875E-2</c:v>
                </c:pt>
                <c:pt idx="3980">
                  <c:v>1.495025634765625E-2</c:v>
                </c:pt>
                <c:pt idx="3981">
                  <c:v>1.495025634765625E-2</c:v>
                </c:pt>
                <c:pt idx="3982">
                  <c:v>1.48828125E-2</c:v>
                </c:pt>
                <c:pt idx="3983">
                  <c:v>1.48828125E-2</c:v>
                </c:pt>
                <c:pt idx="3984">
                  <c:v>1.4815673828125001E-2</c:v>
                </c:pt>
                <c:pt idx="3985">
                  <c:v>1.4815673828125001E-2</c:v>
                </c:pt>
                <c:pt idx="3986">
                  <c:v>1.47625732421875E-2</c:v>
                </c:pt>
                <c:pt idx="3987">
                  <c:v>1.47625732421875E-2</c:v>
                </c:pt>
                <c:pt idx="3988">
                  <c:v>1.466796875E-2</c:v>
                </c:pt>
                <c:pt idx="3989">
                  <c:v>1.466796875E-2</c:v>
                </c:pt>
                <c:pt idx="3990">
                  <c:v>1.4590148925781249E-2</c:v>
                </c:pt>
                <c:pt idx="3991">
                  <c:v>1.4590148925781249E-2</c:v>
                </c:pt>
                <c:pt idx="3992">
                  <c:v>1.4472351074218751E-2</c:v>
                </c:pt>
                <c:pt idx="3993">
                  <c:v>1.4472351074218751E-2</c:v>
                </c:pt>
                <c:pt idx="3994">
                  <c:v>1.4382629394531251E-2</c:v>
                </c:pt>
                <c:pt idx="3995">
                  <c:v>1.4382629394531251E-2</c:v>
                </c:pt>
                <c:pt idx="3996">
                  <c:v>1.425933837890625E-2</c:v>
                </c:pt>
              </c:numCache>
            </c:numRef>
          </c:yVal>
          <c:smooth val="0"/>
          <c:extLst>
            <c:ext xmlns:c16="http://schemas.microsoft.com/office/drawing/2014/chart" uri="{C3380CC4-5D6E-409C-BE32-E72D297353CC}">
              <c16:uniqueId val="{00000002-FECD-4BE3-8E43-61B7E5625EF9}"/>
            </c:ext>
          </c:extLst>
        </c:ser>
        <c:ser>
          <c:idx val="2"/>
          <c:order val="2"/>
          <c:tx>
            <c:v>制限なし（400回）</c:v>
          </c:tx>
          <c:spPr>
            <a:ln w="25400" cap="rnd">
              <a:solidFill>
                <a:srgbClr val="535B9D"/>
              </a:solidFill>
              <a:round/>
            </a:ln>
            <a:effectLst/>
          </c:spPr>
          <c:marker>
            <c:symbol val="none"/>
          </c:marker>
          <c:xVal>
            <c:numRef>
              <c:f>データ!$G$2:$G$3998</c:f>
              <c:numCache>
                <c:formatCode>General</c:formatCode>
                <c:ptCount val="3997"/>
                <c:pt idx="0">
                  <c:v>0</c:v>
                </c:pt>
                <c:pt idx="1">
                  <c:v>3.0757874015748031E-4</c:v>
                </c:pt>
                <c:pt idx="2">
                  <c:v>3.0757874015748031E-4</c:v>
                </c:pt>
                <c:pt idx="3">
                  <c:v>6.4591535433070871E-4</c:v>
                </c:pt>
                <c:pt idx="4">
                  <c:v>6.4591535433070871E-4</c:v>
                </c:pt>
                <c:pt idx="5">
                  <c:v>9.8425196850393699E-4</c:v>
                </c:pt>
                <c:pt idx="6">
                  <c:v>9.8425196850393699E-4</c:v>
                </c:pt>
                <c:pt idx="7">
                  <c:v>1.3225885826771654E-3</c:v>
                </c:pt>
                <c:pt idx="8">
                  <c:v>1.3225885826771654E-3</c:v>
                </c:pt>
                <c:pt idx="9">
                  <c:v>1.6609251968503938E-3</c:v>
                </c:pt>
                <c:pt idx="10">
                  <c:v>1.6609251968503938E-3</c:v>
                </c:pt>
                <c:pt idx="11">
                  <c:v>1.999261811023622E-3</c:v>
                </c:pt>
                <c:pt idx="12">
                  <c:v>1.999261811023622E-3</c:v>
                </c:pt>
                <c:pt idx="13">
                  <c:v>2.3375984251968506E-3</c:v>
                </c:pt>
                <c:pt idx="14">
                  <c:v>2.3375984251968506E-3</c:v>
                </c:pt>
                <c:pt idx="15">
                  <c:v>2.6759350393700788E-3</c:v>
                </c:pt>
                <c:pt idx="16">
                  <c:v>2.6759350393700788E-3</c:v>
                </c:pt>
                <c:pt idx="17">
                  <c:v>3.0142716535433069E-3</c:v>
                </c:pt>
                <c:pt idx="18">
                  <c:v>3.0142716535433069E-3</c:v>
                </c:pt>
                <c:pt idx="19">
                  <c:v>3.3526082677165355E-3</c:v>
                </c:pt>
                <c:pt idx="20">
                  <c:v>3.3526082677165355E-3</c:v>
                </c:pt>
                <c:pt idx="21">
                  <c:v>3.6909448818897642E-3</c:v>
                </c:pt>
                <c:pt idx="22">
                  <c:v>3.6909448818897642E-3</c:v>
                </c:pt>
                <c:pt idx="23">
                  <c:v>4.0292814960629919E-3</c:v>
                </c:pt>
                <c:pt idx="24">
                  <c:v>4.0292814960629919E-3</c:v>
                </c:pt>
                <c:pt idx="25">
                  <c:v>4.3676181102362205E-3</c:v>
                </c:pt>
                <c:pt idx="26">
                  <c:v>4.3676181102362205E-3</c:v>
                </c:pt>
                <c:pt idx="27">
                  <c:v>4.7059547244094491E-3</c:v>
                </c:pt>
                <c:pt idx="28">
                  <c:v>4.7059547244094491E-3</c:v>
                </c:pt>
                <c:pt idx="29">
                  <c:v>5.0442913385826769E-3</c:v>
                </c:pt>
                <c:pt idx="30">
                  <c:v>5.0442913385826769E-3</c:v>
                </c:pt>
                <c:pt idx="31">
                  <c:v>5.3518700787401575E-3</c:v>
                </c:pt>
                <c:pt idx="32">
                  <c:v>5.3518700787401575E-3</c:v>
                </c:pt>
                <c:pt idx="33">
                  <c:v>5.6902066929133861E-3</c:v>
                </c:pt>
                <c:pt idx="34">
                  <c:v>5.6902066929133861E-3</c:v>
                </c:pt>
                <c:pt idx="35">
                  <c:v>6.0285433070866139E-3</c:v>
                </c:pt>
                <c:pt idx="36">
                  <c:v>6.0285433070866139E-3</c:v>
                </c:pt>
                <c:pt idx="37">
                  <c:v>6.3668799212598425E-3</c:v>
                </c:pt>
                <c:pt idx="38">
                  <c:v>6.3668799212598425E-3</c:v>
                </c:pt>
                <c:pt idx="39">
                  <c:v>6.7052165354330711E-3</c:v>
                </c:pt>
                <c:pt idx="40">
                  <c:v>6.7052165354330711E-3</c:v>
                </c:pt>
                <c:pt idx="41">
                  <c:v>7.0435531496062988E-3</c:v>
                </c:pt>
                <c:pt idx="42">
                  <c:v>7.0435531496062988E-3</c:v>
                </c:pt>
                <c:pt idx="43">
                  <c:v>7.3818897637795283E-3</c:v>
                </c:pt>
                <c:pt idx="44">
                  <c:v>7.3818897637795283E-3</c:v>
                </c:pt>
                <c:pt idx="45">
                  <c:v>7.7202263779527561E-3</c:v>
                </c:pt>
                <c:pt idx="46">
                  <c:v>7.7202263779527561E-3</c:v>
                </c:pt>
                <c:pt idx="47">
                  <c:v>8.0585629921259838E-3</c:v>
                </c:pt>
                <c:pt idx="48">
                  <c:v>8.0585629921259838E-3</c:v>
                </c:pt>
                <c:pt idx="49">
                  <c:v>8.3968996062992133E-3</c:v>
                </c:pt>
                <c:pt idx="50">
                  <c:v>8.3968996062992133E-3</c:v>
                </c:pt>
                <c:pt idx="51">
                  <c:v>8.735236220472441E-3</c:v>
                </c:pt>
                <c:pt idx="52">
                  <c:v>8.735236220472441E-3</c:v>
                </c:pt>
                <c:pt idx="53">
                  <c:v>9.0735728346456688E-3</c:v>
                </c:pt>
                <c:pt idx="54">
                  <c:v>9.0735728346456688E-3</c:v>
                </c:pt>
                <c:pt idx="55">
                  <c:v>9.4119094488188983E-3</c:v>
                </c:pt>
                <c:pt idx="56">
                  <c:v>9.4119094488188983E-3</c:v>
                </c:pt>
                <c:pt idx="57">
                  <c:v>9.750246062992126E-3</c:v>
                </c:pt>
                <c:pt idx="58">
                  <c:v>9.750246062992126E-3</c:v>
                </c:pt>
                <c:pt idx="59">
                  <c:v>1.0088582677165354E-2</c:v>
                </c:pt>
                <c:pt idx="60">
                  <c:v>1.0088582677165354E-2</c:v>
                </c:pt>
                <c:pt idx="61">
                  <c:v>1.0396161417322835E-2</c:v>
                </c:pt>
                <c:pt idx="62">
                  <c:v>1.0396161417322835E-2</c:v>
                </c:pt>
                <c:pt idx="63">
                  <c:v>1.0734498031496065E-2</c:v>
                </c:pt>
                <c:pt idx="64">
                  <c:v>1.0734498031496065E-2</c:v>
                </c:pt>
                <c:pt idx="65">
                  <c:v>1.1072834645669291E-2</c:v>
                </c:pt>
                <c:pt idx="66">
                  <c:v>1.1072834645669291E-2</c:v>
                </c:pt>
                <c:pt idx="67">
                  <c:v>1.141117125984252E-2</c:v>
                </c:pt>
                <c:pt idx="68">
                  <c:v>1.141117125984252E-2</c:v>
                </c:pt>
                <c:pt idx="69">
                  <c:v>1.1749507874015748E-2</c:v>
                </c:pt>
                <c:pt idx="70">
                  <c:v>1.1749507874015748E-2</c:v>
                </c:pt>
                <c:pt idx="71">
                  <c:v>1.2087844488188976E-2</c:v>
                </c:pt>
                <c:pt idx="72">
                  <c:v>1.2087844488188976E-2</c:v>
                </c:pt>
                <c:pt idx="73">
                  <c:v>1.2426181102362203E-2</c:v>
                </c:pt>
                <c:pt idx="74">
                  <c:v>1.2426181102362203E-2</c:v>
                </c:pt>
                <c:pt idx="75">
                  <c:v>1.2764517716535431E-2</c:v>
                </c:pt>
                <c:pt idx="76">
                  <c:v>1.2764517716535431E-2</c:v>
                </c:pt>
                <c:pt idx="77">
                  <c:v>1.3102854330708661E-2</c:v>
                </c:pt>
                <c:pt idx="78">
                  <c:v>1.3102854330708661E-2</c:v>
                </c:pt>
                <c:pt idx="79">
                  <c:v>1.344119094488189E-2</c:v>
                </c:pt>
                <c:pt idx="80">
                  <c:v>1.344119094488189E-2</c:v>
                </c:pt>
                <c:pt idx="81">
                  <c:v>1.3779527559055118E-2</c:v>
                </c:pt>
                <c:pt idx="82">
                  <c:v>1.3779527559055118E-2</c:v>
                </c:pt>
                <c:pt idx="83">
                  <c:v>1.4117864173228346E-2</c:v>
                </c:pt>
                <c:pt idx="84">
                  <c:v>1.4117864173228346E-2</c:v>
                </c:pt>
                <c:pt idx="85">
                  <c:v>1.4456200787401575E-2</c:v>
                </c:pt>
                <c:pt idx="86">
                  <c:v>1.4456200787401575E-2</c:v>
                </c:pt>
                <c:pt idx="87">
                  <c:v>1.4794537401574805E-2</c:v>
                </c:pt>
                <c:pt idx="88">
                  <c:v>1.4794537401574805E-2</c:v>
                </c:pt>
                <c:pt idx="89">
                  <c:v>1.5132874015748031E-2</c:v>
                </c:pt>
                <c:pt idx="90">
                  <c:v>1.5132874015748031E-2</c:v>
                </c:pt>
                <c:pt idx="91">
                  <c:v>1.5440452755905512E-2</c:v>
                </c:pt>
                <c:pt idx="92">
                  <c:v>1.5440452755905512E-2</c:v>
                </c:pt>
                <c:pt idx="93">
                  <c:v>1.577878937007874E-2</c:v>
                </c:pt>
                <c:pt idx="94">
                  <c:v>1.577878937007874E-2</c:v>
                </c:pt>
                <c:pt idx="95">
                  <c:v>1.6117125984251968E-2</c:v>
                </c:pt>
                <c:pt idx="96">
                  <c:v>1.6117125984251968E-2</c:v>
                </c:pt>
                <c:pt idx="97">
                  <c:v>1.6455462598425195E-2</c:v>
                </c:pt>
                <c:pt idx="98">
                  <c:v>1.6455462598425195E-2</c:v>
                </c:pt>
                <c:pt idx="99">
                  <c:v>1.6793799212598427E-2</c:v>
                </c:pt>
                <c:pt idx="100">
                  <c:v>1.6793799212598427E-2</c:v>
                </c:pt>
                <c:pt idx="101">
                  <c:v>1.7132135826771654E-2</c:v>
                </c:pt>
                <c:pt idx="102">
                  <c:v>1.7132135826771654E-2</c:v>
                </c:pt>
                <c:pt idx="103">
                  <c:v>1.7470472440944882E-2</c:v>
                </c:pt>
                <c:pt idx="104">
                  <c:v>1.7470472440944882E-2</c:v>
                </c:pt>
                <c:pt idx="105">
                  <c:v>1.780880905511811E-2</c:v>
                </c:pt>
                <c:pt idx="106">
                  <c:v>1.780880905511811E-2</c:v>
                </c:pt>
                <c:pt idx="107">
                  <c:v>1.8147145669291338E-2</c:v>
                </c:pt>
                <c:pt idx="108">
                  <c:v>1.8147145669291338E-2</c:v>
                </c:pt>
                <c:pt idx="109">
                  <c:v>1.8485482283464565E-2</c:v>
                </c:pt>
                <c:pt idx="110">
                  <c:v>1.8485482283464565E-2</c:v>
                </c:pt>
                <c:pt idx="111">
                  <c:v>1.8823818897637797E-2</c:v>
                </c:pt>
                <c:pt idx="112">
                  <c:v>1.8823818897637797E-2</c:v>
                </c:pt>
                <c:pt idx="113">
                  <c:v>1.9162155511811024E-2</c:v>
                </c:pt>
                <c:pt idx="114">
                  <c:v>1.9162155511811024E-2</c:v>
                </c:pt>
                <c:pt idx="115">
                  <c:v>1.9500492125984252E-2</c:v>
                </c:pt>
                <c:pt idx="116">
                  <c:v>1.9500492125984252E-2</c:v>
                </c:pt>
                <c:pt idx="117">
                  <c:v>1.983882874015748E-2</c:v>
                </c:pt>
                <c:pt idx="118">
                  <c:v>1.983882874015748E-2</c:v>
                </c:pt>
                <c:pt idx="119">
                  <c:v>2.0177165354330708E-2</c:v>
                </c:pt>
                <c:pt idx="120">
                  <c:v>2.0177165354330708E-2</c:v>
                </c:pt>
                <c:pt idx="121">
                  <c:v>2.0484744094488187E-2</c:v>
                </c:pt>
                <c:pt idx="122">
                  <c:v>2.0484744094488187E-2</c:v>
                </c:pt>
                <c:pt idx="123">
                  <c:v>2.0823080708661418E-2</c:v>
                </c:pt>
                <c:pt idx="124">
                  <c:v>2.0823080708661418E-2</c:v>
                </c:pt>
                <c:pt idx="125">
                  <c:v>2.116141732283465E-2</c:v>
                </c:pt>
                <c:pt idx="126">
                  <c:v>2.116141732283465E-2</c:v>
                </c:pt>
                <c:pt idx="127">
                  <c:v>2.1499753937007871E-2</c:v>
                </c:pt>
                <c:pt idx="128">
                  <c:v>2.1499753937007871E-2</c:v>
                </c:pt>
                <c:pt idx="129">
                  <c:v>2.1838090551181102E-2</c:v>
                </c:pt>
                <c:pt idx="130">
                  <c:v>2.1838090551181102E-2</c:v>
                </c:pt>
                <c:pt idx="131">
                  <c:v>2.2176427165354329E-2</c:v>
                </c:pt>
                <c:pt idx="132">
                  <c:v>2.2176427165354329E-2</c:v>
                </c:pt>
                <c:pt idx="133">
                  <c:v>2.2514763779527561E-2</c:v>
                </c:pt>
                <c:pt idx="134">
                  <c:v>2.2514763779527561E-2</c:v>
                </c:pt>
                <c:pt idx="135">
                  <c:v>2.2853100393700788E-2</c:v>
                </c:pt>
                <c:pt idx="136">
                  <c:v>2.2853100393700788E-2</c:v>
                </c:pt>
                <c:pt idx="137">
                  <c:v>2.3191437007874016E-2</c:v>
                </c:pt>
                <c:pt idx="138">
                  <c:v>2.3191437007874016E-2</c:v>
                </c:pt>
                <c:pt idx="139">
                  <c:v>2.3529773622047244E-2</c:v>
                </c:pt>
                <c:pt idx="140">
                  <c:v>2.3529773622047244E-2</c:v>
                </c:pt>
                <c:pt idx="141">
                  <c:v>2.3868110236220472E-2</c:v>
                </c:pt>
                <c:pt idx="142">
                  <c:v>2.3868110236220472E-2</c:v>
                </c:pt>
                <c:pt idx="143">
                  <c:v>2.4206446850393699E-2</c:v>
                </c:pt>
                <c:pt idx="144">
                  <c:v>2.4206446850393699E-2</c:v>
                </c:pt>
                <c:pt idx="145">
                  <c:v>2.4544783464566931E-2</c:v>
                </c:pt>
                <c:pt idx="146">
                  <c:v>2.4544783464566931E-2</c:v>
                </c:pt>
                <c:pt idx="147">
                  <c:v>2.4883120078740158E-2</c:v>
                </c:pt>
                <c:pt idx="148">
                  <c:v>2.4883120078740158E-2</c:v>
                </c:pt>
                <c:pt idx="149">
                  <c:v>2.5221456692913383E-2</c:v>
                </c:pt>
                <c:pt idx="150">
                  <c:v>2.5221456692913383E-2</c:v>
                </c:pt>
                <c:pt idx="151">
                  <c:v>2.5529035433070862E-2</c:v>
                </c:pt>
                <c:pt idx="152">
                  <c:v>2.5529035433070862E-2</c:v>
                </c:pt>
                <c:pt idx="153">
                  <c:v>2.5867372047244097E-2</c:v>
                </c:pt>
                <c:pt idx="154">
                  <c:v>2.5867372047244097E-2</c:v>
                </c:pt>
                <c:pt idx="155">
                  <c:v>2.6205708661417321E-2</c:v>
                </c:pt>
                <c:pt idx="156">
                  <c:v>2.6205708661417321E-2</c:v>
                </c:pt>
                <c:pt idx="157">
                  <c:v>2.6544045275590553E-2</c:v>
                </c:pt>
                <c:pt idx="158">
                  <c:v>2.6544045275590553E-2</c:v>
                </c:pt>
                <c:pt idx="159">
                  <c:v>2.688238188976378E-2</c:v>
                </c:pt>
                <c:pt idx="160">
                  <c:v>2.688238188976378E-2</c:v>
                </c:pt>
                <c:pt idx="161">
                  <c:v>2.7220718503937008E-2</c:v>
                </c:pt>
                <c:pt idx="162">
                  <c:v>2.7220718503937008E-2</c:v>
                </c:pt>
                <c:pt idx="163">
                  <c:v>2.7559055118110236E-2</c:v>
                </c:pt>
                <c:pt idx="164">
                  <c:v>2.7559055118110236E-2</c:v>
                </c:pt>
                <c:pt idx="165">
                  <c:v>2.7897391732283464E-2</c:v>
                </c:pt>
                <c:pt idx="166">
                  <c:v>2.7897391732283464E-2</c:v>
                </c:pt>
                <c:pt idx="167">
                  <c:v>2.8235728346456691E-2</c:v>
                </c:pt>
                <c:pt idx="168">
                  <c:v>2.8235728346456691E-2</c:v>
                </c:pt>
                <c:pt idx="169">
                  <c:v>2.8574064960629923E-2</c:v>
                </c:pt>
                <c:pt idx="170">
                  <c:v>2.8574064960629923E-2</c:v>
                </c:pt>
                <c:pt idx="171">
                  <c:v>2.891240157480315E-2</c:v>
                </c:pt>
                <c:pt idx="172">
                  <c:v>2.891240157480315E-2</c:v>
                </c:pt>
                <c:pt idx="173">
                  <c:v>2.9250738188976375E-2</c:v>
                </c:pt>
                <c:pt idx="174">
                  <c:v>2.9250738188976375E-2</c:v>
                </c:pt>
                <c:pt idx="175">
                  <c:v>2.9589074803149609E-2</c:v>
                </c:pt>
                <c:pt idx="176">
                  <c:v>2.9589074803149609E-2</c:v>
                </c:pt>
                <c:pt idx="177">
                  <c:v>2.9927411417322834E-2</c:v>
                </c:pt>
                <c:pt idx="178">
                  <c:v>2.9927411417322834E-2</c:v>
                </c:pt>
                <c:pt idx="179">
                  <c:v>3.0265748031496061E-2</c:v>
                </c:pt>
                <c:pt idx="180">
                  <c:v>3.0265748031496061E-2</c:v>
                </c:pt>
                <c:pt idx="181">
                  <c:v>3.0573326771653545E-2</c:v>
                </c:pt>
                <c:pt idx="182">
                  <c:v>3.0573326771653545E-2</c:v>
                </c:pt>
                <c:pt idx="183">
                  <c:v>3.0911663385826772E-2</c:v>
                </c:pt>
                <c:pt idx="184">
                  <c:v>3.0911663385826772E-2</c:v>
                </c:pt>
                <c:pt idx="185">
                  <c:v>3.125E-2</c:v>
                </c:pt>
                <c:pt idx="186">
                  <c:v>3.125E-2</c:v>
                </c:pt>
                <c:pt idx="187">
                  <c:v>3.1588336614173228E-2</c:v>
                </c:pt>
                <c:pt idx="188">
                  <c:v>3.1588336614173228E-2</c:v>
                </c:pt>
                <c:pt idx="189">
                  <c:v>3.1926673228346455E-2</c:v>
                </c:pt>
                <c:pt idx="190">
                  <c:v>3.1926673228346455E-2</c:v>
                </c:pt>
                <c:pt idx="191">
                  <c:v>3.2265009842519683E-2</c:v>
                </c:pt>
                <c:pt idx="192">
                  <c:v>3.2265009842519683E-2</c:v>
                </c:pt>
                <c:pt idx="193">
                  <c:v>3.2572588582677163E-2</c:v>
                </c:pt>
                <c:pt idx="194">
                  <c:v>3.2572588582677163E-2</c:v>
                </c:pt>
                <c:pt idx="195">
                  <c:v>3.2941683070866139E-2</c:v>
                </c:pt>
                <c:pt idx="196">
                  <c:v>3.2941683070866139E-2</c:v>
                </c:pt>
                <c:pt idx="197">
                  <c:v>3.3280019685039373E-2</c:v>
                </c:pt>
                <c:pt idx="198">
                  <c:v>3.3280019685039373E-2</c:v>
                </c:pt>
                <c:pt idx="199">
                  <c:v>3.3618356299212601E-2</c:v>
                </c:pt>
                <c:pt idx="200">
                  <c:v>3.3618356299212601E-2</c:v>
                </c:pt>
                <c:pt idx="201">
                  <c:v>3.3956692913385829E-2</c:v>
                </c:pt>
                <c:pt idx="202">
                  <c:v>3.3956692913385829E-2</c:v>
                </c:pt>
                <c:pt idx="203">
                  <c:v>3.4295029527559057E-2</c:v>
                </c:pt>
                <c:pt idx="204">
                  <c:v>3.4295029527559057E-2</c:v>
                </c:pt>
                <c:pt idx="205">
                  <c:v>3.4633366141732284E-2</c:v>
                </c:pt>
                <c:pt idx="206">
                  <c:v>3.4633366141732284E-2</c:v>
                </c:pt>
                <c:pt idx="207">
                  <c:v>3.4971702755905512E-2</c:v>
                </c:pt>
                <c:pt idx="208">
                  <c:v>3.4971702755905512E-2</c:v>
                </c:pt>
                <c:pt idx="209">
                  <c:v>3.531003937007874E-2</c:v>
                </c:pt>
                <c:pt idx="210">
                  <c:v>3.531003937007874E-2</c:v>
                </c:pt>
                <c:pt idx="211">
                  <c:v>3.561761811023622E-2</c:v>
                </c:pt>
                <c:pt idx="212">
                  <c:v>3.561761811023622E-2</c:v>
                </c:pt>
                <c:pt idx="213">
                  <c:v>3.5955954724409447E-2</c:v>
                </c:pt>
                <c:pt idx="214">
                  <c:v>3.5955954724409447E-2</c:v>
                </c:pt>
                <c:pt idx="215">
                  <c:v>3.6294291338582675E-2</c:v>
                </c:pt>
                <c:pt idx="216">
                  <c:v>3.6294291338582675E-2</c:v>
                </c:pt>
                <c:pt idx="217">
                  <c:v>3.6632627952755903E-2</c:v>
                </c:pt>
                <c:pt idx="218">
                  <c:v>3.6632627952755903E-2</c:v>
                </c:pt>
                <c:pt idx="219">
                  <c:v>3.6970964566929131E-2</c:v>
                </c:pt>
                <c:pt idx="220">
                  <c:v>3.6970964566929131E-2</c:v>
                </c:pt>
                <c:pt idx="221">
                  <c:v>3.7309301181102365E-2</c:v>
                </c:pt>
                <c:pt idx="222">
                  <c:v>3.7309301181102365E-2</c:v>
                </c:pt>
                <c:pt idx="223">
                  <c:v>3.7647637795275593E-2</c:v>
                </c:pt>
                <c:pt idx="224">
                  <c:v>3.7647637795275593E-2</c:v>
                </c:pt>
                <c:pt idx="225">
                  <c:v>3.7985974409448821E-2</c:v>
                </c:pt>
                <c:pt idx="226">
                  <c:v>3.7985974409448821E-2</c:v>
                </c:pt>
                <c:pt idx="227">
                  <c:v>3.8324311023622049E-2</c:v>
                </c:pt>
                <c:pt idx="228">
                  <c:v>3.8324311023622049E-2</c:v>
                </c:pt>
                <c:pt idx="229">
                  <c:v>3.8662647637795283E-2</c:v>
                </c:pt>
                <c:pt idx="230">
                  <c:v>3.8662647637795283E-2</c:v>
                </c:pt>
                <c:pt idx="231">
                  <c:v>3.9000984251968504E-2</c:v>
                </c:pt>
                <c:pt idx="232">
                  <c:v>3.9000984251968504E-2</c:v>
                </c:pt>
                <c:pt idx="233">
                  <c:v>3.9339320866141732E-2</c:v>
                </c:pt>
                <c:pt idx="234">
                  <c:v>3.9339320866141732E-2</c:v>
                </c:pt>
                <c:pt idx="235">
                  <c:v>3.967765748031496E-2</c:v>
                </c:pt>
                <c:pt idx="236">
                  <c:v>3.967765748031496E-2</c:v>
                </c:pt>
                <c:pt idx="237">
                  <c:v>4.0015994094488187E-2</c:v>
                </c:pt>
                <c:pt idx="238">
                  <c:v>4.0015994094488187E-2</c:v>
                </c:pt>
                <c:pt idx="239">
                  <c:v>4.0354330708661415E-2</c:v>
                </c:pt>
                <c:pt idx="240">
                  <c:v>4.0354330708661415E-2</c:v>
                </c:pt>
                <c:pt idx="241">
                  <c:v>4.0692667322834643E-2</c:v>
                </c:pt>
                <c:pt idx="242">
                  <c:v>4.0692667322834643E-2</c:v>
                </c:pt>
                <c:pt idx="243">
                  <c:v>4.1000246062992123E-2</c:v>
                </c:pt>
                <c:pt idx="244">
                  <c:v>4.1000246062992123E-2</c:v>
                </c:pt>
                <c:pt idx="245">
                  <c:v>4.1338582677165357E-2</c:v>
                </c:pt>
                <c:pt idx="246">
                  <c:v>4.1338582677165357E-2</c:v>
                </c:pt>
                <c:pt idx="247">
                  <c:v>4.1676919291338585E-2</c:v>
                </c:pt>
                <c:pt idx="248">
                  <c:v>4.1676919291338585E-2</c:v>
                </c:pt>
                <c:pt idx="249">
                  <c:v>4.2015255905511813E-2</c:v>
                </c:pt>
                <c:pt idx="250">
                  <c:v>4.2015255905511813E-2</c:v>
                </c:pt>
                <c:pt idx="251">
                  <c:v>4.235359251968504E-2</c:v>
                </c:pt>
                <c:pt idx="252">
                  <c:v>4.235359251968504E-2</c:v>
                </c:pt>
                <c:pt idx="253">
                  <c:v>4.2691929133858268E-2</c:v>
                </c:pt>
                <c:pt idx="254">
                  <c:v>4.2691929133858268E-2</c:v>
                </c:pt>
                <c:pt idx="255">
                  <c:v>4.3030265748031496E-2</c:v>
                </c:pt>
                <c:pt idx="256">
                  <c:v>4.3030265748031496E-2</c:v>
                </c:pt>
                <c:pt idx="257">
                  <c:v>4.3368602362204717E-2</c:v>
                </c:pt>
                <c:pt idx="258">
                  <c:v>4.3368602362204717E-2</c:v>
                </c:pt>
                <c:pt idx="259">
                  <c:v>4.3706938976377951E-2</c:v>
                </c:pt>
                <c:pt idx="260">
                  <c:v>4.3706938976377951E-2</c:v>
                </c:pt>
                <c:pt idx="261">
                  <c:v>4.4045275590551179E-2</c:v>
                </c:pt>
                <c:pt idx="262">
                  <c:v>4.4045275590551179E-2</c:v>
                </c:pt>
                <c:pt idx="263">
                  <c:v>4.4383612204724407E-2</c:v>
                </c:pt>
                <c:pt idx="264">
                  <c:v>4.4383612204724407E-2</c:v>
                </c:pt>
                <c:pt idx="265">
                  <c:v>4.4721948818897635E-2</c:v>
                </c:pt>
                <c:pt idx="266">
                  <c:v>4.4721948818897635E-2</c:v>
                </c:pt>
                <c:pt idx="267">
                  <c:v>4.5060285433070869E-2</c:v>
                </c:pt>
                <c:pt idx="268">
                  <c:v>4.5060285433070869E-2</c:v>
                </c:pt>
                <c:pt idx="269">
                  <c:v>4.5398622047244097E-2</c:v>
                </c:pt>
                <c:pt idx="270">
                  <c:v>4.5398622047244097E-2</c:v>
                </c:pt>
                <c:pt idx="271">
                  <c:v>4.5736958661417325E-2</c:v>
                </c:pt>
                <c:pt idx="272">
                  <c:v>4.5736958661417325E-2</c:v>
                </c:pt>
                <c:pt idx="273">
                  <c:v>4.6044537401574805E-2</c:v>
                </c:pt>
                <c:pt idx="274">
                  <c:v>4.6044537401574805E-2</c:v>
                </c:pt>
                <c:pt idx="275">
                  <c:v>4.6382874015748032E-2</c:v>
                </c:pt>
                <c:pt idx="276">
                  <c:v>4.6382874015748032E-2</c:v>
                </c:pt>
                <c:pt idx="277">
                  <c:v>4.672121062992126E-2</c:v>
                </c:pt>
                <c:pt idx="278">
                  <c:v>4.672121062992126E-2</c:v>
                </c:pt>
                <c:pt idx="279">
                  <c:v>4.7059547244094488E-2</c:v>
                </c:pt>
                <c:pt idx="280">
                  <c:v>4.7059547244094488E-2</c:v>
                </c:pt>
                <c:pt idx="281">
                  <c:v>4.7397883858267709E-2</c:v>
                </c:pt>
                <c:pt idx="282">
                  <c:v>4.7397883858267709E-2</c:v>
                </c:pt>
                <c:pt idx="283">
                  <c:v>4.7736220472440943E-2</c:v>
                </c:pt>
                <c:pt idx="284">
                  <c:v>4.7736220472440943E-2</c:v>
                </c:pt>
                <c:pt idx="285">
                  <c:v>4.8074557086614171E-2</c:v>
                </c:pt>
                <c:pt idx="286">
                  <c:v>4.8074557086614171E-2</c:v>
                </c:pt>
                <c:pt idx="287">
                  <c:v>4.8412893700787399E-2</c:v>
                </c:pt>
                <c:pt idx="288">
                  <c:v>4.8412893700787399E-2</c:v>
                </c:pt>
                <c:pt idx="289">
                  <c:v>4.8751230314960627E-2</c:v>
                </c:pt>
                <c:pt idx="290">
                  <c:v>4.8751230314960627E-2</c:v>
                </c:pt>
                <c:pt idx="291">
                  <c:v>4.9089566929133861E-2</c:v>
                </c:pt>
                <c:pt idx="292">
                  <c:v>4.9089566929133861E-2</c:v>
                </c:pt>
                <c:pt idx="293">
                  <c:v>4.9427903543307089E-2</c:v>
                </c:pt>
                <c:pt idx="294">
                  <c:v>4.9427903543307089E-2</c:v>
                </c:pt>
                <c:pt idx="295">
                  <c:v>4.9766240157480317E-2</c:v>
                </c:pt>
                <c:pt idx="296">
                  <c:v>4.9766240157480317E-2</c:v>
                </c:pt>
                <c:pt idx="297">
                  <c:v>5.0104576771653545E-2</c:v>
                </c:pt>
                <c:pt idx="298">
                  <c:v>5.0104576771653545E-2</c:v>
                </c:pt>
                <c:pt idx="299">
                  <c:v>5.0442913385826772E-2</c:v>
                </c:pt>
                <c:pt idx="300">
                  <c:v>5.0442913385826772E-2</c:v>
                </c:pt>
                <c:pt idx="301">
                  <c:v>5.078125E-2</c:v>
                </c:pt>
                <c:pt idx="302">
                  <c:v>5.078125E-2</c:v>
                </c:pt>
                <c:pt idx="303">
                  <c:v>5.108882874015748E-2</c:v>
                </c:pt>
                <c:pt idx="304">
                  <c:v>5.108882874015748E-2</c:v>
                </c:pt>
                <c:pt idx="305">
                  <c:v>5.1427165354330708E-2</c:v>
                </c:pt>
                <c:pt idx="306">
                  <c:v>5.1427165354330708E-2</c:v>
                </c:pt>
                <c:pt idx="307">
                  <c:v>5.1765501968503935E-2</c:v>
                </c:pt>
                <c:pt idx="308">
                  <c:v>5.1765501968503935E-2</c:v>
                </c:pt>
                <c:pt idx="309">
                  <c:v>5.2103838582677163E-2</c:v>
                </c:pt>
                <c:pt idx="310">
                  <c:v>5.2103838582677163E-2</c:v>
                </c:pt>
                <c:pt idx="311">
                  <c:v>5.2442175196850391E-2</c:v>
                </c:pt>
                <c:pt idx="312">
                  <c:v>5.2442175196850391E-2</c:v>
                </c:pt>
                <c:pt idx="313">
                  <c:v>5.2780511811023625E-2</c:v>
                </c:pt>
                <c:pt idx="314">
                  <c:v>5.2780511811023625E-2</c:v>
                </c:pt>
                <c:pt idx="315">
                  <c:v>5.3118848425196853E-2</c:v>
                </c:pt>
                <c:pt idx="316">
                  <c:v>5.3118848425196853E-2</c:v>
                </c:pt>
                <c:pt idx="317">
                  <c:v>5.3457185039370081E-2</c:v>
                </c:pt>
                <c:pt idx="318">
                  <c:v>5.3457185039370081E-2</c:v>
                </c:pt>
                <c:pt idx="319">
                  <c:v>5.3795521653543309E-2</c:v>
                </c:pt>
                <c:pt idx="320">
                  <c:v>5.3795521653543309E-2</c:v>
                </c:pt>
                <c:pt idx="321">
                  <c:v>5.4133858267716536E-2</c:v>
                </c:pt>
                <c:pt idx="322">
                  <c:v>5.4133858267716536E-2</c:v>
                </c:pt>
                <c:pt idx="323">
                  <c:v>5.4472194881889757E-2</c:v>
                </c:pt>
                <c:pt idx="324">
                  <c:v>5.4472194881889757E-2</c:v>
                </c:pt>
                <c:pt idx="325">
                  <c:v>5.4810531496062992E-2</c:v>
                </c:pt>
                <c:pt idx="326">
                  <c:v>5.4810531496062992E-2</c:v>
                </c:pt>
                <c:pt idx="327">
                  <c:v>5.514886811023622E-2</c:v>
                </c:pt>
                <c:pt idx="328">
                  <c:v>5.514886811023622E-2</c:v>
                </c:pt>
                <c:pt idx="329">
                  <c:v>5.5487204724409447E-2</c:v>
                </c:pt>
                <c:pt idx="330">
                  <c:v>5.5487204724409447E-2</c:v>
                </c:pt>
                <c:pt idx="331">
                  <c:v>5.5825541338582675E-2</c:v>
                </c:pt>
                <c:pt idx="332">
                  <c:v>5.5825541338582675E-2</c:v>
                </c:pt>
                <c:pt idx="333">
                  <c:v>5.6133120078740155E-2</c:v>
                </c:pt>
                <c:pt idx="334">
                  <c:v>5.6133120078740155E-2</c:v>
                </c:pt>
                <c:pt idx="335">
                  <c:v>5.6471456692913383E-2</c:v>
                </c:pt>
                <c:pt idx="336">
                  <c:v>5.6471456692913383E-2</c:v>
                </c:pt>
                <c:pt idx="337">
                  <c:v>5.6809793307086617E-2</c:v>
                </c:pt>
                <c:pt idx="338">
                  <c:v>5.6809793307086617E-2</c:v>
                </c:pt>
                <c:pt idx="339">
                  <c:v>5.7148129921259845E-2</c:v>
                </c:pt>
                <c:pt idx="340">
                  <c:v>5.7148129921259845E-2</c:v>
                </c:pt>
                <c:pt idx="341">
                  <c:v>5.7486466535433073E-2</c:v>
                </c:pt>
                <c:pt idx="342">
                  <c:v>5.7486466535433073E-2</c:v>
                </c:pt>
                <c:pt idx="343">
                  <c:v>5.7824803149606301E-2</c:v>
                </c:pt>
                <c:pt idx="344">
                  <c:v>5.7824803149606301E-2</c:v>
                </c:pt>
                <c:pt idx="345">
                  <c:v>5.8163139763779528E-2</c:v>
                </c:pt>
                <c:pt idx="346">
                  <c:v>5.8163139763779528E-2</c:v>
                </c:pt>
                <c:pt idx="347">
                  <c:v>5.8501476377952749E-2</c:v>
                </c:pt>
                <c:pt idx="348">
                  <c:v>5.8501476377952749E-2</c:v>
                </c:pt>
                <c:pt idx="349">
                  <c:v>5.8839812992125984E-2</c:v>
                </c:pt>
                <c:pt idx="350">
                  <c:v>5.8839812992125984E-2</c:v>
                </c:pt>
                <c:pt idx="351">
                  <c:v>5.9178149606299212E-2</c:v>
                </c:pt>
                <c:pt idx="352">
                  <c:v>5.9178149606299212E-2</c:v>
                </c:pt>
                <c:pt idx="353">
                  <c:v>5.9516486220472439E-2</c:v>
                </c:pt>
                <c:pt idx="354">
                  <c:v>5.9516486220472439E-2</c:v>
                </c:pt>
                <c:pt idx="355">
                  <c:v>5.9854822834645667E-2</c:v>
                </c:pt>
                <c:pt idx="356">
                  <c:v>5.9854822834645667E-2</c:v>
                </c:pt>
                <c:pt idx="357">
                  <c:v>6.0193159448818895E-2</c:v>
                </c:pt>
                <c:pt idx="358">
                  <c:v>6.0193159448818895E-2</c:v>
                </c:pt>
                <c:pt idx="359">
                  <c:v>6.0531496062992123E-2</c:v>
                </c:pt>
                <c:pt idx="360">
                  <c:v>6.0531496062992123E-2</c:v>
                </c:pt>
                <c:pt idx="361">
                  <c:v>6.0869832677165357E-2</c:v>
                </c:pt>
                <c:pt idx="362">
                  <c:v>6.0869832677165357E-2</c:v>
                </c:pt>
                <c:pt idx="363">
                  <c:v>6.1177411417322837E-2</c:v>
                </c:pt>
                <c:pt idx="364">
                  <c:v>6.1177411417322837E-2</c:v>
                </c:pt>
                <c:pt idx="365">
                  <c:v>6.1515748031496065E-2</c:v>
                </c:pt>
                <c:pt idx="366">
                  <c:v>6.1515748031496065E-2</c:v>
                </c:pt>
                <c:pt idx="367">
                  <c:v>6.1854084645669292E-2</c:v>
                </c:pt>
                <c:pt idx="368">
                  <c:v>6.1854084645669292E-2</c:v>
                </c:pt>
                <c:pt idx="369">
                  <c:v>6.219242125984252E-2</c:v>
                </c:pt>
                <c:pt idx="370">
                  <c:v>6.219242125984252E-2</c:v>
                </c:pt>
                <c:pt idx="371">
                  <c:v>6.2530757874015755E-2</c:v>
                </c:pt>
                <c:pt idx="372">
                  <c:v>6.2530757874015755E-2</c:v>
                </c:pt>
                <c:pt idx="373">
                  <c:v>6.2869094488188976E-2</c:v>
                </c:pt>
                <c:pt idx="374">
                  <c:v>6.2869094488188976E-2</c:v>
                </c:pt>
                <c:pt idx="375">
                  <c:v>6.320743110236221E-2</c:v>
                </c:pt>
                <c:pt idx="376">
                  <c:v>6.320743110236221E-2</c:v>
                </c:pt>
                <c:pt idx="377">
                  <c:v>6.3545767716535431E-2</c:v>
                </c:pt>
                <c:pt idx="378">
                  <c:v>6.3545767716535431E-2</c:v>
                </c:pt>
                <c:pt idx="379">
                  <c:v>6.3884104330708666E-2</c:v>
                </c:pt>
                <c:pt idx="380">
                  <c:v>6.3884104330708666E-2</c:v>
                </c:pt>
                <c:pt idx="381">
                  <c:v>6.4191683070866146E-2</c:v>
                </c:pt>
                <c:pt idx="382">
                  <c:v>6.4191683070866146E-2</c:v>
                </c:pt>
                <c:pt idx="383">
                  <c:v>6.4560777559055121E-2</c:v>
                </c:pt>
                <c:pt idx="384">
                  <c:v>6.4560777559055121E-2</c:v>
                </c:pt>
                <c:pt idx="385">
                  <c:v>6.4899114173228342E-2</c:v>
                </c:pt>
                <c:pt idx="386">
                  <c:v>6.4899114173228342E-2</c:v>
                </c:pt>
                <c:pt idx="387">
                  <c:v>6.5237450787401577E-2</c:v>
                </c:pt>
                <c:pt idx="388">
                  <c:v>6.5237450787401577E-2</c:v>
                </c:pt>
                <c:pt idx="389">
                  <c:v>6.5575787401574798E-2</c:v>
                </c:pt>
                <c:pt idx="390">
                  <c:v>6.5575787401574798E-2</c:v>
                </c:pt>
                <c:pt idx="391">
                  <c:v>6.5914124015748032E-2</c:v>
                </c:pt>
                <c:pt idx="392">
                  <c:v>6.5914124015748032E-2</c:v>
                </c:pt>
                <c:pt idx="393">
                  <c:v>6.6221702755905512E-2</c:v>
                </c:pt>
                <c:pt idx="394">
                  <c:v>6.6221702755905512E-2</c:v>
                </c:pt>
                <c:pt idx="395">
                  <c:v>6.6560039370078747E-2</c:v>
                </c:pt>
                <c:pt idx="396">
                  <c:v>6.6560039370078747E-2</c:v>
                </c:pt>
                <c:pt idx="397">
                  <c:v>6.6898375984251968E-2</c:v>
                </c:pt>
                <c:pt idx="398">
                  <c:v>6.6898375984251968E-2</c:v>
                </c:pt>
                <c:pt idx="399">
                  <c:v>6.7236712598425202E-2</c:v>
                </c:pt>
                <c:pt idx="400">
                  <c:v>6.7236712598425202E-2</c:v>
                </c:pt>
                <c:pt idx="401">
                  <c:v>6.7575049212598423E-2</c:v>
                </c:pt>
                <c:pt idx="402">
                  <c:v>6.7575049212598423E-2</c:v>
                </c:pt>
                <c:pt idx="403">
                  <c:v>6.7913385826771658E-2</c:v>
                </c:pt>
                <c:pt idx="404">
                  <c:v>6.7913385826771658E-2</c:v>
                </c:pt>
                <c:pt idx="405">
                  <c:v>6.8251722440944879E-2</c:v>
                </c:pt>
                <c:pt idx="406">
                  <c:v>6.8251722440944879E-2</c:v>
                </c:pt>
                <c:pt idx="407">
                  <c:v>6.8590059055118113E-2</c:v>
                </c:pt>
                <c:pt idx="408">
                  <c:v>6.8590059055118113E-2</c:v>
                </c:pt>
                <c:pt idx="409">
                  <c:v>6.8928395669291334E-2</c:v>
                </c:pt>
                <c:pt idx="410">
                  <c:v>6.8928395669291334E-2</c:v>
                </c:pt>
                <c:pt idx="411">
                  <c:v>6.9266732283464569E-2</c:v>
                </c:pt>
                <c:pt idx="412">
                  <c:v>6.9266732283464569E-2</c:v>
                </c:pt>
                <c:pt idx="413">
                  <c:v>6.960506889763779E-2</c:v>
                </c:pt>
                <c:pt idx="414">
                  <c:v>6.960506889763779E-2</c:v>
                </c:pt>
                <c:pt idx="415">
                  <c:v>6.9943405511811024E-2</c:v>
                </c:pt>
                <c:pt idx="416">
                  <c:v>6.9943405511811024E-2</c:v>
                </c:pt>
                <c:pt idx="417">
                  <c:v>7.0281742125984245E-2</c:v>
                </c:pt>
                <c:pt idx="418">
                  <c:v>7.0281742125984245E-2</c:v>
                </c:pt>
                <c:pt idx="419">
                  <c:v>7.062007874015748E-2</c:v>
                </c:pt>
                <c:pt idx="420">
                  <c:v>7.062007874015748E-2</c:v>
                </c:pt>
                <c:pt idx="421">
                  <c:v>7.0958415354330714E-2</c:v>
                </c:pt>
                <c:pt idx="422">
                  <c:v>7.0958415354330714E-2</c:v>
                </c:pt>
                <c:pt idx="423">
                  <c:v>7.1265994094488194E-2</c:v>
                </c:pt>
                <c:pt idx="424">
                  <c:v>7.1265994094488194E-2</c:v>
                </c:pt>
                <c:pt idx="425">
                  <c:v>7.1604330708661415E-2</c:v>
                </c:pt>
                <c:pt idx="426">
                  <c:v>7.1604330708661415E-2</c:v>
                </c:pt>
                <c:pt idx="427">
                  <c:v>7.194266732283465E-2</c:v>
                </c:pt>
                <c:pt idx="428">
                  <c:v>7.194266732283465E-2</c:v>
                </c:pt>
                <c:pt idx="429">
                  <c:v>7.2281003937007871E-2</c:v>
                </c:pt>
                <c:pt idx="430">
                  <c:v>7.2281003937007871E-2</c:v>
                </c:pt>
                <c:pt idx="431">
                  <c:v>7.2619340551181105E-2</c:v>
                </c:pt>
                <c:pt idx="432">
                  <c:v>7.2619340551181105E-2</c:v>
                </c:pt>
                <c:pt idx="433">
                  <c:v>7.2957677165354326E-2</c:v>
                </c:pt>
                <c:pt idx="434">
                  <c:v>7.2957677165354326E-2</c:v>
                </c:pt>
                <c:pt idx="435">
                  <c:v>7.3296013779527561E-2</c:v>
                </c:pt>
                <c:pt idx="436">
                  <c:v>7.3296013779527561E-2</c:v>
                </c:pt>
                <c:pt idx="437">
                  <c:v>7.3634350393700782E-2</c:v>
                </c:pt>
                <c:pt idx="438">
                  <c:v>7.3634350393700782E-2</c:v>
                </c:pt>
                <c:pt idx="439">
                  <c:v>7.3972687007874016E-2</c:v>
                </c:pt>
                <c:pt idx="440">
                  <c:v>7.3972687007874016E-2</c:v>
                </c:pt>
                <c:pt idx="441">
                  <c:v>7.4311023622047251E-2</c:v>
                </c:pt>
                <c:pt idx="442">
                  <c:v>7.4311023622047251E-2</c:v>
                </c:pt>
                <c:pt idx="443">
                  <c:v>7.4649360236220472E-2</c:v>
                </c:pt>
                <c:pt idx="444">
                  <c:v>7.4649360236220472E-2</c:v>
                </c:pt>
                <c:pt idx="445">
                  <c:v>7.4987696850393706E-2</c:v>
                </c:pt>
                <c:pt idx="446">
                  <c:v>7.4987696850393706E-2</c:v>
                </c:pt>
                <c:pt idx="447">
                  <c:v>7.5326033464566927E-2</c:v>
                </c:pt>
                <c:pt idx="448">
                  <c:v>7.5326033464566927E-2</c:v>
                </c:pt>
                <c:pt idx="449">
                  <c:v>7.5664370078740162E-2</c:v>
                </c:pt>
                <c:pt idx="450">
                  <c:v>7.5664370078740162E-2</c:v>
                </c:pt>
                <c:pt idx="451">
                  <c:v>7.6002706692913383E-2</c:v>
                </c:pt>
                <c:pt idx="452">
                  <c:v>7.6002706692913383E-2</c:v>
                </c:pt>
                <c:pt idx="453">
                  <c:v>7.6310285433070862E-2</c:v>
                </c:pt>
                <c:pt idx="454">
                  <c:v>7.6310285433070862E-2</c:v>
                </c:pt>
                <c:pt idx="455">
                  <c:v>7.6648622047244097E-2</c:v>
                </c:pt>
                <c:pt idx="456">
                  <c:v>7.6648622047244097E-2</c:v>
                </c:pt>
                <c:pt idx="457">
                  <c:v>7.6986958661417318E-2</c:v>
                </c:pt>
                <c:pt idx="458">
                  <c:v>7.6986958661417318E-2</c:v>
                </c:pt>
                <c:pt idx="459">
                  <c:v>7.7325295275590553E-2</c:v>
                </c:pt>
                <c:pt idx="460">
                  <c:v>7.7325295275590553E-2</c:v>
                </c:pt>
                <c:pt idx="461">
                  <c:v>7.7663631889763773E-2</c:v>
                </c:pt>
                <c:pt idx="462">
                  <c:v>7.7663631889763773E-2</c:v>
                </c:pt>
                <c:pt idx="463">
                  <c:v>7.8001968503937008E-2</c:v>
                </c:pt>
                <c:pt idx="464">
                  <c:v>7.8001968503937008E-2</c:v>
                </c:pt>
                <c:pt idx="465">
                  <c:v>7.8340305118110243E-2</c:v>
                </c:pt>
                <c:pt idx="466">
                  <c:v>7.8340305118110243E-2</c:v>
                </c:pt>
                <c:pt idx="467">
                  <c:v>7.8678641732283464E-2</c:v>
                </c:pt>
                <c:pt idx="468">
                  <c:v>7.8678641732283464E-2</c:v>
                </c:pt>
                <c:pt idx="469">
                  <c:v>7.9016978346456698E-2</c:v>
                </c:pt>
                <c:pt idx="470">
                  <c:v>7.9016978346456698E-2</c:v>
                </c:pt>
                <c:pt idx="471">
                  <c:v>7.9355314960629919E-2</c:v>
                </c:pt>
                <c:pt idx="472">
                  <c:v>7.9355314960629919E-2</c:v>
                </c:pt>
                <c:pt idx="473">
                  <c:v>7.9693651574803154E-2</c:v>
                </c:pt>
                <c:pt idx="474">
                  <c:v>7.9693651574803154E-2</c:v>
                </c:pt>
                <c:pt idx="475">
                  <c:v>8.0031988188976375E-2</c:v>
                </c:pt>
                <c:pt idx="476">
                  <c:v>8.0031988188976375E-2</c:v>
                </c:pt>
                <c:pt idx="477">
                  <c:v>8.0370324803149609E-2</c:v>
                </c:pt>
                <c:pt idx="478">
                  <c:v>8.0370324803149609E-2</c:v>
                </c:pt>
                <c:pt idx="479">
                  <c:v>8.070866141732283E-2</c:v>
                </c:pt>
                <c:pt idx="480">
                  <c:v>8.070866141732283E-2</c:v>
                </c:pt>
                <c:pt idx="481">
                  <c:v>8.1046998031496065E-2</c:v>
                </c:pt>
                <c:pt idx="482">
                  <c:v>8.1046998031496065E-2</c:v>
                </c:pt>
                <c:pt idx="483">
                  <c:v>8.1385334645669286E-2</c:v>
                </c:pt>
                <c:pt idx="484">
                  <c:v>8.1385334645669286E-2</c:v>
                </c:pt>
                <c:pt idx="485">
                  <c:v>8.1692913385826765E-2</c:v>
                </c:pt>
                <c:pt idx="486">
                  <c:v>8.1692913385826765E-2</c:v>
                </c:pt>
                <c:pt idx="487">
                  <c:v>8.203125E-2</c:v>
                </c:pt>
                <c:pt idx="488">
                  <c:v>8.203125E-2</c:v>
                </c:pt>
                <c:pt idx="489">
                  <c:v>8.2369586614173235E-2</c:v>
                </c:pt>
                <c:pt idx="490">
                  <c:v>8.2369586614173235E-2</c:v>
                </c:pt>
                <c:pt idx="491">
                  <c:v>8.2707923228346455E-2</c:v>
                </c:pt>
                <c:pt idx="492">
                  <c:v>8.2707923228346455E-2</c:v>
                </c:pt>
                <c:pt idx="493">
                  <c:v>8.304625984251969E-2</c:v>
                </c:pt>
                <c:pt idx="494">
                  <c:v>8.304625984251969E-2</c:v>
                </c:pt>
                <c:pt idx="495">
                  <c:v>8.3384596456692911E-2</c:v>
                </c:pt>
                <c:pt idx="496">
                  <c:v>8.3384596456692911E-2</c:v>
                </c:pt>
                <c:pt idx="497">
                  <c:v>8.3722933070866146E-2</c:v>
                </c:pt>
                <c:pt idx="498">
                  <c:v>8.3722933070866146E-2</c:v>
                </c:pt>
                <c:pt idx="499">
                  <c:v>8.4061269685039366E-2</c:v>
                </c:pt>
                <c:pt idx="500">
                  <c:v>8.4061269685039366E-2</c:v>
                </c:pt>
                <c:pt idx="501">
                  <c:v>8.4399606299212601E-2</c:v>
                </c:pt>
                <c:pt idx="502">
                  <c:v>8.4399606299212601E-2</c:v>
                </c:pt>
                <c:pt idx="503">
                  <c:v>8.4737942913385822E-2</c:v>
                </c:pt>
                <c:pt idx="504">
                  <c:v>8.4737942913385822E-2</c:v>
                </c:pt>
                <c:pt idx="505">
                  <c:v>8.5076279527559057E-2</c:v>
                </c:pt>
                <c:pt idx="506">
                  <c:v>8.5076279527559057E-2</c:v>
                </c:pt>
                <c:pt idx="507">
                  <c:v>8.5414616141732277E-2</c:v>
                </c:pt>
                <c:pt idx="508">
                  <c:v>8.5414616141732277E-2</c:v>
                </c:pt>
                <c:pt idx="509">
                  <c:v>8.5752952755905512E-2</c:v>
                </c:pt>
                <c:pt idx="510">
                  <c:v>8.5752952755905512E-2</c:v>
                </c:pt>
                <c:pt idx="511">
                  <c:v>8.6091289370078747E-2</c:v>
                </c:pt>
                <c:pt idx="512">
                  <c:v>8.6091289370078747E-2</c:v>
                </c:pt>
                <c:pt idx="513">
                  <c:v>8.6429625984251968E-2</c:v>
                </c:pt>
                <c:pt idx="514">
                  <c:v>8.6429625984251968E-2</c:v>
                </c:pt>
                <c:pt idx="515">
                  <c:v>8.6737204724409447E-2</c:v>
                </c:pt>
                <c:pt idx="516">
                  <c:v>8.6737204724409447E-2</c:v>
                </c:pt>
                <c:pt idx="517">
                  <c:v>8.7075541338582682E-2</c:v>
                </c:pt>
                <c:pt idx="518">
                  <c:v>8.7075541338582682E-2</c:v>
                </c:pt>
                <c:pt idx="519">
                  <c:v>8.7413877952755903E-2</c:v>
                </c:pt>
                <c:pt idx="520">
                  <c:v>8.7413877952755903E-2</c:v>
                </c:pt>
                <c:pt idx="521">
                  <c:v>8.7752214566929138E-2</c:v>
                </c:pt>
                <c:pt idx="522">
                  <c:v>8.7752214566929138E-2</c:v>
                </c:pt>
                <c:pt idx="523">
                  <c:v>8.8090551181102358E-2</c:v>
                </c:pt>
                <c:pt idx="524">
                  <c:v>8.8090551181102358E-2</c:v>
                </c:pt>
                <c:pt idx="525">
                  <c:v>8.8428887795275593E-2</c:v>
                </c:pt>
                <c:pt idx="526">
                  <c:v>8.8428887795275593E-2</c:v>
                </c:pt>
                <c:pt idx="527">
                  <c:v>8.8767224409448814E-2</c:v>
                </c:pt>
                <c:pt idx="528">
                  <c:v>8.8767224409448814E-2</c:v>
                </c:pt>
                <c:pt idx="529">
                  <c:v>8.9105561023622049E-2</c:v>
                </c:pt>
                <c:pt idx="530">
                  <c:v>8.9105561023622049E-2</c:v>
                </c:pt>
                <c:pt idx="531">
                  <c:v>8.9443897637795269E-2</c:v>
                </c:pt>
                <c:pt idx="532">
                  <c:v>8.9443897637795269E-2</c:v>
                </c:pt>
                <c:pt idx="533">
                  <c:v>8.9782234251968504E-2</c:v>
                </c:pt>
                <c:pt idx="534">
                  <c:v>8.9782234251968504E-2</c:v>
                </c:pt>
                <c:pt idx="535">
                  <c:v>9.0120570866141739E-2</c:v>
                </c:pt>
                <c:pt idx="536">
                  <c:v>9.0120570866141739E-2</c:v>
                </c:pt>
                <c:pt idx="537">
                  <c:v>9.045890748031496E-2</c:v>
                </c:pt>
                <c:pt idx="538">
                  <c:v>9.045890748031496E-2</c:v>
                </c:pt>
                <c:pt idx="539">
                  <c:v>9.0797244094488194E-2</c:v>
                </c:pt>
                <c:pt idx="540">
                  <c:v>9.0797244094488194E-2</c:v>
                </c:pt>
                <c:pt idx="541">
                  <c:v>9.1135580708661415E-2</c:v>
                </c:pt>
                <c:pt idx="542">
                  <c:v>9.1135580708661415E-2</c:v>
                </c:pt>
                <c:pt idx="543">
                  <c:v>9.1473917322834636E-2</c:v>
                </c:pt>
                <c:pt idx="544">
                  <c:v>9.1473917322834636E-2</c:v>
                </c:pt>
                <c:pt idx="545">
                  <c:v>9.1781496062992116E-2</c:v>
                </c:pt>
                <c:pt idx="546">
                  <c:v>9.1781496062992116E-2</c:v>
                </c:pt>
                <c:pt idx="547">
                  <c:v>9.2119832677165364E-2</c:v>
                </c:pt>
                <c:pt idx="548">
                  <c:v>9.2119832677165364E-2</c:v>
                </c:pt>
                <c:pt idx="549">
                  <c:v>9.2458169291338585E-2</c:v>
                </c:pt>
                <c:pt idx="550">
                  <c:v>9.2458169291338585E-2</c:v>
                </c:pt>
                <c:pt idx="551">
                  <c:v>9.2796505905511806E-2</c:v>
                </c:pt>
                <c:pt idx="552">
                  <c:v>9.2796505905511806E-2</c:v>
                </c:pt>
                <c:pt idx="553">
                  <c:v>9.313484251968504E-2</c:v>
                </c:pt>
                <c:pt idx="554">
                  <c:v>9.313484251968504E-2</c:v>
                </c:pt>
                <c:pt idx="555">
                  <c:v>9.3473179133858261E-2</c:v>
                </c:pt>
                <c:pt idx="556">
                  <c:v>9.3473179133858261E-2</c:v>
                </c:pt>
                <c:pt idx="557">
                  <c:v>9.3811515748031496E-2</c:v>
                </c:pt>
                <c:pt idx="558">
                  <c:v>9.3811515748031496E-2</c:v>
                </c:pt>
                <c:pt idx="559">
                  <c:v>9.4149852362204717E-2</c:v>
                </c:pt>
                <c:pt idx="560">
                  <c:v>9.4149852362204717E-2</c:v>
                </c:pt>
                <c:pt idx="561">
                  <c:v>9.4488188976377965E-2</c:v>
                </c:pt>
                <c:pt idx="562">
                  <c:v>9.4488188976377965E-2</c:v>
                </c:pt>
                <c:pt idx="563">
                  <c:v>9.48265255905512E-2</c:v>
                </c:pt>
                <c:pt idx="564">
                  <c:v>9.48265255905512E-2</c:v>
                </c:pt>
                <c:pt idx="565">
                  <c:v>9.5164862204724407E-2</c:v>
                </c:pt>
                <c:pt idx="566">
                  <c:v>9.5164862204724407E-2</c:v>
                </c:pt>
                <c:pt idx="567">
                  <c:v>9.5503198818897642E-2</c:v>
                </c:pt>
                <c:pt idx="568">
                  <c:v>9.5503198818897642E-2</c:v>
                </c:pt>
                <c:pt idx="569">
                  <c:v>9.5841535433070862E-2</c:v>
                </c:pt>
                <c:pt idx="570">
                  <c:v>9.5841535433070862E-2</c:v>
                </c:pt>
                <c:pt idx="571">
                  <c:v>9.6179872047244097E-2</c:v>
                </c:pt>
                <c:pt idx="572">
                  <c:v>9.6179872047244097E-2</c:v>
                </c:pt>
                <c:pt idx="573">
                  <c:v>9.6518208661417318E-2</c:v>
                </c:pt>
                <c:pt idx="574">
                  <c:v>9.6518208661417318E-2</c:v>
                </c:pt>
                <c:pt idx="575">
                  <c:v>9.6825787401574798E-2</c:v>
                </c:pt>
                <c:pt idx="576">
                  <c:v>9.6825787401574798E-2</c:v>
                </c:pt>
                <c:pt idx="577">
                  <c:v>9.7164124015748046E-2</c:v>
                </c:pt>
                <c:pt idx="578">
                  <c:v>9.7164124015748046E-2</c:v>
                </c:pt>
                <c:pt idx="579">
                  <c:v>9.7502460629921239E-2</c:v>
                </c:pt>
                <c:pt idx="580">
                  <c:v>9.7502460629921239E-2</c:v>
                </c:pt>
                <c:pt idx="581">
                  <c:v>9.7840797244094474E-2</c:v>
                </c:pt>
                <c:pt idx="582">
                  <c:v>9.7840797244094474E-2</c:v>
                </c:pt>
                <c:pt idx="583">
                  <c:v>9.8179133858267723E-2</c:v>
                </c:pt>
                <c:pt idx="584">
                  <c:v>9.8179133858267723E-2</c:v>
                </c:pt>
                <c:pt idx="585">
                  <c:v>9.8517470472440943E-2</c:v>
                </c:pt>
                <c:pt idx="586">
                  <c:v>9.8517470472440943E-2</c:v>
                </c:pt>
                <c:pt idx="587">
                  <c:v>9.8855807086614178E-2</c:v>
                </c:pt>
                <c:pt idx="588">
                  <c:v>9.8855807086614178E-2</c:v>
                </c:pt>
                <c:pt idx="589">
                  <c:v>9.9194143700787399E-2</c:v>
                </c:pt>
                <c:pt idx="590">
                  <c:v>9.9194143700787399E-2</c:v>
                </c:pt>
                <c:pt idx="591">
                  <c:v>9.9532480314960634E-2</c:v>
                </c:pt>
                <c:pt idx="592">
                  <c:v>9.9532480314960634E-2</c:v>
                </c:pt>
                <c:pt idx="593">
                  <c:v>9.987081692913384E-2</c:v>
                </c:pt>
                <c:pt idx="594">
                  <c:v>9.987081692913384E-2</c:v>
                </c:pt>
                <c:pt idx="595">
                  <c:v>0.10020915354330708</c:v>
                </c:pt>
                <c:pt idx="596">
                  <c:v>0.10020915354330708</c:v>
                </c:pt>
                <c:pt idx="597">
                  <c:v>0.10054749015748032</c:v>
                </c:pt>
                <c:pt idx="598">
                  <c:v>0.10054749015748032</c:v>
                </c:pt>
                <c:pt idx="599">
                  <c:v>0.10088582677165354</c:v>
                </c:pt>
                <c:pt idx="600">
                  <c:v>0.10088582677165354</c:v>
                </c:pt>
                <c:pt idx="601">
                  <c:v>0.10122416338582677</c:v>
                </c:pt>
                <c:pt idx="602">
                  <c:v>0.10122416338582677</c:v>
                </c:pt>
                <c:pt idx="603">
                  <c:v>0.1015625</c:v>
                </c:pt>
                <c:pt idx="604">
                  <c:v>0.1015625</c:v>
                </c:pt>
                <c:pt idx="605">
                  <c:v>0.10187007874015748</c:v>
                </c:pt>
                <c:pt idx="606">
                  <c:v>0.10187007874015748</c:v>
                </c:pt>
                <c:pt idx="607">
                  <c:v>0.10220841535433071</c:v>
                </c:pt>
                <c:pt idx="608">
                  <c:v>0.10220841535433071</c:v>
                </c:pt>
                <c:pt idx="609">
                  <c:v>0.10254675196850394</c:v>
                </c:pt>
                <c:pt idx="610">
                  <c:v>0.10254675196850394</c:v>
                </c:pt>
                <c:pt idx="611">
                  <c:v>0.10288508858267716</c:v>
                </c:pt>
                <c:pt idx="612">
                  <c:v>0.10288508858267716</c:v>
                </c:pt>
                <c:pt idx="613">
                  <c:v>0.1032234251968504</c:v>
                </c:pt>
                <c:pt idx="614">
                  <c:v>0.1032234251968504</c:v>
                </c:pt>
                <c:pt idx="615">
                  <c:v>0.10356176181102364</c:v>
                </c:pt>
                <c:pt idx="616">
                  <c:v>0.10356176181102364</c:v>
                </c:pt>
                <c:pt idx="617">
                  <c:v>0.10390009842519685</c:v>
                </c:pt>
                <c:pt idx="618">
                  <c:v>0.10390009842519685</c:v>
                </c:pt>
                <c:pt idx="619">
                  <c:v>0.10423843503937008</c:v>
                </c:pt>
                <c:pt idx="620">
                  <c:v>0.10423843503937008</c:v>
                </c:pt>
                <c:pt idx="621">
                  <c:v>0.1045767716535433</c:v>
                </c:pt>
                <c:pt idx="622">
                  <c:v>0.1045767716535433</c:v>
                </c:pt>
                <c:pt idx="623">
                  <c:v>0.10491510826771654</c:v>
                </c:pt>
                <c:pt idx="624">
                  <c:v>0.10491510826771654</c:v>
                </c:pt>
                <c:pt idx="625">
                  <c:v>0.10525344488188976</c:v>
                </c:pt>
                <c:pt idx="626">
                  <c:v>0.10525344488188976</c:v>
                </c:pt>
                <c:pt idx="627">
                  <c:v>0.10559178149606301</c:v>
                </c:pt>
                <c:pt idx="628">
                  <c:v>0.10559178149606301</c:v>
                </c:pt>
                <c:pt idx="629">
                  <c:v>0.10593011811023624</c:v>
                </c:pt>
                <c:pt idx="630">
                  <c:v>0.10593011811023624</c:v>
                </c:pt>
                <c:pt idx="631">
                  <c:v>0.10626845472440943</c:v>
                </c:pt>
                <c:pt idx="632">
                  <c:v>0.10626845472440943</c:v>
                </c:pt>
                <c:pt idx="633">
                  <c:v>0.10660679133858268</c:v>
                </c:pt>
                <c:pt idx="634">
                  <c:v>0.10660679133858268</c:v>
                </c:pt>
                <c:pt idx="635">
                  <c:v>0.10691437007874016</c:v>
                </c:pt>
                <c:pt idx="636">
                  <c:v>0.10691437007874016</c:v>
                </c:pt>
                <c:pt idx="637">
                  <c:v>0.10725270669291338</c:v>
                </c:pt>
                <c:pt idx="638">
                  <c:v>0.10725270669291338</c:v>
                </c:pt>
                <c:pt idx="639">
                  <c:v>0.10759104330708662</c:v>
                </c:pt>
                <c:pt idx="640">
                  <c:v>0.10759104330708662</c:v>
                </c:pt>
                <c:pt idx="641">
                  <c:v>0.10792937992125984</c:v>
                </c:pt>
                <c:pt idx="642">
                  <c:v>0.10792937992125984</c:v>
                </c:pt>
                <c:pt idx="643">
                  <c:v>0.10826771653543309</c:v>
                </c:pt>
                <c:pt idx="644">
                  <c:v>0.10826771653543309</c:v>
                </c:pt>
                <c:pt idx="645">
                  <c:v>0.10860605314960629</c:v>
                </c:pt>
                <c:pt idx="646">
                  <c:v>0.10860605314960629</c:v>
                </c:pt>
                <c:pt idx="647">
                  <c:v>0.10894438976377951</c:v>
                </c:pt>
                <c:pt idx="648">
                  <c:v>0.10894438976377951</c:v>
                </c:pt>
                <c:pt idx="649">
                  <c:v>0.10928272637795276</c:v>
                </c:pt>
                <c:pt idx="650">
                  <c:v>0.10928272637795276</c:v>
                </c:pt>
                <c:pt idx="651">
                  <c:v>0.10962106299212598</c:v>
                </c:pt>
                <c:pt idx="652">
                  <c:v>0.10962106299212598</c:v>
                </c:pt>
                <c:pt idx="653">
                  <c:v>0.10995939960629922</c:v>
                </c:pt>
                <c:pt idx="654">
                  <c:v>0.10995939960629922</c:v>
                </c:pt>
                <c:pt idx="655">
                  <c:v>0.11029773622047244</c:v>
                </c:pt>
                <c:pt idx="656">
                  <c:v>0.11029773622047244</c:v>
                </c:pt>
                <c:pt idx="657">
                  <c:v>0.11063607283464567</c:v>
                </c:pt>
                <c:pt idx="658">
                  <c:v>0.11063607283464567</c:v>
                </c:pt>
                <c:pt idx="659">
                  <c:v>0.11097440944881889</c:v>
                </c:pt>
                <c:pt idx="660">
                  <c:v>0.11097440944881889</c:v>
                </c:pt>
                <c:pt idx="661">
                  <c:v>0.11131274606299212</c:v>
                </c:pt>
                <c:pt idx="662">
                  <c:v>0.11131274606299212</c:v>
                </c:pt>
                <c:pt idx="663">
                  <c:v>0.11165108267716536</c:v>
                </c:pt>
                <c:pt idx="664">
                  <c:v>0.11165108267716536</c:v>
                </c:pt>
                <c:pt idx="665">
                  <c:v>0.11195866141732284</c:v>
                </c:pt>
                <c:pt idx="666">
                  <c:v>0.11195866141732284</c:v>
                </c:pt>
                <c:pt idx="667">
                  <c:v>0.11229699803149606</c:v>
                </c:pt>
                <c:pt idx="668">
                  <c:v>0.11229699803149606</c:v>
                </c:pt>
                <c:pt idx="669">
                  <c:v>0.11263533464566929</c:v>
                </c:pt>
                <c:pt idx="670">
                  <c:v>0.11263533464566929</c:v>
                </c:pt>
                <c:pt idx="671">
                  <c:v>0.11297367125984252</c:v>
                </c:pt>
                <c:pt idx="672">
                  <c:v>0.11297367125984252</c:v>
                </c:pt>
                <c:pt idx="673">
                  <c:v>0.11331200787401575</c:v>
                </c:pt>
                <c:pt idx="674">
                  <c:v>0.11331200787401575</c:v>
                </c:pt>
                <c:pt idx="675">
                  <c:v>0.11365034448818898</c:v>
                </c:pt>
                <c:pt idx="676">
                  <c:v>0.11365034448818898</c:v>
                </c:pt>
                <c:pt idx="677">
                  <c:v>0.1139886811023622</c:v>
                </c:pt>
                <c:pt idx="678">
                  <c:v>0.1139886811023622</c:v>
                </c:pt>
                <c:pt idx="679">
                  <c:v>0.11432701771653545</c:v>
                </c:pt>
                <c:pt idx="680">
                  <c:v>0.11432701771653545</c:v>
                </c:pt>
                <c:pt idx="681">
                  <c:v>0.11466535433070868</c:v>
                </c:pt>
                <c:pt idx="682">
                  <c:v>0.11466535433070868</c:v>
                </c:pt>
                <c:pt idx="683">
                  <c:v>0.11500369094488189</c:v>
                </c:pt>
                <c:pt idx="684">
                  <c:v>0.11500369094488189</c:v>
                </c:pt>
                <c:pt idx="685">
                  <c:v>0.11534202755905512</c:v>
                </c:pt>
                <c:pt idx="686">
                  <c:v>0.11534202755905512</c:v>
                </c:pt>
                <c:pt idx="687">
                  <c:v>0.11568036417322834</c:v>
                </c:pt>
                <c:pt idx="688">
                  <c:v>0.11568036417322834</c:v>
                </c:pt>
                <c:pt idx="689">
                  <c:v>0.11601870078740158</c:v>
                </c:pt>
                <c:pt idx="690">
                  <c:v>0.11601870078740158</c:v>
                </c:pt>
                <c:pt idx="691">
                  <c:v>0.1163570374015748</c:v>
                </c:pt>
                <c:pt idx="692">
                  <c:v>0.1163570374015748</c:v>
                </c:pt>
                <c:pt idx="693">
                  <c:v>0.11669537401574805</c:v>
                </c:pt>
                <c:pt idx="694">
                  <c:v>0.11669537401574805</c:v>
                </c:pt>
                <c:pt idx="695">
                  <c:v>0.11700295275590553</c:v>
                </c:pt>
                <c:pt idx="696">
                  <c:v>0.11700295275590553</c:v>
                </c:pt>
                <c:pt idx="697">
                  <c:v>0.11734128937007876</c:v>
                </c:pt>
                <c:pt idx="698">
                  <c:v>0.11734128937007876</c:v>
                </c:pt>
                <c:pt idx="699">
                  <c:v>0.11767962598425195</c:v>
                </c:pt>
                <c:pt idx="700">
                  <c:v>0.11767962598425195</c:v>
                </c:pt>
                <c:pt idx="701">
                  <c:v>0.1180179625984252</c:v>
                </c:pt>
                <c:pt idx="702">
                  <c:v>0.1180179625984252</c:v>
                </c:pt>
                <c:pt idx="703">
                  <c:v>0.11835629921259842</c:v>
                </c:pt>
                <c:pt idx="704">
                  <c:v>0.11835629921259842</c:v>
                </c:pt>
                <c:pt idx="705">
                  <c:v>0.11869463582677166</c:v>
                </c:pt>
                <c:pt idx="706">
                  <c:v>0.11869463582677166</c:v>
                </c:pt>
                <c:pt idx="707">
                  <c:v>0.11903297244094488</c:v>
                </c:pt>
                <c:pt idx="708">
                  <c:v>0.11903297244094488</c:v>
                </c:pt>
                <c:pt idx="709">
                  <c:v>0.11937130905511811</c:v>
                </c:pt>
                <c:pt idx="710">
                  <c:v>0.11937130905511811</c:v>
                </c:pt>
                <c:pt idx="711">
                  <c:v>0.11970964566929132</c:v>
                </c:pt>
                <c:pt idx="712">
                  <c:v>0.11970964566929132</c:v>
                </c:pt>
                <c:pt idx="713">
                  <c:v>0.12004798228346455</c:v>
                </c:pt>
                <c:pt idx="714">
                  <c:v>0.12004798228346455</c:v>
                </c:pt>
                <c:pt idx="715">
                  <c:v>0.1203863188976378</c:v>
                </c:pt>
                <c:pt idx="716">
                  <c:v>0.1203863188976378</c:v>
                </c:pt>
                <c:pt idx="717">
                  <c:v>0.12072465551181102</c:v>
                </c:pt>
                <c:pt idx="718">
                  <c:v>0.12072465551181102</c:v>
                </c:pt>
                <c:pt idx="719">
                  <c:v>0.12106299212598425</c:v>
                </c:pt>
                <c:pt idx="720">
                  <c:v>0.12106299212598425</c:v>
                </c:pt>
                <c:pt idx="721">
                  <c:v>0.12140132874015748</c:v>
                </c:pt>
                <c:pt idx="722">
                  <c:v>0.12140132874015748</c:v>
                </c:pt>
                <c:pt idx="723">
                  <c:v>0.12173966535433071</c:v>
                </c:pt>
                <c:pt idx="724">
                  <c:v>0.12173966535433071</c:v>
                </c:pt>
                <c:pt idx="725">
                  <c:v>0.12204724409448819</c:v>
                </c:pt>
                <c:pt idx="726">
                  <c:v>0.12204724409448819</c:v>
                </c:pt>
                <c:pt idx="727">
                  <c:v>0.12238558070866142</c:v>
                </c:pt>
                <c:pt idx="728">
                  <c:v>0.12238558070866142</c:v>
                </c:pt>
                <c:pt idx="729">
                  <c:v>0.12272391732283464</c:v>
                </c:pt>
                <c:pt idx="730">
                  <c:v>0.12272391732283464</c:v>
                </c:pt>
                <c:pt idx="731">
                  <c:v>0.12306225393700788</c:v>
                </c:pt>
                <c:pt idx="732">
                  <c:v>0.12306225393700788</c:v>
                </c:pt>
                <c:pt idx="733">
                  <c:v>0.12340059055118111</c:v>
                </c:pt>
                <c:pt idx="734">
                  <c:v>0.12340059055118111</c:v>
                </c:pt>
                <c:pt idx="735">
                  <c:v>0.12373892716535433</c:v>
                </c:pt>
                <c:pt idx="736">
                  <c:v>0.12373892716535433</c:v>
                </c:pt>
                <c:pt idx="737">
                  <c:v>0.12407726377952756</c:v>
                </c:pt>
                <c:pt idx="738">
                  <c:v>0.12407726377952756</c:v>
                </c:pt>
                <c:pt idx="739">
                  <c:v>0.12441560039370078</c:v>
                </c:pt>
                <c:pt idx="740">
                  <c:v>0.12441560039370078</c:v>
                </c:pt>
                <c:pt idx="741">
                  <c:v>0.12475393700787402</c:v>
                </c:pt>
                <c:pt idx="742">
                  <c:v>0.12475393700787402</c:v>
                </c:pt>
                <c:pt idx="743">
                  <c:v>0.12509227362204725</c:v>
                </c:pt>
                <c:pt idx="744">
                  <c:v>0.12509227362204725</c:v>
                </c:pt>
                <c:pt idx="745">
                  <c:v>0.12543061023622049</c:v>
                </c:pt>
                <c:pt idx="746">
                  <c:v>0.12543061023622049</c:v>
                </c:pt>
                <c:pt idx="747">
                  <c:v>0.12576894685039369</c:v>
                </c:pt>
                <c:pt idx="748">
                  <c:v>0.12576894685039369</c:v>
                </c:pt>
                <c:pt idx="749">
                  <c:v>0.12610728346456693</c:v>
                </c:pt>
                <c:pt idx="750">
                  <c:v>0.12610728346456693</c:v>
                </c:pt>
                <c:pt idx="751">
                  <c:v>0.12644562007874016</c:v>
                </c:pt>
                <c:pt idx="752">
                  <c:v>0.12644562007874016</c:v>
                </c:pt>
                <c:pt idx="753">
                  <c:v>0.1267839566929134</c:v>
                </c:pt>
                <c:pt idx="754">
                  <c:v>0.1267839566929134</c:v>
                </c:pt>
                <c:pt idx="755">
                  <c:v>0.1271222933070866</c:v>
                </c:pt>
                <c:pt idx="756">
                  <c:v>0.1271222933070866</c:v>
                </c:pt>
                <c:pt idx="757">
                  <c:v>0.1274298720472441</c:v>
                </c:pt>
                <c:pt idx="758">
                  <c:v>0.1274298720472441</c:v>
                </c:pt>
                <c:pt idx="759">
                  <c:v>0.12776820866141733</c:v>
                </c:pt>
                <c:pt idx="760">
                  <c:v>0.12776820866141733</c:v>
                </c:pt>
                <c:pt idx="761">
                  <c:v>0.12810654527559054</c:v>
                </c:pt>
                <c:pt idx="762">
                  <c:v>0.12810654527559054</c:v>
                </c:pt>
                <c:pt idx="763">
                  <c:v>0.12844488188976377</c:v>
                </c:pt>
                <c:pt idx="764">
                  <c:v>0.12844488188976377</c:v>
                </c:pt>
                <c:pt idx="765">
                  <c:v>0.12878321850393701</c:v>
                </c:pt>
                <c:pt idx="766">
                  <c:v>0.12878321850393701</c:v>
                </c:pt>
                <c:pt idx="767">
                  <c:v>0.12912155511811024</c:v>
                </c:pt>
                <c:pt idx="768">
                  <c:v>0.12912155511811024</c:v>
                </c:pt>
                <c:pt idx="769">
                  <c:v>0.12945989173228348</c:v>
                </c:pt>
                <c:pt idx="770">
                  <c:v>0.12945989173228348</c:v>
                </c:pt>
                <c:pt idx="771">
                  <c:v>0.12979822834645668</c:v>
                </c:pt>
                <c:pt idx="772">
                  <c:v>0.12979822834645668</c:v>
                </c:pt>
                <c:pt idx="773">
                  <c:v>0.13013656496062992</c:v>
                </c:pt>
                <c:pt idx="774">
                  <c:v>0.13013656496062992</c:v>
                </c:pt>
                <c:pt idx="775">
                  <c:v>0.13047490157480315</c:v>
                </c:pt>
                <c:pt idx="776">
                  <c:v>0.13047490157480315</c:v>
                </c:pt>
                <c:pt idx="777">
                  <c:v>0.13081323818897639</c:v>
                </c:pt>
                <c:pt idx="778">
                  <c:v>0.13081323818897639</c:v>
                </c:pt>
                <c:pt idx="779">
                  <c:v>0.1311515748031496</c:v>
                </c:pt>
                <c:pt idx="780">
                  <c:v>0.1311515748031496</c:v>
                </c:pt>
                <c:pt idx="781">
                  <c:v>0.13148991141732283</c:v>
                </c:pt>
                <c:pt idx="782">
                  <c:v>0.13148991141732283</c:v>
                </c:pt>
                <c:pt idx="783">
                  <c:v>0.13182824803149606</c:v>
                </c:pt>
                <c:pt idx="784">
                  <c:v>0.13182824803149606</c:v>
                </c:pt>
                <c:pt idx="785">
                  <c:v>0.1321665846456693</c:v>
                </c:pt>
                <c:pt idx="786">
                  <c:v>0.1321665846456693</c:v>
                </c:pt>
                <c:pt idx="787">
                  <c:v>0.13247416338582677</c:v>
                </c:pt>
                <c:pt idx="788">
                  <c:v>0.13247416338582677</c:v>
                </c:pt>
                <c:pt idx="789">
                  <c:v>0.1328125</c:v>
                </c:pt>
                <c:pt idx="790">
                  <c:v>0.1328125</c:v>
                </c:pt>
                <c:pt idx="791">
                  <c:v>0.13315083661417323</c:v>
                </c:pt>
                <c:pt idx="792">
                  <c:v>0.13315083661417323</c:v>
                </c:pt>
                <c:pt idx="793">
                  <c:v>0.13348917322834647</c:v>
                </c:pt>
                <c:pt idx="794">
                  <c:v>0.13348917322834647</c:v>
                </c:pt>
                <c:pt idx="795">
                  <c:v>0.13382750984251968</c:v>
                </c:pt>
                <c:pt idx="796">
                  <c:v>0.13382750984251968</c:v>
                </c:pt>
                <c:pt idx="797">
                  <c:v>0.13416584645669291</c:v>
                </c:pt>
                <c:pt idx="798">
                  <c:v>0.13416584645669291</c:v>
                </c:pt>
                <c:pt idx="799">
                  <c:v>0.13450418307086617</c:v>
                </c:pt>
                <c:pt idx="800">
                  <c:v>0.13450418307086617</c:v>
                </c:pt>
                <c:pt idx="801">
                  <c:v>0.13484251968503938</c:v>
                </c:pt>
                <c:pt idx="802">
                  <c:v>0.13484251968503938</c:v>
                </c:pt>
                <c:pt idx="803">
                  <c:v>0.13518085629921259</c:v>
                </c:pt>
                <c:pt idx="804">
                  <c:v>0.13518085629921259</c:v>
                </c:pt>
                <c:pt idx="805">
                  <c:v>0.13551919291338582</c:v>
                </c:pt>
                <c:pt idx="806">
                  <c:v>0.13551919291338582</c:v>
                </c:pt>
                <c:pt idx="807">
                  <c:v>0.13585752952755906</c:v>
                </c:pt>
                <c:pt idx="808">
                  <c:v>0.13585752952755906</c:v>
                </c:pt>
                <c:pt idx="809">
                  <c:v>0.13619586614173229</c:v>
                </c:pt>
                <c:pt idx="810">
                  <c:v>0.13619586614173229</c:v>
                </c:pt>
                <c:pt idx="811">
                  <c:v>0.1365342027559055</c:v>
                </c:pt>
                <c:pt idx="812">
                  <c:v>0.1365342027559055</c:v>
                </c:pt>
                <c:pt idx="813">
                  <c:v>0.13687253937007873</c:v>
                </c:pt>
                <c:pt idx="814">
                  <c:v>0.13687253937007873</c:v>
                </c:pt>
                <c:pt idx="815">
                  <c:v>0.13721087598425197</c:v>
                </c:pt>
                <c:pt idx="816">
                  <c:v>0.13721087598425197</c:v>
                </c:pt>
                <c:pt idx="817">
                  <c:v>0.13751845472440946</c:v>
                </c:pt>
                <c:pt idx="818">
                  <c:v>0.13751845472440946</c:v>
                </c:pt>
                <c:pt idx="819">
                  <c:v>0.13785679133858267</c:v>
                </c:pt>
                <c:pt idx="820">
                  <c:v>0.13785679133858267</c:v>
                </c:pt>
                <c:pt idx="821">
                  <c:v>0.1381951279527559</c:v>
                </c:pt>
                <c:pt idx="822">
                  <c:v>0.1381951279527559</c:v>
                </c:pt>
                <c:pt idx="823">
                  <c:v>0.13853346456692914</c:v>
                </c:pt>
                <c:pt idx="824">
                  <c:v>0.13853346456692914</c:v>
                </c:pt>
                <c:pt idx="825">
                  <c:v>0.13887180118110237</c:v>
                </c:pt>
                <c:pt idx="826">
                  <c:v>0.13887180118110237</c:v>
                </c:pt>
                <c:pt idx="827">
                  <c:v>0.13921013779527558</c:v>
                </c:pt>
                <c:pt idx="828">
                  <c:v>0.13921013779527558</c:v>
                </c:pt>
                <c:pt idx="829">
                  <c:v>0.13954847440944881</c:v>
                </c:pt>
                <c:pt idx="830">
                  <c:v>0.13954847440944881</c:v>
                </c:pt>
                <c:pt idx="831">
                  <c:v>0.13988681102362205</c:v>
                </c:pt>
                <c:pt idx="832">
                  <c:v>0.13988681102362205</c:v>
                </c:pt>
                <c:pt idx="833">
                  <c:v>0.14022514763779528</c:v>
                </c:pt>
                <c:pt idx="834">
                  <c:v>0.14022514763779528</c:v>
                </c:pt>
                <c:pt idx="835">
                  <c:v>0.14056348425196849</c:v>
                </c:pt>
                <c:pt idx="836">
                  <c:v>0.14056348425196849</c:v>
                </c:pt>
                <c:pt idx="837">
                  <c:v>0.14090182086614172</c:v>
                </c:pt>
                <c:pt idx="838">
                  <c:v>0.14090182086614172</c:v>
                </c:pt>
                <c:pt idx="839">
                  <c:v>0.14124015748031496</c:v>
                </c:pt>
                <c:pt idx="840">
                  <c:v>0.14124015748031496</c:v>
                </c:pt>
                <c:pt idx="841">
                  <c:v>0.14157849409448819</c:v>
                </c:pt>
                <c:pt idx="842">
                  <c:v>0.14157849409448819</c:v>
                </c:pt>
                <c:pt idx="843">
                  <c:v>0.14191683070866143</c:v>
                </c:pt>
                <c:pt idx="844">
                  <c:v>0.14191683070866143</c:v>
                </c:pt>
                <c:pt idx="845">
                  <c:v>0.14225516732283464</c:v>
                </c:pt>
                <c:pt idx="846">
                  <c:v>0.14225516732283464</c:v>
                </c:pt>
                <c:pt idx="847">
                  <c:v>0.14256274606299213</c:v>
                </c:pt>
                <c:pt idx="848">
                  <c:v>0.14256274606299213</c:v>
                </c:pt>
                <c:pt idx="849">
                  <c:v>0.14290108267716536</c:v>
                </c:pt>
                <c:pt idx="850">
                  <c:v>0.14290108267716536</c:v>
                </c:pt>
                <c:pt idx="851">
                  <c:v>0.14323941929133857</c:v>
                </c:pt>
                <c:pt idx="852">
                  <c:v>0.14323941929133857</c:v>
                </c:pt>
                <c:pt idx="853">
                  <c:v>0.14357775590551181</c:v>
                </c:pt>
                <c:pt idx="854">
                  <c:v>0.14357775590551181</c:v>
                </c:pt>
                <c:pt idx="855">
                  <c:v>0.14391609251968504</c:v>
                </c:pt>
                <c:pt idx="856">
                  <c:v>0.14391609251968504</c:v>
                </c:pt>
                <c:pt idx="857">
                  <c:v>0.14425442913385828</c:v>
                </c:pt>
                <c:pt idx="858">
                  <c:v>0.14425442913385828</c:v>
                </c:pt>
                <c:pt idx="859">
                  <c:v>0.14459276574803151</c:v>
                </c:pt>
                <c:pt idx="860">
                  <c:v>0.14459276574803151</c:v>
                </c:pt>
                <c:pt idx="861">
                  <c:v>0.14493110236220472</c:v>
                </c:pt>
                <c:pt idx="862">
                  <c:v>0.14493110236220472</c:v>
                </c:pt>
                <c:pt idx="863">
                  <c:v>0.14526943897637795</c:v>
                </c:pt>
                <c:pt idx="864">
                  <c:v>0.14526943897637795</c:v>
                </c:pt>
                <c:pt idx="865">
                  <c:v>0.14560777559055119</c:v>
                </c:pt>
                <c:pt idx="866">
                  <c:v>0.14560777559055119</c:v>
                </c:pt>
                <c:pt idx="867">
                  <c:v>0.14594611220472442</c:v>
                </c:pt>
                <c:pt idx="868">
                  <c:v>0.14594611220472442</c:v>
                </c:pt>
                <c:pt idx="869">
                  <c:v>0.14628444881889763</c:v>
                </c:pt>
                <c:pt idx="870">
                  <c:v>0.14628444881889763</c:v>
                </c:pt>
                <c:pt idx="871">
                  <c:v>0.14662278543307086</c:v>
                </c:pt>
                <c:pt idx="872">
                  <c:v>0.14662278543307086</c:v>
                </c:pt>
                <c:pt idx="873">
                  <c:v>0.14693036417322836</c:v>
                </c:pt>
                <c:pt idx="874">
                  <c:v>0.14693036417322836</c:v>
                </c:pt>
                <c:pt idx="875">
                  <c:v>0.14729945866141733</c:v>
                </c:pt>
                <c:pt idx="876">
                  <c:v>0.14729945866141733</c:v>
                </c:pt>
                <c:pt idx="877">
                  <c:v>0.1476070374015748</c:v>
                </c:pt>
                <c:pt idx="878">
                  <c:v>0.1476070374015748</c:v>
                </c:pt>
                <c:pt idx="879">
                  <c:v>0.14794537401574803</c:v>
                </c:pt>
                <c:pt idx="880">
                  <c:v>0.14794537401574803</c:v>
                </c:pt>
                <c:pt idx="881">
                  <c:v>0.14828371062992127</c:v>
                </c:pt>
                <c:pt idx="882">
                  <c:v>0.14828371062992127</c:v>
                </c:pt>
                <c:pt idx="883">
                  <c:v>0.1486220472440945</c:v>
                </c:pt>
                <c:pt idx="884">
                  <c:v>0.1486220472440945</c:v>
                </c:pt>
                <c:pt idx="885">
                  <c:v>0.14896038385826771</c:v>
                </c:pt>
                <c:pt idx="886">
                  <c:v>0.14896038385826771</c:v>
                </c:pt>
                <c:pt idx="887">
                  <c:v>0.14929872047244094</c:v>
                </c:pt>
                <c:pt idx="888">
                  <c:v>0.14929872047244094</c:v>
                </c:pt>
                <c:pt idx="889">
                  <c:v>0.14963705708661418</c:v>
                </c:pt>
                <c:pt idx="890">
                  <c:v>0.14963705708661418</c:v>
                </c:pt>
                <c:pt idx="891">
                  <c:v>0.14997539370078741</c:v>
                </c:pt>
                <c:pt idx="892">
                  <c:v>0.14997539370078741</c:v>
                </c:pt>
                <c:pt idx="893">
                  <c:v>0.15031373031496062</c:v>
                </c:pt>
                <c:pt idx="894">
                  <c:v>0.15031373031496062</c:v>
                </c:pt>
                <c:pt idx="895">
                  <c:v>0.15065206692913383</c:v>
                </c:pt>
                <c:pt idx="896">
                  <c:v>0.15065206692913383</c:v>
                </c:pt>
                <c:pt idx="897">
                  <c:v>0.15099040354330709</c:v>
                </c:pt>
                <c:pt idx="898">
                  <c:v>0.15099040354330709</c:v>
                </c:pt>
                <c:pt idx="899">
                  <c:v>0.15132874015748032</c:v>
                </c:pt>
                <c:pt idx="900">
                  <c:v>0.15132874015748032</c:v>
                </c:pt>
                <c:pt idx="901">
                  <c:v>0.15166707677165353</c:v>
                </c:pt>
                <c:pt idx="902">
                  <c:v>0.15166707677165353</c:v>
                </c:pt>
                <c:pt idx="903">
                  <c:v>0.15200541338582677</c:v>
                </c:pt>
                <c:pt idx="904">
                  <c:v>0.15200541338582677</c:v>
                </c:pt>
                <c:pt idx="905">
                  <c:v>0.15234375</c:v>
                </c:pt>
                <c:pt idx="906">
                  <c:v>0.15234375</c:v>
                </c:pt>
                <c:pt idx="907">
                  <c:v>0.15265132874015749</c:v>
                </c:pt>
                <c:pt idx="908">
                  <c:v>0.15265132874015749</c:v>
                </c:pt>
                <c:pt idx="909">
                  <c:v>0.1529896653543307</c:v>
                </c:pt>
                <c:pt idx="910">
                  <c:v>0.1529896653543307</c:v>
                </c:pt>
                <c:pt idx="911">
                  <c:v>0.15332800196850394</c:v>
                </c:pt>
                <c:pt idx="912">
                  <c:v>0.15332800196850394</c:v>
                </c:pt>
                <c:pt idx="913">
                  <c:v>0.15366633858267717</c:v>
                </c:pt>
                <c:pt idx="914">
                  <c:v>0.15366633858267717</c:v>
                </c:pt>
                <c:pt idx="915">
                  <c:v>0.1540046751968504</c:v>
                </c:pt>
                <c:pt idx="916">
                  <c:v>0.1540046751968504</c:v>
                </c:pt>
                <c:pt idx="917">
                  <c:v>0.15434301181102361</c:v>
                </c:pt>
                <c:pt idx="918">
                  <c:v>0.15434301181102361</c:v>
                </c:pt>
                <c:pt idx="919">
                  <c:v>0.15468134842519685</c:v>
                </c:pt>
                <c:pt idx="920">
                  <c:v>0.15468134842519685</c:v>
                </c:pt>
                <c:pt idx="921">
                  <c:v>0.15501968503937008</c:v>
                </c:pt>
                <c:pt idx="922">
                  <c:v>0.15501968503937008</c:v>
                </c:pt>
                <c:pt idx="923">
                  <c:v>0.15535802165354332</c:v>
                </c:pt>
                <c:pt idx="924">
                  <c:v>0.15535802165354332</c:v>
                </c:pt>
                <c:pt idx="925">
                  <c:v>0.15569635826771652</c:v>
                </c:pt>
                <c:pt idx="926">
                  <c:v>0.15569635826771652</c:v>
                </c:pt>
                <c:pt idx="927">
                  <c:v>0.15600393700787402</c:v>
                </c:pt>
                <c:pt idx="928">
                  <c:v>0.15600393700787402</c:v>
                </c:pt>
                <c:pt idx="929">
                  <c:v>0.15634227362204725</c:v>
                </c:pt>
                <c:pt idx="930">
                  <c:v>0.15634227362204725</c:v>
                </c:pt>
                <c:pt idx="931">
                  <c:v>0.15671136811023623</c:v>
                </c:pt>
                <c:pt idx="932">
                  <c:v>0.15671136811023623</c:v>
                </c:pt>
                <c:pt idx="933">
                  <c:v>0.15704970472440946</c:v>
                </c:pt>
                <c:pt idx="934">
                  <c:v>0.15704970472440946</c:v>
                </c:pt>
                <c:pt idx="935">
                  <c:v>0.15738804133858267</c:v>
                </c:pt>
                <c:pt idx="936">
                  <c:v>0.15738804133858267</c:v>
                </c:pt>
                <c:pt idx="937">
                  <c:v>0.15769562007874016</c:v>
                </c:pt>
                <c:pt idx="938">
                  <c:v>0.15769562007874016</c:v>
                </c:pt>
                <c:pt idx="939">
                  <c:v>0.1580339566929134</c:v>
                </c:pt>
                <c:pt idx="940">
                  <c:v>0.1580339566929134</c:v>
                </c:pt>
                <c:pt idx="941">
                  <c:v>0.1583722933070866</c:v>
                </c:pt>
                <c:pt idx="942">
                  <c:v>0.1583722933070866</c:v>
                </c:pt>
                <c:pt idx="943">
                  <c:v>0.15871062992125984</c:v>
                </c:pt>
                <c:pt idx="944">
                  <c:v>0.15871062992125984</c:v>
                </c:pt>
                <c:pt idx="945">
                  <c:v>0.15904896653543307</c:v>
                </c:pt>
                <c:pt idx="946">
                  <c:v>0.15904896653543307</c:v>
                </c:pt>
                <c:pt idx="947">
                  <c:v>0.15938730314960631</c:v>
                </c:pt>
                <c:pt idx="948">
                  <c:v>0.15938730314960631</c:v>
                </c:pt>
                <c:pt idx="949">
                  <c:v>0.15972563976377951</c:v>
                </c:pt>
                <c:pt idx="950">
                  <c:v>0.15972563976377951</c:v>
                </c:pt>
                <c:pt idx="951">
                  <c:v>0.16006397637795275</c:v>
                </c:pt>
                <c:pt idx="952">
                  <c:v>0.16006397637795275</c:v>
                </c:pt>
                <c:pt idx="953">
                  <c:v>0.16040231299212598</c:v>
                </c:pt>
                <c:pt idx="954">
                  <c:v>0.16040231299212598</c:v>
                </c:pt>
                <c:pt idx="955">
                  <c:v>0.16074064960629922</c:v>
                </c:pt>
                <c:pt idx="956">
                  <c:v>0.16074064960629922</c:v>
                </c:pt>
                <c:pt idx="957">
                  <c:v>0.16107898622047245</c:v>
                </c:pt>
                <c:pt idx="958">
                  <c:v>0.16107898622047245</c:v>
                </c:pt>
                <c:pt idx="959">
                  <c:v>0.16141732283464566</c:v>
                </c:pt>
                <c:pt idx="960">
                  <c:v>0.16141732283464566</c:v>
                </c:pt>
                <c:pt idx="961">
                  <c:v>0.16175565944881889</c:v>
                </c:pt>
                <c:pt idx="962">
                  <c:v>0.16175565944881889</c:v>
                </c:pt>
                <c:pt idx="963">
                  <c:v>0.16209399606299213</c:v>
                </c:pt>
                <c:pt idx="964">
                  <c:v>0.16209399606299213</c:v>
                </c:pt>
                <c:pt idx="965">
                  <c:v>0.16243233267716536</c:v>
                </c:pt>
                <c:pt idx="966">
                  <c:v>0.16243233267716536</c:v>
                </c:pt>
                <c:pt idx="967">
                  <c:v>0.16277066929133857</c:v>
                </c:pt>
                <c:pt idx="968">
                  <c:v>0.16277066929133857</c:v>
                </c:pt>
                <c:pt idx="969">
                  <c:v>0.16307824803149606</c:v>
                </c:pt>
                <c:pt idx="970">
                  <c:v>0.16307824803149606</c:v>
                </c:pt>
                <c:pt idx="971">
                  <c:v>0.1634165846456693</c:v>
                </c:pt>
                <c:pt idx="972">
                  <c:v>0.1634165846456693</c:v>
                </c:pt>
                <c:pt idx="973">
                  <c:v>0.16375492125984251</c:v>
                </c:pt>
                <c:pt idx="974">
                  <c:v>0.16375492125984251</c:v>
                </c:pt>
                <c:pt idx="975">
                  <c:v>0.16409325787401574</c:v>
                </c:pt>
                <c:pt idx="976">
                  <c:v>0.16409325787401574</c:v>
                </c:pt>
                <c:pt idx="977">
                  <c:v>0.16443159448818898</c:v>
                </c:pt>
                <c:pt idx="978">
                  <c:v>0.16443159448818898</c:v>
                </c:pt>
                <c:pt idx="979">
                  <c:v>0.16476993110236221</c:v>
                </c:pt>
                <c:pt idx="980">
                  <c:v>0.16476993110236221</c:v>
                </c:pt>
                <c:pt idx="981">
                  <c:v>0.16510826771653545</c:v>
                </c:pt>
                <c:pt idx="982">
                  <c:v>0.16510826771653545</c:v>
                </c:pt>
                <c:pt idx="983">
                  <c:v>0.16544660433070865</c:v>
                </c:pt>
                <c:pt idx="984">
                  <c:v>0.16544660433070865</c:v>
                </c:pt>
                <c:pt idx="985">
                  <c:v>0.16578494094488189</c:v>
                </c:pt>
                <c:pt idx="986">
                  <c:v>0.16578494094488189</c:v>
                </c:pt>
                <c:pt idx="987">
                  <c:v>0.16612327755905512</c:v>
                </c:pt>
                <c:pt idx="988">
                  <c:v>0.16612327755905512</c:v>
                </c:pt>
                <c:pt idx="989">
                  <c:v>0.16646161417322836</c:v>
                </c:pt>
                <c:pt idx="990">
                  <c:v>0.16646161417322836</c:v>
                </c:pt>
                <c:pt idx="991">
                  <c:v>0.16679995078740156</c:v>
                </c:pt>
                <c:pt idx="992">
                  <c:v>0.16679995078740156</c:v>
                </c:pt>
                <c:pt idx="993">
                  <c:v>0.1671382874015748</c:v>
                </c:pt>
                <c:pt idx="994">
                  <c:v>0.1671382874015748</c:v>
                </c:pt>
                <c:pt idx="995">
                  <c:v>0.16747662401574803</c:v>
                </c:pt>
                <c:pt idx="996">
                  <c:v>0.16747662401574803</c:v>
                </c:pt>
                <c:pt idx="997">
                  <c:v>0.16781496062992127</c:v>
                </c:pt>
                <c:pt idx="998">
                  <c:v>0.16781496062992127</c:v>
                </c:pt>
                <c:pt idx="999">
                  <c:v>0.16812253937007873</c:v>
                </c:pt>
                <c:pt idx="1000">
                  <c:v>0.16812253937007873</c:v>
                </c:pt>
                <c:pt idx="1001">
                  <c:v>0.16846087598425197</c:v>
                </c:pt>
                <c:pt idx="1002">
                  <c:v>0.16846087598425197</c:v>
                </c:pt>
                <c:pt idx="1003">
                  <c:v>0.1687992125984252</c:v>
                </c:pt>
                <c:pt idx="1004">
                  <c:v>0.1687992125984252</c:v>
                </c:pt>
                <c:pt idx="1005">
                  <c:v>0.16913754921259844</c:v>
                </c:pt>
                <c:pt idx="1006">
                  <c:v>0.16913754921259844</c:v>
                </c:pt>
                <c:pt idx="1007">
                  <c:v>0.16947588582677164</c:v>
                </c:pt>
                <c:pt idx="1008">
                  <c:v>0.16947588582677164</c:v>
                </c:pt>
                <c:pt idx="1009">
                  <c:v>0.16981422244094488</c:v>
                </c:pt>
                <c:pt idx="1010">
                  <c:v>0.16981422244094488</c:v>
                </c:pt>
                <c:pt idx="1011">
                  <c:v>0.17015255905511811</c:v>
                </c:pt>
                <c:pt idx="1012">
                  <c:v>0.17015255905511811</c:v>
                </c:pt>
                <c:pt idx="1013">
                  <c:v>0.17049089566929135</c:v>
                </c:pt>
                <c:pt idx="1014">
                  <c:v>0.17049089566929135</c:v>
                </c:pt>
                <c:pt idx="1015">
                  <c:v>0.17082923228346455</c:v>
                </c:pt>
                <c:pt idx="1016">
                  <c:v>0.17082923228346455</c:v>
                </c:pt>
                <c:pt idx="1017">
                  <c:v>0.17116756889763779</c:v>
                </c:pt>
                <c:pt idx="1018">
                  <c:v>0.17116756889763779</c:v>
                </c:pt>
                <c:pt idx="1019">
                  <c:v>0.17150590551181102</c:v>
                </c:pt>
                <c:pt idx="1020">
                  <c:v>0.17150590551181102</c:v>
                </c:pt>
                <c:pt idx="1021">
                  <c:v>0.17184424212598426</c:v>
                </c:pt>
                <c:pt idx="1022">
                  <c:v>0.17184424212598426</c:v>
                </c:pt>
                <c:pt idx="1023">
                  <c:v>0.17218257874015749</c:v>
                </c:pt>
                <c:pt idx="1024">
                  <c:v>0.17218257874015749</c:v>
                </c:pt>
                <c:pt idx="1025">
                  <c:v>0.1725209153543307</c:v>
                </c:pt>
                <c:pt idx="1026">
                  <c:v>0.1725209153543307</c:v>
                </c:pt>
                <c:pt idx="1027">
                  <c:v>0.17285925196850394</c:v>
                </c:pt>
                <c:pt idx="1028">
                  <c:v>0.17285925196850394</c:v>
                </c:pt>
                <c:pt idx="1029">
                  <c:v>0.17316683070866143</c:v>
                </c:pt>
                <c:pt idx="1030">
                  <c:v>0.17316683070866143</c:v>
                </c:pt>
                <c:pt idx="1031">
                  <c:v>0.17350516732283464</c:v>
                </c:pt>
                <c:pt idx="1032">
                  <c:v>0.17350516732283464</c:v>
                </c:pt>
                <c:pt idx="1033">
                  <c:v>0.17384350393700787</c:v>
                </c:pt>
                <c:pt idx="1034">
                  <c:v>0.17384350393700787</c:v>
                </c:pt>
                <c:pt idx="1035">
                  <c:v>0.17418184055118111</c:v>
                </c:pt>
                <c:pt idx="1036">
                  <c:v>0.17418184055118111</c:v>
                </c:pt>
                <c:pt idx="1037">
                  <c:v>0.17452017716535434</c:v>
                </c:pt>
                <c:pt idx="1038">
                  <c:v>0.17452017716535434</c:v>
                </c:pt>
                <c:pt idx="1039">
                  <c:v>0.17485851377952755</c:v>
                </c:pt>
                <c:pt idx="1040">
                  <c:v>0.17485851377952755</c:v>
                </c:pt>
                <c:pt idx="1041">
                  <c:v>0.17519685039370078</c:v>
                </c:pt>
                <c:pt idx="1042">
                  <c:v>0.17519685039370078</c:v>
                </c:pt>
                <c:pt idx="1043">
                  <c:v>0.17553518700787402</c:v>
                </c:pt>
                <c:pt idx="1044">
                  <c:v>0.17553518700787402</c:v>
                </c:pt>
                <c:pt idx="1045">
                  <c:v>0.17587352362204725</c:v>
                </c:pt>
                <c:pt idx="1046">
                  <c:v>0.17587352362204725</c:v>
                </c:pt>
                <c:pt idx="1047">
                  <c:v>0.17621186023622049</c:v>
                </c:pt>
                <c:pt idx="1048">
                  <c:v>0.17621186023622049</c:v>
                </c:pt>
                <c:pt idx="1049">
                  <c:v>0.17655019685039369</c:v>
                </c:pt>
                <c:pt idx="1050">
                  <c:v>0.17655019685039369</c:v>
                </c:pt>
                <c:pt idx="1051">
                  <c:v>0.17688853346456693</c:v>
                </c:pt>
                <c:pt idx="1052">
                  <c:v>0.17688853346456693</c:v>
                </c:pt>
                <c:pt idx="1053">
                  <c:v>0.17722687007874016</c:v>
                </c:pt>
                <c:pt idx="1054">
                  <c:v>0.17722687007874016</c:v>
                </c:pt>
                <c:pt idx="1055">
                  <c:v>0.1775652066929134</c:v>
                </c:pt>
                <c:pt idx="1056">
                  <c:v>0.1775652066929134</c:v>
                </c:pt>
                <c:pt idx="1057">
                  <c:v>0.1779035433070866</c:v>
                </c:pt>
                <c:pt idx="1058">
                  <c:v>0.1779035433070866</c:v>
                </c:pt>
                <c:pt idx="1059">
                  <c:v>0.1782111220472441</c:v>
                </c:pt>
                <c:pt idx="1060">
                  <c:v>0.1782111220472441</c:v>
                </c:pt>
                <c:pt idx="1061">
                  <c:v>0.17854945866141733</c:v>
                </c:pt>
                <c:pt idx="1062">
                  <c:v>0.17854945866141733</c:v>
                </c:pt>
                <c:pt idx="1063">
                  <c:v>0.17888779527559054</c:v>
                </c:pt>
                <c:pt idx="1064">
                  <c:v>0.17888779527559054</c:v>
                </c:pt>
                <c:pt idx="1065">
                  <c:v>0.17922613188976377</c:v>
                </c:pt>
                <c:pt idx="1066">
                  <c:v>0.17922613188976377</c:v>
                </c:pt>
                <c:pt idx="1067">
                  <c:v>0.17956446850393701</c:v>
                </c:pt>
                <c:pt idx="1068">
                  <c:v>0.17956446850393701</c:v>
                </c:pt>
                <c:pt idx="1069">
                  <c:v>0.17990280511811024</c:v>
                </c:pt>
                <c:pt idx="1070">
                  <c:v>0.17990280511811024</c:v>
                </c:pt>
                <c:pt idx="1071">
                  <c:v>0.18021038385826771</c:v>
                </c:pt>
                <c:pt idx="1072">
                  <c:v>0.18021038385826771</c:v>
                </c:pt>
                <c:pt idx="1073">
                  <c:v>0.18057947834645668</c:v>
                </c:pt>
                <c:pt idx="1074">
                  <c:v>0.18057947834645668</c:v>
                </c:pt>
                <c:pt idx="1075">
                  <c:v>0.18091781496062992</c:v>
                </c:pt>
                <c:pt idx="1076">
                  <c:v>0.18091781496062992</c:v>
                </c:pt>
                <c:pt idx="1077">
                  <c:v>0.18125615157480315</c:v>
                </c:pt>
                <c:pt idx="1078">
                  <c:v>0.18125615157480315</c:v>
                </c:pt>
                <c:pt idx="1079">
                  <c:v>0.18159448818897639</c:v>
                </c:pt>
                <c:pt idx="1080">
                  <c:v>0.18159448818897639</c:v>
                </c:pt>
                <c:pt idx="1081">
                  <c:v>0.1819328248031496</c:v>
                </c:pt>
                <c:pt idx="1082">
                  <c:v>0.1819328248031496</c:v>
                </c:pt>
                <c:pt idx="1083">
                  <c:v>0.18227116141732283</c:v>
                </c:pt>
                <c:pt idx="1084">
                  <c:v>0.18227116141732283</c:v>
                </c:pt>
                <c:pt idx="1085">
                  <c:v>0.18260949803149609</c:v>
                </c:pt>
                <c:pt idx="1086">
                  <c:v>0.18260949803149609</c:v>
                </c:pt>
                <c:pt idx="1087">
                  <c:v>0.1829478346456693</c:v>
                </c:pt>
                <c:pt idx="1088">
                  <c:v>0.1829478346456693</c:v>
                </c:pt>
                <c:pt idx="1089">
                  <c:v>0.18325541338582677</c:v>
                </c:pt>
                <c:pt idx="1090">
                  <c:v>0.18325541338582677</c:v>
                </c:pt>
                <c:pt idx="1091">
                  <c:v>0.18359375</c:v>
                </c:pt>
                <c:pt idx="1092">
                  <c:v>0.18359375</c:v>
                </c:pt>
                <c:pt idx="1093">
                  <c:v>0.18393208661417323</c:v>
                </c:pt>
                <c:pt idx="1094">
                  <c:v>0.18393208661417323</c:v>
                </c:pt>
                <c:pt idx="1095">
                  <c:v>0.18427042322834647</c:v>
                </c:pt>
                <c:pt idx="1096">
                  <c:v>0.18427042322834647</c:v>
                </c:pt>
                <c:pt idx="1097">
                  <c:v>0.18460875984251968</c:v>
                </c:pt>
                <c:pt idx="1098">
                  <c:v>0.18460875984251968</c:v>
                </c:pt>
                <c:pt idx="1099">
                  <c:v>0.18494709645669291</c:v>
                </c:pt>
                <c:pt idx="1100">
                  <c:v>0.18494709645669291</c:v>
                </c:pt>
                <c:pt idx="1101">
                  <c:v>0.18528543307086617</c:v>
                </c:pt>
                <c:pt idx="1102">
                  <c:v>0.18528543307086617</c:v>
                </c:pt>
                <c:pt idx="1103">
                  <c:v>0.18562376968503935</c:v>
                </c:pt>
                <c:pt idx="1104">
                  <c:v>0.18562376968503935</c:v>
                </c:pt>
                <c:pt idx="1105">
                  <c:v>0.18596210629921259</c:v>
                </c:pt>
                <c:pt idx="1106">
                  <c:v>0.18596210629921259</c:v>
                </c:pt>
                <c:pt idx="1107">
                  <c:v>0.18630044291338585</c:v>
                </c:pt>
                <c:pt idx="1108">
                  <c:v>0.18630044291338585</c:v>
                </c:pt>
                <c:pt idx="1109">
                  <c:v>0.18663877952755903</c:v>
                </c:pt>
                <c:pt idx="1110">
                  <c:v>0.18663877952755903</c:v>
                </c:pt>
                <c:pt idx="1111">
                  <c:v>0.18697711614173229</c:v>
                </c:pt>
                <c:pt idx="1112">
                  <c:v>0.18697711614173229</c:v>
                </c:pt>
                <c:pt idx="1113">
                  <c:v>0.1873154527559055</c:v>
                </c:pt>
                <c:pt idx="1114">
                  <c:v>0.1873154527559055</c:v>
                </c:pt>
                <c:pt idx="1115">
                  <c:v>0.18765378937007873</c:v>
                </c:pt>
                <c:pt idx="1116">
                  <c:v>0.18765378937007873</c:v>
                </c:pt>
                <c:pt idx="1117">
                  <c:v>0.18799212598425197</c:v>
                </c:pt>
                <c:pt idx="1118">
                  <c:v>0.18799212598425197</c:v>
                </c:pt>
                <c:pt idx="1119">
                  <c:v>0.18829970472440943</c:v>
                </c:pt>
                <c:pt idx="1120">
                  <c:v>0.18829970472440943</c:v>
                </c:pt>
                <c:pt idx="1121">
                  <c:v>0.18863804133858267</c:v>
                </c:pt>
                <c:pt idx="1122">
                  <c:v>0.18863804133858267</c:v>
                </c:pt>
                <c:pt idx="1123">
                  <c:v>0.1889763779527559</c:v>
                </c:pt>
                <c:pt idx="1124">
                  <c:v>0.1889763779527559</c:v>
                </c:pt>
                <c:pt idx="1125">
                  <c:v>0.18931471456692911</c:v>
                </c:pt>
                <c:pt idx="1126">
                  <c:v>0.18931471456692911</c:v>
                </c:pt>
                <c:pt idx="1127">
                  <c:v>0.18965305118110237</c:v>
                </c:pt>
                <c:pt idx="1128">
                  <c:v>0.18965305118110237</c:v>
                </c:pt>
                <c:pt idx="1129">
                  <c:v>0.18999138779527561</c:v>
                </c:pt>
                <c:pt idx="1130">
                  <c:v>0.18999138779527561</c:v>
                </c:pt>
                <c:pt idx="1131">
                  <c:v>0.19032972440944881</c:v>
                </c:pt>
                <c:pt idx="1132">
                  <c:v>0.19032972440944881</c:v>
                </c:pt>
                <c:pt idx="1133">
                  <c:v>0.19063730314960631</c:v>
                </c:pt>
                <c:pt idx="1134">
                  <c:v>0.19063730314960631</c:v>
                </c:pt>
                <c:pt idx="1135">
                  <c:v>0.19100639763779528</c:v>
                </c:pt>
                <c:pt idx="1136">
                  <c:v>0.19100639763779528</c:v>
                </c:pt>
                <c:pt idx="1137">
                  <c:v>0.19134473425196849</c:v>
                </c:pt>
                <c:pt idx="1138">
                  <c:v>0.19134473425196849</c:v>
                </c:pt>
                <c:pt idx="1139">
                  <c:v>0.19168307086614172</c:v>
                </c:pt>
                <c:pt idx="1140">
                  <c:v>0.19168307086614172</c:v>
                </c:pt>
                <c:pt idx="1141">
                  <c:v>0.19202140748031496</c:v>
                </c:pt>
                <c:pt idx="1142">
                  <c:v>0.19202140748031496</c:v>
                </c:pt>
                <c:pt idx="1143">
                  <c:v>0.19235974409448819</c:v>
                </c:pt>
                <c:pt idx="1144">
                  <c:v>0.19235974409448819</c:v>
                </c:pt>
                <c:pt idx="1145">
                  <c:v>0.19269808070866143</c:v>
                </c:pt>
                <c:pt idx="1146">
                  <c:v>0.19269808070866143</c:v>
                </c:pt>
                <c:pt idx="1147">
                  <c:v>0.19303641732283464</c:v>
                </c:pt>
                <c:pt idx="1148">
                  <c:v>0.19303641732283464</c:v>
                </c:pt>
                <c:pt idx="1149">
                  <c:v>0.19334399606299213</c:v>
                </c:pt>
                <c:pt idx="1150">
                  <c:v>0.19334399606299213</c:v>
                </c:pt>
                <c:pt idx="1151">
                  <c:v>0.19368233267716536</c:v>
                </c:pt>
                <c:pt idx="1152">
                  <c:v>0.19368233267716536</c:v>
                </c:pt>
                <c:pt idx="1153">
                  <c:v>0.19402066929133857</c:v>
                </c:pt>
                <c:pt idx="1154">
                  <c:v>0.19402066929133857</c:v>
                </c:pt>
                <c:pt idx="1155">
                  <c:v>0.19435900590551181</c:v>
                </c:pt>
                <c:pt idx="1156">
                  <c:v>0.19435900590551181</c:v>
                </c:pt>
                <c:pt idx="1157">
                  <c:v>0.19469734251968504</c:v>
                </c:pt>
                <c:pt idx="1158">
                  <c:v>0.19469734251968504</c:v>
                </c:pt>
                <c:pt idx="1159">
                  <c:v>0.19503567913385828</c:v>
                </c:pt>
                <c:pt idx="1160">
                  <c:v>0.19503567913385828</c:v>
                </c:pt>
                <c:pt idx="1161">
                  <c:v>0.19537401574803151</c:v>
                </c:pt>
                <c:pt idx="1162">
                  <c:v>0.19537401574803151</c:v>
                </c:pt>
                <c:pt idx="1163">
                  <c:v>0.19571235236220472</c:v>
                </c:pt>
                <c:pt idx="1164">
                  <c:v>0.19571235236220472</c:v>
                </c:pt>
                <c:pt idx="1165">
                  <c:v>0.19601993110236221</c:v>
                </c:pt>
                <c:pt idx="1166">
                  <c:v>0.19601993110236221</c:v>
                </c:pt>
                <c:pt idx="1167">
                  <c:v>0.19638902559055119</c:v>
                </c:pt>
                <c:pt idx="1168">
                  <c:v>0.19638902559055119</c:v>
                </c:pt>
                <c:pt idx="1169">
                  <c:v>0.19672736220472439</c:v>
                </c:pt>
                <c:pt idx="1170">
                  <c:v>0.19672736220472439</c:v>
                </c:pt>
                <c:pt idx="1171">
                  <c:v>0.19706569881889763</c:v>
                </c:pt>
                <c:pt idx="1172">
                  <c:v>0.19706569881889763</c:v>
                </c:pt>
                <c:pt idx="1173">
                  <c:v>0.19740403543307089</c:v>
                </c:pt>
                <c:pt idx="1174">
                  <c:v>0.19740403543307089</c:v>
                </c:pt>
                <c:pt idx="1175">
                  <c:v>0.1977423720472441</c:v>
                </c:pt>
                <c:pt idx="1176">
                  <c:v>0.1977423720472441</c:v>
                </c:pt>
                <c:pt idx="1177">
                  <c:v>0.19808070866141733</c:v>
                </c:pt>
                <c:pt idx="1178">
                  <c:v>0.19808070866141733</c:v>
                </c:pt>
                <c:pt idx="1179">
                  <c:v>0.19841904527559057</c:v>
                </c:pt>
                <c:pt idx="1180">
                  <c:v>0.19841904527559057</c:v>
                </c:pt>
                <c:pt idx="1181">
                  <c:v>0.19872662401574803</c:v>
                </c:pt>
                <c:pt idx="1182">
                  <c:v>0.19872662401574803</c:v>
                </c:pt>
                <c:pt idx="1183">
                  <c:v>0.19906496062992127</c:v>
                </c:pt>
                <c:pt idx="1184">
                  <c:v>0.19906496062992127</c:v>
                </c:pt>
                <c:pt idx="1185">
                  <c:v>0.1994032972440945</c:v>
                </c:pt>
                <c:pt idx="1186">
                  <c:v>0.1994032972440945</c:v>
                </c:pt>
                <c:pt idx="1187">
                  <c:v>0.19974163385826771</c:v>
                </c:pt>
                <c:pt idx="1188">
                  <c:v>0.19974163385826771</c:v>
                </c:pt>
                <c:pt idx="1189">
                  <c:v>0.20007997047244097</c:v>
                </c:pt>
                <c:pt idx="1190">
                  <c:v>0.20007997047244097</c:v>
                </c:pt>
                <c:pt idx="1191">
                  <c:v>0.20041830708661415</c:v>
                </c:pt>
                <c:pt idx="1192">
                  <c:v>0.20041830708661415</c:v>
                </c:pt>
                <c:pt idx="1193">
                  <c:v>0.20075664370078741</c:v>
                </c:pt>
                <c:pt idx="1194">
                  <c:v>0.20075664370078741</c:v>
                </c:pt>
                <c:pt idx="1195">
                  <c:v>0.20109498031496065</c:v>
                </c:pt>
                <c:pt idx="1196">
                  <c:v>0.20109498031496065</c:v>
                </c:pt>
                <c:pt idx="1197">
                  <c:v>0.20143331692913383</c:v>
                </c:pt>
                <c:pt idx="1198">
                  <c:v>0.20143331692913383</c:v>
                </c:pt>
                <c:pt idx="1199">
                  <c:v>0.20177165354330709</c:v>
                </c:pt>
                <c:pt idx="1200">
                  <c:v>0.20177165354330709</c:v>
                </c:pt>
                <c:pt idx="1201">
                  <c:v>0.20210999015748032</c:v>
                </c:pt>
                <c:pt idx="1202">
                  <c:v>0.20210999015748032</c:v>
                </c:pt>
                <c:pt idx="1203">
                  <c:v>0.20244832677165353</c:v>
                </c:pt>
                <c:pt idx="1204">
                  <c:v>0.20244832677165353</c:v>
                </c:pt>
                <c:pt idx="1205">
                  <c:v>0.20278666338582677</c:v>
                </c:pt>
                <c:pt idx="1206">
                  <c:v>0.20278666338582677</c:v>
                </c:pt>
                <c:pt idx="1207">
                  <c:v>0.203125</c:v>
                </c:pt>
                <c:pt idx="1208">
                  <c:v>0.203125</c:v>
                </c:pt>
                <c:pt idx="1209">
                  <c:v>0.20346333661417323</c:v>
                </c:pt>
                <c:pt idx="1210">
                  <c:v>0.20346333661417323</c:v>
                </c:pt>
                <c:pt idx="1211">
                  <c:v>0.2037709153543307</c:v>
                </c:pt>
                <c:pt idx="1212">
                  <c:v>0.2037709153543307</c:v>
                </c:pt>
                <c:pt idx="1213">
                  <c:v>0.20410925196850391</c:v>
                </c:pt>
                <c:pt idx="1214">
                  <c:v>0.20410925196850391</c:v>
                </c:pt>
                <c:pt idx="1215">
                  <c:v>0.20444758858267717</c:v>
                </c:pt>
                <c:pt idx="1216">
                  <c:v>0.20444758858267717</c:v>
                </c:pt>
                <c:pt idx="1217">
                  <c:v>0.2047859251968504</c:v>
                </c:pt>
                <c:pt idx="1218">
                  <c:v>0.2047859251968504</c:v>
                </c:pt>
                <c:pt idx="1219">
                  <c:v>0.20512426181102361</c:v>
                </c:pt>
                <c:pt idx="1220">
                  <c:v>0.20512426181102361</c:v>
                </c:pt>
                <c:pt idx="1221">
                  <c:v>0.20546259842519685</c:v>
                </c:pt>
                <c:pt idx="1222">
                  <c:v>0.20546259842519685</c:v>
                </c:pt>
                <c:pt idx="1223">
                  <c:v>0.20580093503937008</c:v>
                </c:pt>
                <c:pt idx="1224">
                  <c:v>0.20580093503937008</c:v>
                </c:pt>
                <c:pt idx="1225">
                  <c:v>0.20613927165354332</c:v>
                </c:pt>
                <c:pt idx="1226">
                  <c:v>0.20613927165354332</c:v>
                </c:pt>
                <c:pt idx="1227">
                  <c:v>0.20647760826771652</c:v>
                </c:pt>
                <c:pt idx="1228">
                  <c:v>0.20647760826771652</c:v>
                </c:pt>
                <c:pt idx="1229">
                  <c:v>0.20681594488188976</c:v>
                </c:pt>
                <c:pt idx="1230">
                  <c:v>0.20681594488188976</c:v>
                </c:pt>
                <c:pt idx="1231">
                  <c:v>0.20715428149606299</c:v>
                </c:pt>
                <c:pt idx="1232">
                  <c:v>0.20715428149606299</c:v>
                </c:pt>
                <c:pt idx="1233">
                  <c:v>0.20749261811023623</c:v>
                </c:pt>
                <c:pt idx="1234">
                  <c:v>0.20749261811023623</c:v>
                </c:pt>
                <c:pt idx="1235">
                  <c:v>0.20783095472440943</c:v>
                </c:pt>
                <c:pt idx="1236">
                  <c:v>0.20783095472440943</c:v>
                </c:pt>
                <c:pt idx="1237">
                  <c:v>0.20816929133858267</c:v>
                </c:pt>
                <c:pt idx="1238">
                  <c:v>0.20816929133858267</c:v>
                </c:pt>
                <c:pt idx="1239">
                  <c:v>0.2085076279527559</c:v>
                </c:pt>
                <c:pt idx="1240">
                  <c:v>0.2085076279527559</c:v>
                </c:pt>
                <c:pt idx="1241">
                  <c:v>0.2088152066929134</c:v>
                </c:pt>
                <c:pt idx="1242">
                  <c:v>0.2088152066929134</c:v>
                </c:pt>
                <c:pt idx="1243">
                  <c:v>0.2091535433070866</c:v>
                </c:pt>
                <c:pt idx="1244">
                  <c:v>0.2091535433070866</c:v>
                </c:pt>
                <c:pt idx="1245">
                  <c:v>0.20949187992125984</c:v>
                </c:pt>
                <c:pt idx="1246">
                  <c:v>0.20949187992125984</c:v>
                </c:pt>
                <c:pt idx="1247">
                  <c:v>0.20983021653543307</c:v>
                </c:pt>
                <c:pt idx="1248">
                  <c:v>0.20983021653543307</c:v>
                </c:pt>
                <c:pt idx="1249">
                  <c:v>0.21016855314960631</c:v>
                </c:pt>
                <c:pt idx="1250">
                  <c:v>0.21016855314960631</c:v>
                </c:pt>
                <c:pt idx="1251">
                  <c:v>0.21050688976377951</c:v>
                </c:pt>
                <c:pt idx="1252">
                  <c:v>0.21050688976377951</c:v>
                </c:pt>
                <c:pt idx="1253">
                  <c:v>0.21084522637795275</c:v>
                </c:pt>
                <c:pt idx="1254">
                  <c:v>0.21084522637795275</c:v>
                </c:pt>
                <c:pt idx="1255">
                  <c:v>0.21118356299212601</c:v>
                </c:pt>
                <c:pt idx="1256">
                  <c:v>0.21118356299212601</c:v>
                </c:pt>
                <c:pt idx="1257">
                  <c:v>0.21152189960629919</c:v>
                </c:pt>
                <c:pt idx="1258">
                  <c:v>0.21152189960629919</c:v>
                </c:pt>
                <c:pt idx="1259">
                  <c:v>0.21186023622047245</c:v>
                </c:pt>
                <c:pt idx="1260">
                  <c:v>0.21186023622047245</c:v>
                </c:pt>
                <c:pt idx="1261">
                  <c:v>0.21219857283464569</c:v>
                </c:pt>
                <c:pt idx="1262">
                  <c:v>0.21219857283464569</c:v>
                </c:pt>
                <c:pt idx="1263">
                  <c:v>0.21253690944881889</c:v>
                </c:pt>
                <c:pt idx="1264">
                  <c:v>0.21253690944881889</c:v>
                </c:pt>
                <c:pt idx="1265">
                  <c:v>0.21287524606299213</c:v>
                </c:pt>
                <c:pt idx="1266">
                  <c:v>0.21287524606299213</c:v>
                </c:pt>
                <c:pt idx="1267">
                  <c:v>0.21321358267716536</c:v>
                </c:pt>
                <c:pt idx="1268">
                  <c:v>0.21321358267716536</c:v>
                </c:pt>
                <c:pt idx="1269">
                  <c:v>0.21355191929133857</c:v>
                </c:pt>
                <c:pt idx="1270">
                  <c:v>0.21355191929133857</c:v>
                </c:pt>
                <c:pt idx="1271">
                  <c:v>0.21385949803149609</c:v>
                </c:pt>
                <c:pt idx="1272">
                  <c:v>0.21385949803149609</c:v>
                </c:pt>
                <c:pt idx="1273">
                  <c:v>0.2141978346456693</c:v>
                </c:pt>
                <c:pt idx="1274">
                  <c:v>0.2141978346456693</c:v>
                </c:pt>
                <c:pt idx="1275">
                  <c:v>0.21453617125984251</c:v>
                </c:pt>
                <c:pt idx="1276">
                  <c:v>0.21453617125984251</c:v>
                </c:pt>
                <c:pt idx="1277">
                  <c:v>0.21487450787401577</c:v>
                </c:pt>
                <c:pt idx="1278">
                  <c:v>0.21487450787401577</c:v>
                </c:pt>
                <c:pt idx="1279">
                  <c:v>0.21521284448818895</c:v>
                </c:pt>
                <c:pt idx="1280">
                  <c:v>0.21521284448818895</c:v>
                </c:pt>
                <c:pt idx="1281">
                  <c:v>0.21555118110236221</c:v>
                </c:pt>
                <c:pt idx="1282">
                  <c:v>0.21555118110236221</c:v>
                </c:pt>
                <c:pt idx="1283">
                  <c:v>0.21588951771653545</c:v>
                </c:pt>
                <c:pt idx="1284">
                  <c:v>0.21588951771653545</c:v>
                </c:pt>
                <c:pt idx="1285">
                  <c:v>0.21622785433070865</c:v>
                </c:pt>
                <c:pt idx="1286">
                  <c:v>0.21622785433070865</c:v>
                </c:pt>
                <c:pt idx="1287">
                  <c:v>0.21656619094488189</c:v>
                </c:pt>
                <c:pt idx="1288">
                  <c:v>0.21656619094488189</c:v>
                </c:pt>
                <c:pt idx="1289">
                  <c:v>0.21690452755905512</c:v>
                </c:pt>
                <c:pt idx="1290">
                  <c:v>0.21690452755905512</c:v>
                </c:pt>
                <c:pt idx="1291">
                  <c:v>0.21724286417322836</c:v>
                </c:pt>
                <c:pt idx="1292">
                  <c:v>0.21724286417322836</c:v>
                </c:pt>
                <c:pt idx="1293">
                  <c:v>0.21758120078740156</c:v>
                </c:pt>
                <c:pt idx="1294">
                  <c:v>0.21758120078740156</c:v>
                </c:pt>
                <c:pt idx="1295">
                  <c:v>0.2179195374015748</c:v>
                </c:pt>
                <c:pt idx="1296">
                  <c:v>0.2179195374015748</c:v>
                </c:pt>
                <c:pt idx="1297">
                  <c:v>0.21825787401574803</c:v>
                </c:pt>
                <c:pt idx="1298">
                  <c:v>0.21825787401574803</c:v>
                </c:pt>
                <c:pt idx="1299">
                  <c:v>0.21859621062992127</c:v>
                </c:pt>
                <c:pt idx="1300">
                  <c:v>0.21859621062992127</c:v>
                </c:pt>
                <c:pt idx="1301">
                  <c:v>0.21890378937007873</c:v>
                </c:pt>
                <c:pt idx="1302">
                  <c:v>0.21890378937007873</c:v>
                </c:pt>
                <c:pt idx="1303">
                  <c:v>0.21924212598425197</c:v>
                </c:pt>
                <c:pt idx="1304">
                  <c:v>0.21924212598425197</c:v>
                </c:pt>
                <c:pt idx="1305">
                  <c:v>0.2195804625984252</c:v>
                </c:pt>
                <c:pt idx="1306">
                  <c:v>0.2195804625984252</c:v>
                </c:pt>
                <c:pt idx="1307">
                  <c:v>0.21991879921259844</c:v>
                </c:pt>
                <c:pt idx="1308">
                  <c:v>0.21991879921259844</c:v>
                </c:pt>
                <c:pt idx="1309">
                  <c:v>0.22025713582677164</c:v>
                </c:pt>
                <c:pt idx="1310">
                  <c:v>0.22025713582677164</c:v>
                </c:pt>
                <c:pt idx="1311">
                  <c:v>0.22059547244094488</c:v>
                </c:pt>
                <c:pt idx="1312">
                  <c:v>0.22059547244094488</c:v>
                </c:pt>
                <c:pt idx="1313">
                  <c:v>0.22093380905511811</c:v>
                </c:pt>
                <c:pt idx="1314">
                  <c:v>0.22093380905511811</c:v>
                </c:pt>
                <c:pt idx="1315">
                  <c:v>0.22127214566929135</c:v>
                </c:pt>
                <c:pt idx="1316">
                  <c:v>0.22127214566929135</c:v>
                </c:pt>
                <c:pt idx="1317">
                  <c:v>0.22161048228346455</c:v>
                </c:pt>
                <c:pt idx="1318">
                  <c:v>0.22161048228346455</c:v>
                </c:pt>
                <c:pt idx="1319">
                  <c:v>0.22194881889763779</c:v>
                </c:pt>
                <c:pt idx="1320">
                  <c:v>0.22194881889763779</c:v>
                </c:pt>
                <c:pt idx="1321">
                  <c:v>0.22228715551181105</c:v>
                </c:pt>
                <c:pt idx="1322">
                  <c:v>0.22228715551181105</c:v>
                </c:pt>
                <c:pt idx="1323">
                  <c:v>0.22262549212598423</c:v>
                </c:pt>
                <c:pt idx="1324">
                  <c:v>0.22262549212598423</c:v>
                </c:pt>
                <c:pt idx="1325">
                  <c:v>0.22296382874015749</c:v>
                </c:pt>
                <c:pt idx="1326">
                  <c:v>0.22296382874015749</c:v>
                </c:pt>
                <c:pt idx="1327">
                  <c:v>0.2233021653543307</c:v>
                </c:pt>
                <c:pt idx="1328">
                  <c:v>0.2233021653543307</c:v>
                </c:pt>
                <c:pt idx="1329">
                  <c:v>0.22364050196850391</c:v>
                </c:pt>
                <c:pt idx="1330">
                  <c:v>0.22364050196850391</c:v>
                </c:pt>
                <c:pt idx="1331">
                  <c:v>0.22394808070866143</c:v>
                </c:pt>
                <c:pt idx="1332">
                  <c:v>0.22394808070866143</c:v>
                </c:pt>
                <c:pt idx="1333">
                  <c:v>0.22428641732283464</c:v>
                </c:pt>
                <c:pt idx="1334">
                  <c:v>0.22428641732283464</c:v>
                </c:pt>
                <c:pt idx="1335">
                  <c:v>0.22462475393700787</c:v>
                </c:pt>
                <c:pt idx="1336">
                  <c:v>0.22462475393700787</c:v>
                </c:pt>
                <c:pt idx="1337">
                  <c:v>0.22496309055118111</c:v>
                </c:pt>
                <c:pt idx="1338">
                  <c:v>0.22496309055118111</c:v>
                </c:pt>
                <c:pt idx="1339">
                  <c:v>0.22530142716535431</c:v>
                </c:pt>
                <c:pt idx="1340">
                  <c:v>0.22530142716535431</c:v>
                </c:pt>
                <c:pt idx="1341">
                  <c:v>0.22563976377952755</c:v>
                </c:pt>
                <c:pt idx="1342">
                  <c:v>0.22563976377952755</c:v>
                </c:pt>
                <c:pt idx="1343">
                  <c:v>0.22597810039370081</c:v>
                </c:pt>
                <c:pt idx="1344">
                  <c:v>0.22597810039370081</c:v>
                </c:pt>
                <c:pt idx="1345">
                  <c:v>0.22631643700787399</c:v>
                </c:pt>
                <c:pt idx="1346">
                  <c:v>0.22631643700787399</c:v>
                </c:pt>
                <c:pt idx="1347">
                  <c:v>0.22665477362204725</c:v>
                </c:pt>
                <c:pt idx="1348">
                  <c:v>0.22665477362204725</c:v>
                </c:pt>
                <c:pt idx="1349">
                  <c:v>0.22699311023622049</c:v>
                </c:pt>
                <c:pt idx="1350">
                  <c:v>0.22699311023622049</c:v>
                </c:pt>
                <c:pt idx="1351">
                  <c:v>0.22733144685039369</c:v>
                </c:pt>
                <c:pt idx="1352">
                  <c:v>0.22733144685039369</c:v>
                </c:pt>
                <c:pt idx="1353">
                  <c:v>0.22766978346456693</c:v>
                </c:pt>
                <c:pt idx="1354">
                  <c:v>0.22766978346456693</c:v>
                </c:pt>
                <c:pt idx="1355">
                  <c:v>0.22800812007874016</c:v>
                </c:pt>
                <c:pt idx="1356">
                  <c:v>0.22800812007874016</c:v>
                </c:pt>
                <c:pt idx="1357">
                  <c:v>0.2283464566929134</c:v>
                </c:pt>
                <c:pt idx="1358">
                  <c:v>0.2283464566929134</c:v>
                </c:pt>
                <c:pt idx="1359">
                  <c:v>0.2286847933070866</c:v>
                </c:pt>
                <c:pt idx="1360">
                  <c:v>0.2286847933070866</c:v>
                </c:pt>
                <c:pt idx="1361">
                  <c:v>0.2289923720472441</c:v>
                </c:pt>
                <c:pt idx="1362">
                  <c:v>0.2289923720472441</c:v>
                </c:pt>
                <c:pt idx="1363">
                  <c:v>0.22933070866141733</c:v>
                </c:pt>
                <c:pt idx="1364">
                  <c:v>0.22933070866141733</c:v>
                </c:pt>
                <c:pt idx="1365">
                  <c:v>0.22966904527559057</c:v>
                </c:pt>
                <c:pt idx="1366">
                  <c:v>0.22966904527559057</c:v>
                </c:pt>
                <c:pt idx="1367">
                  <c:v>0.23000738188976377</c:v>
                </c:pt>
                <c:pt idx="1368">
                  <c:v>0.23000738188976377</c:v>
                </c:pt>
                <c:pt idx="1369">
                  <c:v>0.23034571850393701</c:v>
                </c:pt>
                <c:pt idx="1370">
                  <c:v>0.23034571850393701</c:v>
                </c:pt>
                <c:pt idx="1371">
                  <c:v>0.23068405511811024</c:v>
                </c:pt>
                <c:pt idx="1372">
                  <c:v>0.23068405511811024</c:v>
                </c:pt>
                <c:pt idx="1373">
                  <c:v>0.23102239173228348</c:v>
                </c:pt>
                <c:pt idx="1374">
                  <c:v>0.23102239173228348</c:v>
                </c:pt>
                <c:pt idx="1375">
                  <c:v>0.23136072834645668</c:v>
                </c:pt>
                <c:pt idx="1376">
                  <c:v>0.23136072834645668</c:v>
                </c:pt>
                <c:pt idx="1377">
                  <c:v>0.23169906496062992</c:v>
                </c:pt>
                <c:pt idx="1378">
                  <c:v>0.23169906496062992</c:v>
                </c:pt>
                <c:pt idx="1379">
                  <c:v>0.23203740157480315</c:v>
                </c:pt>
                <c:pt idx="1380">
                  <c:v>0.23203740157480315</c:v>
                </c:pt>
                <c:pt idx="1381">
                  <c:v>0.23237573818897639</c:v>
                </c:pt>
                <c:pt idx="1382">
                  <c:v>0.23237573818897639</c:v>
                </c:pt>
                <c:pt idx="1383">
                  <c:v>0.2327140748031496</c:v>
                </c:pt>
                <c:pt idx="1384">
                  <c:v>0.2327140748031496</c:v>
                </c:pt>
                <c:pt idx="1385">
                  <c:v>0.23305241141732283</c:v>
                </c:pt>
                <c:pt idx="1386">
                  <c:v>0.23305241141732283</c:v>
                </c:pt>
                <c:pt idx="1387">
                  <c:v>0.23339074803149609</c:v>
                </c:pt>
                <c:pt idx="1388">
                  <c:v>0.23339074803149609</c:v>
                </c:pt>
                <c:pt idx="1389">
                  <c:v>0.23369832677165353</c:v>
                </c:pt>
                <c:pt idx="1390">
                  <c:v>0.23369832677165353</c:v>
                </c:pt>
                <c:pt idx="1391">
                  <c:v>0.23403666338582677</c:v>
                </c:pt>
                <c:pt idx="1392">
                  <c:v>0.23403666338582677</c:v>
                </c:pt>
                <c:pt idx="1393">
                  <c:v>0.234375</c:v>
                </c:pt>
                <c:pt idx="1394">
                  <c:v>0.234375</c:v>
                </c:pt>
                <c:pt idx="1395">
                  <c:v>0.23471333661417323</c:v>
                </c:pt>
                <c:pt idx="1396">
                  <c:v>0.23471333661417323</c:v>
                </c:pt>
                <c:pt idx="1397">
                  <c:v>0.23505167322834647</c:v>
                </c:pt>
                <c:pt idx="1398">
                  <c:v>0.23505167322834647</c:v>
                </c:pt>
                <c:pt idx="1399">
                  <c:v>0.23539000984251968</c:v>
                </c:pt>
                <c:pt idx="1400">
                  <c:v>0.23539000984251968</c:v>
                </c:pt>
                <c:pt idx="1401">
                  <c:v>0.23572834645669291</c:v>
                </c:pt>
                <c:pt idx="1402">
                  <c:v>0.23572834645669291</c:v>
                </c:pt>
                <c:pt idx="1403">
                  <c:v>0.23606668307086617</c:v>
                </c:pt>
                <c:pt idx="1404">
                  <c:v>0.23606668307086617</c:v>
                </c:pt>
                <c:pt idx="1405">
                  <c:v>0.23640501968503935</c:v>
                </c:pt>
                <c:pt idx="1406">
                  <c:v>0.23640501968503935</c:v>
                </c:pt>
                <c:pt idx="1407">
                  <c:v>0.23674335629921259</c:v>
                </c:pt>
                <c:pt idx="1408">
                  <c:v>0.23674335629921259</c:v>
                </c:pt>
                <c:pt idx="1409">
                  <c:v>0.23708169291338585</c:v>
                </c:pt>
                <c:pt idx="1410">
                  <c:v>0.23708169291338585</c:v>
                </c:pt>
                <c:pt idx="1411">
                  <c:v>0.23742002952755903</c:v>
                </c:pt>
                <c:pt idx="1412">
                  <c:v>0.23742002952755903</c:v>
                </c:pt>
                <c:pt idx="1413">
                  <c:v>0.23775836614173229</c:v>
                </c:pt>
                <c:pt idx="1414">
                  <c:v>0.23775836614173229</c:v>
                </c:pt>
                <c:pt idx="1415">
                  <c:v>0.2380967027559055</c:v>
                </c:pt>
                <c:pt idx="1416">
                  <c:v>0.2380967027559055</c:v>
                </c:pt>
                <c:pt idx="1417">
                  <c:v>0.23843503937007873</c:v>
                </c:pt>
                <c:pt idx="1418">
                  <c:v>0.23843503937007873</c:v>
                </c:pt>
                <c:pt idx="1419">
                  <c:v>0.23877337598425197</c:v>
                </c:pt>
                <c:pt idx="1420">
                  <c:v>0.23877337598425197</c:v>
                </c:pt>
                <c:pt idx="1421">
                  <c:v>0.2391117125984252</c:v>
                </c:pt>
                <c:pt idx="1422">
                  <c:v>0.2391117125984252</c:v>
                </c:pt>
                <c:pt idx="1423">
                  <c:v>0.23941929133858267</c:v>
                </c:pt>
                <c:pt idx="1424">
                  <c:v>0.23941929133858267</c:v>
                </c:pt>
                <c:pt idx="1425">
                  <c:v>0.2397576279527559</c:v>
                </c:pt>
                <c:pt idx="1426">
                  <c:v>0.2397576279527559</c:v>
                </c:pt>
                <c:pt idx="1427">
                  <c:v>0.24009596456692911</c:v>
                </c:pt>
                <c:pt idx="1428">
                  <c:v>0.24009596456692911</c:v>
                </c:pt>
                <c:pt idx="1429">
                  <c:v>0.24043430118110237</c:v>
                </c:pt>
                <c:pt idx="1430">
                  <c:v>0.24043430118110237</c:v>
                </c:pt>
                <c:pt idx="1431">
                  <c:v>0.24077263779527561</c:v>
                </c:pt>
                <c:pt idx="1432">
                  <c:v>0.24077263779527561</c:v>
                </c:pt>
                <c:pt idx="1433">
                  <c:v>0.24111097440944881</c:v>
                </c:pt>
                <c:pt idx="1434">
                  <c:v>0.24111097440944881</c:v>
                </c:pt>
                <c:pt idx="1435">
                  <c:v>0.24144931102362205</c:v>
                </c:pt>
                <c:pt idx="1436">
                  <c:v>0.24144931102362205</c:v>
                </c:pt>
                <c:pt idx="1437">
                  <c:v>0.24178764763779528</c:v>
                </c:pt>
                <c:pt idx="1438">
                  <c:v>0.24178764763779528</c:v>
                </c:pt>
                <c:pt idx="1439">
                  <c:v>0.24212598425196849</c:v>
                </c:pt>
                <c:pt idx="1440">
                  <c:v>0.24212598425196849</c:v>
                </c:pt>
                <c:pt idx="1441">
                  <c:v>0.24246432086614172</c:v>
                </c:pt>
                <c:pt idx="1442">
                  <c:v>0.24246432086614172</c:v>
                </c:pt>
                <c:pt idx="1443">
                  <c:v>0.24280265748031496</c:v>
                </c:pt>
                <c:pt idx="1444">
                  <c:v>0.24280265748031496</c:v>
                </c:pt>
                <c:pt idx="1445">
                  <c:v>0.24314099409448819</c:v>
                </c:pt>
                <c:pt idx="1446">
                  <c:v>0.24314099409448819</c:v>
                </c:pt>
                <c:pt idx="1447">
                  <c:v>0.24347933070866143</c:v>
                </c:pt>
                <c:pt idx="1448">
                  <c:v>0.24347933070866143</c:v>
                </c:pt>
                <c:pt idx="1449">
                  <c:v>0.24381766732283464</c:v>
                </c:pt>
                <c:pt idx="1450">
                  <c:v>0.24381766732283464</c:v>
                </c:pt>
                <c:pt idx="1451">
                  <c:v>0.24415600393700787</c:v>
                </c:pt>
                <c:pt idx="1452">
                  <c:v>0.24415600393700787</c:v>
                </c:pt>
                <c:pt idx="1453">
                  <c:v>0.24446358267716536</c:v>
                </c:pt>
                <c:pt idx="1454">
                  <c:v>0.24446358267716536</c:v>
                </c:pt>
                <c:pt idx="1455">
                  <c:v>0.24480191929133857</c:v>
                </c:pt>
                <c:pt idx="1456">
                  <c:v>0.24480191929133857</c:v>
                </c:pt>
                <c:pt idx="1457">
                  <c:v>0.24510949803149609</c:v>
                </c:pt>
                <c:pt idx="1458">
                  <c:v>0.24510949803149609</c:v>
                </c:pt>
                <c:pt idx="1459">
                  <c:v>0.24547859251968504</c:v>
                </c:pt>
                <c:pt idx="1460">
                  <c:v>0.24547859251968504</c:v>
                </c:pt>
                <c:pt idx="1461">
                  <c:v>0.24581692913385828</c:v>
                </c:pt>
                <c:pt idx="1462">
                  <c:v>0.24581692913385828</c:v>
                </c:pt>
                <c:pt idx="1463">
                  <c:v>0.24615526574803151</c:v>
                </c:pt>
                <c:pt idx="1464">
                  <c:v>0.24615526574803151</c:v>
                </c:pt>
                <c:pt idx="1465">
                  <c:v>0.24649360236220472</c:v>
                </c:pt>
                <c:pt idx="1466">
                  <c:v>0.24649360236220472</c:v>
                </c:pt>
                <c:pt idx="1467">
                  <c:v>0.24680118110236221</c:v>
                </c:pt>
                <c:pt idx="1468">
                  <c:v>0.24680118110236221</c:v>
                </c:pt>
                <c:pt idx="1469">
                  <c:v>0.24717027559055119</c:v>
                </c:pt>
                <c:pt idx="1470">
                  <c:v>0.24717027559055119</c:v>
                </c:pt>
                <c:pt idx="1471">
                  <c:v>0.24750861220472439</c:v>
                </c:pt>
                <c:pt idx="1472">
                  <c:v>0.24750861220472439</c:v>
                </c:pt>
                <c:pt idx="1473">
                  <c:v>0.24784694881889763</c:v>
                </c:pt>
                <c:pt idx="1474">
                  <c:v>0.24784694881889763</c:v>
                </c:pt>
                <c:pt idx="1475">
                  <c:v>0.24818528543307089</c:v>
                </c:pt>
                <c:pt idx="1476">
                  <c:v>0.24818528543307089</c:v>
                </c:pt>
                <c:pt idx="1477">
                  <c:v>0.2485236220472441</c:v>
                </c:pt>
                <c:pt idx="1478">
                  <c:v>0.2485236220472441</c:v>
                </c:pt>
                <c:pt idx="1479">
                  <c:v>0.24886195866141733</c:v>
                </c:pt>
                <c:pt idx="1480">
                  <c:v>0.24886195866141733</c:v>
                </c:pt>
                <c:pt idx="1481">
                  <c:v>0.24920029527559057</c:v>
                </c:pt>
                <c:pt idx="1482">
                  <c:v>0.24920029527559057</c:v>
                </c:pt>
                <c:pt idx="1483">
                  <c:v>0.24950787401574803</c:v>
                </c:pt>
                <c:pt idx="1484">
                  <c:v>0.24950787401574803</c:v>
                </c:pt>
                <c:pt idx="1485">
                  <c:v>0.24984621062992127</c:v>
                </c:pt>
                <c:pt idx="1486">
                  <c:v>0.24984621062992127</c:v>
                </c:pt>
                <c:pt idx="1487">
                  <c:v>0.2501845472440945</c:v>
                </c:pt>
                <c:pt idx="1488">
                  <c:v>0.2501845472440945</c:v>
                </c:pt>
                <c:pt idx="1489">
                  <c:v>0.25052288385826771</c:v>
                </c:pt>
                <c:pt idx="1490">
                  <c:v>0.25052288385826771</c:v>
                </c:pt>
                <c:pt idx="1491">
                  <c:v>0.25086122047244097</c:v>
                </c:pt>
                <c:pt idx="1492">
                  <c:v>0.25086122047244097</c:v>
                </c:pt>
                <c:pt idx="1493">
                  <c:v>0.25119955708661418</c:v>
                </c:pt>
                <c:pt idx="1494">
                  <c:v>0.25119955708661418</c:v>
                </c:pt>
                <c:pt idx="1495">
                  <c:v>0.25153789370078738</c:v>
                </c:pt>
                <c:pt idx="1496">
                  <c:v>0.25153789370078738</c:v>
                </c:pt>
                <c:pt idx="1497">
                  <c:v>0.25187623031496065</c:v>
                </c:pt>
                <c:pt idx="1498">
                  <c:v>0.25187623031496065</c:v>
                </c:pt>
                <c:pt idx="1499">
                  <c:v>0.25221456692913385</c:v>
                </c:pt>
                <c:pt idx="1500">
                  <c:v>0.25221456692913385</c:v>
                </c:pt>
                <c:pt idx="1501">
                  <c:v>0.25255290354330706</c:v>
                </c:pt>
                <c:pt idx="1502">
                  <c:v>0.25255290354330706</c:v>
                </c:pt>
                <c:pt idx="1503">
                  <c:v>0.25289124015748032</c:v>
                </c:pt>
                <c:pt idx="1504">
                  <c:v>0.25289124015748032</c:v>
                </c:pt>
                <c:pt idx="1505">
                  <c:v>0.25322957677165353</c:v>
                </c:pt>
                <c:pt idx="1506">
                  <c:v>0.25322957677165353</c:v>
                </c:pt>
                <c:pt idx="1507">
                  <c:v>0.25356791338582679</c:v>
                </c:pt>
                <c:pt idx="1508">
                  <c:v>0.25356791338582679</c:v>
                </c:pt>
                <c:pt idx="1509">
                  <c:v>0.25390625</c:v>
                </c:pt>
                <c:pt idx="1510">
                  <c:v>0.25390625</c:v>
                </c:pt>
                <c:pt idx="1511">
                  <c:v>0.25424458661417321</c:v>
                </c:pt>
                <c:pt idx="1512">
                  <c:v>0.25424458661417321</c:v>
                </c:pt>
                <c:pt idx="1513">
                  <c:v>0.25455216535433073</c:v>
                </c:pt>
                <c:pt idx="1514">
                  <c:v>0.25455216535433073</c:v>
                </c:pt>
                <c:pt idx="1515">
                  <c:v>0.25489050196850394</c:v>
                </c:pt>
                <c:pt idx="1516">
                  <c:v>0.25489050196850394</c:v>
                </c:pt>
                <c:pt idx="1517">
                  <c:v>0.25522883858267714</c:v>
                </c:pt>
                <c:pt idx="1518">
                  <c:v>0.25522883858267714</c:v>
                </c:pt>
                <c:pt idx="1519">
                  <c:v>0.2555671751968504</c:v>
                </c:pt>
                <c:pt idx="1520">
                  <c:v>0.2555671751968504</c:v>
                </c:pt>
                <c:pt idx="1521">
                  <c:v>0.25590551181102361</c:v>
                </c:pt>
                <c:pt idx="1522">
                  <c:v>0.25590551181102361</c:v>
                </c:pt>
                <c:pt idx="1523">
                  <c:v>0.25624384842519687</c:v>
                </c:pt>
                <c:pt idx="1524">
                  <c:v>0.25624384842519687</c:v>
                </c:pt>
                <c:pt idx="1525">
                  <c:v>0.25658218503937008</c:v>
                </c:pt>
                <c:pt idx="1526">
                  <c:v>0.25658218503937008</c:v>
                </c:pt>
                <c:pt idx="1527">
                  <c:v>0.25692052165354329</c:v>
                </c:pt>
                <c:pt idx="1528">
                  <c:v>0.25692052165354329</c:v>
                </c:pt>
                <c:pt idx="1529">
                  <c:v>0.25725885826771655</c:v>
                </c:pt>
                <c:pt idx="1530">
                  <c:v>0.25725885826771655</c:v>
                </c:pt>
                <c:pt idx="1531">
                  <c:v>0.25759719488188976</c:v>
                </c:pt>
                <c:pt idx="1532">
                  <c:v>0.25759719488188976</c:v>
                </c:pt>
                <c:pt idx="1533">
                  <c:v>0.25793553149606302</c:v>
                </c:pt>
                <c:pt idx="1534">
                  <c:v>0.25793553149606302</c:v>
                </c:pt>
                <c:pt idx="1535">
                  <c:v>0.25827386811023623</c:v>
                </c:pt>
                <c:pt idx="1536">
                  <c:v>0.25827386811023623</c:v>
                </c:pt>
                <c:pt idx="1537">
                  <c:v>0.25861220472440943</c:v>
                </c:pt>
                <c:pt idx="1538">
                  <c:v>0.25861220472440943</c:v>
                </c:pt>
                <c:pt idx="1539">
                  <c:v>0.2589505413385827</c:v>
                </c:pt>
                <c:pt idx="1540">
                  <c:v>0.2589505413385827</c:v>
                </c:pt>
                <c:pt idx="1541">
                  <c:v>0.2592888779527559</c:v>
                </c:pt>
                <c:pt idx="1542">
                  <c:v>0.2592888779527559</c:v>
                </c:pt>
                <c:pt idx="1543">
                  <c:v>0.25959645669291337</c:v>
                </c:pt>
                <c:pt idx="1544">
                  <c:v>0.25959645669291337</c:v>
                </c:pt>
                <c:pt idx="1545">
                  <c:v>0.25993479330708663</c:v>
                </c:pt>
                <c:pt idx="1546">
                  <c:v>0.25993479330708663</c:v>
                </c:pt>
                <c:pt idx="1547">
                  <c:v>0.26027312992125984</c:v>
                </c:pt>
                <c:pt idx="1548">
                  <c:v>0.26027312992125984</c:v>
                </c:pt>
                <c:pt idx="1549">
                  <c:v>0.26061146653543305</c:v>
                </c:pt>
                <c:pt idx="1550">
                  <c:v>0.26061146653543305</c:v>
                </c:pt>
                <c:pt idx="1551">
                  <c:v>0.26094980314960631</c:v>
                </c:pt>
                <c:pt idx="1552">
                  <c:v>0.26094980314960631</c:v>
                </c:pt>
                <c:pt idx="1553">
                  <c:v>0.26128813976377951</c:v>
                </c:pt>
                <c:pt idx="1554">
                  <c:v>0.26128813976377951</c:v>
                </c:pt>
                <c:pt idx="1555">
                  <c:v>0.26162647637795278</c:v>
                </c:pt>
                <c:pt idx="1556">
                  <c:v>0.26162647637795278</c:v>
                </c:pt>
                <c:pt idx="1557">
                  <c:v>0.26196481299212598</c:v>
                </c:pt>
                <c:pt idx="1558">
                  <c:v>0.26196481299212598</c:v>
                </c:pt>
                <c:pt idx="1559">
                  <c:v>0.26230314960629919</c:v>
                </c:pt>
                <c:pt idx="1560">
                  <c:v>0.26230314960629919</c:v>
                </c:pt>
                <c:pt idx="1561">
                  <c:v>0.26264148622047245</c:v>
                </c:pt>
                <c:pt idx="1562">
                  <c:v>0.26264148622047245</c:v>
                </c:pt>
                <c:pt idx="1563">
                  <c:v>0.26297982283464566</c:v>
                </c:pt>
                <c:pt idx="1564">
                  <c:v>0.26297982283464566</c:v>
                </c:pt>
                <c:pt idx="1565">
                  <c:v>0.26331815944881892</c:v>
                </c:pt>
                <c:pt idx="1566">
                  <c:v>0.26331815944881892</c:v>
                </c:pt>
                <c:pt idx="1567">
                  <c:v>0.26365649606299213</c:v>
                </c:pt>
                <c:pt idx="1568">
                  <c:v>0.26365649606299213</c:v>
                </c:pt>
                <c:pt idx="1569">
                  <c:v>0.26399483267716534</c:v>
                </c:pt>
                <c:pt idx="1570">
                  <c:v>0.26399483267716534</c:v>
                </c:pt>
                <c:pt idx="1571">
                  <c:v>0.2643331692913386</c:v>
                </c:pt>
                <c:pt idx="1572">
                  <c:v>0.2643331692913386</c:v>
                </c:pt>
                <c:pt idx="1573">
                  <c:v>0.26464074803149606</c:v>
                </c:pt>
                <c:pt idx="1574">
                  <c:v>0.26464074803149606</c:v>
                </c:pt>
                <c:pt idx="1575">
                  <c:v>0.26497908464566927</c:v>
                </c:pt>
                <c:pt idx="1576">
                  <c:v>0.26497908464566927</c:v>
                </c:pt>
                <c:pt idx="1577">
                  <c:v>0.26531742125984253</c:v>
                </c:pt>
                <c:pt idx="1578">
                  <c:v>0.26531742125984253</c:v>
                </c:pt>
                <c:pt idx="1579">
                  <c:v>0.26565575787401574</c:v>
                </c:pt>
                <c:pt idx="1580">
                  <c:v>0.26565575787401574</c:v>
                </c:pt>
                <c:pt idx="1581">
                  <c:v>0.265994094488189</c:v>
                </c:pt>
                <c:pt idx="1582">
                  <c:v>0.265994094488189</c:v>
                </c:pt>
                <c:pt idx="1583">
                  <c:v>0.26633243110236221</c:v>
                </c:pt>
                <c:pt idx="1584">
                  <c:v>0.26633243110236221</c:v>
                </c:pt>
                <c:pt idx="1585">
                  <c:v>0.26667076771653542</c:v>
                </c:pt>
                <c:pt idx="1586">
                  <c:v>0.26667076771653542</c:v>
                </c:pt>
                <c:pt idx="1587">
                  <c:v>0.26700910433070868</c:v>
                </c:pt>
                <c:pt idx="1588">
                  <c:v>0.26700910433070868</c:v>
                </c:pt>
                <c:pt idx="1589">
                  <c:v>0.26734744094488189</c:v>
                </c:pt>
                <c:pt idx="1590">
                  <c:v>0.26734744094488189</c:v>
                </c:pt>
                <c:pt idx="1591">
                  <c:v>0.26768577755905509</c:v>
                </c:pt>
                <c:pt idx="1592">
                  <c:v>0.26768577755905509</c:v>
                </c:pt>
                <c:pt idx="1593">
                  <c:v>0.26802411417322836</c:v>
                </c:pt>
                <c:pt idx="1594">
                  <c:v>0.26802411417322836</c:v>
                </c:pt>
                <c:pt idx="1595">
                  <c:v>0.26836245078740156</c:v>
                </c:pt>
                <c:pt idx="1596">
                  <c:v>0.26836245078740156</c:v>
                </c:pt>
                <c:pt idx="1597">
                  <c:v>0.26870078740157483</c:v>
                </c:pt>
                <c:pt idx="1598">
                  <c:v>0.26870078740157483</c:v>
                </c:pt>
                <c:pt idx="1599">
                  <c:v>0.26903912401574803</c:v>
                </c:pt>
                <c:pt idx="1600">
                  <c:v>0.26903912401574803</c:v>
                </c:pt>
                <c:pt idx="1601">
                  <c:v>0.26937746062992124</c:v>
                </c:pt>
                <c:pt idx="1602">
                  <c:v>0.26937746062992124</c:v>
                </c:pt>
                <c:pt idx="1603">
                  <c:v>0.26968503937007876</c:v>
                </c:pt>
                <c:pt idx="1604">
                  <c:v>0.26968503937007876</c:v>
                </c:pt>
                <c:pt idx="1605">
                  <c:v>0.27002337598425197</c:v>
                </c:pt>
                <c:pt idx="1606">
                  <c:v>0.27002337598425197</c:v>
                </c:pt>
                <c:pt idx="1607">
                  <c:v>0.27036171259842517</c:v>
                </c:pt>
                <c:pt idx="1608">
                  <c:v>0.27036171259842517</c:v>
                </c:pt>
                <c:pt idx="1609">
                  <c:v>0.27070004921259844</c:v>
                </c:pt>
                <c:pt idx="1610">
                  <c:v>0.27070004921259844</c:v>
                </c:pt>
                <c:pt idx="1611">
                  <c:v>0.27103838582677164</c:v>
                </c:pt>
                <c:pt idx="1612">
                  <c:v>0.27103838582677164</c:v>
                </c:pt>
                <c:pt idx="1613">
                  <c:v>0.27137672244094491</c:v>
                </c:pt>
                <c:pt idx="1614">
                  <c:v>0.27137672244094491</c:v>
                </c:pt>
                <c:pt idx="1615">
                  <c:v>0.27171505905511811</c:v>
                </c:pt>
                <c:pt idx="1616">
                  <c:v>0.27171505905511811</c:v>
                </c:pt>
                <c:pt idx="1617">
                  <c:v>0.27205339566929132</c:v>
                </c:pt>
                <c:pt idx="1618">
                  <c:v>0.27205339566929132</c:v>
                </c:pt>
                <c:pt idx="1619">
                  <c:v>0.27239173228346458</c:v>
                </c:pt>
                <c:pt idx="1620">
                  <c:v>0.27239173228346458</c:v>
                </c:pt>
                <c:pt idx="1621">
                  <c:v>0.27273006889763779</c:v>
                </c:pt>
                <c:pt idx="1622">
                  <c:v>0.27273006889763779</c:v>
                </c:pt>
                <c:pt idx="1623">
                  <c:v>0.273068405511811</c:v>
                </c:pt>
                <c:pt idx="1624">
                  <c:v>0.273068405511811</c:v>
                </c:pt>
                <c:pt idx="1625">
                  <c:v>0.27340674212598426</c:v>
                </c:pt>
                <c:pt idx="1626">
                  <c:v>0.27340674212598426</c:v>
                </c:pt>
                <c:pt idx="1627">
                  <c:v>0.27374507874015747</c:v>
                </c:pt>
                <c:pt idx="1628">
                  <c:v>0.27374507874015747</c:v>
                </c:pt>
                <c:pt idx="1629">
                  <c:v>0.27408341535433073</c:v>
                </c:pt>
                <c:pt idx="1630">
                  <c:v>0.27408341535433073</c:v>
                </c:pt>
                <c:pt idx="1631">
                  <c:v>0.27442175196850394</c:v>
                </c:pt>
                <c:pt idx="1632">
                  <c:v>0.27442175196850394</c:v>
                </c:pt>
                <c:pt idx="1633">
                  <c:v>0.2747293307086614</c:v>
                </c:pt>
                <c:pt idx="1634">
                  <c:v>0.2747293307086614</c:v>
                </c:pt>
                <c:pt idx="1635">
                  <c:v>0.27506766732283466</c:v>
                </c:pt>
                <c:pt idx="1636">
                  <c:v>0.27506766732283466</c:v>
                </c:pt>
                <c:pt idx="1637">
                  <c:v>0.27540600393700787</c:v>
                </c:pt>
                <c:pt idx="1638">
                  <c:v>0.27540600393700787</c:v>
                </c:pt>
                <c:pt idx="1639">
                  <c:v>0.27574434055118108</c:v>
                </c:pt>
                <c:pt idx="1640">
                  <c:v>0.27574434055118108</c:v>
                </c:pt>
                <c:pt idx="1641">
                  <c:v>0.27608267716535434</c:v>
                </c:pt>
                <c:pt idx="1642">
                  <c:v>0.27608267716535434</c:v>
                </c:pt>
                <c:pt idx="1643">
                  <c:v>0.27642101377952755</c:v>
                </c:pt>
                <c:pt idx="1644">
                  <c:v>0.27642101377952755</c:v>
                </c:pt>
                <c:pt idx="1645">
                  <c:v>0.27675935039370081</c:v>
                </c:pt>
                <c:pt idx="1646">
                  <c:v>0.27675935039370081</c:v>
                </c:pt>
                <c:pt idx="1647">
                  <c:v>0.27709768700787402</c:v>
                </c:pt>
                <c:pt idx="1648">
                  <c:v>0.27709768700787402</c:v>
                </c:pt>
                <c:pt idx="1649">
                  <c:v>0.27740526574803148</c:v>
                </c:pt>
                <c:pt idx="1650">
                  <c:v>0.27740526574803148</c:v>
                </c:pt>
                <c:pt idx="1651">
                  <c:v>0.27777436023622049</c:v>
                </c:pt>
                <c:pt idx="1652">
                  <c:v>0.27777436023622049</c:v>
                </c:pt>
                <c:pt idx="1653">
                  <c:v>0.27811269685039369</c:v>
                </c:pt>
                <c:pt idx="1654">
                  <c:v>0.27811269685039369</c:v>
                </c:pt>
                <c:pt idx="1655">
                  <c:v>0.27845103346456695</c:v>
                </c:pt>
                <c:pt idx="1656">
                  <c:v>0.27845103346456695</c:v>
                </c:pt>
                <c:pt idx="1657">
                  <c:v>0.27878937007874016</c:v>
                </c:pt>
                <c:pt idx="1658">
                  <c:v>0.27878937007874016</c:v>
                </c:pt>
                <c:pt idx="1659">
                  <c:v>0.27912770669291337</c:v>
                </c:pt>
                <c:pt idx="1660">
                  <c:v>0.27912770669291337</c:v>
                </c:pt>
                <c:pt idx="1661">
                  <c:v>0.27946604330708663</c:v>
                </c:pt>
                <c:pt idx="1662">
                  <c:v>0.27946604330708663</c:v>
                </c:pt>
                <c:pt idx="1663">
                  <c:v>0.27980437992125984</c:v>
                </c:pt>
                <c:pt idx="1664">
                  <c:v>0.27980437992125984</c:v>
                </c:pt>
                <c:pt idx="1665">
                  <c:v>0.2801119586614173</c:v>
                </c:pt>
                <c:pt idx="1666">
                  <c:v>0.2801119586614173</c:v>
                </c:pt>
                <c:pt idx="1667">
                  <c:v>0.28045029527559057</c:v>
                </c:pt>
                <c:pt idx="1668">
                  <c:v>0.28045029527559057</c:v>
                </c:pt>
                <c:pt idx="1669">
                  <c:v>0.28078863188976377</c:v>
                </c:pt>
                <c:pt idx="1670">
                  <c:v>0.28078863188976377</c:v>
                </c:pt>
                <c:pt idx="1671">
                  <c:v>0.28112696850393698</c:v>
                </c:pt>
                <c:pt idx="1672">
                  <c:v>0.28112696850393698</c:v>
                </c:pt>
                <c:pt idx="1673">
                  <c:v>0.28146530511811024</c:v>
                </c:pt>
                <c:pt idx="1674">
                  <c:v>0.28146530511811024</c:v>
                </c:pt>
                <c:pt idx="1675">
                  <c:v>0.28180364173228345</c:v>
                </c:pt>
                <c:pt idx="1676">
                  <c:v>0.28180364173228345</c:v>
                </c:pt>
                <c:pt idx="1677">
                  <c:v>0.28214197834645671</c:v>
                </c:pt>
                <c:pt idx="1678">
                  <c:v>0.28214197834645671</c:v>
                </c:pt>
                <c:pt idx="1679">
                  <c:v>0.28248031496062992</c:v>
                </c:pt>
                <c:pt idx="1680">
                  <c:v>0.28248031496062992</c:v>
                </c:pt>
                <c:pt idx="1681">
                  <c:v>0.28281865157480313</c:v>
                </c:pt>
                <c:pt idx="1682">
                  <c:v>0.28281865157480313</c:v>
                </c:pt>
                <c:pt idx="1683">
                  <c:v>0.28315698818897639</c:v>
                </c:pt>
                <c:pt idx="1684">
                  <c:v>0.28315698818897639</c:v>
                </c:pt>
                <c:pt idx="1685">
                  <c:v>0.2834953248031496</c:v>
                </c:pt>
                <c:pt idx="1686">
                  <c:v>0.2834953248031496</c:v>
                </c:pt>
                <c:pt idx="1687">
                  <c:v>0.28383366141732286</c:v>
                </c:pt>
                <c:pt idx="1688">
                  <c:v>0.28383366141732286</c:v>
                </c:pt>
                <c:pt idx="1689">
                  <c:v>0.28417199803149606</c:v>
                </c:pt>
                <c:pt idx="1690">
                  <c:v>0.28417199803149606</c:v>
                </c:pt>
                <c:pt idx="1691">
                  <c:v>0.28451033464566927</c:v>
                </c:pt>
                <c:pt idx="1692">
                  <c:v>0.28451033464566927</c:v>
                </c:pt>
                <c:pt idx="1693">
                  <c:v>0.28484867125984253</c:v>
                </c:pt>
                <c:pt idx="1694">
                  <c:v>0.28484867125984253</c:v>
                </c:pt>
                <c:pt idx="1695">
                  <c:v>0.28515625</c:v>
                </c:pt>
                <c:pt idx="1696">
                  <c:v>0.28515625</c:v>
                </c:pt>
                <c:pt idx="1697">
                  <c:v>0.28549458661417321</c:v>
                </c:pt>
                <c:pt idx="1698">
                  <c:v>0.28549458661417321</c:v>
                </c:pt>
                <c:pt idx="1699">
                  <c:v>0.28583292322834647</c:v>
                </c:pt>
                <c:pt idx="1700">
                  <c:v>0.28583292322834647</c:v>
                </c:pt>
                <c:pt idx="1701">
                  <c:v>0.28617125984251968</c:v>
                </c:pt>
                <c:pt idx="1702">
                  <c:v>0.28617125984251968</c:v>
                </c:pt>
                <c:pt idx="1703">
                  <c:v>0.28650959645669294</c:v>
                </c:pt>
                <c:pt idx="1704">
                  <c:v>0.28650959645669294</c:v>
                </c:pt>
                <c:pt idx="1705">
                  <c:v>0.28684793307086615</c:v>
                </c:pt>
                <c:pt idx="1706">
                  <c:v>0.28684793307086615</c:v>
                </c:pt>
                <c:pt idx="1707">
                  <c:v>0.28718626968503935</c:v>
                </c:pt>
                <c:pt idx="1708">
                  <c:v>0.28718626968503935</c:v>
                </c:pt>
                <c:pt idx="1709">
                  <c:v>0.28752460629921262</c:v>
                </c:pt>
                <c:pt idx="1710">
                  <c:v>0.28752460629921262</c:v>
                </c:pt>
                <c:pt idx="1711">
                  <c:v>0.28786294291338582</c:v>
                </c:pt>
                <c:pt idx="1712">
                  <c:v>0.28786294291338582</c:v>
                </c:pt>
                <c:pt idx="1713">
                  <c:v>0.28820127952755903</c:v>
                </c:pt>
                <c:pt idx="1714">
                  <c:v>0.28820127952755903</c:v>
                </c:pt>
                <c:pt idx="1715">
                  <c:v>0.28853961614173229</c:v>
                </c:pt>
                <c:pt idx="1716">
                  <c:v>0.28853961614173229</c:v>
                </c:pt>
                <c:pt idx="1717">
                  <c:v>0.2888779527559055</c:v>
                </c:pt>
                <c:pt idx="1718">
                  <c:v>0.2888779527559055</c:v>
                </c:pt>
                <c:pt idx="1719">
                  <c:v>0.28921628937007876</c:v>
                </c:pt>
                <c:pt idx="1720">
                  <c:v>0.28921628937007876</c:v>
                </c:pt>
                <c:pt idx="1721">
                  <c:v>0.28955462598425197</c:v>
                </c:pt>
                <c:pt idx="1722">
                  <c:v>0.28955462598425197</c:v>
                </c:pt>
                <c:pt idx="1723">
                  <c:v>0.28986220472440943</c:v>
                </c:pt>
                <c:pt idx="1724">
                  <c:v>0.28986220472440943</c:v>
                </c:pt>
                <c:pt idx="1725">
                  <c:v>0.2902005413385827</c:v>
                </c:pt>
                <c:pt idx="1726">
                  <c:v>0.2902005413385827</c:v>
                </c:pt>
                <c:pt idx="1727">
                  <c:v>0.2905388779527559</c:v>
                </c:pt>
                <c:pt idx="1728">
                  <c:v>0.2905388779527559</c:v>
                </c:pt>
                <c:pt idx="1729">
                  <c:v>0.29087721456692911</c:v>
                </c:pt>
                <c:pt idx="1730">
                  <c:v>0.29087721456692911</c:v>
                </c:pt>
                <c:pt idx="1731">
                  <c:v>0.29121555118110237</c:v>
                </c:pt>
                <c:pt idx="1732">
                  <c:v>0.29121555118110237</c:v>
                </c:pt>
                <c:pt idx="1733">
                  <c:v>0.29155388779527558</c:v>
                </c:pt>
                <c:pt idx="1734">
                  <c:v>0.29155388779527558</c:v>
                </c:pt>
                <c:pt idx="1735">
                  <c:v>0.29189222440944884</c:v>
                </c:pt>
                <c:pt idx="1736">
                  <c:v>0.29189222440944884</c:v>
                </c:pt>
                <c:pt idx="1737">
                  <c:v>0.29223056102362205</c:v>
                </c:pt>
                <c:pt idx="1738">
                  <c:v>0.29223056102362205</c:v>
                </c:pt>
                <c:pt idx="1739">
                  <c:v>0.29256889763779526</c:v>
                </c:pt>
                <c:pt idx="1740">
                  <c:v>0.29256889763779526</c:v>
                </c:pt>
                <c:pt idx="1741">
                  <c:v>0.29290723425196852</c:v>
                </c:pt>
                <c:pt idx="1742">
                  <c:v>0.29290723425196852</c:v>
                </c:pt>
                <c:pt idx="1743">
                  <c:v>0.29324557086614172</c:v>
                </c:pt>
                <c:pt idx="1744">
                  <c:v>0.29324557086614172</c:v>
                </c:pt>
                <c:pt idx="1745">
                  <c:v>0.29358390748031499</c:v>
                </c:pt>
                <c:pt idx="1746">
                  <c:v>0.29358390748031499</c:v>
                </c:pt>
                <c:pt idx="1747">
                  <c:v>0.29392224409448819</c:v>
                </c:pt>
                <c:pt idx="1748">
                  <c:v>0.29392224409448819</c:v>
                </c:pt>
                <c:pt idx="1749">
                  <c:v>0.2942605807086614</c:v>
                </c:pt>
                <c:pt idx="1750">
                  <c:v>0.2942605807086614</c:v>
                </c:pt>
                <c:pt idx="1751">
                  <c:v>0.29459891732283466</c:v>
                </c:pt>
                <c:pt idx="1752">
                  <c:v>0.29459891732283466</c:v>
                </c:pt>
                <c:pt idx="1753">
                  <c:v>0.29493725393700787</c:v>
                </c:pt>
                <c:pt idx="1754">
                  <c:v>0.29493725393700787</c:v>
                </c:pt>
                <c:pt idx="1755">
                  <c:v>0.29524483267716534</c:v>
                </c:pt>
                <c:pt idx="1756">
                  <c:v>0.29524483267716534</c:v>
                </c:pt>
                <c:pt idx="1757">
                  <c:v>0.2955831692913386</c:v>
                </c:pt>
                <c:pt idx="1758">
                  <c:v>0.2955831692913386</c:v>
                </c:pt>
                <c:pt idx="1759">
                  <c:v>0.29592150590551181</c:v>
                </c:pt>
                <c:pt idx="1760">
                  <c:v>0.29592150590551181</c:v>
                </c:pt>
                <c:pt idx="1761">
                  <c:v>0.29625984251968501</c:v>
                </c:pt>
                <c:pt idx="1762">
                  <c:v>0.29625984251968501</c:v>
                </c:pt>
                <c:pt idx="1763">
                  <c:v>0.29659817913385828</c:v>
                </c:pt>
                <c:pt idx="1764">
                  <c:v>0.29659817913385828</c:v>
                </c:pt>
                <c:pt idx="1765">
                  <c:v>0.29693651574803148</c:v>
                </c:pt>
                <c:pt idx="1766">
                  <c:v>0.29693651574803148</c:v>
                </c:pt>
                <c:pt idx="1767">
                  <c:v>0.29727485236220474</c:v>
                </c:pt>
                <c:pt idx="1768">
                  <c:v>0.29727485236220474</c:v>
                </c:pt>
                <c:pt idx="1769">
                  <c:v>0.29761318897637795</c:v>
                </c:pt>
                <c:pt idx="1770">
                  <c:v>0.29761318897637795</c:v>
                </c:pt>
                <c:pt idx="1771">
                  <c:v>0.29795152559055116</c:v>
                </c:pt>
                <c:pt idx="1772">
                  <c:v>0.29795152559055116</c:v>
                </c:pt>
                <c:pt idx="1773">
                  <c:v>0.29828986220472442</c:v>
                </c:pt>
                <c:pt idx="1774">
                  <c:v>0.29828986220472442</c:v>
                </c:pt>
                <c:pt idx="1775">
                  <c:v>0.29859744094488189</c:v>
                </c:pt>
                <c:pt idx="1776">
                  <c:v>0.29859744094488189</c:v>
                </c:pt>
                <c:pt idx="1777">
                  <c:v>0.29896653543307089</c:v>
                </c:pt>
                <c:pt idx="1778">
                  <c:v>0.29896653543307089</c:v>
                </c:pt>
                <c:pt idx="1779">
                  <c:v>0.29927411417322836</c:v>
                </c:pt>
                <c:pt idx="1780">
                  <c:v>0.29927411417322836</c:v>
                </c:pt>
                <c:pt idx="1781">
                  <c:v>0.2996432086614173</c:v>
                </c:pt>
                <c:pt idx="1782">
                  <c:v>0.2996432086614173</c:v>
                </c:pt>
                <c:pt idx="1783">
                  <c:v>0.29998154527559057</c:v>
                </c:pt>
                <c:pt idx="1784">
                  <c:v>0.29998154527559057</c:v>
                </c:pt>
                <c:pt idx="1785">
                  <c:v>0.30028912401574803</c:v>
                </c:pt>
                <c:pt idx="1786">
                  <c:v>0.30028912401574803</c:v>
                </c:pt>
                <c:pt idx="1787">
                  <c:v>0.30062746062992124</c:v>
                </c:pt>
                <c:pt idx="1788">
                  <c:v>0.30062746062992124</c:v>
                </c:pt>
                <c:pt idx="1789">
                  <c:v>0.3009657972440945</c:v>
                </c:pt>
                <c:pt idx="1790">
                  <c:v>0.3009657972440945</c:v>
                </c:pt>
                <c:pt idx="1791">
                  <c:v>0.30130413385826771</c:v>
                </c:pt>
                <c:pt idx="1792">
                  <c:v>0.30130413385826771</c:v>
                </c:pt>
                <c:pt idx="1793">
                  <c:v>0.30164247047244097</c:v>
                </c:pt>
                <c:pt idx="1794">
                  <c:v>0.30164247047244097</c:v>
                </c:pt>
                <c:pt idx="1795">
                  <c:v>0.30198080708661418</c:v>
                </c:pt>
                <c:pt idx="1796">
                  <c:v>0.30198080708661418</c:v>
                </c:pt>
                <c:pt idx="1797">
                  <c:v>0.30231914370078738</c:v>
                </c:pt>
                <c:pt idx="1798">
                  <c:v>0.30231914370078738</c:v>
                </c:pt>
                <c:pt idx="1799">
                  <c:v>0.30265748031496065</c:v>
                </c:pt>
                <c:pt idx="1800">
                  <c:v>0.30265748031496065</c:v>
                </c:pt>
                <c:pt idx="1801">
                  <c:v>0.30299581692913385</c:v>
                </c:pt>
                <c:pt idx="1802">
                  <c:v>0.30299581692913385</c:v>
                </c:pt>
                <c:pt idx="1803">
                  <c:v>0.30333415354330706</c:v>
                </c:pt>
                <c:pt idx="1804">
                  <c:v>0.30333415354330706</c:v>
                </c:pt>
                <c:pt idx="1805">
                  <c:v>0.30364173228346458</c:v>
                </c:pt>
                <c:pt idx="1806">
                  <c:v>0.30364173228346458</c:v>
                </c:pt>
                <c:pt idx="1807">
                  <c:v>0.30401082677165353</c:v>
                </c:pt>
                <c:pt idx="1808">
                  <c:v>0.30401082677165353</c:v>
                </c:pt>
                <c:pt idx="1809">
                  <c:v>0.30434916338582679</c:v>
                </c:pt>
                <c:pt idx="1810">
                  <c:v>0.30434916338582679</c:v>
                </c:pt>
                <c:pt idx="1811">
                  <c:v>0.3046875</c:v>
                </c:pt>
                <c:pt idx="1812">
                  <c:v>0.3046875</c:v>
                </c:pt>
                <c:pt idx="1813">
                  <c:v>0.30502583661417321</c:v>
                </c:pt>
                <c:pt idx="1814">
                  <c:v>0.30502583661417321</c:v>
                </c:pt>
                <c:pt idx="1815">
                  <c:v>0.30533341535433073</c:v>
                </c:pt>
                <c:pt idx="1816">
                  <c:v>0.30533341535433073</c:v>
                </c:pt>
                <c:pt idx="1817">
                  <c:v>0.30567175196850394</c:v>
                </c:pt>
                <c:pt idx="1818">
                  <c:v>0.30567175196850394</c:v>
                </c:pt>
                <c:pt idx="1819">
                  <c:v>0.30601008858267714</c:v>
                </c:pt>
                <c:pt idx="1820">
                  <c:v>0.30601008858267714</c:v>
                </c:pt>
                <c:pt idx="1821">
                  <c:v>0.3063484251968504</c:v>
                </c:pt>
                <c:pt idx="1822">
                  <c:v>0.3063484251968504</c:v>
                </c:pt>
                <c:pt idx="1823">
                  <c:v>0.30668676181102361</c:v>
                </c:pt>
                <c:pt idx="1824">
                  <c:v>0.30668676181102361</c:v>
                </c:pt>
                <c:pt idx="1825">
                  <c:v>0.30702509842519687</c:v>
                </c:pt>
                <c:pt idx="1826">
                  <c:v>0.30702509842519687</c:v>
                </c:pt>
                <c:pt idx="1827">
                  <c:v>0.30736343503937008</c:v>
                </c:pt>
                <c:pt idx="1828">
                  <c:v>0.30736343503937008</c:v>
                </c:pt>
                <c:pt idx="1829">
                  <c:v>0.30770177165354329</c:v>
                </c:pt>
                <c:pt idx="1830">
                  <c:v>0.30770177165354329</c:v>
                </c:pt>
                <c:pt idx="1831">
                  <c:v>0.30804010826771655</c:v>
                </c:pt>
                <c:pt idx="1832">
                  <c:v>0.30804010826771655</c:v>
                </c:pt>
                <c:pt idx="1833">
                  <c:v>0.30837844488188976</c:v>
                </c:pt>
                <c:pt idx="1834">
                  <c:v>0.30837844488188976</c:v>
                </c:pt>
                <c:pt idx="1835">
                  <c:v>0.30871678149606302</c:v>
                </c:pt>
                <c:pt idx="1836">
                  <c:v>0.30871678149606302</c:v>
                </c:pt>
                <c:pt idx="1837">
                  <c:v>0.30905511811023623</c:v>
                </c:pt>
                <c:pt idx="1838">
                  <c:v>0.30905511811023623</c:v>
                </c:pt>
                <c:pt idx="1839">
                  <c:v>0.30939345472440943</c:v>
                </c:pt>
                <c:pt idx="1840">
                  <c:v>0.30939345472440943</c:v>
                </c:pt>
                <c:pt idx="1841">
                  <c:v>0.3097317913385827</c:v>
                </c:pt>
                <c:pt idx="1842">
                  <c:v>0.3097317913385827</c:v>
                </c:pt>
                <c:pt idx="1843">
                  <c:v>0.3100701279527559</c:v>
                </c:pt>
                <c:pt idx="1844">
                  <c:v>0.3100701279527559</c:v>
                </c:pt>
                <c:pt idx="1845">
                  <c:v>0.31037770669291337</c:v>
                </c:pt>
                <c:pt idx="1846">
                  <c:v>0.31037770669291337</c:v>
                </c:pt>
                <c:pt idx="1847">
                  <c:v>0.31071604330708663</c:v>
                </c:pt>
                <c:pt idx="1848">
                  <c:v>0.31071604330708663</c:v>
                </c:pt>
                <c:pt idx="1849">
                  <c:v>0.31105437992125984</c:v>
                </c:pt>
                <c:pt idx="1850">
                  <c:v>0.31105437992125984</c:v>
                </c:pt>
                <c:pt idx="1851">
                  <c:v>0.31139271653543305</c:v>
                </c:pt>
                <c:pt idx="1852">
                  <c:v>0.31139271653543305</c:v>
                </c:pt>
                <c:pt idx="1853">
                  <c:v>0.31173105314960631</c:v>
                </c:pt>
                <c:pt idx="1854">
                  <c:v>0.31173105314960631</c:v>
                </c:pt>
                <c:pt idx="1855">
                  <c:v>0.31206938976377951</c:v>
                </c:pt>
                <c:pt idx="1856">
                  <c:v>0.31206938976377951</c:v>
                </c:pt>
                <c:pt idx="1857">
                  <c:v>0.31240772637795278</c:v>
                </c:pt>
                <c:pt idx="1858">
                  <c:v>0.31240772637795278</c:v>
                </c:pt>
                <c:pt idx="1859">
                  <c:v>0.31274606299212598</c:v>
                </c:pt>
                <c:pt idx="1860">
                  <c:v>0.31274606299212598</c:v>
                </c:pt>
                <c:pt idx="1861">
                  <c:v>0.31308439960629919</c:v>
                </c:pt>
                <c:pt idx="1862">
                  <c:v>0.31308439960629919</c:v>
                </c:pt>
                <c:pt idx="1863">
                  <c:v>0.31342273622047245</c:v>
                </c:pt>
                <c:pt idx="1864">
                  <c:v>0.31342273622047245</c:v>
                </c:pt>
                <c:pt idx="1865">
                  <c:v>0.31376107283464566</c:v>
                </c:pt>
                <c:pt idx="1866">
                  <c:v>0.31376107283464566</c:v>
                </c:pt>
                <c:pt idx="1867">
                  <c:v>0.31409940944881892</c:v>
                </c:pt>
                <c:pt idx="1868">
                  <c:v>0.31409940944881892</c:v>
                </c:pt>
                <c:pt idx="1869">
                  <c:v>0.31443774606299213</c:v>
                </c:pt>
                <c:pt idx="1870">
                  <c:v>0.31443774606299213</c:v>
                </c:pt>
                <c:pt idx="1871">
                  <c:v>0.31477608267716534</c:v>
                </c:pt>
                <c:pt idx="1872">
                  <c:v>0.31477608267716534</c:v>
                </c:pt>
                <c:pt idx="1873">
                  <c:v>0.3151144192913386</c:v>
                </c:pt>
                <c:pt idx="1874">
                  <c:v>0.3151144192913386</c:v>
                </c:pt>
                <c:pt idx="1875">
                  <c:v>0.31542199803149606</c:v>
                </c:pt>
                <c:pt idx="1876">
                  <c:v>0.31542199803149606</c:v>
                </c:pt>
                <c:pt idx="1877">
                  <c:v>0.31576033464566927</c:v>
                </c:pt>
                <c:pt idx="1878">
                  <c:v>0.31576033464566927</c:v>
                </c:pt>
                <c:pt idx="1879">
                  <c:v>0.31609867125984253</c:v>
                </c:pt>
                <c:pt idx="1880">
                  <c:v>0.31609867125984253</c:v>
                </c:pt>
                <c:pt idx="1881">
                  <c:v>0.31643700787401574</c:v>
                </c:pt>
                <c:pt idx="1882">
                  <c:v>0.31643700787401574</c:v>
                </c:pt>
                <c:pt idx="1883">
                  <c:v>0.31674458661417321</c:v>
                </c:pt>
                <c:pt idx="1884">
                  <c:v>0.31674458661417321</c:v>
                </c:pt>
                <c:pt idx="1885">
                  <c:v>0.31711368110236221</c:v>
                </c:pt>
                <c:pt idx="1886">
                  <c:v>0.31711368110236221</c:v>
                </c:pt>
                <c:pt idx="1887">
                  <c:v>0.31745201771653542</c:v>
                </c:pt>
                <c:pt idx="1888">
                  <c:v>0.31745201771653542</c:v>
                </c:pt>
                <c:pt idx="1889">
                  <c:v>0.31779035433070868</c:v>
                </c:pt>
                <c:pt idx="1890">
                  <c:v>0.31779035433070868</c:v>
                </c:pt>
                <c:pt idx="1891">
                  <c:v>0.31812869094488189</c:v>
                </c:pt>
                <c:pt idx="1892">
                  <c:v>0.31812869094488189</c:v>
                </c:pt>
                <c:pt idx="1893">
                  <c:v>0.31846702755905509</c:v>
                </c:pt>
                <c:pt idx="1894">
                  <c:v>0.31846702755905509</c:v>
                </c:pt>
                <c:pt idx="1895">
                  <c:v>0.31880536417322836</c:v>
                </c:pt>
                <c:pt idx="1896">
                  <c:v>0.31880536417322836</c:v>
                </c:pt>
                <c:pt idx="1897">
                  <c:v>0.31914370078740156</c:v>
                </c:pt>
                <c:pt idx="1898">
                  <c:v>0.31914370078740156</c:v>
                </c:pt>
                <c:pt idx="1899">
                  <c:v>0.31948203740157483</c:v>
                </c:pt>
                <c:pt idx="1900">
                  <c:v>0.31948203740157483</c:v>
                </c:pt>
                <c:pt idx="1901">
                  <c:v>0.31982037401574803</c:v>
                </c:pt>
                <c:pt idx="1902">
                  <c:v>0.31982037401574803</c:v>
                </c:pt>
                <c:pt idx="1903">
                  <c:v>0.32015871062992124</c:v>
                </c:pt>
                <c:pt idx="1904">
                  <c:v>0.32015871062992124</c:v>
                </c:pt>
                <c:pt idx="1905">
                  <c:v>0.3204970472440945</c:v>
                </c:pt>
                <c:pt idx="1906">
                  <c:v>0.3204970472440945</c:v>
                </c:pt>
                <c:pt idx="1907">
                  <c:v>0.32080462598425197</c:v>
                </c:pt>
                <c:pt idx="1908">
                  <c:v>0.32080462598425197</c:v>
                </c:pt>
                <c:pt idx="1909">
                  <c:v>0.32114296259842517</c:v>
                </c:pt>
                <c:pt idx="1910">
                  <c:v>0.32114296259842517</c:v>
                </c:pt>
                <c:pt idx="1911">
                  <c:v>0.32148129921259844</c:v>
                </c:pt>
                <c:pt idx="1912">
                  <c:v>0.32148129921259844</c:v>
                </c:pt>
                <c:pt idx="1913">
                  <c:v>0.32181963582677164</c:v>
                </c:pt>
                <c:pt idx="1914">
                  <c:v>0.32181963582677164</c:v>
                </c:pt>
                <c:pt idx="1915">
                  <c:v>0.32215797244094491</c:v>
                </c:pt>
                <c:pt idx="1916">
                  <c:v>0.32215797244094491</c:v>
                </c:pt>
                <c:pt idx="1917">
                  <c:v>0.32249630905511811</c:v>
                </c:pt>
                <c:pt idx="1918">
                  <c:v>0.32249630905511811</c:v>
                </c:pt>
                <c:pt idx="1919">
                  <c:v>0.32283464566929132</c:v>
                </c:pt>
                <c:pt idx="1920">
                  <c:v>0.32283464566929132</c:v>
                </c:pt>
                <c:pt idx="1921">
                  <c:v>0.32317298228346458</c:v>
                </c:pt>
                <c:pt idx="1922">
                  <c:v>0.32317298228346458</c:v>
                </c:pt>
                <c:pt idx="1923">
                  <c:v>0.32351131889763779</c:v>
                </c:pt>
                <c:pt idx="1924">
                  <c:v>0.32351131889763779</c:v>
                </c:pt>
                <c:pt idx="1925">
                  <c:v>0.323849655511811</c:v>
                </c:pt>
                <c:pt idx="1926">
                  <c:v>0.323849655511811</c:v>
                </c:pt>
                <c:pt idx="1927">
                  <c:v>0.32418799212598426</c:v>
                </c:pt>
                <c:pt idx="1928">
                  <c:v>0.32418799212598426</c:v>
                </c:pt>
                <c:pt idx="1929">
                  <c:v>0.32452632874015747</c:v>
                </c:pt>
                <c:pt idx="1930">
                  <c:v>0.32452632874015747</c:v>
                </c:pt>
                <c:pt idx="1931">
                  <c:v>0.32486466535433073</c:v>
                </c:pt>
                <c:pt idx="1932">
                  <c:v>0.32486466535433073</c:v>
                </c:pt>
                <c:pt idx="1933">
                  <c:v>0.32520300196850394</c:v>
                </c:pt>
                <c:pt idx="1934">
                  <c:v>0.32520300196850394</c:v>
                </c:pt>
                <c:pt idx="1935">
                  <c:v>0.32554133858267714</c:v>
                </c:pt>
                <c:pt idx="1936">
                  <c:v>0.32554133858267714</c:v>
                </c:pt>
                <c:pt idx="1937">
                  <c:v>0.32584891732283466</c:v>
                </c:pt>
                <c:pt idx="1938">
                  <c:v>0.32584891732283466</c:v>
                </c:pt>
                <c:pt idx="1939">
                  <c:v>0.32615649606299213</c:v>
                </c:pt>
                <c:pt idx="1940">
                  <c:v>0.32615649606299213</c:v>
                </c:pt>
                <c:pt idx="1941">
                  <c:v>0.32652559055118108</c:v>
                </c:pt>
                <c:pt idx="1942">
                  <c:v>0.32652559055118108</c:v>
                </c:pt>
                <c:pt idx="1943">
                  <c:v>0.32686392716535434</c:v>
                </c:pt>
                <c:pt idx="1944">
                  <c:v>0.32686392716535434</c:v>
                </c:pt>
                <c:pt idx="1945">
                  <c:v>0.32720226377952755</c:v>
                </c:pt>
                <c:pt idx="1946">
                  <c:v>0.32720226377952755</c:v>
                </c:pt>
                <c:pt idx="1947">
                  <c:v>0.32754060039370081</c:v>
                </c:pt>
                <c:pt idx="1948">
                  <c:v>0.32754060039370081</c:v>
                </c:pt>
                <c:pt idx="1949">
                  <c:v>0.32787893700787402</c:v>
                </c:pt>
                <c:pt idx="1950">
                  <c:v>0.32787893700787402</c:v>
                </c:pt>
                <c:pt idx="1951">
                  <c:v>0.32821727362204722</c:v>
                </c:pt>
                <c:pt idx="1952">
                  <c:v>0.32821727362204722</c:v>
                </c:pt>
                <c:pt idx="1953">
                  <c:v>0.32855561023622049</c:v>
                </c:pt>
                <c:pt idx="1954">
                  <c:v>0.32855561023622049</c:v>
                </c:pt>
                <c:pt idx="1955">
                  <c:v>0.32889394685039369</c:v>
                </c:pt>
                <c:pt idx="1956">
                  <c:v>0.32889394685039369</c:v>
                </c:pt>
                <c:pt idx="1957">
                  <c:v>0.32923228346456695</c:v>
                </c:pt>
                <c:pt idx="1958">
                  <c:v>0.32923228346456695</c:v>
                </c:pt>
                <c:pt idx="1959">
                  <c:v>0.32957062007874016</c:v>
                </c:pt>
                <c:pt idx="1960">
                  <c:v>0.32957062007874016</c:v>
                </c:pt>
                <c:pt idx="1961">
                  <c:v>0.32990895669291337</c:v>
                </c:pt>
                <c:pt idx="1962">
                  <c:v>0.32990895669291337</c:v>
                </c:pt>
                <c:pt idx="1963">
                  <c:v>0.33024729330708663</c:v>
                </c:pt>
                <c:pt idx="1964">
                  <c:v>0.33024729330708663</c:v>
                </c:pt>
                <c:pt idx="1965">
                  <c:v>0.33058562992125984</c:v>
                </c:pt>
                <c:pt idx="1966">
                  <c:v>0.33058562992125984</c:v>
                </c:pt>
                <c:pt idx="1967">
                  <c:v>0.3308932086614173</c:v>
                </c:pt>
                <c:pt idx="1968">
                  <c:v>0.3308932086614173</c:v>
                </c:pt>
                <c:pt idx="1969">
                  <c:v>0.33120078740157483</c:v>
                </c:pt>
                <c:pt idx="1970">
                  <c:v>0.33120078740157483</c:v>
                </c:pt>
                <c:pt idx="1971">
                  <c:v>0.33156988188976377</c:v>
                </c:pt>
                <c:pt idx="1972">
                  <c:v>0.33156988188976377</c:v>
                </c:pt>
                <c:pt idx="1973">
                  <c:v>0.33190821850393698</c:v>
                </c:pt>
                <c:pt idx="1974">
                  <c:v>0.33190821850393698</c:v>
                </c:pt>
                <c:pt idx="1975">
                  <c:v>0.33224655511811024</c:v>
                </c:pt>
                <c:pt idx="1976">
                  <c:v>0.33224655511811024</c:v>
                </c:pt>
                <c:pt idx="1977">
                  <c:v>0.33258489173228345</c:v>
                </c:pt>
                <c:pt idx="1978">
                  <c:v>0.33258489173228345</c:v>
                </c:pt>
                <c:pt idx="1979">
                  <c:v>0.33292322834645671</c:v>
                </c:pt>
                <c:pt idx="1980">
                  <c:v>0.33292322834645671</c:v>
                </c:pt>
                <c:pt idx="1981">
                  <c:v>0.33326156496062992</c:v>
                </c:pt>
                <c:pt idx="1982">
                  <c:v>0.33326156496062992</c:v>
                </c:pt>
                <c:pt idx="1983">
                  <c:v>0.33359990157480313</c:v>
                </c:pt>
                <c:pt idx="1984">
                  <c:v>0.33359990157480313</c:v>
                </c:pt>
                <c:pt idx="1985">
                  <c:v>0.33393823818897639</c:v>
                </c:pt>
                <c:pt idx="1986">
                  <c:v>0.33393823818897639</c:v>
                </c:pt>
                <c:pt idx="1987">
                  <c:v>0.3342765748031496</c:v>
                </c:pt>
                <c:pt idx="1988">
                  <c:v>0.3342765748031496</c:v>
                </c:pt>
                <c:pt idx="1989">
                  <c:v>0.33461491141732286</c:v>
                </c:pt>
                <c:pt idx="1990">
                  <c:v>0.33461491141732286</c:v>
                </c:pt>
                <c:pt idx="1991">
                  <c:v>0.33495324803149606</c:v>
                </c:pt>
                <c:pt idx="1992">
                  <c:v>0.33495324803149606</c:v>
                </c:pt>
                <c:pt idx="1993">
                  <c:v>0.33529158464566927</c:v>
                </c:pt>
                <c:pt idx="1994">
                  <c:v>0.33529158464566927</c:v>
                </c:pt>
                <c:pt idx="1995">
                  <c:v>0.33562992125984253</c:v>
                </c:pt>
                <c:pt idx="1996">
                  <c:v>0.33562992125984253</c:v>
                </c:pt>
                <c:pt idx="1997">
                  <c:v>0.3359375</c:v>
                </c:pt>
                <c:pt idx="1998">
                  <c:v>0.3359375</c:v>
                </c:pt>
                <c:pt idx="1999">
                  <c:v>0.33627583661417321</c:v>
                </c:pt>
                <c:pt idx="2000">
                  <c:v>0.33627583661417321</c:v>
                </c:pt>
                <c:pt idx="2001">
                  <c:v>0.33661417322834647</c:v>
                </c:pt>
                <c:pt idx="2002">
                  <c:v>0.33661417322834647</c:v>
                </c:pt>
                <c:pt idx="2003">
                  <c:v>0.33695250984251968</c:v>
                </c:pt>
                <c:pt idx="2004">
                  <c:v>0.33695250984251968</c:v>
                </c:pt>
                <c:pt idx="2005">
                  <c:v>0.33729084645669294</c:v>
                </c:pt>
                <c:pt idx="2006">
                  <c:v>0.33729084645669294</c:v>
                </c:pt>
                <c:pt idx="2007">
                  <c:v>0.33762918307086615</c:v>
                </c:pt>
                <c:pt idx="2008">
                  <c:v>0.33762918307086615</c:v>
                </c:pt>
                <c:pt idx="2009">
                  <c:v>0.33793676181102361</c:v>
                </c:pt>
                <c:pt idx="2010">
                  <c:v>0.33793676181102361</c:v>
                </c:pt>
                <c:pt idx="2011">
                  <c:v>0.33830585629921262</c:v>
                </c:pt>
                <c:pt idx="2012">
                  <c:v>0.33830585629921262</c:v>
                </c:pt>
                <c:pt idx="2013">
                  <c:v>0.33864419291338582</c:v>
                </c:pt>
                <c:pt idx="2014">
                  <c:v>0.33864419291338582</c:v>
                </c:pt>
                <c:pt idx="2015">
                  <c:v>0.33898252952755903</c:v>
                </c:pt>
                <c:pt idx="2016">
                  <c:v>0.33898252952755903</c:v>
                </c:pt>
                <c:pt idx="2017">
                  <c:v>0.33932086614173229</c:v>
                </c:pt>
                <c:pt idx="2018">
                  <c:v>0.33932086614173229</c:v>
                </c:pt>
                <c:pt idx="2019">
                  <c:v>0.3396592027559055</c:v>
                </c:pt>
                <c:pt idx="2020">
                  <c:v>0.3396592027559055</c:v>
                </c:pt>
                <c:pt idx="2021">
                  <c:v>0.33999753937007876</c:v>
                </c:pt>
                <c:pt idx="2022">
                  <c:v>0.33999753937007876</c:v>
                </c:pt>
                <c:pt idx="2023">
                  <c:v>0.34033587598425197</c:v>
                </c:pt>
                <c:pt idx="2024">
                  <c:v>0.34033587598425197</c:v>
                </c:pt>
                <c:pt idx="2025">
                  <c:v>0.34067421259842517</c:v>
                </c:pt>
                <c:pt idx="2026">
                  <c:v>0.34067421259842517</c:v>
                </c:pt>
                <c:pt idx="2027">
                  <c:v>0.3409817913385827</c:v>
                </c:pt>
                <c:pt idx="2028">
                  <c:v>0.3409817913385827</c:v>
                </c:pt>
                <c:pt idx="2029">
                  <c:v>0.3413201279527559</c:v>
                </c:pt>
                <c:pt idx="2030">
                  <c:v>0.3413201279527559</c:v>
                </c:pt>
                <c:pt idx="2031">
                  <c:v>0.34165846456692911</c:v>
                </c:pt>
                <c:pt idx="2032">
                  <c:v>0.34165846456692911</c:v>
                </c:pt>
                <c:pt idx="2033">
                  <c:v>0.34199680118110237</c:v>
                </c:pt>
                <c:pt idx="2034">
                  <c:v>0.34199680118110237</c:v>
                </c:pt>
                <c:pt idx="2035">
                  <c:v>0.34233513779527558</c:v>
                </c:pt>
                <c:pt idx="2036">
                  <c:v>0.34233513779527558</c:v>
                </c:pt>
                <c:pt idx="2037">
                  <c:v>0.34267347440944884</c:v>
                </c:pt>
                <c:pt idx="2038">
                  <c:v>0.34267347440944884</c:v>
                </c:pt>
                <c:pt idx="2039">
                  <c:v>0.34301181102362205</c:v>
                </c:pt>
                <c:pt idx="2040">
                  <c:v>0.34301181102362205</c:v>
                </c:pt>
                <c:pt idx="2041">
                  <c:v>0.34335014763779526</c:v>
                </c:pt>
                <c:pt idx="2042">
                  <c:v>0.34335014763779526</c:v>
                </c:pt>
                <c:pt idx="2043">
                  <c:v>0.34368848425196852</c:v>
                </c:pt>
                <c:pt idx="2044">
                  <c:v>0.34368848425196852</c:v>
                </c:pt>
                <c:pt idx="2045">
                  <c:v>0.34402682086614172</c:v>
                </c:pt>
                <c:pt idx="2046">
                  <c:v>0.34402682086614172</c:v>
                </c:pt>
                <c:pt idx="2047">
                  <c:v>0.34436515748031499</c:v>
                </c:pt>
                <c:pt idx="2048">
                  <c:v>0.34436515748031499</c:v>
                </c:pt>
                <c:pt idx="2049">
                  <c:v>0.34470349409448819</c:v>
                </c:pt>
                <c:pt idx="2050">
                  <c:v>0.34470349409448819</c:v>
                </c:pt>
                <c:pt idx="2051">
                  <c:v>0.3450418307086614</c:v>
                </c:pt>
                <c:pt idx="2052">
                  <c:v>0.3450418307086614</c:v>
                </c:pt>
                <c:pt idx="2053">
                  <c:v>0.34538016732283466</c:v>
                </c:pt>
                <c:pt idx="2054">
                  <c:v>0.34538016732283466</c:v>
                </c:pt>
                <c:pt idx="2055">
                  <c:v>0.34571850393700787</c:v>
                </c:pt>
                <c:pt idx="2056">
                  <c:v>0.34571850393700787</c:v>
                </c:pt>
                <c:pt idx="2057">
                  <c:v>0.34602608267716534</c:v>
                </c:pt>
                <c:pt idx="2058">
                  <c:v>0.34602608267716534</c:v>
                </c:pt>
                <c:pt idx="2059">
                  <c:v>0.3463644192913386</c:v>
                </c:pt>
                <c:pt idx="2060">
                  <c:v>0.3463644192913386</c:v>
                </c:pt>
                <c:pt idx="2061">
                  <c:v>0.34670275590551181</c:v>
                </c:pt>
                <c:pt idx="2062">
                  <c:v>0.34670275590551181</c:v>
                </c:pt>
                <c:pt idx="2063">
                  <c:v>0.34704109251968501</c:v>
                </c:pt>
                <c:pt idx="2064">
                  <c:v>0.34704109251968501</c:v>
                </c:pt>
                <c:pt idx="2065">
                  <c:v>0.34737942913385828</c:v>
                </c:pt>
                <c:pt idx="2066">
                  <c:v>0.34737942913385828</c:v>
                </c:pt>
                <c:pt idx="2067">
                  <c:v>0.34771776574803148</c:v>
                </c:pt>
                <c:pt idx="2068">
                  <c:v>0.34771776574803148</c:v>
                </c:pt>
                <c:pt idx="2069">
                  <c:v>0.34805610236220474</c:v>
                </c:pt>
                <c:pt idx="2070">
                  <c:v>0.34805610236220474</c:v>
                </c:pt>
                <c:pt idx="2071">
                  <c:v>0.34839443897637795</c:v>
                </c:pt>
                <c:pt idx="2072">
                  <c:v>0.34839443897637795</c:v>
                </c:pt>
                <c:pt idx="2073">
                  <c:v>0.34873277559055116</c:v>
                </c:pt>
                <c:pt idx="2074">
                  <c:v>0.34873277559055116</c:v>
                </c:pt>
                <c:pt idx="2075">
                  <c:v>0.34907111220472442</c:v>
                </c:pt>
                <c:pt idx="2076">
                  <c:v>0.34907111220472442</c:v>
                </c:pt>
                <c:pt idx="2077">
                  <c:v>0.34937869094488189</c:v>
                </c:pt>
                <c:pt idx="2078">
                  <c:v>0.34937869094488189</c:v>
                </c:pt>
                <c:pt idx="2079">
                  <c:v>0.34974778543307089</c:v>
                </c:pt>
                <c:pt idx="2080">
                  <c:v>0.34974778543307089</c:v>
                </c:pt>
                <c:pt idx="2081">
                  <c:v>0.3500861220472441</c:v>
                </c:pt>
                <c:pt idx="2082">
                  <c:v>0.3500861220472441</c:v>
                </c:pt>
                <c:pt idx="2083">
                  <c:v>0.3504244586614173</c:v>
                </c:pt>
                <c:pt idx="2084">
                  <c:v>0.3504244586614173</c:v>
                </c:pt>
                <c:pt idx="2085">
                  <c:v>0.35076279527559057</c:v>
                </c:pt>
                <c:pt idx="2086">
                  <c:v>0.35076279527559057</c:v>
                </c:pt>
                <c:pt idx="2087">
                  <c:v>0.35107037401574803</c:v>
                </c:pt>
                <c:pt idx="2088">
                  <c:v>0.35107037401574803</c:v>
                </c:pt>
                <c:pt idx="2089">
                  <c:v>0.35140871062992124</c:v>
                </c:pt>
                <c:pt idx="2090">
                  <c:v>0.35140871062992124</c:v>
                </c:pt>
                <c:pt idx="2091">
                  <c:v>0.3517470472440945</c:v>
                </c:pt>
                <c:pt idx="2092">
                  <c:v>0.3517470472440945</c:v>
                </c:pt>
                <c:pt idx="2093">
                  <c:v>0.35208538385826771</c:v>
                </c:pt>
                <c:pt idx="2094">
                  <c:v>0.35208538385826771</c:v>
                </c:pt>
                <c:pt idx="2095">
                  <c:v>0.35242372047244097</c:v>
                </c:pt>
                <c:pt idx="2096">
                  <c:v>0.35242372047244097</c:v>
                </c:pt>
                <c:pt idx="2097">
                  <c:v>0.35276205708661418</c:v>
                </c:pt>
                <c:pt idx="2098">
                  <c:v>0.35276205708661418</c:v>
                </c:pt>
                <c:pt idx="2099">
                  <c:v>0.35310039370078738</c:v>
                </c:pt>
                <c:pt idx="2100">
                  <c:v>0.35310039370078738</c:v>
                </c:pt>
                <c:pt idx="2101">
                  <c:v>0.35343873031496065</c:v>
                </c:pt>
                <c:pt idx="2102">
                  <c:v>0.35343873031496065</c:v>
                </c:pt>
                <c:pt idx="2103">
                  <c:v>0.35377706692913385</c:v>
                </c:pt>
                <c:pt idx="2104">
                  <c:v>0.35377706692913385</c:v>
                </c:pt>
                <c:pt idx="2105">
                  <c:v>0.35411540354330706</c:v>
                </c:pt>
                <c:pt idx="2106">
                  <c:v>0.35411540354330706</c:v>
                </c:pt>
                <c:pt idx="2107">
                  <c:v>0.35445374015748032</c:v>
                </c:pt>
                <c:pt idx="2108">
                  <c:v>0.35445374015748032</c:v>
                </c:pt>
                <c:pt idx="2109">
                  <c:v>0.35479207677165353</c:v>
                </c:pt>
                <c:pt idx="2110">
                  <c:v>0.35479207677165353</c:v>
                </c:pt>
                <c:pt idx="2111">
                  <c:v>0.35513041338582679</c:v>
                </c:pt>
                <c:pt idx="2112">
                  <c:v>0.35513041338582679</c:v>
                </c:pt>
                <c:pt idx="2113">
                  <c:v>0.35546875</c:v>
                </c:pt>
                <c:pt idx="2114">
                  <c:v>0.35546875</c:v>
                </c:pt>
                <c:pt idx="2115">
                  <c:v>0.35580708661417321</c:v>
                </c:pt>
                <c:pt idx="2116">
                  <c:v>0.35580708661417321</c:v>
                </c:pt>
                <c:pt idx="2117">
                  <c:v>0.35614542322834647</c:v>
                </c:pt>
                <c:pt idx="2118">
                  <c:v>0.35614542322834647</c:v>
                </c:pt>
                <c:pt idx="2119">
                  <c:v>0.35642224409448819</c:v>
                </c:pt>
                <c:pt idx="2120">
                  <c:v>0.35642224409448819</c:v>
                </c:pt>
                <c:pt idx="2121">
                  <c:v>0.35679133858267714</c:v>
                </c:pt>
                <c:pt idx="2122">
                  <c:v>0.35679133858267714</c:v>
                </c:pt>
                <c:pt idx="2123">
                  <c:v>0.3571296751968504</c:v>
                </c:pt>
                <c:pt idx="2124">
                  <c:v>0.3571296751968504</c:v>
                </c:pt>
                <c:pt idx="2125">
                  <c:v>0.35746801181102361</c:v>
                </c:pt>
                <c:pt idx="2126">
                  <c:v>0.35746801181102361</c:v>
                </c:pt>
                <c:pt idx="2127">
                  <c:v>0.35780634842519687</c:v>
                </c:pt>
                <c:pt idx="2128">
                  <c:v>0.35780634842519687</c:v>
                </c:pt>
                <c:pt idx="2129">
                  <c:v>0.35814468503937008</c:v>
                </c:pt>
                <c:pt idx="2130">
                  <c:v>0.35814468503937008</c:v>
                </c:pt>
                <c:pt idx="2131">
                  <c:v>0.35848302165354329</c:v>
                </c:pt>
                <c:pt idx="2132">
                  <c:v>0.35848302165354329</c:v>
                </c:pt>
                <c:pt idx="2133">
                  <c:v>0.35882135826771655</c:v>
                </c:pt>
                <c:pt idx="2134">
                  <c:v>0.35882135826771655</c:v>
                </c:pt>
                <c:pt idx="2135">
                  <c:v>0.35915969488188976</c:v>
                </c:pt>
                <c:pt idx="2136">
                  <c:v>0.35915969488188976</c:v>
                </c:pt>
                <c:pt idx="2137">
                  <c:v>0.35946727362204722</c:v>
                </c:pt>
                <c:pt idx="2138">
                  <c:v>0.35946727362204722</c:v>
                </c:pt>
                <c:pt idx="2139">
                  <c:v>0.35983636811023623</c:v>
                </c:pt>
                <c:pt idx="2140">
                  <c:v>0.35983636811023623</c:v>
                </c:pt>
                <c:pt idx="2141">
                  <c:v>0.36017470472440943</c:v>
                </c:pt>
                <c:pt idx="2142">
                  <c:v>0.36017470472440943</c:v>
                </c:pt>
                <c:pt idx="2143">
                  <c:v>0.3605130413385827</c:v>
                </c:pt>
                <c:pt idx="2144">
                  <c:v>0.3605130413385827</c:v>
                </c:pt>
                <c:pt idx="2145">
                  <c:v>0.3608513779527559</c:v>
                </c:pt>
                <c:pt idx="2146">
                  <c:v>0.3608513779527559</c:v>
                </c:pt>
                <c:pt idx="2147">
                  <c:v>0.36118971456692911</c:v>
                </c:pt>
                <c:pt idx="2148">
                  <c:v>0.36118971456692911</c:v>
                </c:pt>
                <c:pt idx="2149">
                  <c:v>0.36149729330708663</c:v>
                </c:pt>
                <c:pt idx="2150">
                  <c:v>0.36149729330708663</c:v>
                </c:pt>
                <c:pt idx="2151">
                  <c:v>0.36183562992125984</c:v>
                </c:pt>
                <c:pt idx="2152">
                  <c:v>0.36183562992125984</c:v>
                </c:pt>
                <c:pt idx="2153">
                  <c:v>0.36217396653543305</c:v>
                </c:pt>
                <c:pt idx="2154">
                  <c:v>0.36217396653543305</c:v>
                </c:pt>
                <c:pt idx="2155">
                  <c:v>0.36251230314960631</c:v>
                </c:pt>
                <c:pt idx="2156">
                  <c:v>0.36251230314960631</c:v>
                </c:pt>
                <c:pt idx="2157">
                  <c:v>0.36285063976377951</c:v>
                </c:pt>
                <c:pt idx="2158">
                  <c:v>0.36285063976377951</c:v>
                </c:pt>
                <c:pt idx="2159">
                  <c:v>0.36318897637795278</c:v>
                </c:pt>
                <c:pt idx="2160">
                  <c:v>0.36318897637795278</c:v>
                </c:pt>
                <c:pt idx="2161">
                  <c:v>0.36352731299212598</c:v>
                </c:pt>
                <c:pt idx="2162">
                  <c:v>0.36352731299212598</c:v>
                </c:pt>
                <c:pt idx="2163">
                  <c:v>0.36386564960629919</c:v>
                </c:pt>
                <c:pt idx="2164">
                  <c:v>0.36386564960629919</c:v>
                </c:pt>
                <c:pt idx="2165">
                  <c:v>0.36420398622047245</c:v>
                </c:pt>
                <c:pt idx="2166">
                  <c:v>0.36420398622047245</c:v>
                </c:pt>
                <c:pt idx="2167">
                  <c:v>0.36454232283464566</c:v>
                </c:pt>
                <c:pt idx="2168">
                  <c:v>0.36454232283464566</c:v>
                </c:pt>
                <c:pt idx="2169">
                  <c:v>0.36488065944881892</c:v>
                </c:pt>
                <c:pt idx="2170">
                  <c:v>0.36488065944881892</c:v>
                </c:pt>
                <c:pt idx="2171">
                  <c:v>0.36521899606299218</c:v>
                </c:pt>
                <c:pt idx="2172">
                  <c:v>0.36521899606299218</c:v>
                </c:pt>
                <c:pt idx="2173">
                  <c:v>0.36555733267716534</c:v>
                </c:pt>
                <c:pt idx="2174">
                  <c:v>0.36555733267716534</c:v>
                </c:pt>
                <c:pt idx="2175">
                  <c:v>0.3658956692913386</c:v>
                </c:pt>
                <c:pt idx="2176">
                  <c:v>0.3658956692913386</c:v>
                </c:pt>
                <c:pt idx="2177">
                  <c:v>0.36623400590551181</c:v>
                </c:pt>
                <c:pt idx="2178">
                  <c:v>0.36623400590551181</c:v>
                </c:pt>
                <c:pt idx="2179">
                  <c:v>0.36654158464566927</c:v>
                </c:pt>
                <c:pt idx="2180">
                  <c:v>0.36654158464566927</c:v>
                </c:pt>
                <c:pt idx="2181">
                  <c:v>0.36687992125984253</c:v>
                </c:pt>
                <c:pt idx="2182">
                  <c:v>0.36687992125984253</c:v>
                </c:pt>
                <c:pt idx="2183">
                  <c:v>0.36721825787401574</c:v>
                </c:pt>
                <c:pt idx="2184">
                  <c:v>0.36721825787401574</c:v>
                </c:pt>
                <c:pt idx="2185">
                  <c:v>0.367556594488189</c:v>
                </c:pt>
                <c:pt idx="2186">
                  <c:v>0.367556594488189</c:v>
                </c:pt>
                <c:pt idx="2187">
                  <c:v>0.36789493110236221</c:v>
                </c:pt>
                <c:pt idx="2188">
                  <c:v>0.36789493110236221</c:v>
                </c:pt>
                <c:pt idx="2189">
                  <c:v>0.36823326771653542</c:v>
                </c:pt>
                <c:pt idx="2190">
                  <c:v>0.36823326771653542</c:v>
                </c:pt>
                <c:pt idx="2191">
                  <c:v>0.36857160433070868</c:v>
                </c:pt>
                <c:pt idx="2192">
                  <c:v>0.36857160433070868</c:v>
                </c:pt>
                <c:pt idx="2193">
                  <c:v>0.36890994094488189</c:v>
                </c:pt>
                <c:pt idx="2194">
                  <c:v>0.36890994094488189</c:v>
                </c:pt>
                <c:pt idx="2195">
                  <c:v>0.36921751968503935</c:v>
                </c:pt>
                <c:pt idx="2196">
                  <c:v>0.36921751968503935</c:v>
                </c:pt>
                <c:pt idx="2197">
                  <c:v>0.3695866141732283</c:v>
                </c:pt>
                <c:pt idx="2198">
                  <c:v>0.3695866141732283</c:v>
                </c:pt>
                <c:pt idx="2199">
                  <c:v>0.36992495078740162</c:v>
                </c:pt>
                <c:pt idx="2200">
                  <c:v>0.36992495078740162</c:v>
                </c:pt>
                <c:pt idx="2201">
                  <c:v>0.37026328740157483</c:v>
                </c:pt>
                <c:pt idx="2202">
                  <c:v>0.37026328740157483</c:v>
                </c:pt>
                <c:pt idx="2203">
                  <c:v>0.37060162401574798</c:v>
                </c:pt>
                <c:pt idx="2204">
                  <c:v>0.37060162401574798</c:v>
                </c:pt>
                <c:pt idx="2205">
                  <c:v>0.37093996062992129</c:v>
                </c:pt>
                <c:pt idx="2206">
                  <c:v>0.37093996062992129</c:v>
                </c:pt>
                <c:pt idx="2207">
                  <c:v>0.3712782972440945</c:v>
                </c:pt>
                <c:pt idx="2208">
                  <c:v>0.3712782972440945</c:v>
                </c:pt>
                <c:pt idx="2209">
                  <c:v>0.37158587598425202</c:v>
                </c:pt>
                <c:pt idx="2210">
                  <c:v>0.37158587598425202</c:v>
                </c:pt>
                <c:pt idx="2211">
                  <c:v>0.37192421259842517</c:v>
                </c:pt>
                <c:pt idx="2212">
                  <c:v>0.37192421259842517</c:v>
                </c:pt>
                <c:pt idx="2213">
                  <c:v>0.37226254921259838</c:v>
                </c:pt>
                <c:pt idx="2214">
                  <c:v>0.37226254921259838</c:v>
                </c:pt>
                <c:pt idx="2215">
                  <c:v>0.3726008858267717</c:v>
                </c:pt>
                <c:pt idx="2216">
                  <c:v>0.3726008858267717</c:v>
                </c:pt>
                <c:pt idx="2217">
                  <c:v>0.37293922244094491</c:v>
                </c:pt>
                <c:pt idx="2218">
                  <c:v>0.37293922244094491</c:v>
                </c:pt>
                <c:pt idx="2219">
                  <c:v>0.37327755905511811</c:v>
                </c:pt>
                <c:pt idx="2220">
                  <c:v>0.37327755905511811</c:v>
                </c:pt>
                <c:pt idx="2221">
                  <c:v>0.37361589566929132</c:v>
                </c:pt>
                <c:pt idx="2222">
                  <c:v>0.37361589566929132</c:v>
                </c:pt>
                <c:pt idx="2223">
                  <c:v>0.37395423228346458</c:v>
                </c:pt>
                <c:pt idx="2224">
                  <c:v>0.37395423228346458</c:v>
                </c:pt>
                <c:pt idx="2225">
                  <c:v>0.37429256889763779</c:v>
                </c:pt>
                <c:pt idx="2226">
                  <c:v>0.37429256889763779</c:v>
                </c:pt>
                <c:pt idx="2227">
                  <c:v>0.374630905511811</c:v>
                </c:pt>
                <c:pt idx="2228">
                  <c:v>0.374630905511811</c:v>
                </c:pt>
                <c:pt idx="2229">
                  <c:v>0.37496924212598426</c:v>
                </c:pt>
                <c:pt idx="2230">
                  <c:v>0.37496924212598426</c:v>
                </c:pt>
                <c:pt idx="2231">
                  <c:v>0.37530757874015747</c:v>
                </c:pt>
                <c:pt idx="2232">
                  <c:v>0.37530757874015747</c:v>
                </c:pt>
                <c:pt idx="2233">
                  <c:v>0.37564591535433073</c:v>
                </c:pt>
                <c:pt idx="2234">
                  <c:v>0.37564591535433073</c:v>
                </c:pt>
                <c:pt idx="2235">
                  <c:v>0.37598425196850394</c:v>
                </c:pt>
                <c:pt idx="2236">
                  <c:v>0.37598425196850394</c:v>
                </c:pt>
                <c:pt idx="2237">
                  <c:v>0.37632258858267714</c:v>
                </c:pt>
                <c:pt idx="2238">
                  <c:v>0.37632258858267714</c:v>
                </c:pt>
                <c:pt idx="2239">
                  <c:v>0.37663016732283466</c:v>
                </c:pt>
                <c:pt idx="2240">
                  <c:v>0.37663016732283466</c:v>
                </c:pt>
                <c:pt idx="2241">
                  <c:v>0.37696850393700782</c:v>
                </c:pt>
                <c:pt idx="2242">
                  <c:v>0.37696850393700782</c:v>
                </c:pt>
                <c:pt idx="2243">
                  <c:v>0.37727608267716534</c:v>
                </c:pt>
                <c:pt idx="2244">
                  <c:v>0.37727608267716534</c:v>
                </c:pt>
                <c:pt idx="2245">
                  <c:v>0.37764517716535434</c:v>
                </c:pt>
                <c:pt idx="2246">
                  <c:v>0.37764517716535434</c:v>
                </c:pt>
                <c:pt idx="2247">
                  <c:v>0.37798351377952755</c:v>
                </c:pt>
                <c:pt idx="2248">
                  <c:v>0.37798351377952755</c:v>
                </c:pt>
                <c:pt idx="2249">
                  <c:v>0.37832185039370081</c:v>
                </c:pt>
                <c:pt idx="2250">
                  <c:v>0.37832185039370081</c:v>
                </c:pt>
                <c:pt idx="2251">
                  <c:v>0.37866018700787402</c:v>
                </c:pt>
                <c:pt idx="2252">
                  <c:v>0.37866018700787402</c:v>
                </c:pt>
                <c:pt idx="2253">
                  <c:v>0.37899852362204722</c:v>
                </c:pt>
                <c:pt idx="2254">
                  <c:v>0.37899852362204722</c:v>
                </c:pt>
                <c:pt idx="2255">
                  <c:v>0.37933686023622049</c:v>
                </c:pt>
                <c:pt idx="2256">
                  <c:v>0.37933686023622049</c:v>
                </c:pt>
                <c:pt idx="2257">
                  <c:v>0.37967519685039369</c:v>
                </c:pt>
                <c:pt idx="2258">
                  <c:v>0.37967519685039369</c:v>
                </c:pt>
                <c:pt idx="2259">
                  <c:v>0.38001353346456695</c:v>
                </c:pt>
                <c:pt idx="2260">
                  <c:v>0.38001353346456695</c:v>
                </c:pt>
                <c:pt idx="2261">
                  <c:v>0.38035187007874016</c:v>
                </c:pt>
                <c:pt idx="2262">
                  <c:v>0.38035187007874016</c:v>
                </c:pt>
                <c:pt idx="2263">
                  <c:v>0.38069020669291337</c:v>
                </c:pt>
                <c:pt idx="2264">
                  <c:v>0.38069020669291337</c:v>
                </c:pt>
                <c:pt idx="2265">
                  <c:v>0.38102854330708663</c:v>
                </c:pt>
                <c:pt idx="2266">
                  <c:v>0.38102854330708663</c:v>
                </c:pt>
                <c:pt idx="2267">
                  <c:v>0.38136687992125984</c:v>
                </c:pt>
                <c:pt idx="2268">
                  <c:v>0.38136687992125984</c:v>
                </c:pt>
                <c:pt idx="2269">
                  <c:v>0.3816744586614173</c:v>
                </c:pt>
                <c:pt idx="2270">
                  <c:v>0.3816744586614173</c:v>
                </c:pt>
                <c:pt idx="2271">
                  <c:v>0.38201279527559057</c:v>
                </c:pt>
                <c:pt idx="2272">
                  <c:v>0.38201279527559057</c:v>
                </c:pt>
                <c:pt idx="2273">
                  <c:v>0.38235113188976377</c:v>
                </c:pt>
                <c:pt idx="2274">
                  <c:v>0.38235113188976377</c:v>
                </c:pt>
                <c:pt idx="2275">
                  <c:v>0.38268946850393698</c:v>
                </c:pt>
                <c:pt idx="2276">
                  <c:v>0.38268946850393698</c:v>
                </c:pt>
                <c:pt idx="2277">
                  <c:v>0.38302780511811024</c:v>
                </c:pt>
                <c:pt idx="2278">
                  <c:v>0.38302780511811024</c:v>
                </c:pt>
                <c:pt idx="2279">
                  <c:v>0.38336614173228345</c:v>
                </c:pt>
                <c:pt idx="2280">
                  <c:v>0.38336614173228345</c:v>
                </c:pt>
                <c:pt idx="2281">
                  <c:v>0.38370447834645671</c:v>
                </c:pt>
                <c:pt idx="2282">
                  <c:v>0.38370447834645671</c:v>
                </c:pt>
                <c:pt idx="2283">
                  <c:v>0.38404281496062992</c:v>
                </c:pt>
                <c:pt idx="2284">
                  <c:v>0.38404281496062992</c:v>
                </c:pt>
                <c:pt idx="2285">
                  <c:v>0.38438115157480313</c:v>
                </c:pt>
                <c:pt idx="2286">
                  <c:v>0.38438115157480313</c:v>
                </c:pt>
                <c:pt idx="2287">
                  <c:v>0.38471948818897639</c:v>
                </c:pt>
                <c:pt idx="2288">
                  <c:v>0.38471948818897639</c:v>
                </c:pt>
                <c:pt idx="2289">
                  <c:v>0.3850578248031496</c:v>
                </c:pt>
                <c:pt idx="2290">
                  <c:v>0.3850578248031496</c:v>
                </c:pt>
                <c:pt idx="2291">
                  <c:v>0.38539616141732286</c:v>
                </c:pt>
                <c:pt idx="2292">
                  <c:v>0.38539616141732286</c:v>
                </c:pt>
                <c:pt idx="2293">
                  <c:v>0.38573449803149606</c:v>
                </c:pt>
                <c:pt idx="2294">
                  <c:v>0.38573449803149606</c:v>
                </c:pt>
                <c:pt idx="2295">
                  <c:v>0.38607283464566927</c:v>
                </c:pt>
                <c:pt idx="2296">
                  <c:v>0.38607283464566927</c:v>
                </c:pt>
                <c:pt idx="2297">
                  <c:v>0.38641117125984253</c:v>
                </c:pt>
                <c:pt idx="2298">
                  <c:v>0.38641117125984253</c:v>
                </c:pt>
                <c:pt idx="2299">
                  <c:v>0.38671875</c:v>
                </c:pt>
                <c:pt idx="2300">
                  <c:v>0.38671875</c:v>
                </c:pt>
                <c:pt idx="2301">
                  <c:v>0.38705708661417321</c:v>
                </c:pt>
                <c:pt idx="2302">
                  <c:v>0.38705708661417321</c:v>
                </c:pt>
                <c:pt idx="2303">
                  <c:v>0.38739542322834647</c:v>
                </c:pt>
                <c:pt idx="2304">
                  <c:v>0.38739542322834647</c:v>
                </c:pt>
                <c:pt idx="2305">
                  <c:v>0.38773375984251968</c:v>
                </c:pt>
                <c:pt idx="2306">
                  <c:v>0.38773375984251968</c:v>
                </c:pt>
                <c:pt idx="2307">
                  <c:v>0.38807209645669294</c:v>
                </c:pt>
                <c:pt idx="2308">
                  <c:v>0.38807209645669294</c:v>
                </c:pt>
                <c:pt idx="2309">
                  <c:v>0.38841043307086615</c:v>
                </c:pt>
                <c:pt idx="2310">
                  <c:v>0.38841043307086615</c:v>
                </c:pt>
                <c:pt idx="2311">
                  <c:v>0.38874876968503935</c:v>
                </c:pt>
                <c:pt idx="2312">
                  <c:v>0.38874876968503935</c:v>
                </c:pt>
                <c:pt idx="2313">
                  <c:v>0.38908710629921262</c:v>
                </c:pt>
                <c:pt idx="2314">
                  <c:v>0.38908710629921262</c:v>
                </c:pt>
                <c:pt idx="2315">
                  <c:v>0.38942544291338582</c:v>
                </c:pt>
                <c:pt idx="2316">
                  <c:v>0.38942544291338582</c:v>
                </c:pt>
                <c:pt idx="2317">
                  <c:v>0.38973302165354329</c:v>
                </c:pt>
                <c:pt idx="2318">
                  <c:v>0.38973302165354329</c:v>
                </c:pt>
                <c:pt idx="2319">
                  <c:v>0.39010211614173229</c:v>
                </c:pt>
                <c:pt idx="2320">
                  <c:v>0.39010211614173229</c:v>
                </c:pt>
                <c:pt idx="2321">
                  <c:v>0.3904404527559055</c:v>
                </c:pt>
                <c:pt idx="2322">
                  <c:v>0.3904404527559055</c:v>
                </c:pt>
                <c:pt idx="2323">
                  <c:v>0.39074803149606302</c:v>
                </c:pt>
                <c:pt idx="2324">
                  <c:v>0.39074803149606302</c:v>
                </c:pt>
                <c:pt idx="2325">
                  <c:v>0.39111712598425202</c:v>
                </c:pt>
                <c:pt idx="2326">
                  <c:v>0.39111712598425202</c:v>
                </c:pt>
                <c:pt idx="2327">
                  <c:v>0.39142470472440943</c:v>
                </c:pt>
                <c:pt idx="2328">
                  <c:v>0.39142470472440943</c:v>
                </c:pt>
                <c:pt idx="2329">
                  <c:v>0.3917630413385827</c:v>
                </c:pt>
                <c:pt idx="2330">
                  <c:v>0.3917630413385827</c:v>
                </c:pt>
                <c:pt idx="2331">
                  <c:v>0.3921013779527559</c:v>
                </c:pt>
                <c:pt idx="2332">
                  <c:v>0.3921013779527559</c:v>
                </c:pt>
                <c:pt idx="2333">
                  <c:v>0.39243971456692911</c:v>
                </c:pt>
                <c:pt idx="2334">
                  <c:v>0.39243971456692911</c:v>
                </c:pt>
                <c:pt idx="2335">
                  <c:v>0.39277805118110237</c:v>
                </c:pt>
                <c:pt idx="2336">
                  <c:v>0.39277805118110237</c:v>
                </c:pt>
                <c:pt idx="2337">
                  <c:v>0.39311638779527558</c:v>
                </c:pt>
                <c:pt idx="2338">
                  <c:v>0.39311638779527558</c:v>
                </c:pt>
                <c:pt idx="2339">
                  <c:v>0.39345472440944879</c:v>
                </c:pt>
                <c:pt idx="2340">
                  <c:v>0.39345472440944879</c:v>
                </c:pt>
                <c:pt idx="2341">
                  <c:v>0.3937930610236221</c:v>
                </c:pt>
                <c:pt idx="2342">
                  <c:v>0.3937930610236221</c:v>
                </c:pt>
                <c:pt idx="2343">
                  <c:v>0.39413139763779526</c:v>
                </c:pt>
                <c:pt idx="2344">
                  <c:v>0.39413139763779526</c:v>
                </c:pt>
                <c:pt idx="2345">
                  <c:v>0.39446973425196852</c:v>
                </c:pt>
                <c:pt idx="2346">
                  <c:v>0.39446973425196852</c:v>
                </c:pt>
                <c:pt idx="2347">
                  <c:v>0.39480807086614172</c:v>
                </c:pt>
                <c:pt idx="2348">
                  <c:v>0.39480807086614172</c:v>
                </c:pt>
                <c:pt idx="2349">
                  <c:v>0.39514640748031499</c:v>
                </c:pt>
                <c:pt idx="2350">
                  <c:v>0.39514640748031499</c:v>
                </c:pt>
                <c:pt idx="2351">
                  <c:v>0.39548474409448819</c:v>
                </c:pt>
                <c:pt idx="2352">
                  <c:v>0.39548474409448819</c:v>
                </c:pt>
                <c:pt idx="2353">
                  <c:v>0.3958230807086614</c:v>
                </c:pt>
                <c:pt idx="2354">
                  <c:v>0.3958230807086614</c:v>
                </c:pt>
                <c:pt idx="2355">
                  <c:v>0.39616141732283466</c:v>
                </c:pt>
                <c:pt idx="2356">
                  <c:v>0.39616141732283466</c:v>
                </c:pt>
                <c:pt idx="2357">
                  <c:v>0.39649975393700782</c:v>
                </c:pt>
                <c:pt idx="2358">
                  <c:v>0.39649975393700782</c:v>
                </c:pt>
                <c:pt idx="2359">
                  <c:v>0.39683809055118108</c:v>
                </c:pt>
                <c:pt idx="2360">
                  <c:v>0.39683809055118108</c:v>
                </c:pt>
                <c:pt idx="2361">
                  <c:v>0.39711491141732286</c:v>
                </c:pt>
                <c:pt idx="2362">
                  <c:v>0.39711491141732286</c:v>
                </c:pt>
                <c:pt idx="2363">
                  <c:v>0.39748400590551181</c:v>
                </c:pt>
                <c:pt idx="2364">
                  <c:v>0.39748400590551181</c:v>
                </c:pt>
                <c:pt idx="2365">
                  <c:v>0.39782234251968501</c:v>
                </c:pt>
                <c:pt idx="2366">
                  <c:v>0.39782234251968501</c:v>
                </c:pt>
                <c:pt idx="2367">
                  <c:v>0.39816067913385828</c:v>
                </c:pt>
                <c:pt idx="2368">
                  <c:v>0.39816067913385828</c:v>
                </c:pt>
                <c:pt idx="2369">
                  <c:v>0.39849901574803148</c:v>
                </c:pt>
                <c:pt idx="2370">
                  <c:v>0.39849901574803148</c:v>
                </c:pt>
                <c:pt idx="2371">
                  <c:v>0.39883735236220474</c:v>
                </c:pt>
                <c:pt idx="2372">
                  <c:v>0.39883735236220474</c:v>
                </c:pt>
                <c:pt idx="2373">
                  <c:v>0.3991756889763779</c:v>
                </c:pt>
                <c:pt idx="2374">
                  <c:v>0.3991756889763779</c:v>
                </c:pt>
                <c:pt idx="2375">
                  <c:v>0.39951402559055121</c:v>
                </c:pt>
                <c:pt idx="2376">
                  <c:v>0.39951402559055121</c:v>
                </c:pt>
                <c:pt idx="2377">
                  <c:v>0.39985236220472442</c:v>
                </c:pt>
                <c:pt idx="2378">
                  <c:v>0.39985236220472442</c:v>
                </c:pt>
                <c:pt idx="2379">
                  <c:v>0.40019069881889763</c:v>
                </c:pt>
                <c:pt idx="2380">
                  <c:v>0.40019069881889763</c:v>
                </c:pt>
                <c:pt idx="2381">
                  <c:v>0.40052903543307089</c:v>
                </c:pt>
                <c:pt idx="2382">
                  <c:v>0.40052903543307089</c:v>
                </c:pt>
                <c:pt idx="2383">
                  <c:v>0.4008673720472441</c:v>
                </c:pt>
                <c:pt idx="2384">
                  <c:v>0.4008673720472441</c:v>
                </c:pt>
                <c:pt idx="2385">
                  <c:v>0.4012057086614173</c:v>
                </c:pt>
                <c:pt idx="2386">
                  <c:v>0.4012057086614173</c:v>
                </c:pt>
                <c:pt idx="2387">
                  <c:v>0.40154404527559057</c:v>
                </c:pt>
                <c:pt idx="2388">
                  <c:v>0.40154404527559057</c:v>
                </c:pt>
                <c:pt idx="2389">
                  <c:v>0.40185162401574798</c:v>
                </c:pt>
                <c:pt idx="2390">
                  <c:v>0.40185162401574798</c:v>
                </c:pt>
                <c:pt idx="2391">
                  <c:v>0.40218996062992129</c:v>
                </c:pt>
                <c:pt idx="2392">
                  <c:v>0.40218996062992129</c:v>
                </c:pt>
                <c:pt idx="2393">
                  <c:v>0.4025282972440945</c:v>
                </c:pt>
                <c:pt idx="2394">
                  <c:v>0.4025282972440945</c:v>
                </c:pt>
                <c:pt idx="2395">
                  <c:v>0.40286663385826771</c:v>
                </c:pt>
                <c:pt idx="2396">
                  <c:v>0.40286663385826771</c:v>
                </c:pt>
                <c:pt idx="2397">
                  <c:v>0.40320497047244097</c:v>
                </c:pt>
                <c:pt idx="2398">
                  <c:v>0.40320497047244097</c:v>
                </c:pt>
                <c:pt idx="2399">
                  <c:v>0.40354330708661418</c:v>
                </c:pt>
                <c:pt idx="2400">
                  <c:v>0.40354330708661418</c:v>
                </c:pt>
                <c:pt idx="2401">
                  <c:v>0.40388164370078738</c:v>
                </c:pt>
                <c:pt idx="2402">
                  <c:v>0.40388164370078738</c:v>
                </c:pt>
                <c:pt idx="2403">
                  <c:v>0.40421998031496065</c:v>
                </c:pt>
                <c:pt idx="2404">
                  <c:v>0.40421998031496065</c:v>
                </c:pt>
                <c:pt idx="2405">
                  <c:v>0.40455831692913385</c:v>
                </c:pt>
                <c:pt idx="2406">
                  <c:v>0.40455831692913385</c:v>
                </c:pt>
                <c:pt idx="2407">
                  <c:v>0.40489665354330706</c:v>
                </c:pt>
                <c:pt idx="2408">
                  <c:v>0.40489665354330706</c:v>
                </c:pt>
                <c:pt idx="2409">
                  <c:v>0.40523499015748032</c:v>
                </c:pt>
                <c:pt idx="2410">
                  <c:v>0.40523499015748032</c:v>
                </c:pt>
                <c:pt idx="2411">
                  <c:v>0.40557332677165353</c:v>
                </c:pt>
                <c:pt idx="2412">
                  <c:v>0.40557332677165353</c:v>
                </c:pt>
                <c:pt idx="2413">
                  <c:v>0.40591166338582679</c:v>
                </c:pt>
                <c:pt idx="2414">
                  <c:v>0.40591166338582679</c:v>
                </c:pt>
                <c:pt idx="2415">
                  <c:v>0.40625</c:v>
                </c:pt>
                <c:pt idx="2416">
                  <c:v>0.40625</c:v>
                </c:pt>
                <c:pt idx="2417">
                  <c:v>0.40658833661417321</c:v>
                </c:pt>
                <c:pt idx="2418">
                  <c:v>0.40658833661417321</c:v>
                </c:pt>
                <c:pt idx="2419">
                  <c:v>0.40692667322834647</c:v>
                </c:pt>
                <c:pt idx="2420">
                  <c:v>0.40692667322834647</c:v>
                </c:pt>
                <c:pt idx="2421">
                  <c:v>0.40723425196850394</c:v>
                </c:pt>
                <c:pt idx="2422">
                  <c:v>0.40723425196850394</c:v>
                </c:pt>
                <c:pt idx="2423">
                  <c:v>0.40757258858267714</c:v>
                </c:pt>
                <c:pt idx="2424">
                  <c:v>0.40757258858267714</c:v>
                </c:pt>
                <c:pt idx="2425">
                  <c:v>0.4079109251968504</c:v>
                </c:pt>
                <c:pt idx="2426">
                  <c:v>0.4079109251968504</c:v>
                </c:pt>
                <c:pt idx="2427">
                  <c:v>0.40824926181102361</c:v>
                </c:pt>
                <c:pt idx="2428">
                  <c:v>0.40824926181102361</c:v>
                </c:pt>
                <c:pt idx="2429">
                  <c:v>0.40858759842519687</c:v>
                </c:pt>
                <c:pt idx="2430">
                  <c:v>0.40858759842519687</c:v>
                </c:pt>
                <c:pt idx="2431">
                  <c:v>0.40892593503937008</c:v>
                </c:pt>
                <c:pt idx="2432">
                  <c:v>0.40892593503937008</c:v>
                </c:pt>
                <c:pt idx="2433">
                  <c:v>0.40923351377952755</c:v>
                </c:pt>
                <c:pt idx="2434">
                  <c:v>0.40923351377952755</c:v>
                </c:pt>
                <c:pt idx="2435">
                  <c:v>0.40960260826771655</c:v>
                </c:pt>
                <c:pt idx="2436">
                  <c:v>0.40960260826771655</c:v>
                </c:pt>
                <c:pt idx="2437">
                  <c:v>0.40994094488188976</c:v>
                </c:pt>
                <c:pt idx="2438">
                  <c:v>0.40994094488188976</c:v>
                </c:pt>
                <c:pt idx="2439">
                  <c:v>0.41027928149606302</c:v>
                </c:pt>
                <c:pt idx="2440">
                  <c:v>0.41027928149606302</c:v>
                </c:pt>
                <c:pt idx="2441">
                  <c:v>0.41061761811023623</c:v>
                </c:pt>
                <c:pt idx="2442">
                  <c:v>0.41061761811023623</c:v>
                </c:pt>
                <c:pt idx="2443">
                  <c:v>0.41095595472440943</c:v>
                </c:pt>
                <c:pt idx="2444">
                  <c:v>0.41095595472440943</c:v>
                </c:pt>
                <c:pt idx="2445">
                  <c:v>0.4112942913385827</c:v>
                </c:pt>
                <c:pt idx="2446">
                  <c:v>0.4112942913385827</c:v>
                </c:pt>
                <c:pt idx="2447">
                  <c:v>0.4116326279527559</c:v>
                </c:pt>
                <c:pt idx="2448">
                  <c:v>0.4116326279527559</c:v>
                </c:pt>
                <c:pt idx="2449">
                  <c:v>0.41197096456692911</c:v>
                </c:pt>
                <c:pt idx="2450">
                  <c:v>0.41197096456692911</c:v>
                </c:pt>
                <c:pt idx="2451">
                  <c:v>0.41227854330708663</c:v>
                </c:pt>
                <c:pt idx="2452">
                  <c:v>0.41227854330708663</c:v>
                </c:pt>
                <c:pt idx="2453">
                  <c:v>0.41261687992125984</c:v>
                </c:pt>
                <c:pt idx="2454">
                  <c:v>0.41261687992125984</c:v>
                </c:pt>
                <c:pt idx="2455">
                  <c:v>0.41295521653543305</c:v>
                </c:pt>
                <c:pt idx="2456">
                  <c:v>0.41295521653543305</c:v>
                </c:pt>
                <c:pt idx="2457">
                  <c:v>0.41329355314960631</c:v>
                </c:pt>
                <c:pt idx="2458">
                  <c:v>0.41329355314960631</c:v>
                </c:pt>
                <c:pt idx="2459">
                  <c:v>0.41363188976377951</c:v>
                </c:pt>
                <c:pt idx="2460">
                  <c:v>0.41363188976377951</c:v>
                </c:pt>
                <c:pt idx="2461">
                  <c:v>0.41397022637795278</c:v>
                </c:pt>
                <c:pt idx="2462">
                  <c:v>0.41397022637795278</c:v>
                </c:pt>
                <c:pt idx="2463">
                  <c:v>0.41430856299212598</c:v>
                </c:pt>
                <c:pt idx="2464">
                  <c:v>0.41430856299212598</c:v>
                </c:pt>
                <c:pt idx="2465">
                  <c:v>0.41464689960629919</c:v>
                </c:pt>
                <c:pt idx="2466">
                  <c:v>0.41464689960629919</c:v>
                </c:pt>
                <c:pt idx="2467">
                  <c:v>0.41498523622047245</c:v>
                </c:pt>
                <c:pt idx="2468">
                  <c:v>0.41498523622047245</c:v>
                </c:pt>
                <c:pt idx="2469">
                  <c:v>0.41532357283464566</c:v>
                </c:pt>
                <c:pt idx="2470">
                  <c:v>0.41532357283464566</c:v>
                </c:pt>
                <c:pt idx="2471">
                  <c:v>0.41566190944881892</c:v>
                </c:pt>
                <c:pt idx="2472">
                  <c:v>0.41566190944881892</c:v>
                </c:pt>
                <c:pt idx="2473">
                  <c:v>0.41600024606299218</c:v>
                </c:pt>
                <c:pt idx="2474">
                  <c:v>0.41600024606299218</c:v>
                </c:pt>
                <c:pt idx="2475">
                  <c:v>0.41633858267716534</c:v>
                </c:pt>
                <c:pt idx="2476">
                  <c:v>0.41633858267716534</c:v>
                </c:pt>
                <c:pt idx="2477">
                  <c:v>0.4166769192913386</c:v>
                </c:pt>
                <c:pt idx="2478">
                  <c:v>0.4166769192913386</c:v>
                </c:pt>
                <c:pt idx="2479">
                  <c:v>0.41701525590551181</c:v>
                </c:pt>
                <c:pt idx="2480">
                  <c:v>0.41701525590551181</c:v>
                </c:pt>
                <c:pt idx="2481">
                  <c:v>0.41732283464566927</c:v>
                </c:pt>
                <c:pt idx="2482">
                  <c:v>0.41732283464566927</c:v>
                </c:pt>
                <c:pt idx="2483">
                  <c:v>0.41766117125984253</c:v>
                </c:pt>
                <c:pt idx="2484">
                  <c:v>0.41766117125984253</c:v>
                </c:pt>
                <c:pt idx="2485">
                  <c:v>0.41799950787401574</c:v>
                </c:pt>
                <c:pt idx="2486">
                  <c:v>0.41799950787401574</c:v>
                </c:pt>
                <c:pt idx="2487">
                  <c:v>0.418337844488189</c:v>
                </c:pt>
                <c:pt idx="2488">
                  <c:v>0.418337844488189</c:v>
                </c:pt>
                <c:pt idx="2489">
                  <c:v>0.41867618110236221</c:v>
                </c:pt>
                <c:pt idx="2490">
                  <c:v>0.41867618110236221</c:v>
                </c:pt>
                <c:pt idx="2491">
                  <c:v>0.41898375984251968</c:v>
                </c:pt>
                <c:pt idx="2492">
                  <c:v>0.41898375984251968</c:v>
                </c:pt>
                <c:pt idx="2493">
                  <c:v>0.41935285433070868</c:v>
                </c:pt>
                <c:pt idx="2494">
                  <c:v>0.41935285433070868</c:v>
                </c:pt>
                <c:pt idx="2495">
                  <c:v>0.41969119094488189</c:v>
                </c:pt>
                <c:pt idx="2496">
                  <c:v>0.41969119094488189</c:v>
                </c:pt>
                <c:pt idx="2497">
                  <c:v>0.42002952755905509</c:v>
                </c:pt>
                <c:pt idx="2498">
                  <c:v>0.42002952755905509</c:v>
                </c:pt>
                <c:pt idx="2499">
                  <c:v>0.4203678641732283</c:v>
                </c:pt>
                <c:pt idx="2500">
                  <c:v>0.4203678641732283</c:v>
                </c:pt>
                <c:pt idx="2501">
                  <c:v>0.42070620078740162</c:v>
                </c:pt>
                <c:pt idx="2502">
                  <c:v>0.42070620078740162</c:v>
                </c:pt>
                <c:pt idx="2503">
                  <c:v>0.42104453740157483</c:v>
                </c:pt>
                <c:pt idx="2504">
                  <c:v>0.42104453740157483</c:v>
                </c:pt>
                <c:pt idx="2505">
                  <c:v>0.42138287401574798</c:v>
                </c:pt>
                <c:pt idx="2506">
                  <c:v>0.42138287401574798</c:v>
                </c:pt>
                <c:pt idx="2507">
                  <c:v>0.42172121062992129</c:v>
                </c:pt>
                <c:pt idx="2508">
                  <c:v>0.42172121062992129</c:v>
                </c:pt>
                <c:pt idx="2509">
                  <c:v>0.4220595472440945</c:v>
                </c:pt>
                <c:pt idx="2510">
                  <c:v>0.4220595472440945</c:v>
                </c:pt>
                <c:pt idx="2511">
                  <c:v>0.42236712598425202</c:v>
                </c:pt>
                <c:pt idx="2512">
                  <c:v>0.42236712598425202</c:v>
                </c:pt>
                <c:pt idx="2513">
                  <c:v>0.42270546259842517</c:v>
                </c:pt>
                <c:pt idx="2514">
                  <c:v>0.42270546259842517</c:v>
                </c:pt>
                <c:pt idx="2515">
                  <c:v>0.42304379921259838</c:v>
                </c:pt>
                <c:pt idx="2516">
                  <c:v>0.42304379921259838</c:v>
                </c:pt>
                <c:pt idx="2517">
                  <c:v>0.4233821358267717</c:v>
                </c:pt>
                <c:pt idx="2518">
                  <c:v>0.4233821358267717</c:v>
                </c:pt>
                <c:pt idx="2519">
                  <c:v>0.42372047244094491</c:v>
                </c:pt>
                <c:pt idx="2520">
                  <c:v>0.42372047244094491</c:v>
                </c:pt>
                <c:pt idx="2521">
                  <c:v>0.42405880905511811</c:v>
                </c:pt>
                <c:pt idx="2522">
                  <c:v>0.42405880905511811</c:v>
                </c:pt>
                <c:pt idx="2523">
                  <c:v>0.42439714566929132</c:v>
                </c:pt>
                <c:pt idx="2524">
                  <c:v>0.42439714566929132</c:v>
                </c:pt>
                <c:pt idx="2525">
                  <c:v>0.42473548228346458</c:v>
                </c:pt>
                <c:pt idx="2526">
                  <c:v>0.42473548228346458</c:v>
                </c:pt>
                <c:pt idx="2527">
                  <c:v>0.42507381889763779</c:v>
                </c:pt>
                <c:pt idx="2528">
                  <c:v>0.42507381889763779</c:v>
                </c:pt>
                <c:pt idx="2529">
                  <c:v>0.425412155511811</c:v>
                </c:pt>
                <c:pt idx="2530">
                  <c:v>0.425412155511811</c:v>
                </c:pt>
                <c:pt idx="2531">
                  <c:v>0.42575049212598426</c:v>
                </c:pt>
                <c:pt idx="2532">
                  <c:v>0.42575049212598426</c:v>
                </c:pt>
                <c:pt idx="2533">
                  <c:v>0.42608882874015747</c:v>
                </c:pt>
                <c:pt idx="2534">
                  <c:v>0.42608882874015747</c:v>
                </c:pt>
                <c:pt idx="2535">
                  <c:v>0.42642716535433073</c:v>
                </c:pt>
                <c:pt idx="2536">
                  <c:v>0.42642716535433073</c:v>
                </c:pt>
                <c:pt idx="2537">
                  <c:v>0.42676550196850394</c:v>
                </c:pt>
                <c:pt idx="2538">
                  <c:v>0.42676550196850394</c:v>
                </c:pt>
                <c:pt idx="2539">
                  <c:v>0.42710383858267714</c:v>
                </c:pt>
                <c:pt idx="2540">
                  <c:v>0.42710383858267714</c:v>
                </c:pt>
                <c:pt idx="2541">
                  <c:v>0.42741141732283466</c:v>
                </c:pt>
                <c:pt idx="2542">
                  <c:v>0.42741141732283466</c:v>
                </c:pt>
                <c:pt idx="2543">
                  <c:v>0.42774975393700782</c:v>
                </c:pt>
                <c:pt idx="2544">
                  <c:v>0.42774975393700782</c:v>
                </c:pt>
                <c:pt idx="2545">
                  <c:v>0.42808809055118108</c:v>
                </c:pt>
                <c:pt idx="2546">
                  <c:v>0.42808809055118108</c:v>
                </c:pt>
                <c:pt idx="2547">
                  <c:v>0.42842642716535434</c:v>
                </c:pt>
                <c:pt idx="2548">
                  <c:v>0.42842642716535434</c:v>
                </c:pt>
                <c:pt idx="2549">
                  <c:v>0.42876476377952755</c:v>
                </c:pt>
                <c:pt idx="2550">
                  <c:v>0.42876476377952755</c:v>
                </c:pt>
                <c:pt idx="2551">
                  <c:v>0.42910310039370081</c:v>
                </c:pt>
                <c:pt idx="2552">
                  <c:v>0.42910310039370081</c:v>
                </c:pt>
                <c:pt idx="2553">
                  <c:v>0.42944143700787402</c:v>
                </c:pt>
                <c:pt idx="2554">
                  <c:v>0.42944143700787402</c:v>
                </c:pt>
                <c:pt idx="2555">
                  <c:v>0.42977977362204722</c:v>
                </c:pt>
                <c:pt idx="2556">
                  <c:v>0.42977977362204722</c:v>
                </c:pt>
                <c:pt idx="2557">
                  <c:v>0.43011811023622049</c:v>
                </c:pt>
                <c:pt idx="2558">
                  <c:v>0.43011811023622049</c:v>
                </c:pt>
                <c:pt idx="2559">
                  <c:v>0.43045644685039369</c:v>
                </c:pt>
                <c:pt idx="2560">
                  <c:v>0.43045644685039369</c:v>
                </c:pt>
                <c:pt idx="2561">
                  <c:v>0.43079478346456695</c:v>
                </c:pt>
                <c:pt idx="2562">
                  <c:v>0.43079478346456695</c:v>
                </c:pt>
                <c:pt idx="2563">
                  <c:v>0.43113312007874016</c:v>
                </c:pt>
                <c:pt idx="2564">
                  <c:v>0.43113312007874016</c:v>
                </c:pt>
                <c:pt idx="2565">
                  <c:v>0.43147145669291337</c:v>
                </c:pt>
                <c:pt idx="2566">
                  <c:v>0.43147145669291337</c:v>
                </c:pt>
                <c:pt idx="2567">
                  <c:v>0.43177903543307089</c:v>
                </c:pt>
                <c:pt idx="2568">
                  <c:v>0.43177903543307089</c:v>
                </c:pt>
                <c:pt idx="2569">
                  <c:v>0.43214812992125984</c:v>
                </c:pt>
                <c:pt idx="2570">
                  <c:v>0.43214812992125984</c:v>
                </c:pt>
                <c:pt idx="2571">
                  <c:v>0.4324557086614173</c:v>
                </c:pt>
                <c:pt idx="2572">
                  <c:v>0.4324557086614173</c:v>
                </c:pt>
                <c:pt idx="2573">
                  <c:v>0.43279404527559057</c:v>
                </c:pt>
                <c:pt idx="2574">
                  <c:v>0.43279404527559057</c:v>
                </c:pt>
                <c:pt idx="2575">
                  <c:v>0.43313238188976377</c:v>
                </c:pt>
                <c:pt idx="2576">
                  <c:v>0.43313238188976377</c:v>
                </c:pt>
                <c:pt idx="2577">
                  <c:v>0.43347071850393698</c:v>
                </c:pt>
                <c:pt idx="2578">
                  <c:v>0.43347071850393698</c:v>
                </c:pt>
                <c:pt idx="2579">
                  <c:v>0.43380905511811024</c:v>
                </c:pt>
                <c:pt idx="2580">
                  <c:v>0.43380905511811024</c:v>
                </c:pt>
                <c:pt idx="2581">
                  <c:v>0.43414739173228345</c:v>
                </c:pt>
                <c:pt idx="2582">
                  <c:v>0.43414739173228345</c:v>
                </c:pt>
                <c:pt idx="2583">
                  <c:v>0.43448572834645671</c:v>
                </c:pt>
                <c:pt idx="2584">
                  <c:v>0.43448572834645671</c:v>
                </c:pt>
                <c:pt idx="2585">
                  <c:v>0.43482406496062992</c:v>
                </c:pt>
                <c:pt idx="2586">
                  <c:v>0.43482406496062992</c:v>
                </c:pt>
                <c:pt idx="2587">
                  <c:v>0.43516240157480313</c:v>
                </c:pt>
                <c:pt idx="2588">
                  <c:v>0.43516240157480313</c:v>
                </c:pt>
                <c:pt idx="2589">
                  <c:v>0.43550073818897639</c:v>
                </c:pt>
                <c:pt idx="2590">
                  <c:v>0.43550073818897639</c:v>
                </c:pt>
                <c:pt idx="2591">
                  <c:v>0.4358390748031496</c:v>
                </c:pt>
                <c:pt idx="2592">
                  <c:v>0.4358390748031496</c:v>
                </c:pt>
                <c:pt idx="2593">
                  <c:v>0.43617741141732286</c:v>
                </c:pt>
                <c:pt idx="2594">
                  <c:v>0.43617741141732286</c:v>
                </c:pt>
                <c:pt idx="2595">
                  <c:v>0.43651574803149606</c:v>
                </c:pt>
                <c:pt idx="2596">
                  <c:v>0.43651574803149606</c:v>
                </c:pt>
                <c:pt idx="2597">
                  <c:v>0.43685408464566927</c:v>
                </c:pt>
                <c:pt idx="2598">
                  <c:v>0.43685408464566927</c:v>
                </c:pt>
                <c:pt idx="2599">
                  <c:v>0.43719242125984253</c:v>
                </c:pt>
                <c:pt idx="2600">
                  <c:v>0.43719242125984253</c:v>
                </c:pt>
                <c:pt idx="2601">
                  <c:v>0.43753075787401574</c:v>
                </c:pt>
                <c:pt idx="2602">
                  <c:v>0.43753075787401574</c:v>
                </c:pt>
                <c:pt idx="2603">
                  <c:v>0.43783833661417321</c:v>
                </c:pt>
                <c:pt idx="2604">
                  <c:v>0.43783833661417321</c:v>
                </c:pt>
                <c:pt idx="2605">
                  <c:v>0.43817667322834647</c:v>
                </c:pt>
                <c:pt idx="2606">
                  <c:v>0.43817667322834647</c:v>
                </c:pt>
                <c:pt idx="2607">
                  <c:v>0.43851500984251968</c:v>
                </c:pt>
                <c:pt idx="2608">
                  <c:v>0.43851500984251968</c:v>
                </c:pt>
                <c:pt idx="2609">
                  <c:v>0.43885334645669294</c:v>
                </c:pt>
                <c:pt idx="2610">
                  <c:v>0.43885334645669294</c:v>
                </c:pt>
                <c:pt idx="2611">
                  <c:v>0.43891486220472442</c:v>
                </c:pt>
                <c:pt idx="2612">
                  <c:v>0.43891486220472442</c:v>
                </c:pt>
                <c:pt idx="2613">
                  <c:v>0.43919168307086615</c:v>
                </c:pt>
                <c:pt idx="2614">
                  <c:v>0.43919168307086615</c:v>
                </c:pt>
                <c:pt idx="2615">
                  <c:v>0.43953001968503935</c:v>
                </c:pt>
                <c:pt idx="2616">
                  <c:v>0.43953001968503935</c:v>
                </c:pt>
                <c:pt idx="2617">
                  <c:v>0.43986835629921262</c:v>
                </c:pt>
                <c:pt idx="2618">
                  <c:v>0.43986835629921262</c:v>
                </c:pt>
                <c:pt idx="2619">
                  <c:v>0.44020669291338582</c:v>
                </c:pt>
                <c:pt idx="2620">
                  <c:v>0.44020669291338582</c:v>
                </c:pt>
                <c:pt idx="2621">
                  <c:v>0.44054502952755903</c:v>
                </c:pt>
                <c:pt idx="2622">
                  <c:v>0.44054502952755903</c:v>
                </c:pt>
                <c:pt idx="2623">
                  <c:v>0.44088336614173229</c:v>
                </c:pt>
                <c:pt idx="2624">
                  <c:v>0.44088336614173229</c:v>
                </c:pt>
                <c:pt idx="2625">
                  <c:v>0.4412217027559055</c:v>
                </c:pt>
                <c:pt idx="2626">
                  <c:v>0.4412217027559055</c:v>
                </c:pt>
                <c:pt idx="2627">
                  <c:v>0.44156003937007871</c:v>
                </c:pt>
                <c:pt idx="2628">
                  <c:v>0.44156003937007871</c:v>
                </c:pt>
                <c:pt idx="2629">
                  <c:v>0.44189837598425202</c:v>
                </c:pt>
                <c:pt idx="2630">
                  <c:v>0.44189837598425202</c:v>
                </c:pt>
                <c:pt idx="2631">
                  <c:v>0.44223671259842517</c:v>
                </c:pt>
                <c:pt idx="2632">
                  <c:v>0.44223671259842517</c:v>
                </c:pt>
                <c:pt idx="2633">
                  <c:v>0.44257504921259838</c:v>
                </c:pt>
                <c:pt idx="2634">
                  <c:v>0.44257504921259838</c:v>
                </c:pt>
                <c:pt idx="2635">
                  <c:v>0.4428826279527559</c:v>
                </c:pt>
                <c:pt idx="2636">
                  <c:v>0.4428826279527559</c:v>
                </c:pt>
                <c:pt idx="2637">
                  <c:v>0.44322096456692911</c:v>
                </c:pt>
                <c:pt idx="2638">
                  <c:v>0.44322096456692911</c:v>
                </c:pt>
                <c:pt idx="2639">
                  <c:v>0.44355930118110237</c:v>
                </c:pt>
                <c:pt idx="2640">
                  <c:v>0.44355930118110237</c:v>
                </c:pt>
                <c:pt idx="2641">
                  <c:v>0.44389763779527558</c:v>
                </c:pt>
                <c:pt idx="2642">
                  <c:v>0.44389763779527558</c:v>
                </c:pt>
                <c:pt idx="2643">
                  <c:v>0.44423597440944879</c:v>
                </c:pt>
                <c:pt idx="2644">
                  <c:v>0.44423597440944879</c:v>
                </c:pt>
                <c:pt idx="2645">
                  <c:v>0.4445743110236221</c:v>
                </c:pt>
                <c:pt idx="2646">
                  <c:v>0.4445743110236221</c:v>
                </c:pt>
                <c:pt idx="2647">
                  <c:v>0.44491264763779526</c:v>
                </c:pt>
                <c:pt idx="2648">
                  <c:v>0.44491264763779526</c:v>
                </c:pt>
                <c:pt idx="2649">
                  <c:v>0.44525098425196852</c:v>
                </c:pt>
                <c:pt idx="2650">
                  <c:v>0.44525098425196852</c:v>
                </c:pt>
                <c:pt idx="2651">
                  <c:v>0.44558932086614172</c:v>
                </c:pt>
                <c:pt idx="2652">
                  <c:v>0.44558932086614172</c:v>
                </c:pt>
                <c:pt idx="2653">
                  <c:v>0.44592765748031499</c:v>
                </c:pt>
                <c:pt idx="2654">
                  <c:v>0.44592765748031499</c:v>
                </c:pt>
                <c:pt idx="2655">
                  <c:v>0.44626599409448819</c:v>
                </c:pt>
                <c:pt idx="2656">
                  <c:v>0.44626599409448819</c:v>
                </c:pt>
                <c:pt idx="2657">
                  <c:v>0.4466043307086614</c:v>
                </c:pt>
                <c:pt idx="2658">
                  <c:v>0.4466043307086614</c:v>
                </c:pt>
                <c:pt idx="2659">
                  <c:v>0.44694266732283466</c:v>
                </c:pt>
                <c:pt idx="2660">
                  <c:v>0.44694266732283466</c:v>
                </c:pt>
                <c:pt idx="2661">
                  <c:v>0.44728100393700782</c:v>
                </c:pt>
                <c:pt idx="2662">
                  <c:v>0.44728100393700782</c:v>
                </c:pt>
                <c:pt idx="2663">
                  <c:v>0.44761934055118108</c:v>
                </c:pt>
                <c:pt idx="2664">
                  <c:v>0.44761934055118108</c:v>
                </c:pt>
                <c:pt idx="2665">
                  <c:v>0.4479269192913386</c:v>
                </c:pt>
                <c:pt idx="2666">
                  <c:v>0.4479269192913386</c:v>
                </c:pt>
                <c:pt idx="2667">
                  <c:v>0.44826525590551181</c:v>
                </c:pt>
                <c:pt idx="2668">
                  <c:v>0.44826525590551181</c:v>
                </c:pt>
                <c:pt idx="2669">
                  <c:v>0.44860359251968501</c:v>
                </c:pt>
                <c:pt idx="2670">
                  <c:v>0.44860359251968501</c:v>
                </c:pt>
                <c:pt idx="2671">
                  <c:v>0.44894192913385828</c:v>
                </c:pt>
                <c:pt idx="2672">
                  <c:v>0.44894192913385828</c:v>
                </c:pt>
                <c:pt idx="2673">
                  <c:v>0.44928026574803148</c:v>
                </c:pt>
                <c:pt idx="2674">
                  <c:v>0.44928026574803148</c:v>
                </c:pt>
                <c:pt idx="2675">
                  <c:v>0.44961860236220474</c:v>
                </c:pt>
                <c:pt idx="2676">
                  <c:v>0.44961860236220474</c:v>
                </c:pt>
                <c:pt idx="2677">
                  <c:v>0.4499569389763779</c:v>
                </c:pt>
                <c:pt idx="2678">
                  <c:v>0.4499569389763779</c:v>
                </c:pt>
                <c:pt idx="2679">
                  <c:v>0.45023375984251968</c:v>
                </c:pt>
                <c:pt idx="2680">
                  <c:v>0.45023375984251968</c:v>
                </c:pt>
                <c:pt idx="2681">
                  <c:v>0.45063361220472442</c:v>
                </c:pt>
                <c:pt idx="2682">
                  <c:v>0.45063361220472442</c:v>
                </c:pt>
                <c:pt idx="2683">
                  <c:v>0.45097194881889763</c:v>
                </c:pt>
                <c:pt idx="2684">
                  <c:v>0.45097194881889763</c:v>
                </c:pt>
                <c:pt idx="2685">
                  <c:v>0.45131028543307089</c:v>
                </c:pt>
                <c:pt idx="2686">
                  <c:v>0.45131028543307089</c:v>
                </c:pt>
                <c:pt idx="2687">
                  <c:v>0.4516486220472441</c:v>
                </c:pt>
                <c:pt idx="2688">
                  <c:v>0.4516486220472441</c:v>
                </c:pt>
                <c:pt idx="2689">
                  <c:v>0.4519869586614173</c:v>
                </c:pt>
                <c:pt idx="2690">
                  <c:v>0.4519869586614173</c:v>
                </c:pt>
                <c:pt idx="2691">
                  <c:v>0.45232529527559057</c:v>
                </c:pt>
                <c:pt idx="2692">
                  <c:v>0.45232529527559057</c:v>
                </c:pt>
                <c:pt idx="2693">
                  <c:v>0.45266363188976377</c:v>
                </c:pt>
                <c:pt idx="2694">
                  <c:v>0.45266363188976377</c:v>
                </c:pt>
                <c:pt idx="2695">
                  <c:v>0.45297121062992129</c:v>
                </c:pt>
                <c:pt idx="2696">
                  <c:v>0.45297121062992129</c:v>
                </c:pt>
                <c:pt idx="2697">
                  <c:v>0.4533095472440945</c:v>
                </c:pt>
                <c:pt idx="2698">
                  <c:v>0.4533095472440945</c:v>
                </c:pt>
                <c:pt idx="2699">
                  <c:v>0.45364788385826771</c:v>
                </c:pt>
                <c:pt idx="2700">
                  <c:v>0.45364788385826771</c:v>
                </c:pt>
                <c:pt idx="2701">
                  <c:v>0.45398622047244097</c:v>
                </c:pt>
                <c:pt idx="2702">
                  <c:v>0.45398622047244097</c:v>
                </c:pt>
                <c:pt idx="2703">
                  <c:v>0.45432455708661418</c:v>
                </c:pt>
                <c:pt idx="2704">
                  <c:v>0.45432455708661418</c:v>
                </c:pt>
                <c:pt idx="2705">
                  <c:v>0.45466289370078738</c:v>
                </c:pt>
                <c:pt idx="2706">
                  <c:v>0.45466289370078738</c:v>
                </c:pt>
                <c:pt idx="2707">
                  <c:v>0.45500123031496065</c:v>
                </c:pt>
                <c:pt idx="2708">
                  <c:v>0.45500123031496065</c:v>
                </c:pt>
                <c:pt idx="2709">
                  <c:v>0.45533956692913385</c:v>
                </c:pt>
                <c:pt idx="2710">
                  <c:v>0.45533956692913385</c:v>
                </c:pt>
                <c:pt idx="2711">
                  <c:v>0.45567790354330706</c:v>
                </c:pt>
                <c:pt idx="2712">
                  <c:v>0.45567790354330706</c:v>
                </c:pt>
                <c:pt idx="2713">
                  <c:v>0.45601624015748032</c:v>
                </c:pt>
                <c:pt idx="2714">
                  <c:v>0.45601624015748032</c:v>
                </c:pt>
                <c:pt idx="2715">
                  <c:v>0.45635457677165353</c:v>
                </c:pt>
                <c:pt idx="2716">
                  <c:v>0.45635457677165353</c:v>
                </c:pt>
                <c:pt idx="2717">
                  <c:v>0.456662155511811</c:v>
                </c:pt>
                <c:pt idx="2718">
                  <c:v>0.456662155511811</c:v>
                </c:pt>
                <c:pt idx="2719">
                  <c:v>0.45703125</c:v>
                </c:pt>
                <c:pt idx="2720">
                  <c:v>0.45703125</c:v>
                </c:pt>
                <c:pt idx="2721">
                  <c:v>0.45736958661417321</c:v>
                </c:pt>
                <c:pt idx="2722">
                  <c:v>0.45736958661417321</c:v>
                </c:pt>
                <c:pt idx="2723">
                  <c:v>0.45770792322834647</c:v>
                </c:pt>
                <c:pt idx="2724">
                  <c:v>0.45770792322834647</c:v>
                </c:pt>
                <c:pt idx="2725">
                  <c:v>0.45801550196850394</c:v>
                </c:pt>
                <c:pt idx="2726">
                  <c:v>0.45801550196850394</c:v>
                </c:pt>
                <c:pt idx="2727">
                  <c:v>0.45835383858267714</c:v>
                </c:pt>
                <c:pt idx="2728">
                  <c:v>0.45835383858267714</c:v>
                </c:pt>
                <c:pt idx="2729">
                  <c:v>0.4586921751968504</c:v>
                </c:pt>
                <c:pt idx="2730">
                  <c:v>0.4586921751968504</c:v>
                </c:pt>
                <c:pt idx="2731">
                  <c:v>0.45903051181102361</c:v>
                </c:pt>
                <c:pt idx="2732">
                  <c:v>0.45903051181102361</c:v>
                </c:pt>
                <c:pt idx="2733">
                  <c:v>0.45936884842519687</c:v>
                </c:pt>
                <c:pt idx="2734">
                  <c:v>0.45936884842519687</c:v>
                </c:pt>
                <c:pt idx="2735">
                  <c:v>0.45970718503937008</c:v>
                </c:pt>
                <c:pt idx="2736">
                  <c:v>0.45970718503937008</c:v>
                </c:pt>
                <c:pt idx="2737">
                  <c:v>0.46004552165354329</c:v>
                </c:pt>
                <c:pt idx="2738">
                  <c:v>0.46004552165354329</c:v>
                </c:pt>
                <c:pt idx="2739">
                  <c:v>0.46038385826771655</c:v>
                </c:pt>
                <c:pt idx="2740">
                  <c:v>0.46038385826771655</c:v>
                </c:pt>
                <c:pt idx="2741">
                  <c:v>0.46072219488188976</c:v>
                </c:pt>
                <c:pt idx="2742">
                  <c:v>0.46072219488188976</c:v>
                </c:pt>
                <c:pt idx="2743">
                  <c:v>0.46106053149606302</c:v>
                </c:pt>
                <c:pt idx="2744">
                  <c:v>0.46106053149606302</c:v>
                </c:pt>
                <c:pt idx="2745">
                  <c:v>0.46139886811023623</c:v>
                </c:pt>
                <c:pt idx="2746">
                  <c:v>0.46139886811023623</c:v>
                </c:pt>
                <c:pt idx="2747">
                  <c:v>0.46173720472440943</c:v>
                </c:pt>
                <c:pt idx="2748">
                  <c:v>0.46173720472440943</c:v>
                </c:pt>
                <c:pt idx="2749">
                  <c:v>0.4620755413385827</c:v>
                </c:pt>
                <c:pt idx="2750">
                  <c:v>0.4620755413385827</c:v>
                </c:pt>
                <c:pt idx="2751">
                  <c:v>0.4624138779527559</c:v>
                </c:pt>
                <c:pt idx="2752">
                  <c:v>0.4624138779527559</c:v>
                </c:pt>
                <c:pt idx="2753">
                  <c:v>0.46275221456692911</c:v>
                </c:pt>
                <c:pt idx="2754">
                  <c:v>0.46275221456692911</c:v>
                </c:pt>
                <c:pt idx="2755">
                  <c:v>0.46305979330708663</c:v>
                </c:pt>
                <c:pt idx="2756">
                  <c:v>0.46305979330708663</c:v>
                </c:pt>
                <c:pt idx="2757">
                  <c:v>0.46339812992125984</c:v>
                </c:pt>
                <c:pt idx="2758">
                  <c:v>0.46339812992125984</c:v>
                </c:pt>
                <c:pt idx="2759">
                  <c:v>0.46373646653543305</c:v>
                </c:pt>
                <c:pt idx="2760">
                  <c:v>0.46373646653543305</c:v>
                </c:pt>
                <c:pt idx="2761">
                  <c:v>0.46407480314960631</c:v>
                </c:pt>
                <c:pt idx="2762">
                  <c:v>0.46407480314960631</c:v>
                </c:pt>
                <c:pt idx="2763">
                  <c:v>0.46441313976377951</c:v>
                </c:pt>
                <c:pt idx="2764">
                  <c:v>0.46441313976377951</c:v>
                </c:pt>
                <c:pt idx="2765">
                  <c:v>0.46475147637795278</c:v>
                </c:pt>
                <c:pt idx="2766">
                  <c:v>0.46475147637795278</c:v>
                </c:pt>
                <c:pt idx="2767">
                  <c:v>0.46508981299212598</c:v>
                </c:pt>
                <c:pt idx="2768">
                  <c:v>0.46508981299212598</c:v>
                </c:pt>
                <c:pt idx="2769">
                  <c:v>0.46542814960629919</c:v>
                </c:pt>
                <c:pt idx="2770">
                  <c:v>0.46542814960629919</c:v>
                </c:pt>
                <c:pt idx="2771">
                  <c:v>0.46576648622047245</c:v>
                </c:pt>
                <c:pt idx="2772">
                  <c:v>0.46576648622047245</c:v>
                </c:pt>
                <c:pt idx="2773">
                  <c:v>0.46610482283464566</c:v>
                </c:pt>
                <c:pt idx="2774">
                  <c:v>0.46610482283464566</c:v>
                </c:pt>
                <c:pt idx="2775">
                  <c:v>0.46644315944881892</c:v>
                </c:pt>
                <c:pt idx="2776">
                  <c:v>0.46644315944881892</c:v>
                </c:pt>
                <c:pt idx="2777">
                  <c:v>0.46678149606299218</c:v>
                </c:pt>
                <c:pt idx="2778">
                  <c:v>0.46678149606299218</c:v>
                </c:pt>
                <c:pt idx="2779">
                  <c:v>0.46711983267716534</c:v>
                </c:pt>
                <c:pt idx="2780">
                  <c:v>0.46711983267716534</c:v>
                </c:pt>
                <c:pt idx="2781">
                  <c:v>0.4674581692913386</c:v>
                </c:pt>
                <c:pt idx="2782">
                  <c:v>0.4674581692913386</c:v>
                </c:pt>
                <c:pt idx="2783">
                  <c:v>0.46779650590551181</c:v>
                </c:pt>
                <c:pt idx="2784">
                  <c:v>0.46779650590551181</c:v>
                </c:pt>
                <c:pt idx="2785">
                  <c:v>0.46810408464566927</c:v>
                </c:pt>
                <c:pt idx="2786">
                  <c:v>0.46810408464566927</c:v>
                </c:pt>
                <c:pt idx="2787">
                  <c:v>0.46844242125984253</c:v>
                </c:pt>
                <c:pt idx="2788">
                  <c:v>0.46844242125984253</c:v>
                </c:pt>
                <c:pt idx="2789">
                  <c:v>0.46878075787401574</c:v>
                </c:pt>
                <c:pt idx="2790">
                  <c:v>0.46878075787401574</c:v>
                </c:pt>
                <c:pt idx="2791">
                  <c:v>0.469119094488189</c:v>
                </c:pt>
                <c:pt idx="2792">
                  <c:v>0.469119094488189</c:v>
                </c:pt>
                <c:pt idx="2793">
                  <c:v>0.46945743110236221</c:v>
                </c:pt>
                <c:pt idx="2794">
                  <c:v>0.46945743110236221</c:v>
                </c:pt>
                <c:pt idx="2795">
                  <c:v>0.46979576771653542</c:v>
                </c:pt>
                <c:pt idx="2796">
                  <c:v>0.46979576771653542</c:v>
                </c:pt>
                <c:pt idx="2797">
                  <c:v>0.47013410433070868</c:v>
                </c:pt>
                <c:pt idx="2798">
                  <c:v>0.47013410433070868</c:v>
                </c:pt>
                <c:pt idx="2799">
                  <c:v>0.47047244094488189</c:v>
                </c:pt>
                <c:pt idx="2800">
                  <c:v>0.47047244094488189</c:v>
                </c:pt>
                <c:pt idx="2801">
                  <c:v>0.47081077755905509</c:v>
                </c:pt>
                <c:pt idx="2802">
                  <c:v>0.47081077755905509</c:v>
                </c:pt>
                <c:pt idx="2803">
                  <c:v>0.4711491141732283</c:v>
                </c:pt>
                <c:pt idx="2804">
                  <c:v>0.4711491141732283</c:v>
                </c:pt>
                <c:pt idx="2805">
                  <c:v>0.47148745078740162</c:v>
                </c:pt>
                <c:pt idx="2806">
                  <c:v>0.47148745078740162</c:v>
                </c:pt>
                <c:pt idx="2807">
                  <c:v>0.47182578740157483</c:v>
                </c:pt>
                <c:pt idx="2808">
                  <c:v>0.47182578740157483</c:v>
                </c:pt>
                <c:pt idx="2809">
                  <c:v>0.47216412401574798</c:v>
                </c:pt>
                <c:pt idx="2810">
                  <c:v>0.47216412401574798</c:v>
                </c:pt>
                <c:pt idx="2811">
                  <c:v>0.47250246062992129</c:v>
                </c:pt>
                <c:pt idx="2812">
                  <c:v>0.47250246062992129</c:v>
                </c:pt>
                <c:pt idx="2813">
                  <c:v>0.4728407972440945</c:v>
                </c:pt>
                <c:pt idx="2814">
                  <c:v>0.4728407972440945</c:v>
                </c:pt>
                <c:pt idx="2815">
                  <c:v>0.47314837598425202</c:v>
                </c:pt>
                <c:pt idx="2816">
                  <c:v>0.47314837598425202</c:v>
                </c:pt>
                <c:pt idx="2817">
                  <c:v>0.47348671259842517</c:v>
                </c:pt>
                <c:pt idx="2818">
                  <c:v>0.47348671259842517</c:v>
                </c:pt>
                <c:pt idx="2819">
                  <c:v>0.47382504921259838</c:v>
                </c:pt>
                <c:pt idx="2820">
                  <c:v>0.47382504921259838</c:v>
                </c:pt>
                <c:pt idx="2821">
                  <c:v>0.4741633858267717</c:v>
                </c:pt>
                <c:pt idx="2822">
                  <c:v>0.4741633858267717</c:v>
                </c:pt>
                <c:pt idx="2823">
                  <c:v>0.47450172244094491</c:v>
                </c:pt>
                <c:pt idx="2824">
                  <c:v>0.47450172244094491</c:v>
                </c:pt>
                <c:pt idx="2825">
                  <c:v>0.47484005905511811</c:v>
                </c:pt>
                <c:pt idx="2826">
                  <c:v>0.47484005905511811</c:v>
                </c:pt>
                <c:pt idx="2827">
                  <c:v>0.47517839566929132</c:v>
                </c:pt>
                <c:pt idx="2828">
                  <c:v>0.47517839566929132</c:v>
                </c:pt>
                <c:pt idx="2829">
                  <c:v>0.47551673228346458</c:v>
                </c:pt>
                <c:pt idx="2830">
                  <c:v>0.47551673228346458</c:v>
                </c:pt>
                <c:pt idx="2831">
                  <c:v>0.47585506889763779</c:v>
                </c:pt>
                <c:pt idx="2832">
                  <c:v>0.47585506889763779</c:v>
                </c:pt>
                <c:pt idx="2833">
                  <c:v>0.476193405511811</c:v>
                </c:pt>
                <c:pt idx="2834">
                  <c:v>0.476193405511811</c:v>
                </c:pt>
                <c:pt idx="2835">
                  <c:v>0.47653174212598426</c:v>
                </c:pt>
                <c:pt idx="2836">
                  <c:v>0.47653174212598426</c:v>
                </c:pt>
                <c:pt idx="2837">
                  <c:v>0.47687007874015747</c:v>
                </c:pt>
                <c:pt idx="2838">
                  <c:v>0.47687007874015747</c:v>
                </c:pt>
                <c:pt idx="2839">
                  <c:v>0.47720841535433073</c:v>
                </c:pt>
                <c:pt idx="2840">
                  <c:v>0.47720841535433073</c:v>
                </c:pt>
                <c:pt idx="2841">
                  <c:v>0.47754675196850394</c:v>
                </c:pt>
                <c:pt idx="2842">
                  <c:v>0.47754675196850394</c:v>
                </c:pt>
                <c:pt idx="2843">
                  <c:v>0.47788508858267714</c:v>
                </c:pt>
                <c:pt idx="2844">
                  <c:v>0.47788508858267714</c:v>
                </c:pt>
                <c:pt idx="2845">
                  <c:v>0.4782234251968504</c:v>
                </c:pt>
                <c:pt idx="2846">
                  <c:v>0.4782234251968504</c:v>
                </c:pt>
                <c:pt idx="2847">
                  <c:v>0.47853100393700782</c:v>
                </c:pt>
                <c:pt idx="2848">
                  <c:v>0.47853100393700782</c:v>
                </c:pt>
                <c:pt idx="2849">
                  <c:v>0.47886934055118108</c:v>
                </c:pt>
                <c:pt idx="2850">
                  <c:v>0.47886934055118108</c:v>
                </c:pt>
                <c:pt idx="2851">
                  <c:v>0.47920767716535434</c:v>
                </c:pt>
                <c:pt idx="2852">
                  <c:v>0.47920767716535434</c:v>
                </c:pt>
                <c:pt idx="2853">
                  <c:v>0.47954601377952755</c:v>
                </c:pt>
                <c:pt idx="2854">
                  <c:v>0.47954601377952755</c:v>
                </c:pt>
                <c:pt idx="2855">
                  <c:v>0.47988435039370081</c:v>
                </c:pt>
                <c:pt idx="2856">
                  <c:v>0.47988435039370081</c:v>
                </c:pt>
                <c:pt idx="2857">
                  <c:v>0.48022268700787402</c:v>
                </c:pt>
                <c:pt idx="2858">
                  <c:v>0.48022268700787402</c:v>
                </c:pt>
                <c:pt idx="2859">
                  <c:v>0.48056102362204722</c:v>
                </c:pt>
                <c:pt idx="2860">
                  <c:v>0.48056102362204722</c:v>
                </c:pt>
                <c:pt idx="2861">
                  <c:v>0.48089936023622049</c:v>
                </c:pt>
                <c:pt idx="2862">
                  <c:v>0.48089936023622049</c:v>
                </c:pt>
                <c:pt idx="2863">
                  <c:v>0.48123769685039369</c:v>
                </c:pt>
                <c:pt idx="2864">
                  <c:v>0.48123769685039369</c:v>
                </c:pt>
                <c:pt idx="2865">
                  <c:v>0.48157603346456695</c:v>
                </c:pt>
                <c:pt idx="2866">
                  <c:v>0.48157603346456695</c:v>
                </c:pt>
                <c:pt idx="2867">
                  <c:v>0.48191437007874016</c:v>
                </c:pt>
                <c:pt idx="2868">
                  <c:v>0.48191437007874016</c:v>
                </c:pt>
                <c:pt idx="2869">
                  <c:v>0.48225270669291337</c:v>
                </c:pt>
                <c:pt idx="2870">
                  <c:v>0.48225270669291337</c:v>
                </c:pt>
                <c:pt idx="2871">
                  <c:v>0.48259104330708663</c:v>
                </c:pt>
                <c:pt idx="2872">
                  <c:v>0.48259104330708663</c:v>
                </c:pt>
                <c:pt idx="2873">
                  <c:v>0.48292937992125984</c:v>
                </c:pt>
                <c:pt idx="2874">
                  <c:v>0.48292937992125984</c:v>
                </c:pt>
                <c:pt idx="2875">
                  <c:v>0.48326771653543305</c:v>
                </c:pt>
                <c:pt idx="2876">
                  <c:v>0.48326771653543305</c:v>
                </c:pt>
                <c:pt idx="2877">
                  <c:v>0.48357529527559057</c:v>
                </c:pt>
                <c:pt idx="2878">
                  <c:v>0.48357529527559057</c:v>
                </c:pt>
                <c:pt idx="2879">
                  <c:v>0.48391363188976377</c:v>
                </c:pt>
                <c:pt idx="2880">
                  <c:v>0.48391363188976377</c:v>
                </c:pt>
                <c:pt idx="2881">
                  <c:v>0.48425196850393698</c:v>
                </c:pt>
                <c:pt idx="2882">
                  <c:v>0.48425196850393698</c:v>
                </c:pt>
                <c:pt idx="2883">
                  <c:v>0.48459030511811024</c:v>
                </c:pt>
                <c:pt idx="2884">
                  <c:v>0.48459030511811024</c:v>
                </c:pt>
                <c:pt idx="2885">
                  <c:v>0.48492864173228345</c:v>
                </c:pt>
                <c:pt idx="2886">
                  <c:v>0.48492864173228345</c:v>
                </c:pt>
                <c:pt idx="2887">
                  <c:v>0.48526697834645671</c:v>
                </c:pt>
                <c:pt idx="2888">
                  <c:v>0.48526697834645671</c:v>
                </c:pt>
                <c:pt idx="2889">
                  <c:v>0.48560531496062992</c:v>
                </c:pt>
                <c:pt idx="2890">
                  <c:v>0.48560531496062992</c:v>
                </c:pt>
                <c:pt idx="2891">
                  <c:v>0.48594365157480313</c:v>
                </c:pt>
                <c:pt idx="2892">
                  <c:v>0.48594365157480313</c:v>
                </c:pt>
                <c:pt idx="2893">
                  <c:v>0.48628198818897639</c:v>
                </c:pt>
                <c:pt idx="2894">
                  <c:v>0.48628198818897639</c:v>
                </c:pt>
                <c:pt idx="2895">
                  <c:v>0.4866203248031496</c:v>
                </c:pt>
                <c:pt idx="2896">
                  <c:v>0.4866203248031496</c:v>
                </c:pt>
                <c:pt idx="2897">
                  <c:v>0.48695866141732286</c:v>
                </c:pt>
                <c:pt idx="2898">
                  <c:v>0.48695866141732286</c:v>
                </c:pt>
                <c:pt idx="2899">
                  <c:v>0.48729699803149606</c:v>
                </c:pt>
                <c:pt idx="2900">
                  <c:v>0.48729699803149606</c:v>
                </c:pt>
                <c:pt idx="2901">
                  <c:v>0.48763533464566927</c:v>
                </c:pt>
                <c:pt idx="2902">
                  <c:v>0.48763533464566927</c:v>
                </c:pt>
                <c:pt idx="2903">
                  <c:v>0.48797367125984253</c:v>
                </c:pt>
                <c:pt idx="2904">
                  <c:v>0.48797367125984253</c:v>
                </c:pt>
                <c:pt idx="2905">
                  <c:v>0.48831200787401574</c:v>
                </c:pt>
                <c:pt idx="2906">
                  <c:v>0.48831200787401574</c:v>
                </c:pt>
                <c:pt idx="2907">
                  <c:v>0.48861958661417321</c:v>
                </c:pt>
                <c:pt idx="2908">
                  <c:v>0.48861958661417321</c:v>
                </c:pt>
                <c:pt idx="2909">
                  <c:v>0.48895792322834647</c:v>
                </c:pt>
                <c:pt idx="2910">
                  <c:v>0.48895792322834647</c:v>
                </c:pt>
                <c:pt idx="2911">
                  <c:v>0.48929625984251968</c:v>
                </c:pt>
                <c:pt idx="2912">
                  <c:v>0.48929625984251968</c:v>
                </c:pt>
                <c:pt idx="2913">
                  <c:v>0.48963459645669294</c:v>
                </c:pt>
                <c:pt idx="2914">
                  <c:v>0.48963459645669294</c:v>
                </c:pt>
                <c:pt idx="2915">
                  <c:v>0.48997293307086615</c:v>
                </c:pt>
                <c:pt idx="2916">
                  <c:v>0.48997293307086615</c:v>
                </c:pt>
                <c:pt idx="2917">
                  <c:v>0.49031126968503935</c:v>
                </c:pt>
                <c:pt idx="2918">
                  <c:v>0.49031126968503935</c:v>
                </c:pt>
                <c:pt idx="2919">
                  <c:v>0.49064960629921262</c:v>
                </c:pt>
                <c:pt idx="2920">
                  <c:v>0.49064960629921262</c:v>
                </c:pt>
                <c:pt idx="2921">
                  <c:v>0.49098794291338582</c:v>
                </c:pt>
                <c:pt idx="2922">
                  <c:v>0.49098794291338582</c:v>
                </c:pt>
                <c:pt idx="2923">
                  <c:v>0.49132627952755903</c:v>
                </c:pt>
                <c:pt idx="2924">
                  <c:v>0.49132627952755903</c:v>
                </c:pt>
                <c:pt idx="2925">
                  <c:v>0.49166461614173229</c:v>
                </c:pt>
                <c:pt idx="2926">
                  <c:v>0.49166461614173229</c:v>
                </c:pt>
                <c:pt idx="2927">
                  <c:v>0.4920029527559055</c:v>
                </c:pt>
                <c:pt idx="2928">
                  <c:v>0.4920029527559055</c:v>
                </c:pt>
                <c:pt idx="2929">
                  <c:v>0.49234128937007871</c:v>
                </c:pt>
                <c:pt idx="2930">
                  <c:v>0.49234128937007871</c:v>
                </c:pt>
                <c:pt idx="2931">
                  <c:v>0.49267962598425202</c:v>
                </c:pt>
                <c:pt idx="2932">
                  <c:v>0.49267962598425202</c:v>
                </c:pt>
                <c:pt idx="2933">
                  <c:v>0.49301796259842517</c:v>
                </c:pt>
                <c:pt idx="2934">
                  <c:v>0.49301796259842517</c:v>
                </c:pt>
                <c:pt idx="2935">
                  <c:v>0.49335629921259838</c:v>
                </c:pt>
                <c:pt idx="2936">
                  <c:v>0.49335629921259838</c:v>
                </c:pt>
                <c:pt idx="2937">
                  <c:v>0.4936638779527559</c:v>
                </c:pt>
                <c:pt idx="2938">
                  <c:v>0.4936638779527559</c:v>
                </c:pt>
                <c:pt idx="2939">
                  <c:v>0.49400221456692911</c:v>
                </c:pt>
                <c:pt idx="2940">
                  <c:v>0.49400221456692911</c:v>
                </c:pt>
                <c:pt idx="2941">
                  <c:v>0.49434055118110237</c:v>
                </c:pt>
                <c:pt idx="2942">
                  <c:v>0.49434055118110237</c:v>
                </c:pt>
                <c:pt idx="2943">
                  <c:v>0.49467888779527558</c:v>
                </c:pt>
                <c:pt idx="2944">
                  <c:v>0.49467888779527558</c:v>
                </c:pt>
                <c:pt idx="2945">
                  <c:v>0.49501722440944879</c:v>
                </c:pt>
                <c:pt idx="2946">
                  <c:v>0.49501722440944879</c:v>
                </c:pt>
                <c:pt idx="2947">
                  <c:v>0.4953555610236221</c:v>
                </c:pt>
                <c:pt idx="2948">
                  <c:v>0.4953555610236221</c:v>
                </c:pt>
                <c:pt idx="2949">
                  <c:v>0.49569389763779526</c:v>
                </c:pt>
                <c:pt idx="2950">
                  <c:v>0.49569389763779526</c:v>
                </c:pt>
                <c:pt idx="2951">
                  <c:v>0.49603223425196852</c:v>
                </c:pt>
                <c:pt idx="2952">
                  <c:v>0.49603223425196852</c:v>
                </c:pt>
                <c:pt idx="2953">
                  <c:v>0.49637057086614172</c:v>
                </c:pt>
                <c:pt idx="2954">
                  <c:v>0.49637057086614172</c:v>
                </c:pt>
                <c:pt idx="2955">
                  <c:v>0.49670890748031499</c:v>
                </c:pt>
                <c:pt idx="2956">
                  <c:v>0.49670890748031499</c:v>
                </c:pt>
                <c:pt idx="2957">
                  <c:v>0.49704724409448819</c:v>
                </c:pt>
                <c:pt idx="2958">
                  <c:v>0.49704724409448819</c:v>
                </c:pt>
                <c:pt idx="2959">
                  <c:v>0.4973855807086614</c:v>
                </c:pt>
                <c:pt idx="2960">
                  <c:v>0.4973855807086614</c:v>
                </c:pt>
                <c:pt idx="2961">
                  <c:v>0.49772391732283466</c:v>
                </c:pt>
                <c:pt idx="2962">
                  <c:v>0.49772391732283466</c:v>
                </c:pt>
                <c:pt idx="2963">
                  <c:v>0.49806225393700782</c:v>
                </c:pt>
                <c:pt idx="2964">
                  <c:v>0.49806225393700782</c:v>
                </c:pt>
                <c:pt idx="2965">
                  <c:v>0.49840059055118108</c:v>
                </c:pt>
                <c:pt idx="2966">
                  <c:v>0.49840059055118108</c:v>
                </c:pt>
                <c:pt idx="2967">
                  <c:v>0.4987081692913386</c:v>
                </c:pt>
                <c:pt idx="2968">
                  <c:v>0.4987081692913386</c:v>
                </c:pt>
                <c:pt idx="2969">
                  <c:v>0.49904650590551181</c:v>
                </c:pt>
                <c:pt idx="2970">
                  <c:v>0.49904650590551181</c:v>
                </c:pt>
                <c:pt idx="2971">
                  <c:v>0.49938484251968501</c:v>
                </c:pt>
                <c:pt idx="2972">
                  <c:v>0.49938484251968501</c:v>
                </c:pt>
                <c:pt idx="2973">
                  <c:v>0.49972317913385828</c:v>
                </c:pt>
                <c:pt idx="2974">
                  <c:v>0.49972317913385828</c:v>
                </c:pt>
                <c:pt idx="2975">
                  <c:v>0.50006151574803148</c:v>
                </c:pt>
                <c:pt idx="2976">
                  <c:v>0.50006151574803148</c:v>
                </c:pt>
                <c:pt idx="2977">
                  <c:v>0.50039985236220474</c:v>
                </c:pt>
                <c:pt idx="2978">
                  <c:v>0.50039985236220474</c:v>
                </c:pt>
                <c:pt idx="2979">
                  <c:v>0.50073818897637801</c:v>
                </c:pt>
                <c:pt idx="2980">
                  <c:v>0.50073818897637801</c:v>
                </c:pt>
                <c:pt idx="2981">
                  <c:v>0.50107652559055116</c:v>
                </c:pt>
                <c:pt idx="2982">
                  <c:v>0.50107652559055116</c:v>
                </c:pt>
                <c:pt idx="2983">
                  <c:v>0.50141486220472442</c:v>
                </c:pt>
                <c:pt idx="2984">
                  <c:v>0.50141486220472442</c:v>
                </c:pt>
                <c:pt idx="2985">
                  <c:v>0.50175319881889768</c:v>
                </c:pt>
                <c:pt idx="2986">
                  <c:v>0.50175319881889768</c:v>
                </c:pt>
                <c:pt idx="2987">
                  <c:v>0.50209153543307083</c:v>
                </c:pt>
                <c:pt idx="2988">
                  <c:v>0.50209153543307083</c:v>
                </c:pt>
                <c:pt idx="2989">
                  <c:v>0.5024298720472441</c:v>
                </c:pt>
                <c:pt idx="2990">
                  <c:v>0.5024298720472441</c:v>
                </c:pt>
                <c:pt idx="2991">
                  <c:v>0.50276820866141736</c:v>
                </c:pt>
                <c:pt idx="2992">
                  <c:v>0.50276820866141736</c:v>
                </c:pt>
                <c:pt idx="2993">
                  <c:v>0.50310654527559051</c:v>
                </c:pt>
                <c:pt idx="2994">
                  <c:v>0.50310654527559051</c:v>
                </c:pt>
                <c:pt idx="2995">
                  <c:v>0.50344488188976377</c:v>
                </c:pt>
                <c:pt idx="2996">
                  <c:v>0.50344488188976377</c:v>
                </c:pt>
                <c:pt idx="2997">
                  <c:v>0.50375246062992129</c:v>
                </c:pt>
                <c:pt idx="2998">
                  <c:v>0.50375246062992129</c:v>
                </c:pt>
                <c:pt idx="2999">
                  <c:v>0.50409079724409445</c:v>
                </c:pt>
                <c:pt idx="3000">
                  <c:v>0.50409079724409445</c:v>
                </c:pt>
                <c:pt idx="3001">
                  <c:v>0.50442913385826771</c:v>
                </c:pt>
                <c:pt idx="3002">
                  <c:v>0.50442913385826771</c:v>
                </c:pt>
                <c:pt idx="3003">
                  <c:v>0.50476747047244097</c:v>
                </c:pt>
                <c:pt idx="3004">
                  <c:v>0.50476747047244097</c:v>
                </c:pt>
                <c:pt idx="3005">
                  <c:v>0.50510580708661412</c:v>
                </c:pt>
                <c:pt idx="3006">
                  <c:v>0.50510580708661412</c:v>
                </c:pt>
                <c:pt idx="3007">
                  <c:v>0.50544414370078738</c:v>
                </c:pt>
                <c:pt idx="3008">
                  <c:v>0.50544414370078738</c:v>
                </c:pt>
                <c:pt idx="3009">
                  <c:v>0.50578248031496065</c:v>
                </c:pt>
                <c:pt idx="3010">
                  <c:v>0.50578248031496065</c:v>
                </c:pt>
                <c:pt idx="3011">
                  <c:v>0.50612081692913391</c:v>
                </c:pt>
                <c:pt idx="3012">
                  <c:v>0.50612081692913391</c:v>
                </c:pt>
                <c:pt idx="3013">
                  <c:v>0.50645915354330706</c:v>
                </c:pt>
                <c:pt idx="3014">
                  <c:v>0.50645915354330706</c:v>
                </c:pt>
                <c:pt idx="3015">
                  <c:v>0.50679749015748032</c:v>
                </c:pt>
                <c:pt idx="3016">
                  <c:v>0.50679749015748032</c:v>
                </c:pt>
                <c:pt idx="3017">
                  <c:v>0.50713582677165359</c:v>
                </c:pt>
                <c:pt idx="3018">
                  <c:v>0.50713582677165359</c:v>
                </c:pt>
                <c:pt idx="3019">
                  <c:v>0.50747416338582674</c:v>
                </c:pt>
                <c:pt idx="3020">
                  <c:v>0.50747416338582674</c:v>
                </c:pt>
                <c:pt idx="3021">
                  <c:v>0.5078125</c:v>
                </c:pt>
                <c:pt idx="3022">
                  <c:v>0.5078125</c:v>
                </c:pt>
                <c:pt idx="3023">
                  <c:v>0.50815083661417326</c:v>
                </c:pt>
                <c:pt idx="3024">
                  <c:v>0.50815083661417326</c:v>
                </c:pt>
                <c:pt idx="3025">
                  <c:v>0.50848917322834641</c:v>
                </c:pt>
                <c:pt idx="3026">
                  <c:v>0.50848917322834641</c:v>
                </c:pt>
                <c:pt idx="3027">
                  <c:v>0.50879675196850394</c:v>
                </c:pt>
                <c:pt idx="3028">
                  <c:v>0.50879675196850394</c:v>
                </c:pt>
                <c:pt idx="3029">
                  <c:v>0.5091350885826772</c:v>
                </c:pt>
                <c:pt idx="3030">
                  <c:v>0.5091350885826772</c:v>
                </c:pt>
                <c:pt idx="3031">
                  <c:v>0.50947342519685035</c:v>
                </c:pt>
                <c:pt idx="3032">
                  <c:v>0.50947342519685035</c:v>
                </c:pt>
                <c:pt idx="3033">
                  <c:v>0.50981176181102361</c:v>
                </c:pt>
                <c:pt idx="3034">
                  <c:v>0.50981176181102361</c:v>
                </c:pt>
                <c:pt idx="3035">
                  <c:v>0.51015009842519687</c:v>
                </c:pt>
                <c:pt idx="3036">
                  <c:v>0.51015009842519687</c:v>
                </c:pt>
                <c:pt idx="3037">
                  <c:v>0.51048843503937003</c:v>
                </c:pt>
                <c:pt idx="3038">
                  <c:v>0.51048843503937003</c:v>
                </c:pt>
                <c:pt idx="3039">
                  <c:v>0.51082677165354329</c:v>
                </c:pt>
                <c:pt idx="3040">
                  <c:v>0.51082677165354329</c:v>
                </c:pt>
                <c:pt idx="3041">
                  <c:v>0.51116510826771655</c:v>
                </c:pt>
                <c:pt idx="3042">
                  <c:v>0.51116510826771655</c:v>
                </c:pt>
                <c:pt idx="3043">
                  <c:v>0.51150344488188981</c:v>
                </c:pt>
                <c:pt idx="3044">
                  <c:v>0.51150344488188981</c:v>
                </c:pt>
                <c:pt idx="3045">
                  <c:v>0.51184178149606296</c:v>
                </c:pt>
                <c:pt idx="3046">
                  <c:v>0.51184178149606296</c:v>
                </c:pt>
                <c:pt idx="3047">
                  <c:v>0.51218011811023623</c:v>
                </c:pt>
                <c:pt idx="3048">
                  <c:v>0.51218011811023623</c:v>
                </c:pt>
                <c:pt idx="3049">
                  <c:v>0.51251845472440949</c:v>
                </c:pt>
                <c:pt idx="3050">
                  <c:v>0.51251845472440949</c:v>
                </c:pt>
                <c:pt idx="3051">
                  <c:v>0.51285679133858264</c:v>
                </c:pt>
                <c:pt idx="3052">
                  <c:v>0.51285679133858264</c:v>
                </c:pt>
                <c:pt idx="3053">
                  <c:v>0.5131951279527559</c:v>
                </c:pt>
                <c:pt idx="3054">
                  <c:v>0.5131951279527559</c:v>
                </c:pt>
                <c:pt idx="3055">
                  <c:v>0.51353346456692917</c:v>
                </c:pt>
                <c:pt idx="3056">
                  <c:v>0.51353346456692917</c:v>
                </c:pt>
                <c:pt idx="3057">
                  <c:v>0.51387180118110232</c:v>
                </c:pt>
                <c:pt idx="3058">
                  <c:v>0.51387180118110232</c:v>
                </c:pt>
                <c:pt idx="3059">
                  <c:v>0.51417937992125984</c:v>
                </c:pt>
                <c:pt idx="3060">
                  <c:v>0.51417937992125984</c:v>
                </c:pt>
                <c:pt idx="3061">
                  <c:v>0.5145177165354331</c:v>
                </c:pt>
                <c:pt idx="3062">
                  <c:v>0.5145177165354331</c:v>
                </c:pt>
                <c:pt idx="3063">
                  <c:v>0.51485605314960625</c:v>
                </c:pt>
                <c:pt idx="3064">
                  <c:v>0.51485605314960625</c:v>
                </c:pt>
                <c:pt idx="3065">
                  <c:v>0.51519438976377951</c:v>
                </c:pt>
                <c:pt idx="3066">
                  <c:v>0.51519438976377951</c:v>
                </c:pt>
                <c:pt idx="3067">
                  <c:v>0.51553272637795278</c:v>
                </c:pt>
                <c:pt idx="3068">
                  <c:v>0.51553272637795278</c:v>
                </c:pt>
                <c:pt idx="3069">
                  <c:v>0.51587106299212604</c:v>
                </c:pt>
                <c:pt idx="3070">
                  <c:v>0.51587106299212604</c:v>
                </c:pt>
                <c:pt idx="3071">
                  <c:v>0.51620939960629919</c:v>
                </c:pt>
                <c:pt idx="3072">
                  <c:v>0.51620939960629919</c:v>
                </c:pt>
                <c:pt idx="3073">
                  <c:v>0.51654773622047245</c:v>
                </c:pt>
                <c:pt idx="3074">
                  <c:v>0.51654773622047245</c:v>
                </c:pt>
                <c:pt idx="3075">
                  <c:v>0.51688607283464572</c:v>
                </c:pt>
                <c:pt idx="3076">
                  <c:v>0.51688607283464572</c:v>
                </c:pt>
                <c:pt idx="3077">
                  <c:v>0.51722440944881887</c:v>
                </c:pt>
                <c:pt idx="3078">
                  <c:v>0.51722440944881887</c:v>
                </c:pt>
                <c:pt idx="3079">
                  <c:v>0.51756274606299213</c:v>
                </c:pt>
                <c:pt idx="3080">
                  <c:v>0.51756274606299213</c:v>
                </c:pt>
                <c:pt idx="3081">
                  <c:v>0.51790108267716539</c:v>
                </c:pt>
                <c:pt idx="3082">
                  <c:v>0.51790108267716539</c:v>
                </c:pt>
                <c:pt idx="3083">
                  <c:v>0.51823941929133854</c:v>
                </c:pt>
                <c:pt idx="3084">
                  <c:v>0.51823941929133854</c:v>
                </c:pt>
                <c:pt idx="3085">
                  <c:v>0.51857775590551181</c:v>
                </c:pt>
                <c:pt idx="3086">
                  <c:v>0.51857775590551181</c:v>
                </c:pt>
                <c:pt idx="3087">
                  <c:v>0.51891609251968507</c:v>
                </c:pt>
                <c:pt idx="3088">
                  <c:v>0.51891609251968507</c:v>
                </c:pt>
                <c:pt idx="3089">
                  <c:v>0.51922367125984248</c:v>
                </c:pt>
                <c:pt idx="3090">
                  <c:v>0.51922367125984248</c:v>
                </c:pt>
                <c:pt idx="3091">
                  <c:v>0.51956200787401574</c:v>
                </c:pt>
                <c:pt idx="3092">
                  <c:v>0.51956200787401574</c:v>
                </c:pt>
                <c:pt idx="3093">
                  <c:v>0.519900344488189</c:v>
                </c:pt>
                <c:pt idx="3094">
                  <c:v>0.519900344488189</c:v>
                </c:pt>
                <c:pt idx="3095">
                  <c:v>0.52023868110236215</c:v>
                </c:pt>
                <c:pt idx="3096">
                  <c:v>0.52023868110236215</c:v>
                </c:pt>
                <c:pt idx="3097">
                  <c:v>0.52057701771653542</c:v>
                </c:pt>
                <c:pt idx="3098">
                  <c:v>0.52057701771653542</c:v>
                </c:pt>
                <c:pt idx="3099">
                  <c:v>0.52091535433070868</c:v>
                </c:pt>
                <c:pt idx="3100">
                  <c:v>0.52091535433070868</c:v>
                </c:pt>
                <c:pt idx="3101">
                  <c:v>0.52125369094488194</c:v>
                </c:pt>
                <c:pt idx="3102">
                  <c:v>0.52125369094488194</c:v>
                </c:pt>
                <c:pt idx="3103">
                  <c:v>0.52159202755905509</c:v>
                </c:pt>
                <c:pt idx="3104">
                  <c:v>0.52159202755905509</c:v>
                </c:pt>
                <c:pt idx="3105">
                  <c:v>0.52193036417322836</c:v>
                </c:pt>
                <c:pt idx="3106">
                  <c:v>0.52193036417322836</c:v>
                </c:pt>
                <c:pt idx="3107">
                  <c:v>0.52226870078740162</c:v>
                </c:pt>
                <c:pt idx="3108">
                  <c:v>0.52226870078740162</c:v>
                </c:pt>
                <c:pt idx="3109">
                  <c:v>0.52260703740157477</c:v>
                </c:pt>
                <c:pt idx="3110">
                  <c:v>0.52260703740157477</c:v>
                </c:pt>
                <c:pt idx="3111">
                  <c:v>0.52294537401574803</c:v>
                </c:pt>
                <c:pt idx="3112">
                  <c:v>0.52294537401574803</c:v>
                </c:pt>
                <c:pt idx="3113">
                  <c:v>0.52328371062992129</c:v>
                </c:pt>
                <c:pt idx="3114">
                  <c:v>0.52328371062992129</c:v>
                </c:pt>
                <c:pt idx="3115">
                  <c:v>0.52362204724409445</c:v>
                </c:pt>
                <c:pt idx="3116">
                  <c:v>0.52362204724409445</c:v>
                </c:pt>
                <c:pt idx="3117">
                  <c:v>0.52396038385826771</c:v>
                </c:pt>
                <c:pt idx="3118">
                  <c:v>0.52396038385826771</c:v>
                </c:pt>
                <c:pt idx="3119">
                  <c:v>0.52426796259842523</c:v>
                </c:pt>
                <c:pt idx="3120">
                  <c:v>0.52426796259842523</c:v>
                </c:pt>
                <c:pt idx="3121">
                  <c:v>0.52460629921259838</c:v>
                </c:pt>
                <c:pt idx="3122">
                  <c:v>0.52460629921259838</c:v>
                </c:pt>
                <c:pt idx="3123">
                  <c:v>0.52494463582677164</c:v>
                </c:pt>
                <c:pt idx="3124">
                  <c:v>0.52494463582677164</c:v>
                </c:pt>
                <c:pt idx="3125">
                  <c:v>0.52528297244094491</c:v>
                </c:pt>
                <c:pt idx="3126">
                  <c:v>0.52528297244094491</c:v>
                </c:pt>
                <c:pt idx="3127">
                  <c:v>0.52562130905511806</c:v>
                </c:pt>
                <c:pt idx="3128">
                  <c:v>0.52562130905511806</c:v>
                </c:pt>
                <c:pt idx="3129">
                  <c:v>0.52595964566929132</c:v>
                </c:pt>
                <c:pt idx="3130">
                  <c:v>0.52595964566929132</c:v>
                </c:pt>
                <c:pt idx="3131">
                  <c:v>0.52629798228346458</c:v>
                </c:pt>
                <c:pt idx="3132">
                  <c:v>0.52629798228346458</c:v>
                </c:pt>
                <c:pt idx="3133">
                  <c:v>0.52663631889763785</c:v>
                </c:pt>
                <c:pt idx="3134">
                  <c:v>0.52663631889763785</c:v>
                </c:pt>
                <c:pt idx="3135">
                  <c:v>0.526974655511811</c:v>
                </c:pt>
                <c:pt idx="3136">
                  <c:v>0.526974655511811</c:v>
                </c:pt>
                <c:pt idx="3137">
                  <c:v>0.52731299212598426</c:v>
                </c:pt>
                <c:pt idx="3138">
                  <c:v>0.52731299212598426</c:v>
                </c:pt>
                <c:pt idx="3139">
                  <c:v>0.52765132874015752</c:v>
                </c:pt>
                <c:pt idx="3140">
                  <c:v>0.52765132874015752</c:v>
                </c:pt>
                <c:pt idx="3141">
                  <c:v>0.52798966535433067</c:v>
                </c:pt>
                <c:pt idx="3142">
                  <c:v>0.52798966535433067</c:v>
                </c:pt>
                <c:pt idx="3143">
                  <c:v>0.52832800196850394</c:v>
                </c:pt>
                <c:pt idx="3144">
                  <c:v>0.52832800196850394</c:v>
                </c:pt>
                <c:pt idx="3145">
                  <c:v>0.5286663385826772</c:v>
                </c:pt>
                <c:pt idx="3146">
                  <c:v>0.5286663385826772</c:v>
                </c:pt>
                <c:pt idx="3147">
                  <c:v>0.52900467519685035</c:v>
                </c:pt>
                <c:pt idx="3148">
                  <c:v>0.52900467519685035</c:v>
                </c:pt>
                <c:pt idx="3149">
                  <c:v>0.52931225393700787</c:v>
                </c:pt>
                <c:pt idx="3150">
                  <c:v>0.52931225393700787</c:v>
                </c:pt>
                <c:pt idx="3151">
                  <c:v>0.52965059055118113</c:v>
                </c:pt>
                <c:pt idx="3152">
                  <c:v>0.52965059055118113</c:v>
                </c:pt>
                <c:pt idx="3153">
                  <c:v>0.52998892716535428</c:v>
                </c:pt>
                <c:pt idx="3154">
                  <c:v>0.52998892716535428</c:v>
                </c:pt>
                <c:pt idx="3155">
                  <c:v>0.53032726377952755</c:v>
                </c:pt>
                <c:pt idx="3156">
                  <c:v>0.53032726377952755</c:v>
                </c:pt>
                <c:pt idx="3157">
                  <c:v>0.53066560039370081</c:v>
                </c:pt>
                <c:pt idx="3158">
                  <c:v>0.53066560039370081</c:v>
                </c:pt>
                <c:pt idx="3159">
                  <c:v>0.53100393700787396</c:v>
                </c:pt>
                <c:pt idx="3160">
                  <c:v>0.53100393700787396</c:v>
                </c:pt>
                <c:pt idx="3161">
                  <c:v>0.53134227362204722</c:v>
                </c:pt>
                <c:pt idx="3162">
                  <c:v>0.53134227362204722</c:v>
                </c:pt>
                <c:pt idx="3163">
                  <c:v>0.53168061023622049</c:v>
                </c:pt>
                <c:pt idx="3164">
                  <c:v>0.53168061023622049</c:v>
                </c:pt>
                <c:pt idx="3165">
                  <c:v>0.53201894685039375</c:v>
                </c:pt>
                <c:pt idx="3166">
                  <c:v>0.53201894685039375</c:v>
                </c:pt>
                <c:pt idx="3167">
                  <c:v>0.5323572834645669</c:v>
                </c:pt>
                <c:pt idx="3168">
                  <c:v>0.5323572834645669</c:v>
                </c:pt>
                <c:pt idx="3169">
                  <c:v>0.53269562007874016</c:v>
                </c:pt>
                <c:pt idx="3170">
                  <c:v>0.53269562007874016</c:v>
                </c:pt>
                <c:pt idx="3171">
                  <c:v>0.53303395669291342</c:v>
                </c:pt>
                <c:pt idx="3172">
                  <c:v>0.53303395669291342</c:v>
                </c:pt>
                <c:pt idx="3173">
                  <c:v>0.53337229330708658</c:v>
                </c:pt>
                <c:pt idx="3174">
                  <c:v>0.53337229330708658</c:v>
                </c:pt>
                <c:pt idx="3175">
                  <c:v>0.53371062992125984</c:v>
                </c:pt>
                <c:pt idx="3176">
                  <c:v>0.53371062992125984</c:v>
                </c:pt>
                <c:pt idx="3177">
                  <c:v>0.5340489665354331</c:v>
                </c:pt>
                <c:pt idx="3178">
                  <c:v>0.5340489665354331</c:v>
                </c:pt>
                <c:pt idx="3179">
                  <c:v>0.53435654527559051</c:v>
                </c:pt>
                <c:pt idx="3180">
                  <c:v>0.53435654527559051</c:v>
                </c:pt>
                <c:pt idx="3181">
                  <c:v>0.53469488188976377</c:v>
                </c:pt>
                <c:pt idx="3182">
                  <c:v>0.53469488188976377</c:v>
                </c:pt>
                <c:pt idx="3183">
                  <c:v>0.53503321850393704</c:v>
                </c:pt>
                <c:pt idx="3184">
                  <c:v>0.53503321850393704</c:v>
                </c:pt>
                <c:pt idx="3185">
                  <c:v>0.53537155511811019</c:v>
                </c:pt>
                <c:pt idx="3186">
                  <c:v>0.53537155511811019</c:v>
                </c:pt>
                <c:pt idx="3187">
                  <c:v>0.53570989173228345</c:v>
                </c:pt>
                <c:pt idx="3188">
                  <c:v>0.53570989173228345</c:v>
                </c:pt>
                <c:pt idx="3189">
                  <c:v>0.53604822834645671</c:v>
                </c:pt>
                <c:pt idx="3190">
                  <c:v>0.53604822834645671</c:v>
                </c:pt>
                <c:pt idx="3191">
                  <c:v>0.53638656496062997</c:v>
                </c:pt>
                <c:pt idx="3192">
                  <c:v>0.53638656496062997</c:v>
                </c:pt>
                <c:pt idx="3193">
                  <c:v>0.53672490157480313</c:v>
                </c:pt>
                <c:pt idx="3194">
                  <c:v>0.53672490157480313</c:v>
                </c:pt>
                <c:pt idx="3195">
                  <c:v>0.53706323818897639</c:v>
                </c:pt>
                <c:pt idx="3196">
                  <c:v>0.53706323818897639</c:v>
                </c:pt>
                <c:pt idx="3197">
                  <c:v>0.53740157480314965</c:v>
                </c:pt>
                <c:pt idx="3198">
                  <c:v>0.53740157480314965</c:v>
                </c:pt>
                <c:pt idx="3199">
                  <c:v>0.5377399114173228</c:v>
                </c:pt>
                <c:pt idx="3200">
                  <c:v>0.5377399114173228</c:v>
                </c:pt>
                <c:pt idx="3201">
                  <c:v>0.53807824803149606</c:v>
                </c:pt>
                <c:pt idx="3202">
                  <c:v>0.53807824803149606</c:v>
                </c:pt>
                <c:pt idx="3203">
                  <c:v>0.53841658464566933</c:v>
                </c:pt>
                <c:pt idx="3204">
                  <c:v>0.53841658464566933</c:v>
                </c:pt>
                <c:pt idx="3205">
                  <c:v>0.53875492125984248</c:v>
                </c:pt>
                <c:pt idx="3206">
                  <c:v>0.53875492125984248</c:v>
                </c:pt>
                <c:pt idx="3207">
                  <c:v>0.53909325787401574</c:v>
                </c:pt>
                <c:pt idx="3208">
                  <c:v>0.53909325787401574</c:v>
                </c:pt>
                <c:pt idx="3209">
                  <c:v>0.53940083661417326</c:v>
                </c:pt>
                <c:pt idx="3210">
                  <c:v>0.53940083661417326</c:v>
                </c:pt>
                <c:pt idx="3211">
                  <c:v>0.53973917322834641</c:v>
                </c:pt>
                <c:pt idx="3212">
                  <c:v>0.53973917322834641</c:v>
                </c:pt>
                <c:pt idx="3213">
                  <c:v>0.54007750984251968</c:v>
                </c:pt>
                <c:pt idx="3214">
                  <c:v>0.54007750984251968</c:v>
                </c:pt>
                <c:pt idx="3215">
                  <c:v>0.54041584645669294</c:v>
                </c:pt>
                <c:pt idx="3216">
                  <c:v>0.54041584645669294</c:v>
                </c:pt>
                <c:pt idx="3217">
                  <c:v>0.54075418307086609</c:v>
                </c:pt>
                <c:pt idx="3218">
                  <c:v>0.54075418307086609</c:v>
                </c:pt>
                <c:pt idx="3219">
                  <c:v>0.54109251968503935</c:v>
                </c:pt>
                <c:pt idx="3220">
                  <c:v>0.54109251968503935</c:v>
                </c:pt>
                <c:pt idx="3221">
                  <c:v>0.54143085629921262</c:v>
                </c:pt>
                <c:pt idx="3222">
                  <c:v>0.54143085629921262</c:v>
                </c:pt>
                <c:pt idx="3223">
                  <c:v>0.54176919291338588</c:v>
                </c:pt>
                <c:pt idx="3224">
                  <c:v>0.54176919291338588</c:v>
                </c:pt>
                <c:pt idx="3225">
                  <c:v>0.54210752952755903</c:v>
                </c:pt>
                <c:pt idx="3226">
                  <c:v>0.54210752952755903</c:v>
                </c:pt>
                <c:pt idx="3227">
                  <c:v>0.54244586614173229</c:v>
                </c:pt>
                <c:pt idx="3228">
                  <c:v>0.54244586614173229</c:v>
                </c:pt>
                <c:pt idx="3229">
                  <c:v>0.54278420275590555</c:v>
                </c:pt>
                <c:pt idx="3230">
                  <c:v>0.54278420275590555</c:v>
                </c:pt>
                <c:pt idx="3231">
                  <c:v>0.54312253937007871</c:v>
                </c:pt>
                <c:pt idx="3232">
                  <c:v>0.54312253937007871</c:v>
                </c:pt>
                <c:pt idx="3233">
                  <c:v>0.54346087598425197</c:v>
                </c:pt>
                <c:pt idx="3234">
                  <c:v>0.54346087598425197</c:v>
                </c:pt>
                <c:pt idx="3235">
                  <c:v>0.54379921259842523</c:v>
                </c:pt>
                <c:pt idx="3236">
                  <c:v>0.54379921259842523</c:v>
                </c:pt>
                <c:pt idx="3237">
                  <c:v>0.54413754921259838</c:v>
                </c:pt>
                <c:pt idx="3238">
                  <c:v>0.54413754921259838</c:v>
                </c:pt>
                <c:pt idx="3239">
                  <c:v>0.5444451279527559</c:v>
                </c:pt>
                <c:pt idx="3240">
                  <c:v>0.5444451279527559</c:v>
                </c:pt>
                <c:pt idx="3241">
                  <c:v>0.54478346456692917</c:v>
                </c:pt>
                <c:pt idx="3242">
                  <c:v>0.54478346456692917</c:v>
                </c:pt>
                <c:pt idx="3243">
                  <c:v>0.54512180118110232</c:v>
                </c:pt>
                <c:pt idx="3244">
                  <c:v>0.54512180118110232</c:v>
                </c:pt>
                <c:pt idx="3245">
                  <c:v>0.54546013779527558</c:v>
                </c:pt>
                <c:pt idx="3246">
                  <c:v>0.54546013779527558</c:v>
                </c:pt>
                <c:pt idx="3247">
                  <c:v>0.54579847440944884</c:v>
                </c:pt>
                <c:pt idx="3248">
                  <c:v>0.54579847440944884</c:v>
                </c:pt>
                <c:pt idx="3249">
                  <c:v>0.54613681102362199</c:v>
                </c:pt>
                <c:pt idx="3250">
                  <c:v>0.54613681102362199</c:v>
                </c:pt>
                <c:pt idx="3251">
                  <c:v>0.54647514763779526</c:v>
                </c:pt>
                <c:pt idx="3252">
                  <c:v>0.54647514763779526</c:v>
                </c:pt>
                <c:pt idx="3253">
                  <c:v>0.54681348425196852</c:v>
                </c:pt>
                <c:pt idx="3254">
                  <c:v>0.54681348425196852</c:v>
                </c:pt>
                <c:pt idx="3255">
                  <c:v>0.54715182086614178</c:v>
                </c:pt>
                <c:pt idx="3256">
                  <c:v>0.54715182086614178</c:v>
                </c:pt>
                <c:pt idx="3257">
                  <c:v>0.54749015748031493</c:v>
                </c:pt>
                <c:pt idx="3258">
                  <c:v>0.54749015748031493</c:v>
                </c:pt>
                <c:pt idx="3259">
                  <c:v>0.54782849409448819</c:v>
                </c:pt>
                <c:pt idx="3260">
                  <c:v>0.54782849409448819</c:v>
                </c:pt>
                <c:pt idx="3261">
                  <c:v>0.54816683070866146</c:v>
                </c:pt>
                <c:pt idx="3262">
                  <c:v>0.54816683070866146</c:v>
                </c:pt>
                <c:pt idx="3263">
                  <c:v>0.54850516732283461</c:v>
                </c:pt>
                <c:pt idx="3264">
                  <c:v>0.54850516732283461</c:v>
                </c:pt>
                <c:pt idx="3265">
                  <c:v>0.54884350393700787</c:v>
                </c:pt>
                <c:pt idx="3266">
                  <c:v>0.54884350393700787</c:v>
                </c:pt>
                <c:pt idx="3267">
                  <c:v>0.54918184055118113</c:v>
                </c:pt>
                <c:pt idx="3268">
                  <c:v>0.54918184055118113</c:v>
                </c:pt>
                <c:pt idx="3269">
                  <c:v>0.54948941929133854</c:v>
                </c:pt>
                <c:pt idx="3270">
                  <c:v>0.54948941929133854</c:v>
                </c:pt>
                <c:pt idx="3271">
                  <c:v>0.54982775590551181</c:v>
                </c:pt>
                <c:pt idx="3272">
                  <c:v>0.54982775590551181</c:v>
                </c:pt>
                <c:pt idx="3273">
                  <c:v>0.55016609251968507</c:v>
                </c:pt>
                <c:pt idx="3274">
                  <c:v>0.55016609251968507</c:v>
                </c:pt>
                <c:pt idx="3275">
                  <c:v>0.55050442913385822</c:v>
                </c:pt>
                <c:pt idx="3276">
                  <c:v>0.55050442913385822</c:v>
                </c:pt>
                <c:pt idx="3277">
                  <c:v>0.55084276574803148</c:v>
                </c:pt>
                <c:pt idx="3278">
                  <c:v>0.55084276574803148</c:v>
                </c:pt>
                <c:pt idx="3279">
                  <c:v>0.55118110236220474</c:v>
                </c:pt>
                <c:pt idx="3280">
                  <c:v>0.55118110236220474</c:v>
                </c:pt>
                <c:pt idx="3281">
                  <c:v>0.55151943897637801</c:v>
                </c:pt>
                <c:pt idx="3282">
                  <c:v>0.55151943897637801</c:v>
                </c:pt>
                <c:pt idx="3283">
                  <c:v>0.55185777559055116</c:v>
                </c:pt>
                <c:pt idx="3284">
                  <c:v>0.55185777559055116</c:v>
                </c:pt>
                <c:pt idx="3285">
                  <c:v>0.55219611220472442</c:v>
                </c:pt>
                <c:pt idx="3286">
                  <c:v>0.55219611220472442</c:v>
                </c:pt>
                <c:pt idx="3287">
                  <c:v>0.55253444881889768</c:v>
                </c:pt>
                <c:pt idx="3288">
                  <c:v>0.55253444881889768</c:v>
                </c:pt>
                <c:pt idx="3289">
                  <c:v>0.55287278543307083</c:v>
                </c:pt>
                <c:pt idx="3290">
                  <c:v>0.55287278543307083</c:v>
                </c:pt>
                <c:pt idx="3291">
                  <c:v>0.5532111220472441</c:v>
                </c:pt>
                <c:pt idx="3292">
                  <c:v>0.5532111220472441</c:v>
                </c:pt>
                <c:pt idx="3293">
                  <c:v>0.55354945866141736</c:v>
                </c:pt>
                <c:pt idx="3294">
                  <c:v>0.55354945866141736</c:v>
                </c:pt>
                <c:pt idx="3295">
                  <c:v>0.55388779527559051</c:v>
                </c:pt>
                <c:pt idx="3296">
                  <c:v>0.55388779527559051</c:v>
                </c:pt>
                <c:pt idx="3297">
                  <c:v>0.55422613188976377</c:v>
                </c:pt>
                <c:pt idx="3298">
                  <c:v>0.55422613188976377</c:v>
                </c:pt>
                <c:pt idx="3299">
                  <c:v>0.55456446850393704</c:v>
                </c:pt>
                <c:pt idx="3300">
                  <c:v>0.55456446850393704</c:v>
                </c:pt>
                <c:pt idx="3301">
                  <c:v>0.55487204724409445</c:v>
                </c:pt>
                <c:pt idx="3302">
                  <c:v>0.55487204724409445</c:v>
                </c:pt>
                <c:pt idx="3303">
                  <c:v>0.55521038385826771</c:v>
                </c:pt>
                <c:pt idx="3304">
                  <c:v>0.55521038385826771</c:v>
                </c:pt>
                <c:pt idx="3305">
                  <c:v>0.55554872047244097</c:v>
                </c:pt>
                <c:pt idx="3306">
                  <c:v>0.55554872047244097</c:v>
                </c:pt>
                <c:pt idx="3307">
                  <c:v>0.55588705708661412</c:v>
                </c:pt>
                <c:pt idx="3308">
                  <c:v>0.55588705708661412</c:v>
                </c:pt>
                <c:pt idx="3309">
                  <c:v>0.55622539370078738</c:v>
                </c:pt>
                <c:pt idx="3310">
                  <c:v>0.55622539370078738</c:v>
                </c:pt>
                <c:pt idx="3311">
                  <c:v>0.55656373031496065</c:v>
                </c:pt>
                <c:pt idx="3312">
                  <c:v>0.55656373031496065</c:v>
                </c:pt>
                <c:pt idx="3313">
                  <c:v>0.55690206692913391</c:v>
                </c:pt>
                <c:pt idx="3314">
                  <c:v>0.55690206692913391</c:v>
                </c:pt>
                <c:pt idx="3315">
                  <c:v>0.55724040354330706</c:v>
                </c:pt>
                <c:pt idx="3316">
                  <c:v>0.55724040354330706</c:v>
                </c:pt>
                <c:pt idx="3317">
                  <c:v>0.55757874015748032</c:v>
                </c:pt>
                <c:pt idx="3318">
                  <c:v>0.55757874015748032</c:v>
                </c:pt>
                <c:pt idx="3319">
                  <c:v>0.55791707677165359</c:v>
                </c:pt>
                <c:pt idx="3320">
                  <c:v>0.55791707677165359</c:v>
                </c:pt>
                <c:pt idx="3321">
                  <c:v>0.55825541338582674</c:v>
                </c:pt>
                <c:pt idx="3322">
                  <c:v>0.55825541338582674</c:v>
                </c:pt>
                <c:pt idx="3323">
                  <c:v>0.55859375</c:v>
                </c:pt>
                <c:pt idx="3324">
                  <c:v>0.55859375</c:v>
                </c:pt>
                <c:pt idx="3325">
                  <c:v>0.55893208661417326</c:v>
                </c:pt>
                <c:pt idx="3326">
                  <c:v>0.55893208661417326</c:v>
                </c:pt>
                <c:pt idx="3327">
                  <c:v>0.55927042322834641</c:v>
                </c:pt>
                <c:pt idx="3328">
                  <c:v>0.55927042322834641</c:v>
                </c:pt>
                <c:pt idx="3329">
                  <c:v>0.55960875984251968</c:v>
                </c:pt>
                <c:pt idx="3330">
                  <c:v>0.55960875984251968</c:v>
                </c:pt>
                <c:pt idx="3331">
                  <c:v>0.5599163385826772</c:v>
                </c:pt>
                <c:pt idx="3332">
                  <c:v>0.5599163385826772</c:v>
                </c:pt>
                <c:pt idx="3333">
                  <c:v>0.56025467519685035</c:v>
                </c:pt>
                <c:pt idx="3334">
                  <c:v>0.56025467519685035</c:v>
                </c:pt>
                <c:pt idx="3335">
                  <c:v>0.56059301181102361</c:v>
                </c:pt>
                <c:pt idx="3336">
                  <c:v>0.56059301181102361</c:v>
                </c:pt>
                <c:pt idx="3337">
                  <c:v>0.56093134842519687</c:v>
                </c:pt>
                <c:pt idx="3338">
                  <c:v>0.56093134842519687</c:v>
                </c:pt>
                <c:pt idx="3339">
                  <c:v>0.56126968503937003</c:v>
                </c:pt>
                <c:pt idx="3340">
                  <c:v>0.56126968503937003</c:v>
                </c:pt>
                <c:pt idx="3341">
                  <c:v>0.56160802165354329</c:v>
                </c:pt>
                <c:pt idx="3342">
                  <c:v>0.56160802165354329</c:v>
                </c:pt>
                <c:pt idx="3343">
                  <c:v>0.56194635826771655</c:v>
                </c:pt>
                <c:pt idx="3344">
                  <c:v>0.56194635826771655</c:v>
                </c:pt>
                <c:pt idx="3345">
                  <c:v>0.56228469488188981</c:v>
                </c:pt>
                <c:pt idx="3346">
                  <c:v>0.56228469488188981</c:v>
                </c:pt>
                <c:pt idx="3347">
                  <c:v>0.56262303149606296</c:v>
                </c:pt>
                <c:pt idx="3348">
                  <c:v>0.56262303149606296</c:v>
                </c:pt>
                <c:pt idx="3349">
                  <c:v>0.56296136811023623</c:v>
                </c:pt>
                <c:pt idx="3350">
                  <c:v>0.56296136811023623</c:v>
                </c:pt>
                <c:pt idx="3351">
                  <c:v>0.56329970472440949</c:v>
                </c:pt>
                <c:pt idx="3352">
                  <c:v>0.56329970472440949</c:v>
                </c:pt>
                <c:pt idx="3353">
                  <c:v>0.56363804133858264</c:v>
                </c:pt>
                <c:pt idx="3354">
                  <c:v>0.56363804133858264</c:v>
                </c:pt>
                <c:pt idx="3355">
                  <c:v>0.5639763779527559</c:v>
                </c:pt>
                <c:pt idx="3356">
                  <c:v>0.5639763779527559</c:v>
                </c:pt>
                <c:pt idx="3357">
                  <c:v>0.56431471456692917</c:v>
                </c:pt>
                <c:pt idx="3358">
                  <c:v>0.56431471456692917</c:v>
                </c:pt>
                <c:pt idx="3359">
                  <c:v>0.56465305118110232</c:v>
                </c:pt>
                <c:pt idx="3360">
                  <c:v>0.56465305118110232</c:v>
                </c:pt>
                <c:pt idx="3361">
                  <c:v>0.56496062992125984</c:v>
                </c:pt>
                <c:pt idx="3362">
                  <c:v>0.56496062992125984</c:v>
                </c:pt>
                <c:pt idx="3363">
                  <c:v>0.5652989665354331</c:v>
                </c:pt>
                <c:pt idx="3364">
                  <c:v>0.5652989665354331</c:v>
                </c:pt>
                <c:pt idx="3365">
                  <c:v>0.56563730314960625</c:v>
                </c:pt>
                <c:pt idx="3366">
                  <c:v>0.56563730314960625</c:v>
                </c:pt>
                <c:pt idx="3367">
                  <c:v>0.56597563976377951</c:v>
                </c:pt>
                <c:pt idx="3368">
                  <c:v>0.56597563976377951</c:v>
                </c:pt>
                <c:pt idx="3369">
                  <c:v>0.56631397637795278</c:v>
                </c:pt>
                <c:pt idx="3370">
                  <c:v>0.56631397637795278</c:v>
                </c:pt>
                <c:pt idx="3371">
                  <c:v>0.56665231299212604</c:v>
                </c:pt>
                <c:pt idx="3372">
                  <c:v>0.56665231299212604</c:v>
                </c:pt>
                <c:pt idx="3373">
                  <c:v>0.56699064960629919</c:v>
                </c:pt>
                <c:pt idx="3374">
                  <c:v>0.56699064960629919</c:v>
                </c:pt>
                <c:pt idx="3375">
                  <c:v>0.56732898622047245</c:v>
                </c:pt>
                <c:pt idx="3376">
                  <c:v>0.56732898622047245</c:v>
                </c:pt>
                <c:pt idx="3377">
                  <c:v>0.56766732283464572</c:v>
                </c:pt>
                <c:pt idx="3378">
                  <c:v>0.56766732283464572</c:v>
                </c:pt>
                <c:pt idx="3379">
                  <c:v>0.56800565944881887</c:v>
                </c:pt>
                <c:pt idx="3380">
                  <c:v>0.56800565944881887</c:v>
                </c:pt>
                <c:pt idx="3381">
                  <c:v>0.56834399606299213</c:v>
                </c:pt>
                <c:pt idx="3382">
                  <c:v>0.56834399606299213</c:v>
                </c:pt>
                <c:pt idx="3383">
                  <c:v>0.56868233267716539</c:v>
                </c:pt>
                <c:pt idx="3384">
                  <c:v>0.56868233267716539</c:v>
                </c:pt>
                <c:pt idx="3385">
                  <c:v>0.56902066929133854</c:v>
                </c:pt>
                <c:pt idx="3386">
                  <c:v>0.56902066929133854</c:v>
                </c:pt>
                <c:pt idx="3387">
                  <c:v>0.56935900590551181</c:v>
                </c:pt>
                <c:pt idx="3388">
                  <c:v>0.56935900590551181</c:v>
                </c:pt>
                <c:pt idx="3389">
                  <c:v>0.56969734251968507</c:v>
                </c:pt>
                <c:pt idx="3390">
                  <c:v>0.56969734251968507</c:v>
                </c:pt>
                <c:pt idx="3391">
                  <c:v>0.57000492125984248</c:v>
                </c:pt>
                <c:pt idx="3392">
                  <c:v>0.57000492125984248</c:v>
                </c:pt>
                <c:pt idx="3393">
                  <c:v>0.57034325787401574</c:v>
                </c:pt>
                <c:pt idx="3394">
                  <c:v>0.57034325787401574</c:v>
                </c:pt>
                <c:pt idx="3395">
                  <c:v>0.570681594488189</c:v>
                </c:pt>
                <c:pt idx="3396">
                  <c:v>0.570681594488189</c:v>
                </c:pt>
                <c:pt idx="3397">
                  <c:v>0.57101993110236215</c:v>
                </c:pt>
                <c:pt idx="3398">
                  <c:v>0.57101993110236215</c:v>
                </c:pt>
                <c:pt idx="3399">
                  <c:v>0.57135826771653542</c:v>
                </c:pt>
                <c:pt idx="3400">
                  <c:v>0.57135826771653542</c:v>
                </c:pt>
                <c:pt idx="3401">
                  <c:v>0.57169660433070868</c:v>
                </c:pt>
                <c:pt idx="3402">
                  <c:v>0.57169660433070868</c:v>
                </c:pt>
                <c:pt idx="3403">
                  <c:v>0.57203494094488194</c:v>
                </c:pt>
                <c:pt idx="3404">
                  <c:v>0.57203494094488194</c:v>
                </c:pt>
                <c:pt idx="3405">
                  <c:v>0.57237327755905509</c:v>
                </c:pt>
                <c:pt idx="3406">
                  <c:v>0.57237327755905509</c:v>
                </c:pt>
                <c:pt idx="3407">
                  <c:v>0.57271161417322836</c:v>
                </c:pt>
                <c:pt idx="3408">
                  <c:v>0.57271161417322836</c:v>
                </c:pt>
                <c:pt idx="3409">
                  <c:v>0.57304995078740162</c:v>
                </c:pt>
                <c:pt idx="3410">
                  <c:v>0.57304995078740162</c:v>
                </c:pt>
                <c:pt idx="3411">
                  <c:v>0.57338828740157477</c:v>
                </c:pt>
                <c:pt idx="3412">
                  <c:v>0.57338828740157477</c:v>
                </c:pt>
                <c:pt idx="3413">
                  <c:v>0.57372662401574803</c:v>
                </c:pt>
                <c:pt idx="3414">
                  <c:v>0.57372662401574803</c:v>
                </c:pt>
                <c:pt idx="3415">
                  <c:v>0.57406496062992129</c:v>
                </c:pt>
                <c:pt idx="3416">
                  <c:v>0.57406496062992129</c:v>
                </c:pt>
                <c:pt idx="3417">
                  <c:v>0.57440329724409445</c:v>
                </c:pt>
                <c:pt idx="3418">
                  <c:v>0.57440329724409445</c:v>
                </c:pt>
                <c:pt idx="3419">
                  <c:v>0.57474163385826771</c:v>
                </c:pt>
                <c:pt idx="3420">
                  <c:v>0.57474163385826771</c:v>
                </c:pt>
                <c:pt idx="3421">
                  <c:v>0.57504921259842523</c:v>
                </c:pt>
                <c:pt idx="3422">
                  <c:v>0.57504921259842523</c:v>
                </c:pt>
                <c:pt idx="3423">
                  <c:v>0.57538754921259838</c:v>
                </c:pt>
                <c:pt idx="3424">
                  <c:v>0.57538754921259838</c:v>
                </c:pt>
                <c:pt idx="3425">
                  <c:v>0.57572588582677164</c:v>
                </c:pt>
                <c:pt idx="3426">
                  <c:v>0.57572588582677164</c:v>
                </c:pt>
                <c:pt idx="3427">
                  <c:v>0.57606422244094491</c:v>
                </c:pt>
                <c:pt idx="3428">
                  <c:v>0.57606422244094491</c:v>
                </c:pt>
                <c:pt idx="3429">
                  <c:v>0.57640255905511806</c:v>
                </c:pt>
                <c:pt idx="3430">
                  <c:v>0.57640255905511806</c:v>
                </c:pt>
                <c:pt idx="3431">
                  <c:v>0.57674089566929132</c:v>
                </c:pt>
                <c:pt idx="3432">
                  <c:v>0.57674089566929132</c:v>
                </c:pt>
                <c:pt idx="3433">
                  <c:v>0.57707923228346458</c:v>
                </c:pt>
                <c:pt idx="3434">
                  <c:v>0.57707923228346458</c:v>
                </c:pt>
                <c:pt idx="3435">
                  <c:v>0.57741756889763785</c:v>
                </c:pt>
                <c:pt idx="3436">
                  <c:v>0.57741756889763785</c:v>
                </c:pt>
                <c:pt idx="3437">
                  <c:v>0.577755905511811</c:v>
                </c:pt>
                <c:pt idx="3438">
                  <c:v>0.577755905511811</c:v>
                </c:pt>
                <c:pt idx="3439">
                  <c:v>0.57809424212598426</c:v>
                </c:pt>
                <c:pt idx="3440">
                  <c:v>0.57809424212598426</c:v>
                </c:pt>
                <c:pt idx="3441">
                  <c:v>0.57843257874015752</c:v>
                </c:pt>
                <c:pt idx="3442">
                  <c:v>0.57843257874015752</c:v>
                </c:pt>
                <c:pt idx="3443">
                  <c:v>0.57877091535433067</c:v>
                </c:pt>
                <c:pt idx="3444">
                  <c:v>0.57877091535433067</c:v>
                </c:pt>
                <c:pt idx="3445">
                  <c:v>0.57910925196850394</c:v>
                </c:pt>
                <c:pt idx="3446">
                  <c:v>0.57910925196850394</c:v>
                </c:pt>
                <c:pt idx="3447">
                  <c:v>0.5794475885826772</c:v>
                </c:pt>
                <c:pt idx="3448">
                  <c:v>0.5794475885826772</c:v>
                </c:pt>
                <c:pt idx="3449">
                  <c:v>0.57978592519685035</c:v>
                </c:pt>
                <c:pt idx="3450">
                  <c:v>0.57978592519685035</c:v>
                </c:pt>
                <c:pt idx="3451">
                  <c:v>0.58009350393700787</c:v>
                </c:pt>
                <c:pt idx="3452">
                  <c:v>0.58009350393700787</c:v>
                </c:pt>
                <c:pt idx="3453">
                  <c:v>0.58043184055118113</c:v>
                </c:pt>
                <c:pt idx="3454">
                  <c:v>0.58043184055118113</c:v>
                </c:pt>
                <c:pt idx="3455">
                  <c:v>0.58077017716535428</c:v>
                </c:pt>
                <c:pt idx="3456">
                  <c:v>0.58077017716535428</c:v>
                </c:pt>
                <c:pt idx="3457">
                  <c:v>0.58110851377952755</c:v>
                </c:pt>
                <c:pt idx="3458">
                  <c:v>0.58110851377952755</c:v>
                </c:pt>
                <c:pt idx="3459">
                  <c:v>0.58144685039370081</c:v>
                </c:pt>
                <c:pt idx="3460">
                  <c:v>0.58144685039370081</c:v>
                </c:pt>
                <c:pt idx="3461">
                  <c:v>0.58178518700787396</c:v>
                </c:pt>
                <c:pt idx="3462">
                  <c:v>0.58178518700787396</c:v>
                </c:pt>
                <c:pt idx="3463">
                  <c:v>0.58212352362204722</c:v>
                </c:pt>
                <c:pt idx="3464">
                  <c:v>0.58212352362204722</c:v>
                </c:pt>
                <c:pt idx="3465">
                  <c:v>0.58246186023622049</c:v>
                </c:pt>
                <c:pt idx="3466">
                  <c:v>0.58246186023622049</c:v>
                </c:pt>
                <c:pt idx="3467">
                  <c:v>0.58280019685039375</c:v>
                </c:pt>
                <c:pt idx="3468">
                  <c:v>0.58280019685039375</c:v>
                </c:pt>
                <c:pt idx="3469">
                  <c:v>0.5831385334645669</c:v>
                </c:pt>
                <c:pt idx="3470">
                  <c:v>0.5831385334645669</c:v>
                </c:pt>
                <c:pt idx="3471">
                  <c:v>0.58347687007874016</c:v>
                </c:pt>
                <c:pt idx="3472">
                  <c:v>0.58347687007874016</c:v>
                </c:pt>
                <c:pt idx="3473">
                  <c:v>0.58381520669291342</c:v>
                </c:pt>
                <c:pt idx="3474">
                  <c:v>0.58381520669291342</c:v>
                </c:pt>
                <c:pt idx="3475">
                  <c:v>0.58415354330708658</c:v>
                </c:pt>
                <c:pt idx="3476">
                  <c:v>0.58415354330708658</c:v>
                </c:pt>
                <c:pt idx="3477">
                  <c:v>0.58449187992125984</c:v>
                </c:pt>
                <c:pt idx="3478">
                  <c:v>0.58449187992125984</c:v>
                </c:pt>
                <c:pt idx="3479">
                  <c:v>0.5848302165354331</c:v>
                </c:pt>
                <c:pt idx="3480">
                  <c:v>0.5848302165354331</c:v>
                </c:pt>
                <c:pt idx="3481">
                  <c:v>0.58513779527559051</c:v>
                </c:pt>
                <c:pt idx="3482">
                  <c:v>0.58513779527559051</c:v>
                </c:pt>
                <c:pt idx="3483">
                  <c:v>0.58547613188976377</c:v>
                </c:pt>
                <c:pt idx="3484">
                  <c:v>0.58547613188976377</c:v>
                </c:pt>
                <c:pt idx="3485">
                  <c:v>0.58581446850393704</c:v>
                </c:pt>
                <c:pt idx="3486">
                  <c:v>0.58581446850393704</c:v>
                </c:pt>
                <c:pt idx="3487">
                  <c:v>0.58615280511811019</c:v>
                </c:pt>
                <c:pt idx="3488">
                  <c:v>0.58615280511811019</c:v>
                </c:pt>
                <c:pt idx="3489">
                  <c:v>0.58649114173228345</c:v>
                </c:pt>
                <c:pt idx="3490">
                  <c:v>0.58649114173228345</c:v>
                </c:pt>
                <c:pt idx="3491">
                  <c:v>0.58682947834645671</c:v>
                </c:pt>
                <c:pt idx="3492">
                  <c:v>0.58682947834645671</c:v>
                </c:pt>
                <c:pt idx="3493">
                  <c:v>0.58716781496062997</c:v>
                </c:pt>
                <c:pt idx="3494">
                  <c:v>0.58716781496062997</c:v>
                </c:pt>
                <c:pt idx="3495">
                  <c:v>0.58750615157480313</c:v>
                </c:pt>
                <c:pt idx="3496">
                  <c:v>0.58750615157480313</c:v>
                </c:pt>
                <c:pt idx="3497">
                  <c:v>0.58784448818897639</c:v>
                </c:pt>
                <c:pt idx="3498">
                  <c:v>0.58784448818897639</c:v>
                </c:pt>
                <c:pt idx="3499">
                  <c:v>0.58818282480314965</c:v>
                </c:pt>
                <c:pt idx="3500">
                  <c:v>0.58818282480314965</c:v>
                </c:pt>
                <c:pt idx="3501">
                  <c:v>0.5885211614173228</c:v>
                </c:pt>
                <c:pt idx="3502">
                  <c:v>0.5885211614173228</c:v>
                </c:pt>
                <c:pt idx="3503">
                  <c:v>0.58885949803149606</c:v>
                </c:pt>
                <c:pt idx="3504">
                  <c:v>0.58885949803149606</c:v>
                </c:pt>
                <c:pt idx="3505">
                  <c:v>0.58919783464566933</c:v>
                </c:pt>
                <c:pt idx="3506">
                  <c:v>0.58919783464566933</c:v>
                </c:pt>
                <c:pt idx="3507">
                  <c:v>0.58953617125984248</c:v>
                </c:pt>
                <c:pt idx="3508">
                  <c:v>0.58953617125984248</c:v>
                </c:pt>
                <c:pt idx="3509">
                  <c:v>0.58987450787401574</c:v>
                </c:pt>
                <c:pt idx="3510">
                  <c:v>0.58987450787401574</c:v>
                </c:pt>
                <c:pt idx="3511">
                  <c:v>0.59018208661417326</c:v>
                </c:pt>
                <c:pt idx="3512">
                  <c:v>0.59018208661417326</c:v>
                </c:pt>
                <c:pt idx="3513">
                  <c:v>0.59052042322834641</c:v>
                </c:pt>
                <c:pt idx="3514">
                  <c:v>0.59052042322834641</c:v>
                </c:pt>
                <c:pt idx="3515">
                  <c:v>0.59085875984251968</c:v>
                </c:pt>
                <c:pt idx="3516">
                  <c:v>0.59085875984251968</c:v>
                </c:pt>
                <c:pt idx="3517">
                  <c:v>0.59119709645669294</c:v>
                </c:pt>
                <c:pt idx="3518">
                  <c:v>0.59119709645669294</c:v>
                </c:pt>
                <c:pt idx="3519">
                  <c:v>0.59153543307086609</c:v>
                </c:pt>
                <c:pt idx="3520">
                  <c:v>0.59153543307086609</c:v>
                </c:pt>
                <c:pt idx="3521">
                  <c:v>0.59187376968503935</c:v>
                </c:pt>
                <c:pt idx="3522">
                  <c:v>0.59187376968503935</c:v>
                </c:pt>
                <c:pt idx="3523">
                  <c:v>0.59221210629921262</c:v>
                </c:pt>
                <c:pt idx="3524">
                  <c:v>0.59221210629921262</c:v>
                </c:pt>
                <c:pt idx="3525">
                  <c:v>0.59255044291338588</c:v>
                </c:pt>
                <c:pt idx="3526">
                  <c:v>0.59255044291338588</c:v>
                </c:pt>
                <c:pt idx="3527">
                  <c:v>0.59288877952755903</c:v>
                </c:pt>
                <c:pt idx="3528">
                  <c:v>0.59288877952755903</c:v>
                </c:pt>
                <c:pt idx="3529">
                  <c:v>0.59322711614173229</c:v>
                </c:pt>
                <c:pt idx="3530">
                  <c:v>0.59322711614173229</c:v>
                </c:pt>
                <c:pt idx="3531">
                  <c:v>0.59356545275590555</c:v>
                </c:pt>
                <c:pt idx="3532">
                  <c:v>0.59356545275590555</c:v>
                </c:pt>
                <c:pt idx="3533">
                  <c:v>0.59390378937007871</c:v>
                </c:pt>
                <c:pt idx="3534">
                  <c:v>0.59390378937007871</c:v>
                </c:pt>
                <c:pt idx="3535">
                  <c:v>0.59424212598425197</c:v>
                </c:pt>
                <c:pt idx="3536">
                  <c:v>0.59424212598425197</c:v>
                </c:pt>
                <c:pt idx="3537">
                  <c:v>0.59458046259842523</c:v>
                </c:pt>
                <c:pt idx="3538">
                  <c:v>0.59458046259842523</c:v>
                </c:pt>
                <c:pt idx="3539">
                  <c:v>0.59491879921259838</c:v>
                </c:pt>
                <c:pt idx="3540">
                  <c:v>0.59491879921259838</c:v>
                </c:pt>
                <c:pt idx="3541">
                  <c:v>0.59525713582677164</c:v>
                </c:pt>
                <c:pt idx="3542">
                  <c:v>0.59525713582677164</c:v>
                </c:pt>
                <c:pt idx="3543">
                  <c:v>0.59556471456692917</c:v>
                </c:pt>
                <c:pt idx="3544">
                  <c:v>0.59556471456692917</c:v>
                </c:pt>
                <c:pt idx="3545">
                  <c:v>0.59590305118110232</c:v>
                </c:pt>
                <c:pt idx="3546">
                  <c:v>0.59590305118110232</c:v>
                </c:pt>
                <c:pt idx="3547">
                  <c:v>0.59624138779527558</c:v>
                </c:pt>
                <c:pt idx="3548">
                  <c:v>0.59624138779527558</c:v>
                </c:pt>
                <c:pt idx="3549">
                  <c:v>0.59657972440944884</c:v>
                </c:pt>
                <c:pt idx="3550">
                  <c:v>0.59657972440944884</c:v>
                </c:pt>
                <c:pt idx="3551">
                  <c:v>0.59691806102362199</c:v>
                </c:pt>
                <c:pt idx="3552">
                  <c:v>0.59691806102362199</c:v>
                </c:pt>
                <c:pt idx="3553">
                  <c:v>0.59725639763779526</c:v>
                </c:pt>
                <c:pt idx="3554">
                  <c:v>0.59725639763779526</c:v>
                </c:pt>
                <c:pt idx="3555">
                  <c:v>0.59759473425196852</c:v>
                </c:pt>
                <c:pt idx="3556">
                  <c:v>0.59759473425196852</c:v>
                </c:pt>
                <c:pt idx="3557">
                  <c:v>0.59793307086614178</c:v>
                </c:pt>
                <c:pt idx="3558">
                  <c:v>0.59793307086614178</c:v>
                </c:pt>
                <c:pt idx="3559">
                  <c:v>0.59827140748031493</c:v>
                </c:pt>
                <c:pt idx="3560">
                  <c:v>0.59827140748031493</c:v>
                </c:pt>
                <c:pt idx="3561">
                  <c:v>0.59860974409448819</c:v>
                </c:pt>
                <c:pt idx="3562">
                  <c:v>0.59860974409448819</c:v>
                </c:pt>
                <c:pt idx="3563">
                  <c:v>0.59894808070866146</c:v>
                </c:pt>
                <c:pt idx="3564">
                  <c:v>0.59894808070866146</c:v>
                </c:pt>
                <c:pt idx="3565">
                  <c:v>0.59928641732283461</c:v>
                </c:pt>
                <c:pt idx="3566">
                  <c:v>0.59928641732283461</c:v>
                </c:pt>
                <c:pt idx="3567">
                  <c:v>0.59962475393700787</c:v>
                </c:pt>
                <c:pt idx="3568">
                  <c:v>0.59962475393700787</c:v>
                </c:pt>
                <c:pt idx="3569">
                  <c:v>0.59996309055118113</c:v>
                </c:pt>
                <c:pt idx="3570">
                  <c:v>0.59996309055118113</c:v>
                </c:pt>
                <c:pt idx="3571">
                  <c:v>0.60030142716535428</c:v>
                </c:pt>
                <c:pt idx="3572">
                  <c:v>0.60030142716535428</c:v>
                </c:pt>
                <c:pt idx="3573">
                  <c:v>0.60060900590551181</c:v>
                </c:pt>
                <c:pt idx="3574">
                  <c:v>0.60060900590551181</c:v>
                </c:pt>
                <c:pt idx="3575">
                  <c:v>0.60094734251968507</c:v>
                </c:pt>
                <c:pt idx="3576">
                  <c:v>0.60094734251968507</c:v>
                </c:pt>
                <c:pt idx="3577">
                  <c:v>0.60128567913385822</c:v>
                </c:pt>
                <c:pt idx="3578">
                  <c:v>0.60128567913385822</c:v>
                </c:pt>
                <c:pt idx="3579">
                  <c:v>0.60162401574803148</c:v>
                </c:pt>
                <c:pt idx="3580">
                  <c:v>0.60162401574803148</c:v>
                </c:pt>
                <c:pt idx="3581">
                  <c:v>0.60196235236220474</c:v>
                </c:pt>
                <c:pt idx="3582">
                  <c:v>0.60196235236220474</c:v>
                </c:pt>
                <c:pt idx="3583">
                  <c:v>0.60230068897637801</c:v>
                </c:pt>
                <c:pt idx="3584">
                  <c:v>0.60230068897637801</c:v>
                </c:pt>
                <c:pt idx="3585">
                  <c:v>0.60263902559055116</c:v>
                </c:pt>
                <c:pt idx="3586">
                  <c:v>0.60263902559055116</c:v>
                </c:pt>
                <c:pt idx="3587">
                  <c:v>0.60297736220472442</c:v>
                </c:pt>
                <c:pt idx="3588">
                  <c:v>0.60297736220472442</c:v>
                </c:pt>
                <c:pt idx="3589">
                  <c:v>0.60331569881889768</c:v>
                </c:pt>
                <c:pt idx="3590">
                  <c:v>0.60331569881889768</c:v>
                </c:pt>
                <c:pt idx="3591">
                  <c:v>0.60365403543307083</c:v>
                </c:pt>
                <c:pt idx="3592">
                  <c:v>0.60365403543307083</c:v>
                </c:pt>
                <c:pt idx="3593">
                  <c:v>0.6039923720472441</c:v>
                </c:pt>
                <c:pt idx="3594">
                  <c:v>0.6039923720472441</c:v>
                </c:pt>
                <c:pt idx="3595">
                  <c:v>0.60433070866141736</c:v>
                </c:pt>
                <c:pt idx="3596">
                  <c:v>0.60433070866141736</c:v>
                </c:pt>
                <c:pt idx="3597">
                  <c:v>0.60466904527559051</c:v>
                </c:pt>
                <c:pt idx="3598">
                  <c:v>0.60466904527559051</c:v>
                </c:pt>
                <c:pt idx="3599">
                  <c:v>0.60500738188976377</c:v>
                </c:pt>
                <c:pt idx="3600">
                  <c:v>0.60500738188976377</c:v>
                </c:pt>
                <c:pt idx="3601">
                  <c:v>0.60534571850393704</c:v>
                </c:pt>
                <c:pt idx="3602">
                  <c:v>0.60534571850393704</c:v>
                </c:pt>
                <c:pt idx="3603">
                  <c:v>0.60565329724409445</c:v>
                </c:pt>
                <c:pt idx="3604">
                  <c:v>0.60565329724409445</c:v>
                </c:pt>
                <c:pt idx="3605">
                  <c:v>0.60599163385826771</c:v>
                </c:pt>
                <c:pt idx="3606">
                  <c:v>0.60599163385826771</c:v>
                </c:pt>
                <c:pt idx="3607">
                  <c:v>0.60632997047244097</c:v>
                </c:pt>
                <c:pt idx="3608">
                  <c:v>0.60632997047244097</c:v>
                </c:pt>
                <c:pt idx="3609">
                  <c:v>0.60666830708661412</c:v>
                </c:pt>
                <c:pt idx="3610">
                  <c:v>0.60666830708661412</c:v>
                </c:pt>
                <c:pt idx="3611">
                  <c:v>0.60700664370078738</c:v>
                </c:pt>
                <c:pt idx="3612">
                  <c:v>0.60700664370078738</c:v>
                </c:pt>
                <c:pt idx="3613">
                  <c:v>0.60734498031496065</c:v>
                </c:pt>
                <c:pt idx="3614">
                  <c:v>0.60734498031496065</c:v>
                </c:pt>
                <c:pt idx="3615">
                  <c:v>0.60768331692913391</c:v>
                </c:pt>
                <c:pt idx="3616">
                  <c:v>0.60768331692913391</c:v>
                </c:pt>
                <c:pt idx="3617">
                  <c:v>0.60802165354330706</c:v>
                </c:pt>
                <c:pt idx="3618">
                  <c:v>0.60802165354330706</c:v>
                </c:pt>
                <c:pt idx="3619">
                  <c:v>0.60835999015748032</c:v>
                </c:pt>
                <c:pt idx="3620">
                  <c:v>0.60835999015748032</c:v>
                </c:pt>
                <c:pt idx="3621">
                  <c:v>0.60869832677165359</c:v>
                </c:pt>
                <c:pt idx="3622">
                  <c:v>0.60869832677165359</c:v>
                </c:pt>
                <c:pt idx="3623">
                  <c:v>0.60903666338582674</c:v>
                </c:pt>
                <c:pt idx="3624">
                  <c:v>0.60903666338582674</c:v>
                </c:pt>
                <c:pt idx="3625">
                  <c:v>0.609375</c:v>
                </c:pt>
                <c:pt idx="3626">
                  <c:v>0.609375</c:v>
                </c:pt>
                <c:pt idx="3627">
                  <c:v>0.60971333661417326</c:v>
                </c:pt>
                <c:pt idx="3628">
                  <c:v>0.60971333661417326</c:v>
                </c:pt>
                <c:pt idx="3629">
                  <c:v>0.61005167322834641</c:v>
                </c:pt>
                <c:pt idx="3630">
                  <c:v>0.61005167322834641</c:v>
                </c:pt>
                <c:pt idx="3631">
                  <c:v>0.61039000984251968</c:v>
                </c:pt>
                <c:pt idx="3632">
                  <c:v>0.61039000984251968</c:v>
                </c:pt>
                <c:pt idx="3633">
                  <c:v>0.6106975885826772</c:v>
                </c:pt>
                <c:pt idx="3634">
                  <c:v>0.6106975885826772</c:v>
                </c:pt>
                <c:pt idx="3635">
                  <c:v>0.61103592519685035</c:v>
                </c:pt>
                <c:pt idx="3636">
                  <c:v>0.61103592519685035</c:v>
                </c:pt>
                <c:pt idx="3637">
                  <c:v>0.61137426181102361</c:v>
                </c:pt>
                <c:pt idx="3638">
                  <c:v>0.61137426181102361</c:v>
                </c:pt>
                <c:pt idx="3639">
                  <c:v>0.61171259842519687</c:v>
                </c:pt>
                <c:pt idx="3640">
                  <c:v>0.61171259842519687</c:v>
                </c:pt>
                <c:pt idx="3641">
                  <c:v>0.61205093503937003</c:v>
                </c:pt>
                <c:pt idx="3642">
                  <c:v>0.61205093503937003</c:v>
                </c:pt>
                <c:pt idx="3643">
                  <c:v>0.61238927165354329</c:v>
                </c:pt>
                <c:pt idx="3644">
                  <c:v>0.61238927165354329</c:v>
                </c:pt>
                <c:pt idx="3645">
                  <c:v>0.61272760826771655</c:v>
                </c:pt>
                <c:pt idx="3646">
                  <c:v>0.61272760826771655</c:v>
                </c:pt>
                <c:pt idx="3647">
                  <c:v>0.61306594488188981</c:v>
                </c:pt>
                <c:pt idx="3648">
                  <c:v>0.61306594488188981</c:v>
                </c:pt>
                <c:pt idx="3649">
                  <c:v>0.61340428149606296</c:v>
                </c:pt>
                <c:pt idx="3650">
                  <c:v>0.61340428149606296</c:v>
                </c:pt>
                <c:pt idx="3651">
                  <c:v>0.61374261811023623</c:v>
                </c:pt>
                <c:pt idx="3652">
                  <c:v>0.61374261811023623</c:v>
                </c:pt>
                <c:pt idx="3653">
                  <c:v>0.61408095472440949</c:v>
                </c:pt>
                <c:pt idx="3654">
                  <c:v>0.61408095472440949</c:v>
                </c:pt>
                <c:pt idx="3655">
                  <c:v>0.61441929133858264</c:v>
                </c:pt>
                <c:pt idx="3656">
                  <c:v>0.61441929133858264</c:v>
                </c:pt>
                <c:pt idx="3657">
                  <c:v>0.6147576279527559</c:v>
                </c:pt>
                <c:pt idx="3658">
                  <c:v>0.6147576279527559</c:v>
                </c:pt>
                <c:pt idx="3659">
                  <c:v>0.61509596456692917</c:v>
                </c:pt>
                <c:pt idx="3660">
                  <c:v>0.61509596456692917</c:v>
                </c:pt>
                <c:pt idx="3661">
                  <c:v>0.61543430118110232</c:v>
                </c:pt>
                <c:pt idx="3662">
                  <c:v>0.61543430118110232</c:v>
                </c:pt>
                <c:pt idx="3663">
                  <c:v>0.61574187992125984</c:v>
                </c:pt>
                <c:pt idx="3664">
                  <c:v>0.61574187992125984</c:v>
                </c:pt>
                <c:pt idx="3665">
                  <c:v>0.6160802165354331</c:v>
                </c:pt>
                <c:pt idx="3666">
                  <c:v>0.6160802165354331</c:v>
                </c:pt>
                <c:pt idx="3667">
                  <c:v>0.61641855314960625</c:v>
                </c:pt>
                <c:pt idx="3668">
                  <c:v>0.61641855314960625</c:v>
                </c:pt>
                <c:pt idx="3669">
                  <c:v>0.61675688976377951</c:v>
                </c:pt>
                <c:pt idx="3670">
                  <c:v>0.61675688976377951</c:v>
                </c:pt>
                <c:pt idx="3671">
                  <c:v>0.61709522637795278</c:v>
                </c:pt>
                <c:pt idx="3672">
                  <c:v>0.61709522637795278</c:v>
                </c:pt>
                <c:pt idx="3673">
                  <c:v>0.61743356299212604</c:v>
                </c:pt>
                <c:pt idx="3674">
                  <c:v>0.61743356299212604</c:v>
                </c:pt>
                <c:pt idx="3675">
                  <c:v>0.61777189960629919</c:v>
                </c:pt>
                <c:pt idx="3676">
                  <c:v>0.61777189960629919</c:v>
                </c:pt>
                <c:pt idx="3677">
                  <c:v>0.61811023622047245</c:v>
                </c:pt>
                <c:pt idx="3678">
                  <c:v>0.61811023622047245</c:v>
                </c:pt>
                <c:pt idx="3679">
                  <c:v>0.61844857283464572</c:v>
                </c:pt>
                <c:pt idx="3680">
                  <c:v>0.61844857283464572</c:v>
                </c:pt>
                <c:pt idx="3681">
                  <c:v>0.61878690944881887</c:v>
                </c:pt>
                <c:pt idx="3682">
                  <c:v>0.61878690944881887</c:v>
                </c:pt>
                <c:pt idx="3683">
                  <c:v>0.61912524606299213</c:v>
                </c:pt>
                <c:pt idx="3684">
                  <c:v>0.61912524606299213</c:v>
                </c:pt>
                <c:pt idx="3685">
                  <c:v>0.61946358267716539</c:v>
                </c:pt>
                <c:pt idx="3686">
                  <c:v>0.61946358267716539</c:v>
                </c:pt>
                <c:pt idx="3687">
                  <c:v>0.61980191929133854</c:v>
                </c:pt>
                <c:pt idx="3688">
                  <c:v>0.61980191929133854</c:v>
                </c:pt>
                <c:pt idx="3689">
                  <c:v>0.62014025590551181</c:v>
                </c:pt>
                <c:pt idx="3690">
                  <c:v>0.62014025590551181</c:v>
                </c:pt>
                <c:pt idx="3691">
                  <c:v>0.62047859251968507</c:v>
                </c:pt>
                <c:pt idx="3692">
                  <c:v>0.62047859251968507</c:v>
                </c:pt>
                <c:pt idx="3693">
                  <c:v>0.62078617125984248</c:v>
                </c:pt>
                <c:pt idx="3694">
                  <c:v>0.62078617125984248</c:v>
                </c:pt>
                <c:pt idx="3695">
                  <c:v>0.62112450787401574</c:v>
                </c:pt>
                <c:pt idx="3696">
                  <c:v>0.62112450787401574</c:v>
                </c:pt>
                <c:pt idx="3697">
                  <c:v>0.621462844488189</c:v>
                </c:pt>
                <c:pt idx="3698">
                  <c:v>0.621462844488189</c:v>
                </c:pt>
                <c:pt idx="3699">
                  <c:v>0.62180118110236215</c:v>
                </c:pt>
                <c:pt idx="3700">
                  <c:v>0.62180118110236215</c:v>
                </c:pt>
                <c:pt idx="3701">
                  <c:v>0.62213951771653542</c:v>
                </c:pt>
                <c:pt idx="3702">
                  <c:v>0.62213951771653542</c:v>
                </c:pt>
                <c:pt idx="3703">
                  <c:v>0.62247785433070868</c:v>
                </c:pt>
                <c:pt idx="3704">
                  <c:v>0.62247785433070868</c:v>
                </c:pt>
                <c:pt idx="3705">
                  <c:v>0.62281619094488194</c:v>
                </c:pt>
                <c:pt idx="3706">
                  <c:v>0.62281619094488194</c:v>
                </c:pt>
                <c:pt idx="3707">
                  <c:v>0.62315452755905509</c:v>
                </c:pt>
                <c:pt idx="3708">
                  <c:v>0.62315452755905509</c:v>
                </c:pt>
                <c:pt idx="3709">
                  <c:v>0.62349286417322836</c:v>
                </c:pt>
                <c:pt idx="3710">
                  <c:v>0.62349286417322836</c:v>
                </c:pt>
                <c:pt idx="3711">
                  <c:v>0.62383120078740162</c:v>
                </c:pt>
                <c:pt idx="3712">
                  <c:v>0.62383120078740162</c:v>
                </c:pt>
                <c:pt idx="3713">
                  <c:v>0.62416953740157477</c:v>
                </c:pt>
                <c:pt idx="3714">
                  <c:v>0.62416953740157477</c:v>
                </c:pt>
                <c:pt idx="3715">
                  <c:v>0.62450787401574803</c:v>
                </c:pt>
                <c:pt idx="3716">
                  <c:v>0.62450787401574803</c:v>
                </c:pt>
                <c:pt idx="3717">
                  <c:v>0.62484621062992129</c:v>
                </c:pt>
                <c:pt idx="3718">
                  <c:v>0.62484621062992129</c:v>
                </c:pt>
                <c:pt idx="3719">
                  <c:v>0.62518454724409445</c:v>
                </c:pt>
                <c:pt idx="3720">
                  <c:v>0.62518454724409445</c:v>
                </c:pt>
                <c:pt idx="3721">
                  <c:v>0.62552288385826771</c:v>
                </c:pt>
                <c:pt idx="3722">
                  <c:v>0.62552288385826771</c:v>
                </c:pt>
                <c:pt idx="3723">
                  <c:v>0.62583046259842523</c:v>
                </c:pt>
                <c:pt idx="3724">
                  <c:v>0.62583046259842523</c:v>
                </c:pt>
                <c:pt idx="3725">
                  <c:v>0.62616879921259838</c:v>
                </c:pt>
                <c:pt idx="3726">
                  <c:v>0.62616879921259838</c:v>
                </c:pt>
                <c:pt idx="3727">
                  <c:v>0.62650713582677164</c:v>
                </c:pt>
                <c:pt idx="3728">
                  <c:v>0.62650713582677164</c:v>
                </c:pt>
                <c:pt idx="3729">
                  <c:v>0.62684547244094491</c:v>
                </c:pt>
                <c:pt idx="3730">
                  <c:v>0.62684547244094491</c:v>
                </c:pt>
                <c:pt idx="3731">
                  <c:v>0.62718380905511806</c:v>
                </c:pt>
                <c:pt idx="3732">
                  <c:v>0.62718380905511806</c:v>
                </c:pt>
                <c:pt idx="3733">
                  <c:v>0.62752214566929132</c:v>
                </c:pt>
                <c:pt idx="3734">
                  <c:v>0.62752214566929132</c:v>
                </c:pt>
                <c:pt idx="3735">
                  <c:v>0.62786048228346458</c:v>
                </c:pt>
                <c:pt idx="3736">
                  <c:v>0.62786048228346458</c:v>
                </c:pt>
                <c:pt idx="3737">
                  <c:v>0.62819881889763785</c:v>
                </c:pt>
                <c:pt idx="3738">
                  <c:v>0.62819881889763785</c:v>
                </c:pt>
                <c:pt idx="3739">
                  <c:v>0.628537155511811</c:v>
                </c:pt>
                <c:pt idx="3740">
                  <c:v>0.628537155511811</c:v>
                </c:pt>
                <c:pt idx="3741">
                  <c:v>0.62887549212598426</c:v>
                </c:pt>
                <c:pt idx="3742">
                  <c:v>0.62887549212598426</c:v>
                </c:pt>
                <c:pt idx="3743">
                  <c:v>0.62921382874015752</c:v>
                </c:pt>
                <c:pt idx="3744">
                  <c:v>0.62921382874015752</c:v>
                </c:pt>
                <c:pt idx="3745">
                  <c:v>0.62955216535433067</c:v>
                </c:pt>
                <c:pt idx="3746">
                  <c:v>0.62955216535433067</c:v>
                </c:pt>
                <c:pt idx="3747">
                  <c:v>0.62989050196850394</c:v>
                </c:pt>
                <c:pt idx="3748">
                  <c:v>0.62989050196850394</c:v>
                </c:pt>
                <c:pt idx="3749">
                  <c:v>0.6302288385826772</c:v>
                </c:pt>
                <c:pt idx="3750">
                  <c:v>0.6302288385826772</c:v>
                </c:pt>
                <c:pt idx="3751">
                  <c:v>0.63056717519685035</c:v>
                </c:pt>
                <c:pt idx="3752">
                  <c:v>0.63056717519685035</c:v>
                </c:pt>
                <c:pt idx="3753">
                  <c:v>0.63087475393700787</c:v>
                </c:pt>
                <c:pt idx="3754">
                  <c:v>0.63087475393700787</c:v>
                </c:pt>
                <c:pt idx="3755">
                  <c:v>0.63121309055118113</c:v>
                </c:pt>
                <c:pt idx="3756">
                  <c:v>0.63121309055118113</c:v>
                </c:pt>
                <c:pt idx="3757">
                  <c:v>0.63155142716535428</c:v>
                </c:pt>
                <c:pt idx="3758">
                  <c:v>0.63155142716535428</c:v>
                </c:pt>
                <c:pt idx="3759">
                  <c:v>0.63188976377952755</c:v>
                </c:pt>
                <c:pt idx="3760">
                  <c:v>0.63188976377952755</c:v>
                </c:pt>
                <c:pt idx="3761">
                  <c:v>0.63222810039370081</c:v>
                </c:pt>
                <c:pt idx="3762">
                  <c:v>0.63222810039370081</c:v>
                </c:pt>
                <c:pt idx="3763">
                  <c:v>0.63256643700787396</c:v>
                </c:pt>
                <c:pt idx="3764">
                  <c:v>0.63256643700787396</c:v>
                </c:pt>
                <c:pt idx="3765">
                  <c:v>0.63290477362204722</c:v>
                </c:pt>
                <c:pt idx="3766">
                  <c:v>0.63290477362204722</c:v>
                </c:pt>
                <c:pt idx="3767">
                  <c:v>0.63324311023622049</c:v>
                </c:pt>
                <c:pt idx="3768">
                  <c:v>0.63324311023622049</c:v>
                </c:pt>
                <c:pt idx="3769">
                  <c:v>0.63358144685039375</c:v>
                </c:pt>
                <c:pt idx="3770">
                  <c:v>0.63358144685039375</c:v>
                </c:pt>
                <c:pt idx="3771">
                  <c:v>0.6339197834645669</c:v>
                </c:pt>
                <c:pt idx="3772">
                  <c:v>0.6339197834645669</c:v>
                </c:pt>
                <c:pt idx="3773">
                  <c:v>0.63425812007874016</c:v>
                </c:pt>
                <c:pt idx="3774">
                  <c:v>0.63425812007874016</c:v>
                </c:pt>
                <c:pt idx="3775">
                  <c:v>0.63459645669291342</c:v>
                </c:pt>
                <c:pt idx="3776">
                  <c:v>0.63459645669291342</c:v>
                </c:pt>
                <c:pt idx="3777">
                  <c:v>0.63493479330708658</c:v>
                </c:pt>
                <c:pt idx="3778">
                  <c:v>0.63493479330708658</c:v>
                </c:pt>
                <c:pt idx="3779">
                  <c:v>0.63527312992125984</c:v>
                </c:pt>
                <c:pt idx="3780">
                  <c:v>0.63527312992125984</c:v>
                </c:pt>
                <c:pt idx="3781">
                  <c:v>0.6356114665354331</c:v>
                </c:pt>
                <c:pt idx="3782">
                  <c:v>0.6356114665354331</c:v>
                </c:pt>
                <c:pt idx="3783">
                  <c:v>0.63594980314960625</c:v>
                </c:pt>
                <c:pt idx="3784">
                  <c:v>0.63594980314960625</c:v>
                </c:pt>
                <c:pt idx="3785">
                  <c:v>0.63625738188976377</c:v>
                </c:pt>
                <c:pt idx="3786">
                  <c:v>0.63625738188976377</c:v>
                </c:pt>
                <c:pt idx="3787">
                  <c:v>0.63659571850393704</c:v>
                </c:pt>
                <c:pt idx="3788">
                  <c:v>0.63659571850393704</c:v>
                </c:pt>
                <c:pt idx="3789">
                  <c:v>0.63693405511811019</c:v>
                </c:pt>
                <c:pt idx="3790">
                  <c:v>0.63693405511811019</c:v>
                </c:pt>
                <c:pt idx="3791">
                  <c:v>0.63727239173228345</c:v>
                </c:pt>
                <c:pt idx="3792">
                  <c:v>0.63727239173228345</c:v>
                </c:pt>
                <c:pt idx="3793">
                  <c:v>0.63761072834645671</c:v>
                </c:pt>
                <c:pt idx="3794">
                  <c:v>0.63761072834645671</c:v>
                </c:pt>
                <c:pt idx="3795">
                  <c:v>0.63794906496062997</c:v>
                </c:pt>
                <c:pt idx="3796">
                  <c:v>0.63794906496062997</c:v>
                </c:pt>
                <c:pt idx="3797">
                  <c:v>0.63828740157480313</c:v>
                </c:pt>
                <c:pt idx="3798">
                  <c:v>0.63828740157480313</c:v>
                </c:pt>
                <c:pt idx="3799">
                  <c:v>0.63862573818897639</c:v>
                </c:pt>
                <c:pt idx="3800">
                  <c:v>0.63862573818897639</c:v>
                </c:pt>
                <c:pt idx="3801">
                  <c:v>0.63896407480314965</c:v>
                </c:pt>
                <c:pt idx="3802">
                  <c:v>0.63896407480314965</c:v>
                </c:pt>
                <c:pt idx="3803">
                  <c:v>0.6393024114173228</c:v>
                </c:pt>
                <c:pt idx="3804">
                  <c:v>0.6393024114173228</c:v>
                </c:pt>
                <c:pt idx="3805">
                  <c:v>0.63964074803149606</c:v>
                </c:pt>
                <c:pt idx="3806">
                  <c:v>0.63964074803149606</c:v>
                </c:pt>
                <c:pt idx="3807">
                  <c:v>0.63997908464566933</c:v>
                </c:pt>
                <c:pt idx="3808">
                  <c:v>0.63997908464566933</c:v>
                </c:pt>
                <c:pt idx="3809">
                  <c:v>0.64031742125984248</c:v>
                </c:pt>
                <c:pt idx="3810">
                  <c:v>0.64031742125984248</c:v>
                </c:pt>
                <c:pt idx="3811">
                  <c:v>0.64065575787401574</c:v>
                </c:pt>
                <c:pt idx="3812">
                  <c:v>0.64065575787401574</c:v>
                </c:pt>
                <c:pt idx="3813">
                  <c:v>0.640994094488189</c:v>
                </c:pt>
                <c:pt idx="3814">
                  <c:v>0.640994094488189</c:v>
                </c:pt>
                <c:pt idx="3815">
                  <c:v>0.64130167322834641</c:v>
                </c:pt>
                <c:pt idx="3816">
                  <c:v>0.64130167322834641</c:v>
                </c:pt>
                <c:pt idx="3817">
                  <c:v>0.64164000984251968</c:v>
                </c:pt>
                <c:pt idx="3818">
                  <c:v>0.64164000984251968</c:v>
                </c:pt>
                <c:pt idx="3819">
                  <c:v>0.64197834645669294</c:v>
                </c:pt>
                <c:pt idx="3820">
                  <c:v>0.64197834645669294</c:v>
                </c:pt>
                <c:pt idx="3821">
                  <c:v>0.64231668307086609</c:v>
                </c:pt>
                <c:pt idx="3822">
                  <c:v>0.64231668307086609</c:v>
                </c:pt>
                <c:pt idx="3823">
                  <c:v>0.64265501968503935</c:v>
                </c:pt>
                <c:pt idx="3824">
                  <c:v>0.64265501968503935</c:v>
                </c:pt>
                <c:pt idx="3825">
                  <c:v>0.64299335629921262</c:v>
                </c:pt>
                <c:pt idx="3826">
                  <c:v>0.64299335629921262</c:v>
                </c:pt>
                <c:pt idx="3827">
                  <c:v>0.64333169291338588</c:v>
                </c:pt>
                <c:pt idx="3828">
                  <c:v>0.64333169291338588</c:v>
                </c:pt>
                <c:pt idx="3829">
                  <c:v>0.64367002952755903</c:v>
                </c:pt>
                <c:pt idx="3830">
                  <c:v>0.64367002952755903</c:v>
                </c:pt>
                <c:pt idx="3831">
                  <c:v>0.64400836614173229</c:v>
                </c:pt>
                <c:pt idx="3832">
                  <c:v>0.64400836614173229</c:v>
                </c:pt>
                <c:pt idx="3833">
                  <c:v>0.64434670275590555</c:v>
                </c:pt>
                <c:pt idx="3834">
                  <c:v>0.64434670275590555</c:v>
                </c:pt>
                <c:pt idx="3835">
                  <c:v>0.64468503937007871</c:v>
                </c:pt>
                <c:pt idx="3836">
                  <c:v>0.64468503937007871</c:v>
                </c:pt>
                <c:pt idx="3837">
                  <c:v>0.64502337598425197</c:v>
                </c:pt>
                <c:pt idx="3838">
                  <c:v>0.64502337598425197</c:v>
                </c:pt>
                <c:pt idx="3839">
                  <c:v>0.64536171259842523</c:v>
                </c:pt>
                <c:pt idx="3840">
                  <c:v>0.64536171259842523</c:v>
                </c:pt>
                <c:pt idx="3841">
                  <c:v>0.64570004921259838</c:v>
                </c:pt>
                <c:pt idx="3842">
                  <c:v>0.64570004921259838</c:v>
                </c:pt>
                <c:pt idx="3843">
                  <c:v>0.64603838582677164</c:v>
                </c:pt>
                <c:pt idx="3844">
                  <c:v>0.64603838582677164</c:v>
                </c:pt>
                <c:pt idx="3845">
                  <c:v>0.64634596456692917</c:v>
                </c:pt>
                <c:pt idx="3846">
                  <c:v>0.64634596456692917</c:v>
                </c:pt>
                <c:pt idx="3847">
                  <c:v>0.64668430118110232</c:v>
                </c:pt>
                <c:pt idx="3848">
                  <c:v>0.64668430118110232</c:v>
                </c:pt>
                <c:pt idx="3849">
                  <c:v>0.64702263779527558</c:v>
                </c:pt>
                <c:pt idx="3850">
                  <c:v>0.64702263779527558</c:v>
                </c:pt>
                <c:pt idx="3851">
                  <c:v>0.64736097440944884</c:v>
                </c:pt>
                <c:pt idx="3852">
                  <c:v>0.64736097440944884</c:v>
                </c:pt>
                <c:pt idx="3853">
                  <c:v>0.64769931102362199</c:v>
                </c:pt>
                <c:pt idx="3854">
                  <c:v>0.64769931102362199</c:v>
                </c:pt>
                <c:pt idx="3855">
                  <c:v>0.64803764763779526</c:v>
                </c:pt>
                <c:pt idx="3856">
                  <c:v>0.64803764763779526</c:v>
                </c:pt>
                <c:pt idx="3857">
                  <c:v>0.64837598425196852</c:v>
                </c:pt>
                <c:pt idx="3858">
                  <c:v>0.64837598425196852</c:v>
                </c:pt>
                <c:pt idx="3859">
                  <c:v>0.64871432086614178</c:v>
                </c:pt>
                <c:pt idx="3860">
                  <c:v>0.64871432086614178</c:v>
                </c:pt>
                <c:pt idx="3861">
                  <c:v>0.64905265748031493</c:v>
                </c:pt>
                <c:pt idx="3862">
                  <c:v>0.64905265748031493</c:v>
                </c:pt>
                <c:pt idx="3863">
                  <c:v>0.64939099409448819</c:v>
                </c:pt>
                <c:pt idx="3864">
                  <c:v>0.64939099409448819</c:v>
                </c:pt>
                <c:pt idx="3865">
                  <c:v>0.64972933070866146</c:v>
                </c:pt>
                <c:pt idx="3866">
                  <c:v>0.64972933070866146</c:v>
                </c:pt>
                <c:pt idx="3867">
                  <c:v>0.65006766732283461</c:v>
                </c:pt>
                <c:pt idx="3868">
                  <c:v>0.65006766732283461</c:v>
                </c:pt>
                <c:pt idx="3869">
                  <c:v>0.65040600393700787</c:v>
                </c:pt>
                <c:pt idx="3870">
                  <c:v>0.65040600393700787</c:v>
                </c:pt>
                <c:pt idx="3871">
                  <c:v>0.65074434055118113</c:v>
                </c:pt>
                <c:pt idx="3872">
                  <c:v>0.65074434055118113</c:v>
                </c:pt>
                <c:pt idx="3873">
                  <c:v>0.65108267716535428</c:v>
                </c:pt>
                <c:pt idx="3874">
                  <c:v>0.65108267716535428</c:v>
                </c:pt>
                <c:pt idx="3875">
                  <c:v>0.65139025590551181</c:v>
                </c:pt>
                <c:pt idx="3876">
                  <c:v>0.65139025590551181</c:v>
                </c:pt>
                <c:pt idx="3877">
                  <c:v>0.65172859251968507</c:v>
                </c:pt>
                <c:pt idx="3878">
                  <c:v>0.65172859251968507</c:v>
                </c:pt>
                <c:pt idx="3879">
                  <c:v>0.65206692913385822</c:v>
                </c:pt>
                <c:pt idx="3880">
                  <c:v>0.65206692913385822</c:v>
                </c:pt>
                <c:pt idx="3881">
                  <c:v>0.65240526574803148</c:v>
                </c:pt>
                <c:pt idx="3882">
                  <c:v>0.65240526574803148</c:v>
                </c:pt>
                <c:pt idx="3883">
                  <c:v>0.65274360236220474</c:v>
                </c:pt>
                <c:pt idx="3884">
                  <c:v>0.65274360236220474</c:v>
                </c:pt>
                <c:pt idx="3885">
                  <c:v>0.65308193897637801</c:v>
                </c:pt>
                <c:pt idx="3886">
                  <c:v>0.65308193897637801</c:v>
                </c:pt>
                <c:pt idx="3887">
                  <c:v>0.65342027559055116</c:v>
                </c:pt>
                <c:pt idx="3888">
                  <c:v>0.65342027559055116</c:v>
                </c:pt>
                <c:pt idx="3889">
                  <c:v>0.65375861220472442</c:v>
                </c:pt>
                <c:pt idx="3890">
                  <c:v>0.65375861220472442</c:v>
                </c:pt>
                <c:pt idx="3891">
                  <c:v>0.65409694881889768</c:v>
                </c:pt>
                <c:pt idx="3892">
                  <c:v>0.65409694881889768</c:v>
                </c:pt>
                <c:pt idx="3893">
                  <c:v>0.65443528543307083</c:v>
                </c:pt>
                <c:pt idx="3894">
                  <c:v>0.65443528543307083</c:v>
                </c:pt>
                <c:pt idx="3895">
                  <c:v>0.6547736220472441</c:v>
                </c:pt>
                <c:pt idx="3896">
                  <c:v>0.6547736220472441</c:v>
                </c:pt>
                <c:pt idx="3897">
                  <c:v>0.65511195866141736</c:v>
                </c:pt>
                <c:pt idx="3898">
                  <c:v>0.65511195866141736</c:v>
                </c:pt>
                <c:pt idx="3899">
                  <c:v>0.65545029527559051</c:v>
                </c:pt>
                <c:pt idx="3900">
                  <c:v>0.65545029527559051</c:v>
                </c:pt>
                <c:pt idx="3901">
                  <c:v>0.65578863188976377</c:v>
                </c:pt>
                <c:pt idx="3902">
                  <c:v>0.65578863188976377</c:v>
                </c:pt>
                <c:pt idx="3903">
                  <c:v>0.65612696850393704</c:v>
                </c:pt>
                <c:pt idx="3904">
                  <c:v>0.65612696850393704</c:v>
                </c:pt>
                <c:pt idx="3905">
                  <c:v>0.65643454724409445</c:v>
                </c:pt>
                <c:pt idx="3906">
                  <c:v>0.65643454724409445</c:v>
                </c:pt>
                <c:pt idx="3907">
                  <c:v>0.65677288385826771</c:v>
                </c:pt>
                <c:pt idx="3908">
                  <c:v>0.65677288385826771</c:v>
                </c:pt>
                <c:pt idx="3909">
                  <c:v>0.65711122047244097</c:v>
                </c:pt>
                <c:pt idx="3910">
                  <c:v>0.65711122047244097</c:v>
                </c:pt>
                <c:pt idx="3911">
                  <c:v>0.65744955708661412</c:v>
                </c:pt>
                <c:pt idx="3912">
                  <c:v>0.65744955708661412</c:v>
                </c:pt>
                <c:pt idx="3913">
                  <c:v>0.65778789370078738</c:v>
                </c:pt>
                <c:pt idx="3914">
                  <c:v>0.65778789370078738</c:v>
                </c:pt>
                <c:pt idx="3915">
                  <c:v>0.65812623031496065</c:v>
                </c:pt>
                <c:pt idx="3916">
                  <c:v>0.65812623031496065</c:v>
                </c:pt>
                <c:pt idx="3917">
                  <c:v>0.65846456692913391</c:v>
                </c:pt>
                <c:pt idx="3918">
                  <c:v>0.65846456692913391</c:v>
                </c:pt>
                <c:pt idx="3919">
                  <c:v>0.65880290354330706</c:v>
                </c:pt>
                <c:pt idx="3920">
                  <c:v>0.65880290354330706</c:v>
                </c:pt>
                <c:pt idx="3921">
                  <c:v>0.65914124015748032</c:v>
                </c:pt>
                <c:pt idx="3922">
                  <c:v>0.65914124015748032</c:v>
                </c:pt>
                <c:pt idx="3923">
                  <c:v>0.65947957677165359</c:v>
                </c:pt>
                <c:pt idx="3924">
                  <c:v>0.65947957677165359</c:v>
                </c:pt>
                <c:pt idx="3925">
                  <c:v>0.65981791338582674</c:v>
                </c:pt>
                <c:pt idx="3926">
                  <c:v>0.65981791338582674</c:v>
                </c:pt>
                <c:pt idx="3927">
                  <c:v>0.66015625</c:v>
                </c:pt>
                <c:pt idx="3928">
                  <c:v>0.66015625</c:v>
                </c:pt>
                <c:pt idx="3929">
                  <c:v>0.66049458661417326</c:v>
                </c:pt>
                <c:pt idx="3930">
                  <c:v>0.66049458661417326</c:v>
                </c:pt>
                <c:pt idx="3931">
                  <c:v>0.66083292322834641</c:v>
                </c:pt>
                <c:pt idx="3932">
                  <c:v>0.66083292322834641</c:v>
                </c:pt>
                <c:pt idx="3933">
                  <c:v>0.66117125984251968</c:v>
                </c:pt>
                <c:pt idx="3934">
                  <c:v>0.66117125984251968</c:v>
                </c:pt>
                <c:pt idx="3935">
                  <c:v>0.6614788385826772</c:v>
                </c:pt>
                <c:pt idx="3936">
                  <c:v>0.6614788385826772</c:v>
                </c:pt>
                <c:pt idx="3937">
                  <c:v>0.66181717519685035</c:v>
                </c:pt>
                <c:pt idx="3938">
                  <c:v>0.66181717519685035</c:v>
                </c:pt>
                <c:pt idx="3939">
                  <c:v>0.66215551181102361</c:v>
                </c:pt>
                <c:pt idx="3940">
                  <c:v>0.66215551181102361</c:v>
                </c:pt>
                <c:pt idx="3941">
                  <c:v>0.66249384842519687</c:v>
                </c:pt>
                <c:pt idx="3942">
                  <c:v>0.66249384842519687</c:v>
                </c:pt>
                <c:pt idx="3943">
                  <c:v>0.66283218503937003</c:v>
                </c:pt>
                <c:pt idx="3944">
                  <c:v>0.66283218503937003</c:v>
                </c:pt>
                <c:pt idx="3945">
                  <c:v>0.66317052165354329</c:v>
                </c:pt>
                <c:pt idx="3946">
                  <c:v>0.66317052165354329</c:v>
                </c:pt>
                <c:pt idx="3947">
                  <c:v>0.66350885826771655</c:v>
                </c:pt>
                <c:pt idx="3948">
                  <c:v>0.66350885826771655</c:v>
                </c:pt>
                <c:pt idx="3949">
                  <c:v>0.66384719488188981</c:v>
                </c:pt>
                <c:pt idx="3950">
                  <c:v>0.66384719488188981</c:v>
                </c:pt>
                <c:pt idx="3951">
                  <c:v>0.66418553149606296</c:v>
                </c:pt>
                <c:pt idx="3952">
                  <c:v>0.66418553149606296</c:v>
                </c:pt>
                <c:pt idx="3953">
                  <c:v>0.66452386811023623</c:v>
                </c:pt>
                <c:pt idx="3954">
                  <c:v>0.66452386811023623</c:v>
                </c:pt>
                <c:pt idx="3955">
                  <c:v>0.66486220472440949</c:v>
                </c:pt>
                <c:pt idx="3956">
                  <c:v>0.66486220472440949</c:v>
                </c:pt>
                <c:pt idx="3957">
                  <c:v>0.66520054133858264</c:v>
                </c:pt>
                <c:pt idx="3958">
                  <c:v>0.66520054133858264</c:v>
                </c:pt>
                <c:pt idx="3959">
                  <c:v>0.6655388779527559</c:v>
                </c:pt>
                <c:pt idx="3960">
                  <c:v>0.6655388779527559</c:v>
                </c:pt>
                <c:pt idx="3961">
                  <c:v>0.66587721456692917</c:v>
                </c:pt>
                <c:pt idx="3962">
                  <c:v>0.66587721456692917</c:v>
                </c:pt>
                <c:pt idx="3963">
                  <c:v>0.66621555118110232</c:v>
                </c:pt>
                <c:pt idx="3964">
                  <c:v>0.66621555118110232</c:v>
                </c:pt>
                <c:pt idx="3965">
                  <c:v>0.66652312992125984</c:v>
                </c:pt>
                <c:pt idx="3966">
                  <c:v>0.66652312992125984</c:v>
                </c:pt>
                <c:pt idx="3967">
                  <c:v>0.6668614665354331</c:v>
                </c:pt>
                <c:pt idx="3968">
                  <c:v>0.6668614665354331</c:v>
                </c:pt>
                <c:pt idx="3969">
                  <c:v>0.66719980314960625</c:v>
                </c:pt>
                <c:pt idx="3970">
                  <c:v>0.66719980314960625</c:v>
                </c:pt>
                <c:pt idx="3971">
                  <c:v>0.66753813976377951</c:v>
                </c:pt>
                <c:pt idx="3972">
                  <c:v>0.66753813976377951</c:v>
                </c:pt>
                <c:pt idx="3973">
                  <c:v>0.66787647637795278</c:v>
                </c:pt>
                <c:pt idx="3974">
                  <c:v>0.66787647637795278</c:v>
                </c:pt>
                <c:pt idx="3975">
                  <c:v>0.66821481299212604</c:v>
                </c:pt>
                <c:pt idx="3976">
                  <c:v>0.66821481299212604</c:v>
                </c:pt>
                <c:pt idx="3977">
                  <c:v>0.66855314960629919</c:v>
                </c:pt>
                <c:pt idx="3978">
                  <c:v>0.66855314960629919</c:v>
                </c:pt>
                <c:pt idx="3979">
                  <c:v>0.66889148622047245</c:v>
                </c:pt>
                <c:pt idx="3980">
                  <c:v>0.66889148622047245</c:v>
                </c:pt>
                <c:pt idx="3981">
                  <c:v>0.66922982283464572</c:v>
                </c:pt>
                <c:pt idx="3982">
                  <c:v>0.66922982283464572</c:v>
                </c:pt>
                <c:pt idx="3983">
                  <c:v>0.66956815944881887</c:v>
                </c:pt>
                <c:pt idx="3984">
                  <c:v>0.66956815944881887</c:v>
                </c:pt>
                <c:pt idx="3985">
                  <c:v>0.66990649606299213</c:v>
                </c:pt>
                <c:pt idx="3986">
                  <c:v>0.66990649606299213</c:v>
                </c:pt>
                <c:pt idx="3987">
                  <c:v>0.67024483267716539</c:v>
                </c:pt>
                <c:pt idx="3988">
                  <c:v>0.67024483267716539</c:v>
                </c:pt>
                <c:pt idx="3989">
                  <c:v>0.67058316929133854</c:v>
                </c:pt>
                <c:pt idx="3990">
                  <c:v>0.67058316929133854</c:v>
                </c:pt>
                <c:pt idx="3991">
                  <c:v>0.67092150590551181</c:v>
                </c:pt>
                <c:pt idx="3992">
                  <c:v>0.67092150590551181</c:v>
                </c:pt>
                <c:pt idx="3993">
                  <c:v>0.67125984251968507</c:v>
                </c:pt>
                <c:pt idx="3994">
                  <c:v>0.67125984251968507</c:v>
                </c:pt>
                <c:pt idx="3995">
                  <c:v>0.67159817913385822</c:v>
                </c:pt>
                <c:pt idx="3996">
                  <c:v>0.67159817913385822</c:v>
                </c:pt>
              </c:numCache>
            </c:numRef>
          </c:xVal>
          <c:yVal>
            <c:numRef>
              <c:f>データ!$H$2:$H$3998</c:f>
              <c:numCache>
                <c:formatCode>General</c:formatCode>
                <c:ptCount val="3997"/>
                <c:pt idx="0">
                  <c:v>1</c:v>
                </c:pt>
                <c:pt idx="1">
                  <c:v>1</c:v>
                </c:pt>
                <c:pt idx="2">
                  <c:v>1</c:v>
                </c:pt>
                <c:pt idx="3">
                  <c:v>1</c:v>
                </c:pt>
                <c:pt idx="4">
                  <c:v>0.99999984741210923</c:v>
                </c:pt>
                <c:pt idx="5">
                  <c:v>0.99999984741210923</c:v>
                </c:pt>
                <c:pt idx="6">
                  <c:v>0.99999954223632803</c:v>
                </c:pt>
                <c:pt idx="7">
                  <c:v>0.99999954223632803</c:v>
                </c:pt>
                <c:pt idx="8">
                  <c:v>0.99999923706054683</c:v>
                </c:pt>
                <c:pt idx="9">
                  <c:v>0.99999923706054683</c:v>
                </c:pt>
                <c:pt idx="10">
                  <c:v>0.99999847412109377</c:v>
                </c:pt>
                <c:pt idx="11">
                  <c:v>0.99999847412109377</c:v>
                </c:pt>
                <c:pt idx="12">
                  <c:v>0.99999801635742203</c:v>
                </c:pt>
                <c:pt idx="13">
                  <c:v>0.99999801635742203</c:v>
                </c:pt>
                <c:pt idx="14">
                  <c:v>0.99999603271484361</c:v>
                </c:pt>
                <c:pt idx="15">
                  <c:v>0.99999603271484361</c:v>
                </c:pt>
                <c:pt idx="16">
                  <c:v>0.99999404907226563</c:v>
                </c:pt>
                <c:pt idx="17">
                  <c:v>0.99999404907226563</c:v>
                </c:pt>
                <c:pt idx="18">
                  <c:v>0.99999114990234361</c:v>
                </c:pt>
                <c:pt idx="19">
                  <c:v>0.99999114990234361</c:v>
                </c:pt>
                <c:pt idx="20">
                  <c:v>0.99998840332031236</c:v>
                </c:pt>
                <c:pt idx="21">
                  <c:v>0.99998840332031236</c:v>
                </c:pt>
                <c:pt idx="22">
                  <c:v>0.99998611450195318</c:v>
                </c:pt>
                <c:pt idx="23">
                  <c:v>0.99998611450195318</c:v>
                </c:pt>
                <c:pt idx="24">
                  <c:v>0.99998382568359379</c:v>
                </c:pt>
                <c:pt idx="25">
                  <c:v>0.99998382568359379</c:v>
                </c:pt>
                <c:pt idx="26">
                  <c:v>0.99998199462890625</c:v>
                </c:pt>
                <c:pt idx="27">
                  <c:v>0.99998199462890625</c:v>
                </c:pt>
                <c:pt idx="28">
                  <c:v>0.99997848510742182</c:v>
                </c:pt>
                <c:pt idx="29">
                  <c:v>0.99997848510742182</c:v>
                </c:pt>
                <c:pt idx="30">
                  <c:v>0.99997512817382816</c:v>
                </c:pt>
                <c:pt idx="31">
                  <c:v>0.99997512817382816</c:v>
                </c:pt>
                <c:pt idx="32">
                  <c:v>0.99997116088867199</c:v>
                </c:pt>
                <c:pt idx="33">
                  <c:v>0.99997116088867199</c:v>
                </c:pt>
                <c:pt idx="34">
                  <c:v>0.99996795654296877</c:v>
                </c:pt>
                <c:pt idx="35">
                  <c:v>0.99996795654296877</c:v>
                </c:pt>
                <c:pt idx="36">
                  <c:v>0.999966278076172</c:v>
                </c:pt>
                <c:pt idx="37">
                  <c:v>0.999966278076172</c:v>
                </c:pt>
                <c:pt idx="38">
                  <c:v>0.99996200561523441</c:v>
                </c:pt>
                <c:pt idx="39">
                  <c:v>0.99996200561523441</c:v>
                </c:pt>
                <c:pt idx="40">
                  <c:v>0.99995819091796878</c:v>
                </c:pt>
                <c:pt idx="41">
                  <c:v>0.99995819091796878</c:v>
                </c:pt>
                <c:pt idx="42">
                  <c:v>0.99995452880859359</c:v>
                </c:pt>
                <c:pt idx="43">
                  <c:v>0.99995452880859359</c:v>
                </c:pt>
                <c:pt idx="44">
                  <c:v>0.99994964599609359</c:v>
                </c:pt>
                <c:pt idx="45">
                  <c:v>0.99994964599609359</c:v>
                </c:pt>
                <c:pt idx="46">
                  <c:v>0.99994491577148437</c:v>
                </c:pt>
                <c:pt idx="47">
                  <c:v>0.99994491577148437</c:v>
                </c:pt>
                <c:pt idx="48">
                  <c:v>0.9999386596679688</c:v>
                </c:pt>
                <c:pt idx="49">
                  <c:v>0.9999386596679688</c:v>
                </c:pt>
                <c:pt idx="50">
                  <c:v>0.99993270874023443</c:v>
                </c:pt>
                <c:pt idx="51">
                  <c:v>0.99993270874023443</c:v>
                </c:pt>
                <c:pt idx="52">
                  <c:v>0.99992782592773444</c:v>
                </c:pt>
                <c:pt idx="53">
                  <c:v>0.99992782592773444</c:v>
                </c:pt>
                <c:pt idx="54">
                  <c:v>0.99991928100585936</c:v>
                </c:pt>
                <c:pt idx="55">
                  <c:v>0.99991928100585936</c:v>
                </c:pt>
                <c:pt idx="56">
                  <c:v>0.99991195678710942</c:v>
                </c:pt>
                <c:pt idx="57">
                  <c:v>0.99991195678710942</c:v>
                </c:pt>
                <c:pt idx="58">
                  <c:v>0.99990478515625003</c:v>
                </c:pt>
                <c:pt idx="59">
                  <c:v>0.99990478515625003</c:v>
                </c:pt>
                <c:pt idx="60">
                  <c:v>0.99989883422851555</c:v>
                </c:pt>
                <c:pt idx="61">
                  <c:v>0.99989883422851555</c:v>
                </c:pt>
                <c:pt idx="62">
                  <c:v>0.99988967895507797</c:v>
                </c:pt>
                <c:pt idx="63">
                  <c:v>0.99988967895507797</c:v>
                </c:pt>
                <c:pt idx="64">
                  <c:v>0.99988510131835939</c:v>
                </c:pt>
                <c:pt idx="65">
                  <c:v>0.99988510131835939</c:v>
                </c:pt>
                <c:pt idx="66">
                  <c:v>0.99987640380859377</c:v>
                </c:pt>
                <c:pt idx="67">
                  <c:v>0.99987640380859377</c:v>
                </c:pt>
                <c:pt idx="68">
                  <c:v>0.99986557006835941</c:v>
                </c:pt>
                <c:pt idx="69">
                  <c:v>0.99986557006835941</c:v>
                </c:pt>
                <c:pt idx="70">
                  <c:v>0.99985671997070324</c:v>
                </c:pt>
                <c:pt idx="71">
                  <c:v>0.99985671997070324</c:v>
                </c:pt>
                <c:pt idx="72">
                  <c:v>0.9998471069335938</c:v>
                </c:pt>
                <c:pt idx="73">
                  <c:v>0.9998471069335938</c:v>
                </c:pt>
                <c:pt idx="74">
                  <c:v>0.99983947753906244</c:v>
                </c:pt>
                <c:pt idx="75">
                  <c:v>0.99983947753906244</c:v>
                </c:pt>
                <c:pt idx="76">
                  <c:v>0.99982894897460939</c:v>
                </c:pt>
                <c:pt idx="77">
                  <c:v>0.99982894897460939</c:v>
                </c:pt>
                <c:pt idx="78">
                  <c:v>0.99981582641601563</c:v>
                </c:pt>
                <c:pt idx="79">
                  <c:v>0.99981582641601563</c:v>
                </c:pt>
                <c:pt idx="80">
                  <c:v>0.99980911254882798</c:v>
                </c:pt>
                <c:pt idx="81">
                  <c:v>0.99980911254882798</c:v>
                </c:pt>
                <c:pt idx="82">
                  <c:v>0.99979934692382799</c:v>
                </c:pt>
                <c:pt idx="83">
                  <c:v>0.99979934692382799</c:v>
                </c:pt>
                <c:pt idx="84">
                  <c:v>0.9997883605957032</c:v>
                </c:pt>
                <c:pt idx="85">
                  <c:v>0.9997883605957032</c:v>
                </c:pt>
                <c:pt idx="86">
                  <c:v>0.99977874755859375</c:v>
                </c:pt>
                <c:pt idx="87">
                  <c:v>0.99977874755859375</c:v>
                </c:pt>
                <c:pt idx="88">
                  <c:v>0.99976440429687496</c:v>
                </c:pt>
                <c:pt idx="89">
                  <c:v>0.99976440429687496</c:v>
                </c:pt>
                <c:pt idx="90">
                  <c:v>0.99975158691406241</c:v>
                </c:pt>
                <c:pt idx="91">
                  <c:v>0.99975158691406241</c:v>
                </c:pt>
                <c:pt idx="92">
                  <c:v>0.99974441528320324</c:v>
                </c:pt>
                <c:pt idx="93">
                  <c:v>0.99974441528320324</c:v>
                </c:pt>
                <c:pt idx="94">
                  <c:v>0.99973617553710936</c:v>
                </c:pt>
                <c:pt idx="95">
                  <c:v>0.99973617553710936</c:v>
                </c:pt>
                <c:pt idx="96">
                  <c:v>0.9997224426269532</c:v>
                </c:pt>
                <c:pt idx="97">
                  <c:v>0.9997224426269532</c:v>
                </c:pt>
                <c:pt idx="98">
                  <c:v>0.99970993041992184</c:v>
                </c:pt>
                <c:pt idx="99">
                  <c:v>0.99970993041992184</c:v>
                </c:pt>
                <c:pt idx="100">
                  <c:v>0.99970016479492196</c:v>
                </c:pt>
                <c:pt idx="101">
                  <c:v>0.99970016479492196</c:v>
                </c:pt>
                <c:pt idx="102">
                  <c:v>0.99968658447265624</c:v>
                </c:pt>
                <c:pt idx="103">
                  <c:v>0.99968658447265624</c:v>
                </c:pt>
                <c:pt idx="104">
                  <c:v>0.99967376708984379</c:v>
                </c:pt>
                <c:pt idx="105">
                  <c:v>0.99967376708984379</c:v>
                </c:pt>
                <c:pt idx="106">
                  <c:v>0.999661102294922</c:v>
                </c:pt>
                <c:pt idx="107">
                  <c:v>0.999661102294922</c:v>
                </c:pt>
                <c:pt idx="108">
                  <c:v>0.99965057373046884</c:v>
                </c:pt>
                <c:pt idx="109">
                  <c:v>0.99965057373046884</c:v>
                </c:pt>
                <c:pt idx="110">
                  <c:v>0.9996360778808594</c:v>
                </c:pt>
                <c:pt idx="111">
                  <c:v>0.9996360778808594</c:v>
                </c:pt>
                <c:pt idx="112">
                  <c:v>0.99962158203124996</c:v>
                </c:pt>
                <c:pt idx="113">
                  <c:v>0.99962158203124996</c:v>
                </c:pt>
                <c:pt idx="114">
                  <c:v>0.9996058654785156</c:v>
                </c:pt>
                <c:pt idx="115">
                  <c:v>0.9996058654785156</c:v>
                </c:pt>
                <c:pt idx="116">
                  <c:v>0.99959243774414064</c:v>
                </c:pt>
                <c:pt idx="117">
                  <c:v>0.99959243774414064</c:v>
                </c:pt>
                <c:pt idx="118">
                  <c:v>0.99957000732421875</c:v>
                </c:pt>
                <c:pt idx="119">
                  <c:v>0.99957000732421875</c:v>
                </c:pt>
                <c:pt idx="120">
                  <c:v>0.99955780029296881</c:v>
                </c:pt>
                <c:pt idx="121">
                  <c:v>0.99955780029296881</c:v>
                </c:pt>
                <c:pt idx="122">
                  <c:v>0.99954696655273445</c:v>
                </c:pt>
                <c:pt idx="123">
                  <c:v>0.99954696655273445</c:v>
                </c:pt>
                <c:pt idx="124">
                  <c:v>0.99953277587890621</c:v>
                </c:pt>
                <c:pt idx="125">
                  <c:v>0.99953277587890621</c:v>
                </c:pt>
                <c:pt idx="126">
                  <c:v>0.99951797485351557</c:v>
                </c:pt>
                <c:pt idx="127">
                  <c:v>0.99951797485351557</c:v>
                </c:pt>
                <c:pt idx="128">
                  <c:v>0.99949783325195318</c:v>
                </c:pt>
                <c:pt idx="129">
                  <c:v>0.99949783325195318</c:v>
                </c:pt>
                <c:pt idx="130">
                  <c:v>0.999481201171875</c:v>
                </c:pt>
                <c:pt idx="131">
                  <c:v>0.999481201171875</c:v>
                </c:pt>
                <c:pt idx="132">
                  <c:v>0.99946441650390638</c:v>
                </c:pt>
                <c:pt idx="133">
                  <c:v>0.99946441650390638</c:v>
                </c:pt>
                <c:pt idx="134">
                  <c:v>0.99945144653320317</c:v>
                </c:pt>
                <c:pt idx="135">
                  <c:v>0.99945144653320317</c:v>
                </c:pt>
                <c:pt idx="136">
                  <c:v>0.99943252563476559</c:v>
                </c:pt>
                <c:pt idx="137">
                  <c:v>0.99943252563476559</c:v>
                </c:pt>
                <c:pt idx="138">
                  <c:v>0.99941665649414058</c:v>
                </c:pt>
                <c:pt idx="139">
                  <c:v>0.99941665649414058</c:v>
                </c:pt>
                <c:pt idx="140">
                  <c:v>0.99940002441406239</c:v>
                </c:pt>
                <c:pt idx="141">
                  <c:v>0.99940002441406239</c:v>
                </c:pt>
                <c:pt idx="142">
                  <c:v>0.99938598632812503</c:v>
                </c:pt>
                <c:pt idx="143">
                  <c:v>0.99938598632812503</c:v>
                </c:pt>
                <c:pt idx="144">
                  <c:v>0.99936584472656242</c:v>
                </c:pt>
                <c:pt idx="145">
                  <c:v>0.99936584472656242</c:v>
                </c:pt>
                <c:pt idx="146">
                  <c:v>0.99934600830078124</c:v>
                </c:pt>
                <c:pt idx="147">
                  <c:v>0.99934600830078124</c:v>
                </c:pt>
                <c:pt idx="148">
                  <c:v>0.9993292236328124</c:v>
                </c:pt>
                <c:pt idx="149">
                  <c:v>0.9993292236328124</c:v>
                </c:pt>
                <c:pt idx="150">
                  <c:v>0.99930877685546882</c:v>
                </c:pt>
                <c:pt idx="151">
                  <c:v>0.99930877685546882</c:v>
                </c:pt>
                <c:pt idx="152">
                  <c:v>0.99929382324218763</c:v>
                </c:pt>
                <c:pt idx="153">
                  <c:v>0.99929382324218763</c:v>
                </c:pt>
                <c:pt idx="154">
                  <c:v>0.99927566528320322</c:v>
                </c:pt>
                <c:pt idx="155">
                  <c:v>0.99927566528320322</c:v>
                </c:pt>
                <c:pt idx="156">
                  <c:v>0.99925765991210935</c:v>
                </c:pt>
                <c:pt idx="157">
                  <c:v>0.99925765991210935</c:v>
                </c:pt>
                <c:pt idx="158">
                  <c:v>0.99923248291015621</c:v>
                </c:pt>
                <c:pt idx="159">
                  <c:v>0.99923248291015621</c:v>
                </c:pt>
                <c:pt idx="160">
                  <c:v>0.99921463012695322</c:v>
                </c:pt>
                <c:pt idx="161">
                  <c:v>0.99921463012695322</c:v>
                </c:pt>
                <c:pt idx="162">
                  <c:v>0.99919692993164078</c:v>
                </c:pt>
                <c:pt idx="163">
                  <c:v>0.99919692993164078</c:v>
                </c:pt>
                <c:pt idx="164">
                  <c:v>0.99917816162109363</c:v>
                </c:pt>
                <c:pt idx="165">
                  <c:v>0.99917816162109363</c:v>
                </c:pt>
                <c:pt idx="166">
                  <c:v>0.99916000366210922</c:v>
                </c:pt>
                <c:pt idx="167">
                  <c:v>0.99916000366210922</c:v>
                </c:pt>
                <c:pt idx="168">
                  <c:v>0.99913177490234362</c:v>
                </c:pt>
                <c:pt idx="169">
                  <c:v>0.99913177490234362</c:v>
                </c:pt>
                <c:pt idx="170">
                  <c:v>0.99910858154296878</c:v>
                </c:pt>
                <c:pt idx="171">
                  <c:v>0.99910858154296878</c:v>
                </c:pt>
                <c:pt idx="172">
                  <c:v>0.99909469604492185</c:v>
                </c:pt>
                <c:pt idx="173">
                  <c:v>0.99909469604492185</c:v>
                </c:pt>
                <c:pt idx="174">
                  <c:v>0.99907531738281241</c:v>
                </c:pt>
                <c:pt idx="175">
                  <c:v>0.99907531738281241</c:v>
                </c:pt>
                <c:pt idx="176">
                  <c:v>0.99905471801757817</c:v>
                </c:pt>
                <c:pt idx="177">
                  <c:v>0.99905471801757817</c:v>
                </c:pt>
                <c:pt idx="178">
                  <c:v>0.99903076171875005</c:v>
                </c:pt>
                <c:pt idx="179">
                  <c:v>0.99903076171875005</c:v>
                </c:pt>
                <c:pt idx="180">
                  <c:v>0.99901443481445318</c:v>
                </c:pt>
                <c:pt idx="181">
                  <c:v>0.99901443481445318</c:v>
                </c:pt>
                <c:pt idx="182">
                  <c:v>0.9989952087402344</c:v>
                </c:pt>
                <c:pt idx="183">
                  <c:v>0.9989952087402344</c:v>
                </c:pt>
                <c:pt idx="184">
                  <c:v>0.99896697998046879</c:v>
                </c:pt>
                <c:pt idx="185">
                  <c:v>0.99896697998046879</c:v>
                </c:pt>
                <c:pt idx="186">
                  <c:v>0.99894470214843745</c:v>
                </c:pt>
                <c:pt idx="187">
                  <c:v>0.99894470214843745</c:v>
                </c:pt>
                <c:pt idx="188">
                  <c:v>0.99891479492187496</c:v>
                </c:pt>
                <c:pt idx="189">
                  <c:v>0.99891479492187496</c:v>
                </c:pt>
                <c:pt idx="190">
                  <c:v>0.99889511108398443</c:v>
                </c:pt>
                <c:pt idx="191">
                  <c:v>0.99889511108398443</c:v>
                </c:pt>
                <c:pt idx="192">
                  <c:v>0.99887237548828123</c:v>
                </c:pt>
                <c:pt idx="193">
                  <c:v>0.99887237548828123</c:v>
                </c:pt>
                <c:pt idx="194">
                  <c:v>0.99885360717773441</c:v>
                </c:pt>
                <c:pt idx="195">
                  <c:v>0.99885360717773441</c:v>
                </c:pt>
                <c:pt idx="196">
                  <c:v>0.99882690429687504</c:v>
                </c:pt>
                <c:pt idx="197">
                  <c:v>0.99882690429687504</c:v>
                </c:pt>
                <c:pt idx="198">
                  <c:v>0.99879913330078118</c:v>
                </c:pt>
                <c:pt idx="199">
                  <c:v>0.99879913330078118</c:v>
                </c:pt>
                <c:pt idx="200">
                  <c:v>0.99876968383789078</c:v>
                </c:pt>
                <c:pt idx="201">
                  <c:v>0.99876968383789078</c:v>
                </c:pt>
                <c:pt idx="202">
                  <c:v>0.9987467956542968</c:v>
                </c:pt>
                <c:pt idx="203">
                  <c:v>0.9987467956542968</c:v>
                </c:pt>
                <c:pt idx="204">
                  <c:v>0.99872207641601563</c:v>
                </c:pt>
                <c:pt idx="205">
                  <c:v>0.99872207641601563</c:v>
                </c:pt>
                <c:pt idx="206">
                  <c:v>0.99869918823242199</c:v>
                </c:pt>
                <c:pt idx="207">
                  <c:v>0.99869918823242199</c:v>
                </c:pt>
                <c:pt idx="208">
                  <c:v>0.99867431640625004</c:v>
                </c:pt>
                <c:pt idx="209">
                  <c:v>0.99867431640625004</c:v>
                </c:pt>
                <c:pt idx="210">
                  <c:v>0.9986549377441406</c:v>
                </c:pt>
                <c:pt idx="211">
                  <c:v>0.9986549377441406</c:v>
                </c:pt>
                <c:pt idx="212">
                  <c:v>0.99863647460937499</c:v>
                </c:pt>
                <c:pt idx="213">
                  <c:v>0.99863647460937499</c:v>
                </c:pt>
                <c:pt idx="214">
                  <c:v>0.99860809326171884</c:v>
                </c:pt>
                <c:pt idx="215">
                  <c:v>0.99860809326171884</c:v>
                </c:pt>
                <c:pt idx="216">
                  <c:v>0.99858688354492198</c:v>
                </c:pt>
                <c:pt idx="217">
                  <c:v>0.99858688354492198</c:v>
                </c:pt>
                <c:pt idx="218">
                  <c:v>0.99856689453125003</c:v>
                </c:pt>
                <c:pt idx="219">
                  <c:v>0.99856689453125003</c:v>
                </c:pt>
                <c:pt idx="220">
                  <c:v>0.99853332519531235</c:v>
                </c:pt>
                <c:pt idx="221">
                  <c:v>0.99853332519531235</c:v>
                </c:pt>
                <c:pt idx="222">
                  <c:v>0.99850799560546877</c:v>
                </c:pt>
                <c:pt idx="223">
                  <c:v>0.99850799560546877</c:v>
                </c:pt>
                <c:pt idx="224">
                  <c:v>0.99848358154296879</c:v>
                </c:pt>
                <c:pt idx="225">
                  <c:v>0.99848358154296879</c:v>
                </c:pt>
                <c:pt idx="226">
                  <c:v>0.99845260620117182</c:v>
                </c:pt>
                <c:pt idx="227">
                  <c:v>0.99845260620117182</c:v>
                </c:pt>
                <c:pt idx="228">
                  <c:v>0.99842254638671879</c:v>
                </c:pt>
                <c:pt idx="229">
                  <c:v>0.99842254638671879</c:v>
                </c:pt>
                <c:pt idx="230">
                  <c:v>0.99840270996093761</c:v>
                </c:pt>
                <c:pt idx="231">
                  <c:v>0.99840270996093761</c:v>
                </c:pt>
                <c:pt idx="232">
                  <c:v>0.99837158203124998</c:v>
                </c:pt>
                <c:pt idx="233">
                  <c:v>0.99837158203124998</c:v>
                </c:pt>
                <c:pt idx="234">
                  <c:v>0.99834228515625001</c:v>
                </c:pt>
                <c:pt idx="235">
                  <c:v>0.99834228515625001</c:v>
                </c:pt>
                <c:pt idx="236">
                  <c:v>0.99830444335937496</c:v>
                </c:pt>
                <c:pt idx="237">
                  <c:v>0.99830444335937496</c:v>
                </c:pt>
                <c:pt idx="238">
                  <c:v>0.99826965332031237</c:v>
                </c:pt>
                <c:pt idx="239">
                  <c:v>0.99826965332031237</c:v>
                </c:pt>
                <c:pt idx="240">
                  <c:v>0.99824859619140638</c:v>
                </c:pt>
                <c:pt idx="241">
                  <c:v>0.99824859619140638</c:v>
                </c:pt>
                <c:pt idx="242">
                  <c:v>0.99822357177734378</c:v>
                </c:pt>
                <c:pt idx="243">
                  <c:v>0.99822357177734378</c:v>
                </c:pt>
                <c:pt idx="244">
                  <c:v>0.99819381713867184</c:v>
                </c:pt>
                <c:pt idx="245">
                  <c:v>0.99819381713867184</c:v>
                </c:pt>
                <c:pt idx="246">
                  <c:v>0.9981640625</c:v>
                </c:pt>
                <c:pt idx="247">
                  <c:v>0.9981640625</c:v>
                </c:pt>
                <c:pt idx="248">
                  <c:v>0.99813690185546877</c:v>
                </c:pt>
                <c:pt idx="249">
                  <c:v>0.99813690185546877</c:v>
                </c:pt>
                <c:pt idx="250">
                  <c:v>0.99810913085937503</c:v>
                </c:pt>
                <c:pt idx="251">
                  <c:v>0.99810913085937503</c:v>
                </c:pt>
                <c:pt idx="252">
                  <c:v>0.99807678222656238</c:v>
                </c:pt>
                <c:pt idx="253">
                  <c:v>0.99807678222656238</c:v>
                </c:pt>
                <c:pt idx="254">
                  <c:v>0.99804992675781234</c:v>
                </c:pt>
                <c:pt idx="255">
                  <c:v>0.99804992675781234</c:v>
                </c:pt>
                <c:pt idx="256">
                  <c:v>0.99801422119140637</c:v>
                </c:pt>
                <c:pt idx="257">
                  <c:v>0.99801422119140637</c:v>
                </c:pt>
                <c:pt idx="258">
                  <c:v>0.99798339843749995</c:v>
                </c:pt>
                <c:pt idx="259">
                  <c:v>0.99798339843749995</c:v>
                </c:pt>
                <c:pt idx="260">
                  <c:v>0.9979550170898438</c:v>
                </c:pt>
                <c:pt idx="261">
                  <c:v>0.9979550170898438</c:v>
                </c:pt>
                <c:pt idx="262">
                  <c:v>0.99792175292968766</c:v>
                </c:pt>
                <c:pt idx="263">
                  <c:v>0.99792175292968766</c:v>
                </c:pt>
                <c:pt idx="264">
                  <c:v>0.99788879394531238</c:v>
                </c:pt>
                <c:pt idx="265">
                  <c:v>0.99788879394531238</c:v>
                </c:pt>
                <c:pt idx="266">
                  <c:v>0.99785003662109362</c:v>
                </c:pt>
                <c:pt idx="267">
                  <c:v>0.99785003662109362</c:v>
                </c:pt>
                <c:pt idx="268">
                  <c:v>0.99781585693359376</c:v>
                </c:pt>
                <c:pt idx="269">
                  <c:v>0.99781585693359376</c:v>
                </c:pt>
                <c:pt idx="270">
                  <c:v>0.99778564453124996</c:v>
                </c:pt>
                <c:pt idx="271">
                  <c:v>0.99778564453124996</c:v>
                </c:pt>
                <c:pt idx="272">
                  <c:v>0.99774810791015622</c:v>
                </c:pt>
                <c:pt idx="273">
                  <c:v>0.99774810791015622</c:v>
                </c:pt>
                <c:pt idx="274">
                  <c:v>0.997719268798828</c:v>
                </c:pt>
                <c:pt idx="275">
                  <c:v>0.997719268798828</c:v>
                </c:pt>
                <c:pt idx="276">
                  <c:v>0.99768188476562503</c:v>
                </c:pt>
                <c:pt idx="277">
                  <c:v>0.99768188476562503</c:v>
                </c:pt>
                <c:pt idx="278">
                  <c:v>0.99764678955078123</c:v>
                </c:pt>
                <c:pt idx="279">
                  <c:v>0.99764678955078123</c:v>
                </c:pt>
                <c:pt idx="280">
                  <c:v>0.99761764526367203</c:v>
                </c:pt>
                <c:pt idx="281">
                  <c:v>0.99761764526367203</c:v>
                </c:pt>
                <c:pt idx="282">
                  <c:v>0.99759094238281243</c:v>
                </c:pt>
                <c:pt idx="283">
                  <c:v>0.99759094238281243</c:v>
                </c:pt>
                <c:pt idx="284">
                  <c:v>0.99754943847656241</c:v>
                </c:pt>
                <c:pt idx="285">
                  <c:v>0.99754943847656241</c:v>
                </c:pt>
                <c:pt idx="286">
                  <c:v>0.99751724243164064</c:v>
                </c:pt>
                <c:pt idx="287">
                  <c:v>0.99751724243164064</c:v>
                </c:pt>
                <c:pt idx="288">
                  <c:v>0.99749114990234378</c:v>
                </c:pt>
                <c:pt idx="289">
                  <c:v>0.99749114990234378</c:v>
                </c:pt>
                <c:pt idx="290">
                  <c:v>0.99745239257812501</c:v>
                </c:pt>
                <c:pt idx="291">
                  <c:v>0.99745239257812501</c:v>
                </c:pt>
                <c:pt idx="292">
                  <c:v>0.9974111938476562</c:v>
                </c:pt>
                <c:pt idx="293">
                  <c:v>0.9974111938476562</c:v>
                </c:pt>
                <c:pt idx="294">
                  <c:v>0.99736740112304678</c:v>
                </c:pt>
                <c:pt idx="295">
                  <c:v>0.99736740112304678</c:v>
                </c:pt>
                <c:pt idx="296">
                  <c:v>0.99733398437499998</c:v>
                </c:pt>
                <c:pt idx="297">
                  <c:v>0.99733398437499998</c:v>
                </c:pt>
                <c:pt idx="298">
                  <c:v>0.99729141235351559</c:v>
                </c:pt>
                <c:pt idx="299">
                  <c:v>0.99729141235351559</c:v>
                </c:pt>
                <c:pt idx="300">
                  <c:v>0.99726211547851562</c:v>
                </c:pt>
                <c:pt idx="301">
                  <c:v>0.99726211547851562</c:v>
                </c:pt>
                <c:pt idx="302">
                  <c:v>0.99723281860351565</c:v>
                </c:pt>
                <c:pt idx="303">
                  <c:v>0.99723281860351565</c:v>
                </c:pt>
                <c:pt idx="304">
                  <c:v>0.99720001220703125</c:v>
                </c:pt>
                <c:pt idx="305">
                  <c:v>0.99720001220703125</c:v>
                </c:pt>
                <c:pt idx="306">
                  <c:v>0.99715774536132817</c:v>
                </c:pt>
                <c:pt idx="307">
                  <c:v>0.99715774536132817</c:v>
                </c:pt>
                <c:pt idx="308">
                  <c:v>0.9971261596679688</c:v>
                </c:pt>
                <c:pt idx="309">
                  <c:v>0.9971261596679688</c:v>
                </c:pt>
                <c:pt idx="310">
                  <c:v>0.99707962036132802</c:v>
                </c:pt>
                <c:pt idx="311">
                  <c:v>0.99707962036132802</c:v>
                </c:pt>
                <c:pt idx="312">
                  <c:v>0.9970378112792968</c:v>
                </c:pt>
                <c:pt idx="313">
                  <c:v>0.9970378112792968</c:v>
                </c:pt>
                <c:pt idx="314">
                  <c:v>0.99700286865234378</c:v>
                </c:pt>
                <c:pt idx="315">
                  <c:v>0.99700286865234378</c:v>
                </c:pt>
                <c:pt idx="316">
                  <c:v>0.99695755004882802</c:v>
                </c:pt>
                <c:pt idx="317">
                  <c:v>0.99695755004882802</c:v>
                </c:pt>
                <c:pt idx="318">
                  <c:v>0.9969229125976562</c:v>
                </c:pt>
                <c:pt idx="319">
                  <c:v>0.9969229125976562</c:v>
                </c:pt>
                <c:pt idx="320">
                  <c:v>0.99688583374023443</c:v>
                </c:pt>
                <c:pt idx="321">
                  <c:v>0.99688583374023443</c:v>
                </c:pt>
                <c:pt idx="322">
                  <c:v>0.99684005737304682</c:v>
                </c:pt>
                <c:pt idx="323">
                  <c:v>0.99684005737304682</c:v>
                </c:pt>
                <c:pt idx="324">
                  <c:v>0.99680648803710936</c:v>
                </c:pt>
                <c:pt idx="325">
                  <c:v>0.99680648803710936</c:v>
                </c:pt>
                <c:pt idx="326">
                  <c:v>0.99676406860351563</c:v>
                </c:pt>
                <c:pt idx="327">
                  <c:v>0.99676406860351563</c:v>
                </c:pt>
                <c:pt idx="328">
                  <c:v>0.99671432495117185</c:v>
                </c:pt>
                <c:pt idx="329">
                  <c:v>0.99671432495117185</c:v>
                </c:pt>
                <c:pt idx="330">
                  <c:v>0.9966761779785156</c:v>
                </c:pt>
                <c:pt idx="331">
                  <c:v>0.9966761779785156</c:v>
                </c:pt>
                <c:pt idx="332">
                  <c:v>0.99663909912109361</c:v>
                </c:pt>
                <c:pt idx="333">
                  <c:v>0.99663909912109361</c:v>
                </c:pt>
                <c:pt idx="334">
                  <c:v>0.99660415649414058</c:v>
                </c:pt>
                <c:pt idx="335">
                  <c:v>0.99660415649414058</c:v>
                </c:pt>
                <c:pt idx="336">
                  <c:v>0.99656936645507799</c:v>
                </c:pt>
                <c:pt idx="337">
                  <c:v>0.99656936645507799</c:v>
                </c:pt>
                <c:pt idx="338">
                  <c:v>0.99652389526367202</c:v>
                </c:pt>
                <c:pt idx="339">
                  <c:v>0.99652389526367202</c:v>
                </c:pt>
                <c:pt idx="340">
                  <c:v>0.99647369384765638</c:v>
                </c:pt>
                <c:pt idx="341">
                  <c:v>0.99647369384765638</c:v>
                </c:pt>
                <c:pt idx="342">
                  <c:v>0.99641967773437501</c:v>
                </c:pt>
                <c:pt idx="343">
                  <c:v>0.99641967773437501</c:v>
                </c:pt>
                <c:pt idx="344">
                  <c:v>0.99638000488281242</c:v>
                </c:pt>
                <c:pt idx="345">
                  <c:v>0.99638000488281242</c:v>
                </c:pt>
                <c:pt idx="346">
                  <c:v>0.99633102416992203</c:v>
                </c:pt>
                <c:pt idx="347">
                  <c:v>0.99633102416992203</c:v>
                </c:pt>
                <c:pt idx="348">
                  <c:v>0.996299285888672</c:v>
                </c:pt>
                <c:pt idx="349">
                  <c:v>0.996299285888672</c:v>
                </c:pt>
                <c:pt idx="350">
                  <c:v>0.99626129150390641</c:v>
                </c:pt>
                <c:pt idx="351">
                  <c:v>0.99626129150390641</c:v>
                </c:pt>
                <c:pt idx="352">
                  <c:v>0.99621337890624995</c:v>
                </c:pt>
                <c:pt idx="353">
                  <c:v>0.99621337890624995</c:v>
                </c:pt>
                <c:pt idx="354">
                  <c:v>0.99617095947265621</c:v>
                </c:pt>
                <c:pt idx="355">
                  <c:v>0.99617095947265621</c:v>
                </c:pt>
                <c:pt idx="356">
                  <c:v>0.99613616943359362</c:v>
                </c:pt>
                <c:pt idx="357">
                  <c:v>0.99613616943359362</c:v>
                </c:pt>
                <c:pt idx="358">
                  <c:v>0.99609481811523437</c:v>
                </c:pt>
                <c:pt idx="359">
                  <c:v>0.99609481811523437</c:v>
                </c:pt>
                <c:pt idx="360">
                  <c:v>0.99605178833007801</c:v>
                </c:pt>
                <c:pt idx="361">
                  <c:v>0.99605178833007801</c:v>
                </c:pt>
                <c:pt idx="362">
                  <c:v>0.99600494384765637</c:v>
                </c:pt>
                <c:pt idx="363">
                  <c:v>0.99600494384765637</c:v>
                </c:pt>
                <c:pt idx="364">
                  <c:v>0.9959713745117188</c:v>
                </c:pt>
                <c:pt idx="365">
                  <c:v>0.9959713745117188</c:v>
                </c:pt>
                <c:pt idx="366">
                  <c:v>0.99591629028320316</c:v>
                </c:pt>
                <c:pt idx="367">
                  <c:v>0.99591629028320316</c:v>
                </c:pt>
                <c:pt idx="368">
                  <c:v>0.99587081909179676</c:v>
                </c:pt>
                <c:pt idx="369">
                  <c:v>0.99587081909179676</c:v>
                </c:pt>
                <c:pt idx="370">
                  <c:v>0.99582733154296876</c:v>
                </c:pt>
                <c:pt idx="371">
                  <c:v>0.99582733154296876</c:v>
                </c:pt>
                <c:pt idx="372">
                  <c:v>0.99579025268554677</c:v>
                </c:pt>
                <c:pt idx="373">
                  <c:v>0.99579025268554677</c:v>
                </c:pt>
                <c:pt idx="374">
                  <c:v>0.9957330322265624</c:v>
                </c:pt>
                <c:pt idx="375">
                  <c:v>0.9957330322265624</c:v>
                </c:pt>
                <c:pt idx="376">
                  <c:v>0.99568099975585922</c:v>
                </c:pt>
                <c:pt idx="377">
                  <c:v>0.99568099975585922</c:v>
                </c:pt>
                <c:pt idx="378">
                  <c:v>0.99563415527343757</c:v>
                </c:pt>
                <c:pt idx="379">
                  <c:v>0.99563415527343757</c:v>
                </c:pt>
                <c:pt idx="380">
                  <c:v>0.99558029174804685</c:v>
                </c:pt>
                <c:pt idx="381">
                  <c:v>0.99558029174804685</c:v>
                </c:pt>
                <c:pt idx="382">
                  <c:v>0.99554290771484377</c:v>
                </c:pt>
                <c:pt idx="383">
                  <c:v>0.99554290771484377</c:v>
                </c:pt>
                <c:pt idx="384">
                  <c:v>0.99550674438476561</c:v>
                </c:pt>
                <c:pt idx="385">
                  <c:v>0.99550674438476561</c:v>
                </c:pt>
                <c:pt idx="386">
                  <c:v>0.9954548645019532</c:v>
                </c:pt>
                <c:pt idx="387">
                  <c:v>0.9954548645019532</c:v>
                </c:pt>
                <c:pt idx="388">
                  <c:v>0.99540374755859362</c:v>
                </c:pt>
                <c:pt idx="389">
                  <c:v>0.99540374755859362</c:v>
                </c:pt>
                <c:pt idx="390">
                  <c:v>0.99534484863281236</c:v>
                </c:pt>
                <c:pt idx="391">
                  <c:v>0.99534484863281236</c:v>
                </c:pt>
                <c:pt idx="392">
                  <c:v>0.9952999877929688</c:v>
                </c:pt>
                <c:pt idx="393">
                  <c:v>0.9952999877929688</c:v>
                </c:pt>
                <c:pt idx="394">
                  <c:v>0.99524551391601557</c:v>
                </c:pt>
                <c:pt idx="395">
                  <c:v>0.99524551391601557</c:v>
                </c:pt>
                <c:pt idx="396">
                  <c:v>0.99518890380859359</c:v>
                </c:pt>
                <c:pt idx="397">
                  <c:v>0.99518890380859359</c:v>
                </c:pt>
                <c:pt idx="398">
                  <c:v>0.99512542724609376</c:v>
                </c:pt>
                <c:pt idx="399">
                  <c:v>0.99512542724609376</c:v>
                </c:pt>
                <c:pt idx="400">
                  <c:v>0.99508392333984363</c:v>
                </c:pt>
                <c:pt idx="401">
                  <c:v>0.99508392333984363</c:v>
                </c:pt>
                <c:pt idx="402">
                  <c:v>0.99503799438476559</c:v>
                </c:pt>
                <c:pt idx="403">
                  <c:v>0.99503799438476559</c:v>
                </c:pt>
                <c:pt idx="404">
                  <c:v>0.99498535156250001</c:v>
                </c:pt>
                <c:pt idx="405">
                  <c:v>0.99498535156250001</c:v>
                </c:pt>
                <c:pt idx="406">
                  <c:v>0.99493392944335923</c:v>
                </c:pt>
                <c:pt idx="407">
                  <c:v>0.99493392944335923</c:v>
                </c:pt>
                <c:pt idx="408">
                  <c:v>0.99488998413085938</c:v>
                </c:pt>
                <c:pt idx="409">
                  <c:v>0.99488998413085938</c:v>
                </c:pt>
                <c:pt idx="410">
                  <c:v>0.99483718872070315</c:v>
                </c:pt>
                <c:pt idx="411">
                  <c:v>0.99483718872070315</c:v>
                </c:pt>
                <c:pt idx="412">
                  <c:v>0.99479995727539061</c:v>
                </c:pt>
                <c:pt idx="413">
                  <c:v>0.99479995727539061</c:v>
                </c:pt>
                <c:pt idx="414">
                  <c:v>0.99473678588867198</c:v>
                </c:pt>
                <c:pt idx="415">
                  <c:v>0.99473678588867198</c:v>
                </c:pt>
                <c:pt idx="416">
                  <c:v>0.99468582153320317</c:v>
                </c:pt>
                <c:pt idx="417">
                  <c:v>0.99468582153320317</c:v>
                </c:pt>
                <c:pt idx="418">
                  <c:v>0.9946343994140624</c:v>
                </c:pt>
                <c:pt idx="419">
                  <c:v>0.9946343994140624</c:v>
                </c:pt>
                <c:pt idx="420">
                  <c:v>0.99458587646484375</c:v>
                </c:pt>
                <c:pt idx="421">
                  <c:v>0.99458587646484375</c:v>
                </c:pt>
                <c:pt idx="422">
                  <c:v>0.99451980590820321</c:v>
                </c:pt>
                <c:pt idx="423">
                  <c:v>0.99451980590820321</c:v>
                </c:pt>
                <c:pt idx="424">
                  <c:v>0.99448776245117199</c:v>
                </c:pt>
                <c:pt idx="425">
                  <c:v>0.99448776245117199</c:v>
                </c:pt>
                <c:pt idx="426">
                  <c:v>0.99443847656249995</c:v>
                </c:pt>
                <c:pt idx="427">
                  <c:v>0.99443847656249995</c:v>
                </c:pt>
                <c:pt idx="428">
                  <c:v>0.9943844604492188</c:v>
                </c:pt>
                <c:pt idx="429">
                  <c:v>0.9943844604492188</c:v>
                </c:pt>
                <c:pt idx="430">
                  <c:v>0.99433090209960939</c:v>
                </c:pt>
                <c:pt idx="431">
                  <c:v>0.99433090209960939</c:v>
                </c:pt>
                <c:pt idx="432">
                  <c:v>0.99426666259765639</c:v>
                </c:pt>
                <c:pt idx="433">
                  <c:v>0.99426666259765639</c:v>
                </c:pt>
                <c:pt idx="434">
                  <c:v>0.99420639038085923</c:v>
                </c:pt>
                <c:pt idx="435">
                  <c:v>0.99420639038085923</c:v>
                </c:pt>
                <c:pt idx="436">
                  <c:v>0.99415222167968764</c:v>
                </c:pt>
                <c:pt idx="437">
                  <c:v>0.99415222167968764</c:v>
                </c:pt>
                <c:pt idx="438">
                  <c:v>0.99412185668945319</c:v>
                </c:pt>
                <c:pt idx="439">
                  <c:v>0.99412185668945319</c:v>
                </c:pt>
                <c:pt idx="440">
                  <c:v>0.99406860351562498</c:v>
                </c:pt>
                <c:pt idx="441">
                  <c:v>0.99406860351562498</c:v>
                </c:pt>
                <c:pt idx="442">
                  <c:v>0.99401962280273437</c:v>
                </c:pt>
                <c:pt idx="443">
                  <c:v>0.99401962280273437</c:v>
                </c:pt>
                <c:pt idx="444">
                  <c:v>0.99396148681640639</c:v>
                </c:pt>
                <c:pt idx="445">
                  <c:v>0.99396148681640639</c:v>
                </c:pt>
                <c:pt idx="446">
                  <c:v>0.99390640258789065</c:v>
                </c:pt>
                <c:pt idx="447">
                  <c:v>0.99390640258789065</c:v>
                </c:pt>
                <c:pt idx="448">
                  <c:v>0.99384536743164065</c:v>
                </c:pt>
                <c:pt idx="449">
                  <c:v>0.99384536743164065</c:v>
                </c:pt>
                <c:pt idx="450">
                  <c:v>0.99379333496093758</c:v>
                </c:pt>
                <c:pt idx="451">
                  <c:v>0.99379333496093758</c:v>
                </c:pt>
                <c:pt idx="452">
                  <c:v>0.99374496459960937</c:v>
                </c:pt>
                <c:pt idx="453">
                  <c:v>0.99374496459960937</c:v>
                </c:pt>
                <c:pt idx="454">
                  <c:v>0.99369323730468762</c:v>
                </c:pt>
                <c:pt idx="455">
                  <c:v>0.99369323730468762</c:v>
                </c:pt>
                <c:pt idx="456">
                  <c:v>0.99363113403320324</c:v>
                </c:pt>
                <c:pt idx="457">
                  <c:v>0.99363113403320324</c:v>
                </c:pt>
                <c:pt idx="458">
                  <c:v>0.99358245849609361</c:v>
                </c:pt>
                <c:pt idx="459">
                  <c:v>0.99358245849609361</c:v>
                </c:pt>
                <c:pt idx="460">
                  <c:v>0.99351379394531236</c:v>
                </c:pt>
                <c:pt idx="461">
                  <c:v>0.99351379394531236</c:v>
                </c:pt>
                <c:pt idx="462">
                  <c:v>0.99346878051757803</c:v>
                </c:pt>
                <c:pt idx="463">
                  <c:v>0.99346878051757803</c:v>
                </c:pt>
                <c:pt idx="464">
                  <c:v>0.99340621948242203</c:v>
                </c:pt>
                <c:pt idx="465">
                  <c:v>0.99340621948242203</c:v>
                </c:pt>
                <c:pt idx="466">
                  <c:v>0.99332244873046882</c:v>
                </c:pt>
                <c:pt idx="467">
                  <c:v>0.99332244873046882</c:v>
                </c:pt>
                <c:pt idx="468">
                  <c:v>0.99326217651367199</c:v>
                </c:pt>
                <c:pt idx="469">
                  <c:v>0.99326217651367199</c:v>
                </c:pt>
                <c:pt idx="470">
                  <c:v>0.99320159912109363</c:v>
                </c:pt>
                <c:pt idx="471">
                  <c:v>0.99320159912109363</c:v>
                </c:pt>
                <c:pt idx="472">
                  <c:v>0.99315505981445318</c:v>
                </c:pt>
                <c:pt idx="473">
                  <c:v>0.99315505981445318</c:v>
                </c:pt>
                <c:pt idx="474">
                  <c:v>0.99310409545898437</c:v>
                </c:pt>
                <c:pt idx="475">
                  <c:v>0.99310409545898437</c:v>
                </c:pt>
                <c:pt idx="476">
                  <c:v>0.99304244995117197</c:v>
                </c:pt>
                <c:pt idx="477">
                  <c:v>0.99304244995117197</c:v>
                </c:pt>
                <c:pt idx="478">
                  <c:v>0.99297897338867203</c:v>
                </c:pt>
                <c:pt idx="479">
                  <c:v>0.99297897338867203</c:v>
                </c:pt>
                <c:pt idx="480">
                  <c:v>0.99291183471679678</c:v>
                </c:pt>
                <c:pt idx="481">
                  <c:v>0.99291183471679678</c:v>
                </c:pt>
                <c:pt idx="482">
                  <c:v>0.99285171508789061</c:v>
                </c:pt>
                <c:pt idx="483">
                  <c:v>0.99285171508789061</c:v>
                </c:pt>
                <c:pt idx="484">
                  <c:v>0.99280288696289076</c:v>
                </c:pt>
                <c:pt idx="485">
                  <c:v>0.99280288696289076</c:v>
                </c:pt>
                <c:pt idx="486">
                  <c:v>0.99274658203124999</c:v>
                </c:pt>
                <c:pt idx="487">
                  <c:v>0.99274658203124999</c:v>
                </c:pt>
                <c:pt idx="488">
                  <c:v>0.99269073486328119</c:v>
                </c:pt>
                <c:pt idx="489">
                  <c:v>0.99269073486328119</c:v>
                </c:pt>
                <c:pt idx="490">
                  <c:v>0.99262374877929682</c:v>
                </c:pt>
                <c:pt idx="491">
                  <c:v>0.99262374877929682</c:v>
                </c:pt>
                <c:pt idx="492">
                  <c:v>0.99256469726562502</c:v>
                </c:pt>
                <c:pt idx="493">
                  <c:v>0.99256469726562502</c:v>
                </c:pt>
                <c:pt idx="494">
                  <c:v>0.99250228881835922</c:v>
                </c:pt>
                <c:pt idx="495">
                  <c:v>0.99250228881835922</c:v>
                </c:pt>
                <c:pt idx="496">
                  <c:v>0.99244171142578119</c:v>
                </c:pt>
                <c:pt idx="497">
                  <c:v>0.99244171142578119</c:v>
                </c:pt>
                <c:pt idx="498">
                  <c:v>0.99237915039062496</c:v>
                </c:pt>
                <c:pt idx="499">
                  <c:v>0.99237915039062496</c:v>
                </c:pt>
                <c:pt idx="500">
                  <c:v>0.99232711791992201</c:v>
                </c:pt>
                <c:pt idx="501">
                  <c:v>0.99232711791992201</c:v>
                </c:pt>
                <c:pt idx="502">
                  <c:v>0.99227066040039058</c:v>
                </c:pt>
                <c:pt idx="503">
                  <c:v>0.99227066040039058</c:v>
                </c:pt>
                <c:pt idx="504">
                  <c:v>0.992214813232422</c:v>
                </c:pt>
                <c:pt idx="505">
                  <c:v>0.992214813232422</c:v>
                </c:pt>
                <c:pt idx="506">
                  <c:v>0.99214324951171884</c:v>
                </c:pt>
                <c:pt idx="507">
                  <c:v>0.99214324951171884</c:v>
                </c:pt>
                <c:pt idx="508">
                  <c:v>0.99207992553710922</c:v>
                </c:pt>
                <c:pt idx="509">
                  <c:v>0.99207992553710922</c:v>
                </c:pt>
                <c:pt idx="510">
                  <c:v>0.99201004028320316</c:v>
                </c:pt>
                <c:pt idx="511">
                  <c:v>0.99201004028320316</c:v>
                </c:pt>
                <c:pt idx="512">
                  <c:v>0.991943359375</c:v>
                </c:pt>
                <c:pt idx="513">
                  <c:v>0.991943359375</c:v>
                </c:pt>
                <c:pt idx="514">
                  <c:v>0.99187805175781241</c:v>
                </c:pt>
                <c:pt idx="515">
                  <c:v>0.99187805175781241</c:v>
                </c:pt>
                <c:pt idx="516">
                  <c:v>0.99180206298828122</c:v>
                </c:pt>
                <c:pt idx="517">
                  <c:v>0.99180206298828122</c:v>
                </c:pt>
                <c:pt idx="518">
                  <c:v>0.99174591064453121</c:v>
                </c:pt>
                <c:pt idx="519">
                  <c:v>0.99174591064453121</c:v>
                </c:pt>
                <c:pt idx="520">
                  <c:v>0.99169494628906241</c:v>
                </c:pt>
                <c:pt idx="521">
                  <c:v>0.99169494628906241</c:v>
                </c:pt>
                <c:pt idx="522">
                  <c:v>0.99162689208984378</c:v>
                </c:pt>
                <c:pt idx="523">
                  <c:v>0.99162689208984378</c:v>
                </c:pt>
                <c:pt idx="524">
                  <c:v>0.99156066894531236</c:v>
                </c:pt>
                <c:pt idx="525">
                  <c:v>0.99156066894531236</c:v>
                </c:pt>
                <c:pt idx="526">
                  <c:v>0.99149566650390641</c:v>
                </c:pt>
                <c:pt idx="527">
                  <c:v>0.99149566650390641</c:v>
                </c:pt>
                <c:pt idx="528">
                  <c:v>0.99143020629882816</c:v>
                </c:pt>
                <c:pt idx="529">
                  <c:v>0.99143020629882816</c:v>
                </c:pt>
                <c:pt idx="530">
                  <c:v>0.99134780883789064</c:v>
                </c:pt>
                <c:pt idx="531">
                  <c:v>0.99134780883789064</c:v>
                </c:pt>
                <c:pt idx="532">
                  <c:v>0.99129714965820315</c:v>
                </c:pt>
                <c:pt idx="533">
                  <c:v>0.99129714965820315</c:v>
                </c:pt>
                <c:pt idx="534">
                  <c:v>0.99124298095703123</c:v>
                </c:pt>
                <c:pt idx="535">
                  <c:v>0.99124298095703123</c:v>
                </c:pt>
                <c:pt idx="536">
                  <c:v>0.99116104125976556</c:v>
                </c:pt>
                <c:pt idx="537">
                  <c:v>0.99116104125976556</c:v>
                </c:pt>
                <c:pt idx="538">
                  <c:v>0.99109390258789076</c:v>
                </c:pt>
                <c:pt idx="539">
                  <c:v>0.99109390258789076</c:v>
                </c:pt>
                <c:pt idx="540">
                  <c:v>0.99102142333984378</c:v>
                </c:pt>
                <c:pt idx="541">
                  <c:v>0.99102142333984378</c:v>
                </c:pt>
                <c:pt idx="542">
                  <c:v>0.99095596313476564</c:v>
                </c:pt>
                <c:pt idx="543">
                  <c:v>0.99095596313476564</c:v>
                </c:pt>
                <c:pt idx="544">
                  <c:v>0.99089248657226559</c:v>
                </c:pt>
                <c:pt idx="545">
                  <c:v>0.99089248657226559</c:v>
                </c:pt>
                <c:pt idx="546">
                  <c:v>0.99084808349609377</c:v>
                </c:pt>
                <c:pt idx="547">
                  <c:v>0.99084808349609377</c:v>
                </c:pt>
                <c:pt idx="548">
                  <c:v>0.99077713012695323</c:v>
                </c:pt>
                <c:pt idx="549">
                  <c:v>0.99077713012695323</c:v>
                </c:pt>
                <c:pt idx="550">
                  <c:v>0.99067672729492184</c:v>
                </c:pt>
                <c:pt idx="551">
                  <c:v>0.99067672729492184</c:v>
                </c:pt>
                <c:pt idx="552">
                  <c:v>0.99062179565429676</c:v>
                </c:pt>
                <c:pt idx="553">
                  <c:v>0.99062179565429676</c:v>
                </c:pt>
                <c:pt idx="554">
                  <c:v>0.99057556152343762</c:v>
                </c:pt>
                <c:pt idx="555">
                  <c:v>0.99057556152343762</c:v>
                </c:pt>
                <c:pt idx="556">
                  <c:v>0.99048843383789065</c:v>
                </c:pt>
                <c:pt idx="557">
                  <c:v>0.99048843383789065</c:v>
                </c:pt>
                <c:pt idx="558">
                  <c:v>0.9904177856445312</c:v>
                </c:pt>
                <c:pt idx="559">
                  <c:v>0.9904177856445312</c:v>
                </c:pt>
                <c:pt idx="560">
                  <c:v>0.99036285400390622</c:v>
                </c:pt>
                <c:pt idx="561">
                  <c:v>0.99036285400390622</c:v>
                </c:pt>
                <c:pt idx="562">
                  <c:v>0.990268096923828</c:v>
                </c:pt>
                <c:pt idx="563">
                  <c:v>0.990268096923828</c:v>
                </c:pt>
                <c:pt idx="564">
                  <c:v>0.99020019531250003</c:v>
                </c:pt>
                <c:pt idx="565">
                  <c:v>0.99020019531250003</c:v>
                </c:pt>
                <c:pt idx="566">
                  <c:v>0.99013153076171878</c:v>
                </c:pt>
                <c:pt idx="567">
                  <c:v>0.99013153076171878</c:v>
                </c:pt>
                <c:pt idx="568">
                  <c:v>0.99006454467773441</c:v>
                </c:pt>
                <c:pt idx="569">
                  <c:v>0.99006454467773441</c:v>
                </c:pt>
                <c:pt idx="570">
                  <c:v>0.99000564575195316</c:v>
                </c:pt>
                <c:pt idx="571">
                  <c:v>0.99000564575195316</c:v>
                </c:pt>
                <c:pt idx="572">
                  <c:v>0.9899237060546876</c:v>
                </c:pt>
                <c:pt idx="573">
                  <c:v>0.9899237060546876</c:v>
                </c:pt>
                <c:pt idx="574">
                  <c:v>0.98985748291015641</c:v>
                </c:pt>
                <c:pt idx="575">
                  <c:v>0.98985748291015641</c:v>
                </c:pt>
                <c:pt idx="576">
                  <c:v>0.98978698730468762</c:v>
                </c:pt>
                <c:pt idx="577">
                  <c:v>0.98978698730468762</c:v>
                </c:pt>
                <c:pt idx="578">
                  <c:v>0.98970321655273441</c:v>
                </c:pt>
                <c:pt idx="579">
                  <c:v>0.98970321655273441</c:v>
                </c:pt>
                <c:pt idx="580">
                  <c:v>0.98963562011718764</c:v>
                </c:pt>
                <c:pt idx="581">
                  <c:v>0.98963562011718764</c:v>
                </c:pt>
                <c:pt idx="582">
                  <c:v>0.98957977294921884</c:v>
                </c:pt>
                <c:pt idx="583">
                  <c:v>0.98957977294921884</c:v>
                </c:pt>
                <c:pt idx="584">
                  <c:v>0.9894967651367188</c:v>
                </c:pt>
                <c:pt idx="585">
                  <c:v>0.9894967651367188</c:v>
                </c:pt>
                <c:pt idx="586">
                  <c:v>0.9894155883789062</c:v>
                </c:pt>
                <c:pt idx="587">
                  <c:v>0.9894155883789062</c:v>
                </c:pt>
                <c:pt idx="588">
                  <c:v>0.98934921264648445</c:v>
                </c:pt>
                <c:pt idx="589">
                  <c:v>0.98934921264648445</c:v>
                </c:pt>
                <c:pt idx="590">
                  <c:v>0.98929336547851565</c:v>
                </c:pt>
                <c:pt idx="591">
                  <c:v>0.98929336547851565</c:v>
                </c:pt>
                <c:pt idx="592">
                  <c:v>0.98923034667968757</c:v>
                </c:pt>
                <c:pt idx="593">
                  <c:v>0.98923034667968757</c:v>
                </c:pt>
                <c:pt idx="594">
                  <c:v>0.98915390014648441</c:v>
                </c:pt>
                <c:pt idx="595">
                  <c:v>0.98915390014648441</c:v>
                </c:pt>
                <c:pt idx="596">
                  <c:v>0.98907485961914077</c:v>
                </c:pt>
                <c:pt idx="597">
                  <c:v>0.98907485961914077</c:v>
                </c:pt>
                <c:pt idx="598">
                  <c:v>0.98900588989257798</c:v>
                </c:pt>
                <c:pt idx="599">
                  <c:v>0.98900588989257798</c:v>
                </c:pt>
                <c:pt idx="600">
                  <c:v>0.98889404296875005</c:v>
                </c:pt>
                <c:pt idx="601">
                  <c:v>0.98889404296875005</c:v>
                </c:pt>
                <c:pt idx="602">
                  <c:v>0.98881576538085936</c:v>
                </c:pt>
                <c:pt idx="603">
                  <c:v>0.98881576538085936</c:v>
                </c:pt>
                <c:pt idx="604">
                  <c:v>0.98874313354492183</c:v>
                </c:pt>
                <c:pt idx="605">
                  <c:v>0.98874313354492183</c:v>
                </c:pt>
                <c:pt idx="606">
                  <c:v>0.98865432739257797</c:v>
                </c:pt>
                <c:pt idx="607">
                  <c:v>0.98865432739257797</c:v>
                </c:pt>
                <c:pt idx="608">
                  <c:v>0.98857467651367203</c:v>
                </c:pt>
                <c:pt idx="609">
                  <c:v>0.98857467651367203</c:v>
                </c:pt>
                <c:pt idx="610">
                  <c:v>0.98850418090820324</c:v>
                </c:pt>
                <c:pt idx="611">
                  <c:v>0.98850418090820324</c:v>
                </c:pt>
                <c:pt idx="612">
                  <c:v>0.98842956542968763</c:v>
                </c:pt>
                <c:pt idx="613">
                  <c:v>0.98842956542968763</c:v>
                </c:pt>
                <c:pt idx="614">
                  <c:v>0.9883708190917968</c:v>
                </c:pt>
                <c:pt idx="615">
                  <c:v>0.9883708190917968</c:v>
                </c:pt>
                <c:pt idx="616">
                  <c:v>0.98829208374023436</c:v>
                </c:pt>
                <c:pt idx="617">
                  <c:v>0.98829208374023436</c:v>
                </c:pt>
                <c:pt idx="618">
                  <c:v>0.98821838378906235</c:v>
                </c:pt>
                <c:pt idx="619">
                  <c:v>0.98821838378906235</c:v>
                </c:pt>
                <c:pt idx="620">
                  <c:v>0.98814697265624996</c:v>
                </c:pt>
                <c:pt idx="621">
                  <c:v>0.98814697265624996</c:v>
                </c:pt>
                <c:pt idx="622">
                  <c:v>0.98805343627929676</c:v>
                </c:pt>
                <c:pt idx="623">
                  <c:v>0.98805343627929676</c:v>
                </c:pt>
                <c:pt idx="624">
                  <c:v>0.98797775268554677</c:v>
                </c:pt>
                <c:pt idx="625">
                  <c:v>0.98797775268554677</c:v>
                </c:pt>
                <c:pt idx="626">
                  <c:v>0.98788574218750003</c:v>
                </c:pt>
                <c:pt idx="627">
                  <c:v>0.98788574218750003</c:v>
                </c:pt>
                <c:pt idx="628">
                  <c:v>0.98782501220703123</c:v>
                </c:pt>
                <c:pt idx="629">
                  <c:v>0.98782501220703123</c:v>
                </c:pt>
                <c:pt idx="630">
                  <c:v>0.98774276733398436</c:v>
                </c:pt>
                <c:pt idx="631">
                  <c:v>0.98774276733398436</c:v>
                </c:pt>
                <c:pt idx="632">
                  <c:v>0.98766479492187498</c:v>
                </c:pt>
                <c:pt idx="633">
                  <c:v>0.98766479492187498</c:v>
                </c:pt>
                <c:pt idx="634">
                  <c:v>0.98759613037109362</c:v>
                </c:pt>
                <c:pt idx="635">
                  <c:v>0.98759613037109362</c:v>
                </c:pt>
                <c:pt idx="636">
                  <c:v>0.98750701904296878</c:v>
                </c:pt>
                <c:pt idx="637">
                  <c:v>0.98750701904296878</c:v>
                </c:pt>
                <c:pt idx="638">
                  <c:v>0.98742248535156241</c:v>
                </c:pt>
                <c:pt idx="639">
                  <c:v>0.98742248535156241</c:v>
                </c:pt>
                <c:pt idx="640">
                  <c:v>0.98734542846679685</c:v>
                </c:pt>
                <c:pt idx="641">
                  <c:v>0.98734542846679685</c:v>
                </c:pt>
                <c:pt idx="642">
                  <c:v>0.98725814819335922</c:v>
                </c:pt>
                <c:pt idx="643">
                  <c:v>0.98725814819335922</c:v>
                </c:pt>
                <c:pt idx="644">
                  <c:v>0.98718887329101557</c:v>
                </c:pt>
                <c:pt idx="645">
                  <c:v>0.98718887329101557</c:v>
                </c:pt>
                <c:pt idx="646">
                  <c:v>0.98710433959960941</c:v>
                </c:pt>
                <c:pt idx="647">
                  <c:v>0.98710433959960941</c:v>
                </c:pt>
                <c:pt idx="648">
                  <c:v>0.98702056884765621</c:v>
                </c:pt>
                <c:pt idx="649">
                  <c:v>0.98702056884765621</c:v>
                </c:pt>
                <c:pt idx="650">
                  <c:v>0.9869436645507812</c:v>
                </c:pt>
                <c:pt idx="651">
                  <c:v>0.9869436645507812</c:v>
                </c:pt>
                <c:pt idx="652">
                  <c:v>0.98683532714843758</c:v>
                </c:pt>
                <c:pt idx="653">
                  <c:v>0.98683532714843758</c:v>
                </c:pt>
                <c:pt idx="654">
                  <c:v>0.98675918579101563</c:v>
                </c:pt>
                <c:pt idx="655">
                  <c:v>0.98675918579101563</c:v>
                </c:pt>
                <c:pt idx="656">
                  <c:v>0.98667068481445319</c:v>
                </c:pt>
                <c:pt idx="657">
                  <c:v>0.98667068481445319</c:v>
                </c:pt>
                <c:pt idx="658">
                  <c:v>0.98657363891601557</c:v>
                </c:pt>
                <c:pt idx="659">
                  <c:v>0.98657363891601557</c:v>
                </c:pt>
                <c:pt idx="660">
                  <c:v>0.98649688720703121</c:v>
                </c:pt>
                <c:pt idx="661">
                  <c:v>0.98649688720703121</c:v>
                </c:pt>
                <c:pt idx="662">
                  <c:v>0.986411590576172</c:v>
                </c:pt>
                <c:pt idx="663">
                  <c:v>0.986411590576172</c:v>
                </c:pt>
                <c:pt idx="664">
                  <c:v>0.98634063720703125</c:v>
                </c:pt>
                <c:pt idx="665">
                  <c:v>0.98634063720703125</c:v>
                </c:pt>
                <c:pt idx="666">
                  <c:v>0.98628494262695321</c:v>
                </c:pt>
                <c:pt idx="667">
                  <c:v>0.98628494262695321</c:v>
                </c:pt>
                <c:pt idx="668">
                  <c:v>0.98619705200195318</c:v>
                </c:pt>
                <c:pt idx="669">
                  <c:v>0.98619705200195318</c:v>
                </c:pt>
                <c:pt idx="670">
                  <c:v>0.98611068725585938</c:v>
                </c:pt>
                <c:pt idx="671">
                  <c:v>0.98611068725585938</c:v>
                </c:pt>
                <c:pt idx="672">
                  <c:v>0.98600006103515625</c:v>
                </c:pt>
                <c:pt idx="673">
                  <c:v>0.98600006103515625</c:v>
                </c:pt>
                <c:pt idx="674">
                  <c:v>0.98592071533203118</c:v>
                </c:pt>
                <c:pt idx="675">
                  <c:v>0.98592071533203118</c:v>
                </c:pt>
                <c:pt idx="676">
                  <c:v>0.98583694458007798</c:v>
                </c:pt>
                <c:pt idx="677">
                  <c:v>0.98583694458007798</c:v>
                </c:pt>
                <c:pt idx="678">
                  <c:v>0.98575363159179685</c:v>
                </c:pt>
                <c:pt idx="679">
                  <c:v>0.98575363159179685</c:v>
                </c:pt>
                <c:pt idx="680">
                  <c:v>0.98565994262695322</c:v>
                </c:pt>
                <c:pt idx="681">
                  <c:v>0.98565994262695322</c:v>
                </c:pt>
                <c:pt idx="682">
                  <c:v>0.98558166503906242</c:v>
                </c:pt>
                <c:pt idx="683">
                  <c:v>0.98558166503906242</c:v>
                </c:pt>
                <c:pt idx="684">
                  <c:v>0.98550048828125003</c:v>
                </c:pt>
                <c:pt idx="685">
                  <c:v>0.98550048828125003</c:v>
                </c:pt>
                <c:pt idx="686">
                  <c:v>0.98540390014648438</c:v>
                </c:pt>
                <c:pt idx="687">
                  <c:v>0.98540390014648438</c:v>
                </c:pt>
                <c:pt idx="688">
                  <c:v>0.98532318115234363</c:v>
                </c:pt>
                <c:pt idx="689">
                  <c:v>0.98532318115234363</c:v>
                </c:pt>
                <c:pt idx="690">
                  <c:v>0.98522933959960923</c:v>
                </c:pt>
                <c:pt idx="691">
                  <c:v>0.98522933959960923</c:v>
                </c:pt>
                <c:pt idx="692">
                  <c:v>0.98514236450195325</c:v>
                </c:pt>
                <c:pt idx="693">
                  <c:v>0.98514236450195325</c:v>
                </c:pt>
                <c:pt idx="694">
                  <c:v>0.98504852294921885</c:v>
                </c:pt>
                <c:pt idx="695">
                  <c:v>0.98504852294921885</c:v>
                </c:pt>
                <c:pt idx="696">
                  <c:v>0.98497802734374995</c:v>
                </c:pt>
                <c:pt idx="697">
                  <c:v>0.98497802734374995</c:v>
                </c:pt>
                <c:pt idx="698">
                  <c:v>0.9848915100097656</c:v>
                </c:pt>
                <c:pt idx="699">
                  <c:v>0.9848915100097656</c:v>
                </c:pt>
                <c:pt idx="700">
                  <c:v>0.98482162475585922</c:v>
                </c:pt>
                <c:pt idx="701">
                  <c:v>0.98482162475585922</c:v>
                </c:pt>
                <c:pt idx="702">
                  <c:v>0.9847055053710938</c:v>
                </c:pt>
                <c:pt idx="703">
                  <c:v>0.9847055053710938</c:v>
                </c:pt>
                <c:pt idx="704">
                  <c:v>0.98462234497070322</c:v>
                </c:pt>
                <c:pt idx="705">
                  <c:v>0.98462234497070322</c:v>
                </c:pt>
                <c:pt idx="706">
                  <c:v>0.9845526123046876</c:v>
                </c:pt>
                <c:pt idx="707">
                  <c:v>0.9845526123046876</c:v>
                </c:pt>
                <c:pt idx="708">
                  <c:v>0.98446502685546877</c:v>
                </c:pt>
                <c:pt idx="709">
                  <c:v>0.98446502685546877</c:v>
                </c:pt>
                <c:pt idx="710">
                  <c:v>0.98438598632812502</c:v>
                </c:pt>
                <c:pt idx="711">
                  <c:v>0.98438598632812502</c:v>
                </c:pt>
                <c:pt idx="712">
                  <c:v>0.98429504394531242</c:v>
                </c:pt>
                <c:pt idx="713">
                  <c:v>0.98429504394531242</c:v>
                </c:pt>
                <c:pt idx="714">
                  <c:v>0.98421783447265621</c:v>
                </c:pt>
                <c:pt idx="715">
                  <c:v>0.98421783447265621</c:v>
                </c:pt>
                <c:pt idx="716">
                  <c:v>0.98409912109374997</c:v>
                </c:pt>
                <c:pt idx="717">
                  <c:v>0.98409912109374997</c:v>
                </c:pt>
                <c:pt idx="718">
                  <c:v>0.9840065002441406</c:v>
                </c:pt>
                <c:pt idx="719">
                  <c:v>0.9840065002441406</c:v>
                </c:pt>
                <c:pt idx="720">
                  <c:v>0.9839152526855468</c:v>
                </c:pt>
                <c:pt idx="721">
                  <c:v>0.9839152526855468</c:v>
                </c:pt>
                <c:pt idx="722">
                  <c:v>0.98381958007812498</c:v>
                </c:pt>
                <c:pt idx="723">
                  <c:v>0.98381958007812498</c:v>
                </c:pt>
                <c:pt idx="724">
                  <c:v>0.98372344970703118</c:v>
                </c:pt>
                <c:pt idx="725">
                  <c:v>0.98372344970703118</c:v>
                </c:pt>
                <c:pt idx="726">
                  <c:v>0.98365493774414059</c:v>
                </c:pt>
                <c:pt idx="727">
                  <c:v>0.98365493774414059</c:v>
                </c:pt>
                <c:pt idx="728">
                  <c:v>0.98358474731445322</c:v>
                </c:pt>
                <c:pt idx="729">
                  <c:v>0.98358474731445322</c:v>
                </c:pt>
                <c:pt idx="730">
                  <c:v>0.98348892211914063</c:v>
                </c:pt>
                <c:pt idx="731">
                  <c:v>0.98348892211914063</c:v>
                </c:pt>
                <c:pt idx="732">
                  <c:v>0.98341827392578118</c:v>
                </c:pt>
                <c:pt idx="733">
                  <c:v>0.98341827392578118</c:v>
                </c:pt>
                <c:pt idx="734">
                  <c:v>0.98331604003906237</c:v>
                </c:pt>
                <c:pt idx="735">
                  <c:v>0.98331604003906237</c:v>
                </c:pt>
                <c:pt idx="736">
                  <c:v>0.98319702148437504</c:v>
                </c:pt>
                <c:pt idx="737">
                  <c:v>0.98319702148437504</c:v>
                </c:pt>
                <c:pt idx="738">
                  <c:v>0.98309631347656234</c:v>
                </c:pt>
                <c:pt idx="739">
                  <c:v>0.98309631347656234</c:v>
                </c:pt>
                <c:pt idx="740">
                  <c:v>0.98299148559570315</c:v>
                </c:pt>
                <c:pt idx="741">
                  <c:v>0.98299148559570315</c:v>
                </c:pt>
                <c:pt idx="742">
                  <c:v>0.9829104614257812</c:v>
                </c:pt>
                <c:pt idx="743">
                  <c:v>0.9829104614257812</c:v>
                </c:pt>
                <c:pt idx="744">
                  <c:v>0.98281356811523435</c:v>
                </c:pt>
                <c:pt idx="745">
                  <c:v>0.98281356811523435</c:v>
                </c:pt>
                <c:pt idx="746">
                  <c:v>0.98274581909179681</c:v>
                </c:pt>
                <c:pt idx="747">
                  <c:v>0.98274581909179681</c:v>
                </c:pt>
                <c:pt idx="748">
                  <c:v>0.98262359619140638</c:v>
                </c:pt>
                <c:pt idx="749">
                  <c:v>0.98262359619140638</c:v>
                </c:pt>
                <c:pt idx="750">
                  <c:v>0.98251068115234363</c:v>
                </c:pt>
                <c:pt idx="751">
                  <c:v>0.98251068115234363</c:v>
                </c:pt>
                <c:pt idx="752">
                  <c:v>0.98241348266601558</c:v>
                </c:pt>
                <c:pt idx="753">
                  <c:v>0.98241348266601558</c:v>
                </c:pt>
                <c:pt idx="754">
                  <c:v>0.98230148315429677</c:v>
                </c:pt>
                <c:pt idx="755">
                  <c:v>0.98230148315429677</c:v>
                </c:pt>
                <c:pt idx="756">
                  <c:v>0.98223541259765623</c:v>
                </c:pt>
                <c:pt idx="757">
                  <c:v>0.98223541259765623</c:v>
                </c:pt>
                <c:pt idx="758">
                  <c:v>0.98215805053710936</c:v>
                </c:pt>
                <c:pt idx="759">
                  <c:v>0.98215805053710936</c:v>
                </c:pt>
                <c:pt idx="760">
                  <c:v>0.98208190917968763</c:v>
                </c:pt>
                <c:pt idx="761">
                  <c:v>0.98208190917968763</c:v>
                </c:pt>
                <c:pt idx="762">
                  <c:v>0.98197280883789062</c:v>
                </c:pt>
                <c:pt idx="763">
                  <c:v>0.98197280883789062</c:v>
                </c:pt>
                <c:pt idx="764">
                  <c:v>0.98186447143554678</c:v>
                </c:pt>
                <c:pt idx="765">
                  <c:v>0.98186447143554678</c:v>
                </c:pt>
                <c:pt idx="766">
                  <c:v>0.98177505493164063</c:v>
                </c:pt>
                <c:pt idx="767">
                  <c:v>0.98177505493164063</c:v>
                </c:pt>
                <c:pt idx="768">
                  <c:v>0.98165420532226555</c:v>
                </c:pt>
                <c:pt idx="769">
                  <c:v>0.98165420532226555</c:v>
                </c:pt>
                <c:pt idx="770">
                  <c:v>0.98156097412109378</c:v>
                </c:pt>
                <c:pt idx="771">
                  <c:v>0.98156097412109378</c:v>
                </c:pt>
                <c:pt idx="772">
                  <c:v>0.9814729309082032</c:v>
                </c:pt>
                <c:pt idx="773">
                  <c:v>0.9814729309082032</c:v>
                </c:pt>
                <c:pt idx="774">
                  <c:v>0.98136123657226559</c:v>
                </c:pt>
                <c:pt idx="775">
                  <c:v>0.98136123657226559</c:v>
                </c:pt>
                <c:pt idx="776">
                  <c:v>0.98127609252929682</c:v>
                </c:pt>
                <c:pt idx="777">
                  <c:v>0.98127609252929682</c:v>
                </c:pt>
                <c:pt idx="778">
                  <c:v>0.98119308471679678</c:v>
                </c:pt>
                <c:pt idx="779">
                  <c:v>0.98119308471679678</c:v>
                </c:pt>
                <c:pt idx="780">
                  <c:v>0.98109313964843758</c:v>
                </c:pt>
                <c:pt idx="781">
                  <c:v>0.98109313964843758</c:v>
                </c:pt>
                <c:pt idx="782">
                  <c:v>0.98100341796875001</c:v>
                </c:pt>
                <c:pt idx="783">
                  <c:v>0.98100341796875001</c:v>
                </c:pt>
                <c:pt idx="784">
                  <c:v>0.98090347290039059</c:v>
                </c:pt>
                <c:pt idx="785">
                  <c:v>0.98090347290039059</c:v>
                </c:pt>
                <c:pt idx="786">
                  <c:v>0.98078063964843765</c:v>
                </c:pt>
                <c:pt idx="787">
                  <c:v>0.98078063964843765</c:v>
                </c:pt>
                <c:pt idx="788">
                  <c:v>0.98068481445312505</c:v>
                </c:pt>
                <c:pt idx="789">
                  <c:v>0.98068481445312505</c:v>
                </c:pt>
                <c:pt idx="790">
                  <c:v>0.98057785034179679</c:v>
                </c:pt>
                <c:pt idx="791">
                  <c:v>0.98057785034179679</c:v>
                </c:pt>
                <c:pt idx="792">
                  <c:v>0.98048431396484359</c:v>
                </c:pt>
                <c:pt idx="793">
                  <c:v>0.98048431396484359</c:v>
                </c:pt>
                <c:pt idx="794">
                  <c:v>0.98035568237304682</c:v>
                </c:pt>
                <c:pt idx="795">
                  <c:v>0.98035568237304682</c:v>
                </c:pt>
                <c:pt idx="796">
                  <c:v>0.98026504516601565</c:v>
                </c:pt>
                <c:pt idx="797">
                  <c:v>0.98026504516601565</c:v>
                </c:pt>
                <c:pt idx="798">
                  <c:v>0.98018188476562496</c:v>
                </c:pt>
                <c:pt idx="799">
                  <c:v>0.98018188476562496</c:v>
                </c:pt>
                <c:pt idx="800">
                  <c:v>0.98005737304687501</c:v>
                </c:pt>
                <c:pt idx="801">
                  <c:v>0.98005737304687501</c:v>
                </c:pt>
                <c:pt idx="802">
                  <c:v>0.97996154785156242</c:v>
                </c:pt>
                <c:pt idx="803">
                  <c:v>0.97996154785156242</c:v>
                </c:pt>
                <c:pt idx="804">
                  <c:v>0.97989486694335937</c:v>
                </c:pt>
                <c:pt idx="805">
                  <c:v>0.97989486694335937</c:v>
                </c:pt>
                <c:pt idx="806">
                  <c:v>0.97979843139648437</c:v>
                </c:pt>
                <c:pt idx="807">
                  <c:v>0.97979843139648437</c:v>
                </c:pt>
                <c:pt idx="808">
                  <c:v>0.97968841552734376</c:v>
                </c:pt>
                <c:pt idx="809">
                  <c:v>0.97968841552734376</c:v>
                </c:pt>
                <c:pt idx="810">
                  <c:v>0.97959228515624996</c:v>
                </c:pt>
                <c:pt idx="811">
                  <c:v>0.97959228515624996</c:v>
                </c:pt>
                <c:pt idx="812">
                  <c:v>0.9794915771484376</c:v>
                </c:pt>
                <c:pt idx="813">
                  <c:v>0.9794915771484376</c:v>
                </c:pt>
                <c:pt idx="814">
                  <c:v>0.97940795898437505</c:v>
                </c:pt>
                <c:pt idx="815">
                  <c:v>0.97940795898437505</c:v>
                </c:pt>
                <c:pt idx="816">
                  <c:v>0.97930252075195323</c:v>
                </c:pt>
                <c:pt idx="817">
                  <c:v>0.97930252075195323</c:v>
                </c:pt>
                <c:pt idx="818">
                  <c:v>0.97919357299804677</c:v>
                </c:pt>
                <c:pt idx="819">
                  <c:v>0.97919357299804677</c:v>
                </c:pt>
                <c:pt idx="820">
                  <c:v>0.97908126831054676</c:v>
                </c:pt>
                <c:pt idx="821">
                  <c:v>0.97908126831054676</c:v>
                </c:pt>
                <c:pt idx="822">
                  <c:v>0.97895782470703119</c:v>
                </c:pt>
                <c:pt idx="823">
                  <c:v>0.97895782470703119</c:v>
                </c:pt>
                <c:pt idx="824">
                  <c:v>0.97883285522460939</c:v>
                </c:pt>
                <c:pt idx="825">
                  <c:v>0.97883285522460939</c:v>
                </c:pt>
                <c:pt idx="826">
                  <c:v>0.97875183105468755</c:v>
                </c:pt>
                <c:pt idx="827">
                  <c:v>0.97875183105468755</c:v>
                </c:pt>
                <c:pt idx="828">
                  <c:v>0.97863525390624995</c:v>
                </c:pt>
                <c:pt idx="829">
                  <c:v>0.97863525390624995</c:v>
                </c:pt>
                <c:pt idx="830">
                  <c:v>0.97854431152343757</c:v>
                </c:pt>
                <c:pt idx="831">
                  <c:v>0.97854431152343757</c:v>
                </c:pt>
                <c:pt idx="832">
                  <c:v>0.97843246459960942</c:v>
                </c:pt>
                <c:pt idx="833">
                  <c:v>0.97843246459960942</c:v>
                </c:pt>
                <c:pt idx="834">
                  <c:v>0.9783273315429688</c:v>
                </c:pt>
                <c:pt idx="835">
                  <c:v>0.9783273315429688</c:v>
                </c:pt>
                <c:pt idx="836">
                  <c:v>0.9782127380371094</c:v>
                </c:pt>
                <c:pt idx="837">
                  <c:v>0.9782127380371094</c:v>
                </c:pt>
                <c:pt idx="838">
                  <c:v>0.97810470581054676</c:v>
                </c:pt>
                <c:pt idx="839">
                  <c:v>0.97810470581054676</c:v>
                </c:pt>
                <c:pt idx="840">
                  <c:v>0.97797607421874999</c:v>
                </c:pt>
                <c:pt idx="841">
                  <c:v>0.97797607421874999</c:v>
                </c:pt>
                <c:pt idx="842">
                  <c:v>0.97789230346679679</c:v>
                </c:pt>
                <c:pt idx="843">
                  <c:v>0.97789230346679679</c:v>
                </c:pt>
                <c:pt idx="844">
                  <c:v>0.97778747558593759</c:v>
                </c:pt>
                <c:pt idx="845">
                  <c:v>0.97778747558593759</c:v>
                </c:pt>
                <c:pt idx="846">
                  <c:v>0.97768234252929676</c:v>
                </c:pt>
                <c:pt idx="847">
                  <c:v>0.97768234252929676</c:v>
                </c:pt>
                <c:pt idx="848">
                  <c:v>0.97759689331054678</c:v>
                </c:pt>
                <c:pt idx="849">
                  <c:v>0.97759689331054678</c:v>
                </c:pt>
                <c:pt idx="850">
                  <c:v>0.97747161865234378</c:v>
                </c:pt>
                <c:pt idx="851">
                  <c:v>0.97747161865234378</c:v>
                </c:pt>
                <c:pt idx="852">
                  <c:v>0.97731384277343758</c:v>
                </c:pt>
                <c:pt idx="853">
                  <c:v>0.97731384277343758</c:v>
                </c:pt>
                <c:pt idx="854">
                  <c:v>0.97719635009765637</c:v>
                </c:pt>
                <c:pt idx="855">
                  <c:v>0.97719635009765637</c:v>
                </c:pt>
                <c:pt idx="856">
                  <c:v>0.97709594726562499</c:v>
                </c:pt>
                <c:pt idx="857">
                  <c:v>0.97709594726562499</c:v>
                </c:pt>
                <c:pt idx="858">
                  <c:v>0.97699462890625</c:v>
                </c:pt>
                <c:pt idx="859">
                  <c:v>0.97699462890625</c:v>
                </c:pt>
                <c:pt idx="860">
                  <c:v>0.97683135986328118</c:v>
                </c:pt>
                <c:pt idx="861">
                  <c:v>0.97683135986328118</c:v>
                </c:pt>
                <c:pt idx="862">
                  <c:v>0.9767228698730468</c:v>
                </c:pt>
                <c:pt idx="863">
                  <c:v>0.9767228698730468</c:v>
                </c:pt>
                <c:pt idx="864">
                  <c:v>0.97661209106445324</c:v>
                </c:pt>
                <c:pt idx="865">
                  <c:v>0.97661209106445324</c:v>
                </c:pt>
                <c:pt idx="866">
                  <c:v>0.97650192260742197</c:v>
                </c:pt>
                <c:pt idx="867">
                  <c:v>0.97650192260742197</c:v>
                </c:pt>
                <c:pt idx="868">
                  <c:v>0.97641540527343762</c:v>
                </c:pt>
                <c:pt idx="869">
                  <c:v>0.97641540527343762</c:v>
                </c:pt>
                <c:pt idx="870">
                  <c:v>0.97629959106445319</c:v>
                </c:pt>
                <c:pt idx="871">
                  <c:v>0.97629959106445319</c:v>
                </c:pt>
                <c:pt idx="872">
                  <c:v>0.97620071411132803</c:v>
                </c:pt>
                <c:pt idx="873">
                  <c:v>0.97620071411132803</c:v>
                </c:pt>
                <c:pt idx="874">
                  <c:v>0.97610778808593757</c:v>
                </c:pt>
                <c:pt idx="875">
                  <c:v>0.97610778808593757</c:v>
                </c:pt>
                <c:pt idx="876">
                  <c:v>0.97599136352539062</c:v>
                </c:pt>
                <c:pt idx="877">
                  <c:v>0.97599136352539062</c:v>
                </c:pt>
                <c:pt idx="878">
                  <c:v>0.97590194702148436</c:v>
                </c:pt>
                <c:pt idx="879">
                  <c:v>0.97590194702148436</c:v>
                </c:pt>
                <c:pt idx="880">
                  <c:v>0.97578445434570316</c:v>
                </c:pt>
                <c:pt idx="881">
                  <c:v>0.97578445434570316</c:v>
                </c:pt>
                <c:pt idx="882">
                  <c:v>0.97567031860351561</c:v>
                </c:pt>
                <c:pt idx="883">
                  <c:v>0.97567031860351561</c:v>
                </c:pt>
                <c:pt idx="884">
                  <c:v>0.97553405761718759</c:v>
                </c:pt>
                <c:pt idx="885">
                  <c:v>0.97553405761718759</c:v>
                </c:pt>
                <c:pt idx="886">
                  <c:v>0.97540634155273442</c:v>
                </c:pt>
                <c:pt idx="887">
                  <c:v>0.97540634155273442</c:v>
                </c:pt>
                <c:pt idx="888">
                  <c:v>0.97528503417968759</c:v>
                </c:pt>
                <c:pt idx="889">
                  <c:v>0.97528503417968759</c:v>
                </c:pt>
                <c:pt idx="890">
                  <c:v>0.9751889038085938</c:v>
                </c:pt>
                <c:pt idx="891">
                  <c:v>0.9751889038085938</c:v>
                </c:pt>
                <c:pt idx="892">
                  <c:v>0.97509063720703115</c:v>
                </c:pt>
                <c:pt idx="893">
                  <c:v>0.97509063720703115</c:v>
                </c:pt>
                <c:pt idx="894">
                  <c:v>0.97499343872070321</c:v>
                </c:pt>
                <c:pt idx="895">
                  <c:v>0.97499343872070321</c:v>
                </c:pt>
                <c:pt idx="896">
                  <c:v>0.97484344482421881</c:v>
                </c:pt>
                <c:pt idx="897">
                  <c:v>0.97484344482421881</c:v>
                </c:pt>
                <c:pt idx="898">
                  <c:v>0.97472229003906241</c:v>
                </c:pt>
                <c:pt idx="899">
                  <c:v>0.97472229003906241</c:v>
                </c:pt>
                <c:pt idx="900">
                  <c:v>0.97462890624999998</c:v>
                </c:pt>
                <c:pt idx="901">
                  <c:v>0.97462890624999998</c:v>
                </c:pt>
                <c:pt idx="902">
                  <c:v>0.97453475952148438</c:v>
                </c:pt>
                <c:pt idx="903">
                  <c:v>0.97453475952148438</c:v>
                </c:pt>
                <c:pt idx="904">
                  <c:v>0.9743643188476564</c:v>
                </c:pt>
                <c:pt idx="905">
                  <c:v>0.9743643188476564</c:v>
                </c:pt>
                <c:pt idx="906">
                  <c:v>0.97426452636718763</c:v>
                </c:pt>
                <c:pt idx="907">
                  <c:v>0.97426452636718763</c:v>
                </c:pt>
                <c:pt idx="908">
                  <c:v>0.97415756225585937</c:v>
                </c:pt>
                <c:pt idx="909">
                  <c:v>0.97415756225585937</c:v>
                </c:pt>
                <c:pt idx="910">
                  <c:v>0.97402832031249997</c:v>
                </c:pt>
                <c:pt idx="911">
                  <c:v>0.97402832031249997</c:v>
                </c:pt>
                <c:pt idx="912">
                  <c:v>0.97391357421875002</c:v>
                </c:pt>
                <c:pt idx="913">
                  <c:v>0.97391357421875002</c:v>
                </c:pt>
                <c:pt idx="914">
                  <c:v>0.97376419067382802</c:v>
                </c:pt>
                <c:pt idx="915">
                  <c:v>0.97376419067382802</c:v>
                </c:pt>
                <c:pt idx="916">
                  <c:v>0.97362625122070323</c:v>
                </c:pt>
                <c:pt idx="917">
                  <c:v>0.97362625122070323</c:v>
                </c:pt>
                <c:pt idx="918">
                  <c:v>0.97350189208984361</c:v>
                </c:pt>
                <c:pt idx="919">
                  <c:v>0.97350189208984361</c:v>
                </c:pt>
                <c:pt idx="920">
                  <c:v>0.97341049194335938</c:v>
                </c:pt>
                <c:pt idx="921">
                  <c:v>0.97341049194335938</c:v>
                </c:pt>
                <c:pt idx="922">
                  <c:v>0.973300323486328</c:v>
                </c:pt>
                <c:pt idx="923">
                  <c:v>0.973300323486328</c:v>
                </c:pt>
                <c:pt idx="924">
                  <c:v>0.97318267822265625</c:v>
                </c:pt>
                <c:pt idx="925">
                  <c:v>0.97318267822265625</c:v>
                </c:pt>
                <c:pt idx="926">
                  <c:v>0.97307159423828116</c:v>
                </c:pt>
                <c:pt idx="927">
                  <c:v>0.97307159423828116</c:v>
                </c:pt>
                <c:pt idx="928">
                  <c:v>0.97296279907226557</c:v>
                </c:pt>
                <c:pt idx="929">
                  <c:v>0.97296279907226557</c:v>
                </c:pt>
                <c:pt idx="930">
                  <c:v>0.97283599853515623</c:v>
                </c:pt>
                <c:pt idx="931">
                  <c:v>0.97283599853515623</c:v>
                </c:pt>
                <c:pt idx="932">
                  <c:v>0.97274017333984375</c:v>
                </c:pt>
                <c:pt idx="933">
                  <c:v>0.97274017333984375</c:v>
                </c:pt>
                <c:pt idx="934">
                  <c:v>0.97259185791015623</c:v>
                </c:pt>
                <c:pt idx="935">
                  <c:v>0.97259185791015623</c:v>
                </c:pt>
                <c:pt idx="936">
                  <c:v>0.97247619628906234</c:v>
                </c:pt>
                <c:pt idx="937">
                  <c:v>0.97247619628906234</c:v>
                </c:pt>
                <c:pt idx="938">
                  <c:v>0.97237655639648435</c:v>
                </c:pt>
                <c:pt idx="939">
                  <c:v>0.97237655639648435</c:v>
                </c:pt>
                <c:pt idx="940">
                  <c:v>0.97228546142578121</c:v>
                </c:pt>
                <c:pt idx="941">
                  <c:v>0.97228546142578121</c:v>
                </c:pt>
                <c:pt idx="942">
                  <c:v>0.97216613769531235</c:v>
                </c:pt>
                <c:pt idx="943">
                  <c:v>0.97216613769531235</c:v>
                </c:pt>
                <c:pt idx="944">
                  <c:v>0.97200424194335922</c:v>
                </c:pt>
                <c:pt idx="945">
                  <c:v>0.97200424194335922</c:v>
                </c:pt>
                <c:pt idx="946">
                  <c:v>0.97188537597656244</c:v>
                </c:pt>
                <c:pt idx="947">
                  <c:v>0.97188537597656244</c:v>
                </c:pt>
                <c:pt idx="948">
                  <c:v>0.97174880981445322</c:v>
                </c:pt>
                <c:pt idx="949">
                  <c:v>0.97174880981445322</c:v>
                </c:pt>
                <c:pt idx="950">
                  <c:v>0.97162536621093765</c:v>
                </c:pt>
                <c:pt idx="951">
                  <c:v>0.97162536621093765</c:v>
                </c:pt>
                <c:pt idx="952">
                  <c:v>0.9714971923828124</c:v>
                </c:pt>
                <c:pt idx="953">
                  <c:v>0.9714971923828124</c:v>
                </c:pt>
                <c:pt idx="954">
                  <c:v>0.97134933471679685</c:v>
                </c:pt>
                <c:pt idx="955">
                  <c:v>0.97134933471679685</c:v>
                </c:pt>
                <c:pt idx="956">
                  <c:v>0.97121917724609363</c:v>
                </c:pt>
                <c:pt idx="957">
                  <c:v>0.97121917724609363</c:v>
                </c:pt>
                <c:pt idx="958">
                  <c:v>0.97108947753906238</c:v>
                </c:pt>
                <c:pt idx="959">
                  <c:v>0.97108947753906238</c:v>
                </c:pt>
                <c:pt idx="960">
                  <c:v>0.970980987548828</c:v>
                </c:pt>
                <c:pt idx="961">
                  <c:v>0.970980987548828</c:v>
                </c:pt>
                <c:pt idx="962">
                  <c:v>0.97088317871093766</c:v>
                </c:pt>
                <c:pt idx="963">
                  <c:v>0.97088317871093766</c:v>
                </c:pt>
                <c:pt idx="964">
                  <c:v>0.97076004028320317</c:v>
                </c:pt>
                <c:pt idx="965">
                  <c:v>0.97076004028320317</c:v>
                </c:pt>
                <c:pt idx="966">
                  <c:v>0.9706369018554688</c:v>
                </c:pt>
                <c:pt idx="967">
                  <c:v>0.9706369018554688</c:v>
                </c:pt>
                <c:pt idx="968">
                  <c:v>0.97049118041992199</c:v>
                </c:pt>
                <c:pt idx="969">
                  <c:v>0.97049118041992199</c:v>
                </c:pt>
                <c:pt idx="970">
                  <c:v>0.97033340454101558</c:v>
                </c:pt>
                <c:pt idx="971">
                  <c:v>0.97033340454101558</c:v>
                </c:pt>
                <c:pt idx="972">
                  <c:v>0.97020660400390624</c:v>
                </c:pt>
                <c:pt idx="973">
                  <c:v>0.97020660400390624</c:v>
                </c:pt>
                <c:pt idx="974">
                  <c:v>0.97008438110351558</c:v>
                </c:pt>
                <c:pt idx="975">
                  <c:v>0.97008438110351558</c:v>
                </c:pt>
                <c:pt idx="976">
                  <c:v>0.96995407104492204</c:v>
                </c:pt>
                <c:pt idx="977">
                  <c:v>0.96995407104492204</c:v>
                </c:pt>
                <c:pt idx="978">
                  <c:v>0.96984680175781235</c:v>
                </c:pt>
                <c:pt idx="979">
                  <c:v>0.96984680175781235</c:v>
                </c:pt>
                <c:pt idx="980">
                  <c:v>0.9697265625</c:v>
                </c:pt>
                <c:pt idx="981">
                  <c:v>0.9697265625</c:v>
                </c:pt>
                <c:pt idx="982">
                  <c:v>0.96962539672851555</c:v>
                </c:pt>
                <c:pt idx="983">
                  <c:v>0.96962539672851555</c:v>
                </c:pt>
                <c:pt idx="984">
                  <c:v>0.96951980590820319</c:v>
                </c:pt>
                <c:pt idx="985">
                  <c:v>0.96951980590820319</c:v>
                </c:pt>
                <c:pt idx="986">
                  <c:v>0.96937927246093758</c:v>
                </c:pt>
                <c:pt idx="987">
                  <c:v>0.96937927246093758</c:v>
                </c:pt>
                <c:pt idx="988">
                  <c:v>0.96924423217773437</c:v>
                </c:pt>
                <c:pt idx="989">
                  <c:v>0.96924423217773437</c:v>
                </c:pt>
                <c:pt idx="990">
                  <c:v>0.9690834045410156</c:v>
                </c:pt>
                <c:pt idx="991">
                  <c:v>0.9690834045410156</c:v>
                </c:pt>
                <c:pt idx="992">
                  <c:v>0.96892501831054678</c:v>
                </c:pt>
                <c:pt idx="993">
                  <c:v>0.96892501831054678</c:v>
                </c:pt>
                <c:pt idx="994">
                  <c:v>0.96876861572265638</c:v>
                </c:pt>
                <c:pt idx="995">
                  <c:v>0.96876861572265638</c:v>
                </c:pt>
                <c:pt idx="996">
                  <c:v>0.96863174438476563</c:v>
                </c:pt>
                <c:pt idx="997">
                  <c:v>0.96863174438476563</c:v>
                </c:pt>
                <c:pt idx="998">
                  <c:v>0.96848373413085942</c:v>
                </c:pt>
                <c:pt idx="999">
                  <c:v>0.96848373413085942</c:v>
                </c:pt>
                <c:pt idx="1000">
                  <c:v>0.96837432861328121</c:v>
                </c:pt>
                <c:pt idx="1001">
                  <c:v>0.96837432861328121</c:v>
                </c:pt>
                <c:pt idx="1002">
                  <c:v>0.96828689575195315</c:v>
                </c:pt>
                <c:pt idx="1003">
                  <c:v>0.96828689575195315</c:v>
                </c:pt>
                <c:pt idx="1004">
                  <c:v>0.96818817138671875</c:v>
                </c:pt>
                <c:pt idx="1005">
                  <c:v>0.96818817138671875</c:v>
                </c:pt>
                <c:pt idx="1006">
                  <c:v>0.96806411743164078</c:v>
                </c:pt>
                <c:pt idx="1007">
                  <c:v>0.96806411743164078</c:v>
                </c:pt>
                <c:pt idx="1008">
                  <c:v>0.96790145874023437</c:v>
                </c:pt>
                <c:pt idx="1009">
                  <c:v>0.96790145874023437</c:v>
                </c:pt>
                <c:pt idx="1010">
                  <c:v>0.96778472900390622</c:v>
                </c:pt>
                <c:pt idx="1011">
                  <c:v>0.96778472900390622</c:v>
                </c:pt>
                <c:pt idx="1012">
                  <c:v>0.96766189575195316</c:v>
                </c:pt>
                <c:pt idx="1013">
                  <c:v>0.96766189575195316</c:v>
                </c:pt>
                <c:pt idx="1014">
                  <c:v>0.96755645751953123</c:v>
                </c:pt>
                <c:pt idx="1015">
                  <c:v>0.96755645751953123</c:v>
                </c:pt>
                <c:pt idx="1016">
                  <c:v>0.96740737915039077</c:v>
                </c:pt>
                <c:pt idx="1017">
                  <c:v>0.96740737915039077</c:v>
                </c:pt>
                <c:pt idx="1018">
                  <c:v>0.9672828674316406</c:v>
                </c:pt>
                <c:pt idx="1019">
                  <c:v>0.9672828674316406</c:v>
                </c:pt>
                <c:pt idx="1020">
                  <c:v>0.96712127685546878</c:v>
                </c:pt>
                <c:pt idx="1021">
                  <c:v>0.96712127685546878</c:v>
                </c:pt>
                <c:pt idx="1022">
                  <c:v>0.96698440551757803</c:v>
                </c:pt>
                <c:pt idx="1023">
                  <c:v>0.96698440551757803</c:v>
                </c:pt>
                <c:pt idx="1024">
                  <c:v>0.96683135986328117</c:v>
                </c:pt>
                <c:pt idx="1025">
                  <c:v>0.96683135986328117</c:v>
                </c:pt>
                <c:pt idx="1026">
                  <c:v>0.96674667358398436</c:v>
                </c:pt>
                <c:pt idx="1027">
                  <c:v>0.96674667358398436</c:v>
                </c:pt>
                <c:pt idx="1028">
                  <c:v>0.96657165527343758</c:v>
                </c:pt>
                <c:pt idx="1029">
                  <c:v>0.96657165527343758</c:v>
                </c:pt>
                <c:pt idx="1030">
                  <c:v>0.96644042968749999</c:v>
                </c:pt>
                <c:pt idx="1031">
                  <c:v>0.96644042968749999</c:v>
                </c:pt>
                <c:pt idx="1032">
                  <c:v>0.9663095092773436</c:v>
                </c:pt>
                <c:pt idx="1033">
                  <c:v>0.9663095092773436</c:v>
                </c:pt>
                <c:pt idx="1034">
                  <c:v>0.96615249633789058</c:v>
                </c:pt>
                <c:pt idx="1035">
                  <c:v>0.96615249633789058</c:v>
                </c:pt>
                <c:pt idx="1036">
                  <c:v>0.96601943969726556</c:v>
                </c:pt>
                <c:pt idx="1037">
                  <c:v>0.96601943969726556</c:v>
                </c:pt>
                <c:pt idx="1038">
                  <c:v>0.96590286254882818</c:v>
                </c:pt>
                <c:pt idx="1039">
                  <c:v>0.96590286254882818</c:v>
                </c:pt>
                <c:pt idx="1040">
                  <c:v>0.96581726074218766</c:v>
                </c:pt>
                <c:pt idx="1041">
                  <c:v>0.96581726074218766</c:v>
                </c:pt>
                <c:pt idx="1042">
                  <c:v>0.96566360473632817</c:v>
                </c:pt>
                <c:pt idx="1043">
                  <c:v>0.96566360473632817</c:v>
                </c:pt>
                <c:pt idx="1044">
                  <c:v>0.96551010131835924</c:v>
                </c:pt>
                <c:pt idx="1045">
                  <c:v>0.96551010131835924</c:v>
                </c:pt>
                <c:pt idx="1046">
                  <c:v>0.96532379150390624</c:v>
                </c:pt>
                <c:pt idx="1047">
                  <c:v>0.96532379150390624</c:v>
                </c:pt>
                <c:pt idx="1048">
                  <c:v>0.96520111083984361</c:v>
                </c:pt>
                <c:pt idx="1049">
                  <c:v>0.96520111083984361</c:v>
                </c:pt>
                <c:pt idx="1050">
                  <c:v>0.96507324218750001</c:v>
                </c:pt>
                <c:pt idx="1051">
                  <c:v>0.96507324218750001</c:v>
                </c:pt>
                <c:pt idx="1052">
                  <c:v>0.96495605468750001</c:v>
                </c:pt>
                <c:pt idx="1053">
                  <c:v>0.96495605468750001</c:v>
                </c:pt>
                <c:pt idx="1054">
                  <c:v>0.96478195190429683</c:v>
                </c:pt>
                <c:pt idx="1055">
                  <c:v>0.96478195190429683</c:v>
                </c:pt>
                <c:pt idx="1056">
                  <c:v>0.96463378906249997</c:v>
                </c:pt>
                <c:pt idx="1057">
                  <c:v>0.96463378906249997</c:v>
                </c:pt>
                <c:pt idx="1058">
                  <c:v>0.96449691772460922</c:v>
                </c:pt>
                <c:pt idx="1059">
                  <c:v>0.96449691772460922</c:v>
                </c:pt>
                <c:pt idx="1060">
                  <c:v>0.96435302734374995</c:v>
                </c:pt>
                <c:pt idx="1061">
                  <c:v>0.96435302734374995</c:v>
                </c:pt>
                <c:pt idx="1062">
                  <c:v>0.96423980712890622</c:v>
                </c:pt>
                <c:pt idx="1063">
                  <c:v>0.96423980712890622</c:v>
                </c:pt>
                <c:pt idx="1064">
                  <c:v>0.96404525756835924</c:v>
                </c:pt>
                <c:pt idx="1065">
                  <c:v>0.96404525756835924</c:v>
                </c:pt>
                <c:pt idx="1066">
                  <c:v>0.96395507812500003</c:v>
                </c:pt>
                <c:pt idx="1067">
                  <c:v>0.96395507812500003</c:v>
                </c:pt>
                <c:pt idx="1068">
                  <c:v>0.96376663208007818</c:v>
                </c:pt>
                <c:pt idx="1069">
                  <c:v>0.96376663208007818</c:v>
                </c:pt>
                <c:pt idx="1070">
                  <c:v>0.96360656738281236</c:v>
                </c:pt>
                <c:pt idx="1071">
                  <c:v>0.96360656738281236</c:v>
                </c:pt>
                <c:pt idx="1072">
                  <c:v>0.96343154907226558</c:v>
                </c:pt>
                <c:pt idx="1073">
                  <c:v>0.96343154907226558</c:v>
                </c:pt>
                <c:pt idx="1074">
                  <c:v>0.96331344604492197</c:v>
                </c:pt>
                <c:pt idx="1075">
                  <c:v>0.96331344604492197</c:v>
                </c:pt>
                <c:pt idx="1076">
                  <c:v>0.963173370361328</c:v>
                </c:pt>
                <c:pt idx="1077">
                  <c:v>0.963173370361328</c:v>
                </c:pt>
                <c:pt idx="1078">
                  <c:v>0.96302398681640622</c:v>
                </c:pt>
                <c:pt idx="1079">
                  <c:v>0.96302398681640622</c:v>
                </c:pt>
                <c:pt idx="1080">
                  <c:v>0.96288742065429678</c:v>
                </c:pt>
                <c:pt idx="1081">
                  <c:v>0.96288742065429678</c:v>
                </c:pt>
                <c:pt idx="1082">
                  <c:v>0.96274261474609379</c:v>
                </c:pt>
                <c:pt idx="1083">
                  <c:v>0.96274261474609379</c:v>
                </c:pt>
                <c:pt idx="1084">
                  <c:v>0.96260131835937501</c:v>
                </c:pt>
                <c:pt idx="1085">
                  <c:v>0.96260131835937501</c:v>
                </c:pt>
                <c:pt idx="1086">
                  <c:v>0.96246719360351563</c:v>
                </c:pt>
                <c:pt idx="1087">
                  <c:v>0.96246719360351563</c:v>
                </c:pt>
                <c:pt idx="1088">
                  <c:v>0.96232360839843745</c:v>
                </c:pt>
                <c:pt idx="1089">
                  <c:v>0.96232360839843745</c:v>
                </c:pt>
                <c:pt idx="1090">
                  <c:v>0.96216278076171879</c:v>
                </c:pt>
                <c:pt idx="1091">
                  <c:v>0.96216278076171879</c:v>
                </c:pt>
                <c:pt idx="1092">
                  <c:v>0.96202178955078121</c:v>
                </c:pt>
                <c:pt idx="1093">
                  <c:v>0.96202178955078121</c:v>
                </c:pt>
                <c:pt idx="1094">
                  <c:v>0.96188369750976555</c:v>
                </c:pt>
                <c:pt idx="1095">
                  <c:v>0.96188369750976555</c:v>
                </c:pt>
                <c:pt idx="1096">
                  <c:v>0.96174438476562496</c:v>
                </c:pt>
                <c:pt idx="1097">
                  <c:v>0.96174438476562496</c:v>
                </c:pt>
                <c:pt idx="1098">
                  <c:v>0.96160415649414077</c:v>
                </c:pt>
                <c:pt idx="1099">
                  <c:v>0.96160415649414077</c:v>
                </c:pt>
                <c:pt idx="1100">
                  <c:v>0.96142150878906241</c:v>
                </c:pt>
                <c:pt idx="1101">
                  <c:v>0.96142150878906241</c:v>
                </c:pt>
                <c:pt idx="1102">
                  <c:v>0.96128509521484362</c:v>
                </c:pt>
                <c:pt idx="1103">
                  <c:v>0.96128509521484362</c:v>
                </c:pt>
                <c:pt idx="1104">
                  <c:v>0.96116073608398445</c:v>
                </c:pt>
                <c:pt idx="1105">
                  <c:v>0.96116073608398445</c:v>
                </c:pt>
                <c:pt idx="1106">
                  <c:v>0.96100097656250005</c:v>
                </c:pt>
                <c:pt idx="1107">
                  <c:v>0.96100097656250005</c:v>
                </c:pt>
                <c:pt idx="1108">
                  <c:v>0.9608755493164064</c:v>
                </c:pt>
                <c:pt idx="1109">
                  <c:v>0.9608755493164064</c:v>
                </c:pt>
                <c:pt idx="1110">
                  <c:v>0.96073074340820319</c:v>
                </c:pt>
                <c:pt idx="1111">
                  <c:v>0.96073074340820319</c:v>
                </c:pt>
                <c:pt idx="1112">
                  <c:v>0.9605703735351564</c:v>
                </c:pt>
                <c:pt idx="1113">
                  <c:v>0.9605703735351564</c:v>
                </c:pt>
                <c:pt idx="1114">
                  <c:v>0.96039581298828125</c:v>
                </c:pt>
                <c:pt idx="1115">
                  <c:v>0.96039581298828125</c:v>
                </c:pt>
                <c:pt idx="1116">
                  <c:v>0.9602352905273438</c:v>
                </c:pt>
                <c:pt idx="1117">
                  <c:v>0.9602352905273438</c:v>
                </c:pt>
                <c:pt idx="1118">
                  <c:v>0.96006652832031236</c:v>
                </c:pt>
                <c:pt idx="1119">
                  <c:v>0.96006652832031236</c:v>
                </c:pt>
                <c:pt idx="1120">
                  <c:v>0.95992156982421883</c:v>
                </c:pt>
                <c:pt idx="1121">
                  <c:v>0.95992156982421883</c:v>
                </c:pt>
                <c:pt idx="1122">
                  <c:v>0.95979187011718758</c:v>
                </c:pt>
                <c:pt idx="1123">
                  <c:v>0.95979187011718758</c:v>
                </c:pt>
                <c:pt idx="1124">
                  <c:v>0.95963943481445324</c:v>
                </c:pt>
                <c:pt idx="1125">
                  <c:v>0.95963943481445324</c:v>
                </c:pt>
                <c:pt idx="1126">
                  <c:v>0.95944381713867199</c:v>
                </c:pt>
                <c:pt idx="1127">
                  <c:v>0.95944381713867199</c:v>
                </c:pt>
                <c:pt idx="1128">
                  <c:v>0.95929794311523442</c:v>
                </c:pt>
                <c:pt idx="1129">
                  <c:v>0.95929794311523442</c:v>
                </c:pt>
                <c:pt idx="1130">
                  <c:v>0.95917449951171885</c:v>
                </c:pt>
                <c:pt idx="1131">
                  <c:v>0.95917449951171885</c:v>
                </c:pt>
                <c:pt idx="1132">
                  <c:v>0.95904754638671885</c:v>
                </c:pt>
                <c:pt idx="1133">
                  <c:v>0.95904754638671885</c:v>
                </c:pt>
                <c:pt idx="1134">
                  <c:v>0.95890472412109362</c:v>
                </c:pt>
                <c:pt idx="1135">
                  <c:v>0.95890472412109362</c:v>
                </c:pt>
                <c:pt idx="1136">
                  <c:v>0.95874221801757797</c:v>
                </c:pt>
                <c:pt idx="1137">
                  <c:v>0.95874221801757797</c:v>
                </c:pt>
                <c:pt idx="1138">
                  <c:v>0.95856094360351563</c:v>
                </c:pt>
                <c:pt idx="1139">
                  <c:v>0.95856094360351563</c:v>
                </c:pt>
                <c:pt idx="1140">
                  <c:v>0.95840408325195325</c:v>
                </c:pt>
                <c:pt idx="1141">
                  <c:v>0.95840408325195325</c:v>
                </c:pt>
                <c:pt idx="1142">
                  <c:v>0.95826110839843759</c:v>
                </c:pt>
                <c:pt idx="1143">
                  <c:v>0.95826110839843759</c:v>
                </c:pt>
                <c:pt idx="1144">
                  <c:v>0.95811233520507799</c:v>
                </c:pt>
                <c:pt idx="1145">
                  <c:v>0.95811233520507799</c:v>
                </c:pt>
                <c:pt idx="1146">
                  <c:v>0.95797897338867199</c:v>
                </c:pt>
                <c:pt idx="1147">
                  <c:v>0.95797897338867199</c:v>
                </c:pt>
                <c:pt idx="1148">
                  <c:v>0.95782608032226557</c:v>
                </c:pt>
                <c:pt idx="1149">
                  <c:v>0.95782608032226557</c:v>
                </c:pt>
                <c:pt idx="1150">
                  <c:v>0.95766571044921878</c:v>
                </c:pt>
                <c:pt idx="1151">
                  <c:v>0.95766571044921878</c:v>
                </c:pt>
                <c:pt idx="1152">
                  <c:v>0.95749633789062505</c:v>
                </c:pt>
                <c:pt idx="1153">
                  <c:v>0.95749633789062505</c:v>
                </c:pt>
                <c:pt idx="1154">
                  <c:v>0.95732086181640641</c:v>
                </c:pt>
                <c:pt idx="1155">
                  <c:v>0.95732086181640641</c:v>
                </c:pt>
                <c:pt idx="1156">
                  <c:v>0.9571591186523436</c:v>
                </c:pt>
                <c:pt idx="1157">
                  <c:v>0.9571591186523436</c:v>
                </c:pt>
                <c:pt idx="1158">
                  <c:v>0.95703567504882803</c:v>
                </c:pt>
                <c:pt idx="1159">
                  <c:v>0.95703567504882803</c:v>
                </c:pt>
                <c:pt idx="1160">
                  <c:v>0.95690002441406241</c:v>
                </c:pt>
                <c:pt idx="1161">
                  <c:v>0.95690002441406241</c:v>
                </c:pt>
                <c:pt idx="1162">
                  <c:v>0.95672988891601563</c:v>
                </c:pt>
                <c:pt idx="1163">
                  <c:v>0.95672988891601563</c:v>
                </c:pt>
                <c:pt idx="1164">
                  <c:v>0.95650711059570315</c:v>
                </c:pt>
                <c:pt idx="1165">
                  <c:v>0.95650711059570315</c:v>
                </c:pt>
                <c:pt idx="1166">
                  <c:v>0.95639999389648445</c:v>
                </c:pt>
                <c:pt idx="1167">
                  <c:v>0.95639999389648445</c:v>
                </c:pt>
                <c:pt idx="1168">
                  <c:v>0.95626724243164063</c:v>
                </c:pt>
                <c:pt idx="1169">
                  <c:v>0.95626724243164063</c:v>
                </c:pt>
                <c:pt idx="1170">
                  <c:v>0.95613250732421884</c:v>
                </c:pt>
                <c:pt idx="1171">
                  <c:v>0.95613250732421884</c:v>
                </c:pt>
                <c:pt idx="1172">
                  <c:v>0.95597824096679684</c:v>
                </c:pt>
                <c:pt idx="1173">
                  <c:v>0.95597824096679684</c:v>
                </c:pt>
                <c:pt idx="1174">
                  <c:v>0.95579559326171881</c:v>
                </c:pt>
                <c:pt idx="1175">
                  <c:v>0.95579559326171881</c:v>
                </c:pt>
                <c:pt idx="1176">
                  <c:v>0.95563995361328125</c:v>
                </c:pt>
                <c:pt idx="1177">
                  <c:v>0.95563995361328125</c:v>
                </c:pt>
                <c:pt idx="1178">
                  <c:v>0.95547958374023445</c:v>
                </c:pt>
                <c:pt idx="1179">
                  <c:v>0.95547958374023445</c:v>
                </c:pt>
                <c:pt idx="1180">
                  <c:v>0.95530258178710936</c:v>
                </c:pt>
                <c:pt idx="1181">
                  <c:v>0.95530258178710936</c:v>
                </c:pt>
                <c:pt idx="1182">
                  <c:v>0.9551748657226562</c:v>
                </c:pt>
                <c:pt idx="1183">
                  <c:v>0.9551748657226562</c:v>
                </c:pt>
                <c:pt idx="1184">
                  <c:v>0.95496536254882802</c:v>
                </c:pt>
                <c:pt idx="1185">
                  <c:v>0.95496536254882802</c:v>
                </c:pt>
                <c:pt idx="1186">
                  <c:v>0.9547784423828124</c:v>
                </c:pt>
                <c:pt idx="1187">
                  <c:v>0.9547784423828124</c:v>
                </c:pt>
                <c:pt idx="1188">
                  <c:v>0.95463165283203122</c:v>
                </c:pt>
                <c:pt idx="1189">
                  <c:v>0.95463165283203122</c:v>
                </c:pt>
                <c:pt idx="1190">
                  <c:v>0.95444854736328122</c:v>
                </c:pt>
                <c:pt idx="1191">
                  <c:v>0.95444854736328122</c:v>
                </c:pt>
                <c:pt idx="1192">
                  <c:v>0.95430236816406255</c:v>
                </c:pt>
                <c:pt idx="1193">
                  <c:v>0.95430236816406255</c:v>
                </c:pt>
                <c:pt idx="1194">
                  <c:v>0.95412490844726561</c:v>
                </c:pt>
                <c:pt idx="1195">
                  <c:v>0.95412490844726561</c:v>
                </c:pt>
                <c:pt idx="1196">
                  <c:v>0.95397476196289077</c:v>
                </c:pt>
                <c:pt idx="1197">
                  <c:v>0.95397476196289077</c:v>
                </c:pt>
                <c:pt idx="1198">
                  <c:v>0.95383850097656242</c:v>
                </c:pt>
                <c:pt idx="1199">
                  <c:v>0.95383850097656242</c:v>
                </c:pt>
                <c:pt idx="1200">
                  <c:v>0.953640594482422</c:v>
                </c:pt>
                <c:pt idx="1201">
                  <c:v>0.953640594482422</c:v>
                </c:pt>
                <c:pt idx="1202">
                  <c:v>0.95348617553710924</c:v>
                </c:pt>
                <c:pt idx="1203">
                  <c:v>0.95348617553710924</c:v>
                </c:pt>
                <c:pt idx="1204">
                  <c:v>0.95337768554687496</c:v>
                </c:pt>
                <c:pt idx="1205">
                  <c:v>0.95337768554687496</c:v>
                </c:pt>
                <c:pt idx="1206">
                  <c:v>0.95321121215820315</c:v>
                </c:pt>
                <c:pt idx="1207">
                  <c:v>0.95321121215820315</c:v>
                </c:pt>
                <c:pt idx="1208">
                  <c:v>0.95304138183593756</c:v>
                </c:pt>
                <c:pt idx="1209">
                  <c:v>0.95304138183593756</c:v>
                </c:pt>
                <c:pt idx="1210">
                  <c:v>0.95286163330078122</c:v>
                </c:pt>
                <c:pt idx="1211">
                  <c:v>0.95286163330078122</c:v>
                </c:pt>
                <c:pt idx="1212">
                  <c:v>0.95266906738281243</c:v>
                </c:pt>
                <c:pt idx="1213">
                  <c:v>0.95266906738281243</c:v>
                </c:pt>
                <c:pt idx="1214">
                  <c:v>0.95249160766601559</c:v>
                </c:pt>
                <c:pt idx="1215">
                  <c:v>0.95249160766601559</c:v>
                </c:pt>
                <c:pt idx="1216">
                  <c:v>0.95231307983398439</c:v>
                </c:pt>
                <c:pt idx="1217">
                  <c:v>0.95231307983398439</c:v>
                </c:pt>
                <c:pt idx="1218">
                  <c:v>0.95216384887695316</c:v>
                </c:pt>
                <c:pt idx="1219">
                  <c:v>0.95216384887695316</c:v>
                </c:pt>
                <c:pt idx="1220">
                  <c:v>0.95201400756835941</c:v>
                </c:pt>
                <c:pt idx="1221">
                  <c:v>0.95201400756835941</c:v>
                </c:pt>
                <c:pt idx="1222">
                  <c:v>0.95181427001953123</c:v>
                </c:pt>
                <c:pt idx="1223">
                  <c:v>0.95181427001953123</c:v>
                </c:pt>
                <c:pt idx="1224">
                  <c:v>0.95164932250976564</c:v>
                </c:pt>
                <c:pt idx="1225">
                  <c:v>0.95164932250976564</c:v>
                </c:pt>
                <c:pt idx="1226">
                  <c:v>0.95147033691406235</c:v>
                </c:pt>
                <c:pt idx="1227">
                  <c:v>0.95147033691406235</c:v>
                </c:pt>
                <c:pt idx="1228">
                  <c:v>0.95126708984374997</c:v>
                </c:pt>
                <c:pt idx="1229">
                  <c:v>0.95126708984374997</c:v>
                </c:pt>
                <c:pt idx="1230">
                  <c:v>0.95116546630859378</c:v>
                </c:pt>
                <c:pt idx="1231">
                  <c:v>0.95116546630859378</c:v>
                </c:pt>
                <c:pt idx="1232">
                  <c:v>0.9509910583496094</c:v>
                </c:pt>
                <c:pt idx="1233">
                  <c:v>0.9509910583496094</c:v>
                </c:pt>
                <c:pt idx="1234">
                  <c:v>0.9508033752441406</c:v>
                </c:pt>
                <c:pt idx="1235">
                  <c:v>0.9508033752441406</c:v>
                </c:pt>
                <c:pt idx="1236">
                  <c:v>0.95065765380859379</c:v>
                </c:pt>
                <c:pt idx="1237">
                  <c:v>0.95065765380859379</c:v>
                </c:pt>
                <c:pt idx="1238">
                  <c:v>0.95055023193359378</c:v>
                </c:pt>
                <c:pt idx="1239">
                  <c:v>0.95055023193359378</c:v>
                </c:pt>
                <c:pt idx="1240">
                  <c:v>0.95033203124999999</c:v>
                </c:pt>
                <c:pt idx="1241">
                  <c:v>0.95033203124999999</c:v>
                </c:pt>
                <c:pt idx="1242">
                  <c:v>0.9502008056640624</c:v>
                </c:pt>
                <c:pt idx="1243">
                  <c:v>0.9502008056640624</c:v>
                </c:pt>
                <c:pt idx="1244">
                  <c:v>0.95000442504882798</c:v>
                </c:pt>
                <c:pt idx="1245">
                  <c:v>0.95000442504882798</c:v>
                </c:pt>
                <c:pt idx="1246">
                  <c:v>0.94982788085937497</c:v>
                </c:pt>
                <c:pt idx="1247">
                  <c:v>0.94982788085937497</c:v>
                </c:pt>
                <c:pt idx="1248">
                  <c:v>0.94960586547851555</c:v>
                </c:pt>
                <c:pt idx="1249">
                  <c:v>0.94960586547851555</c:v>
                </c:pt>
                <c:pt idx="1250">
                  <c:v>0.94945434570312504</c:v>
                </c:pt>
                <c:pt idx="1251">
                  <c:v>0.94945434570312504</c:v>
                </c:pt>
                <c:pt idx="1252">
                  <c:v>0.94927825927734377</c:v>
                </c:pt>
                <c:pt idx="1253">
                  <c:v>0.94927825927734377</c:v>
                </c:pt>
                <c:pt idx="1254">
                  <c:v>0.94910095214843759</c:v>
                </c:pt>
                <c:pt idx="1255">
                  <c:v>0.94910095214843759</c:v>
                </c:pt>
                <c:pt idx="1256">
                  <c:v>0.94892730712890638</c:v>
                </c:pt>
                <c:pt idx="1257">
                  <c:v>0.94892730712890638</c:v>
                </c:pt>
                <c:pt idx="1258">
                  <c:v>0.9486996459960938</c:v>
                </c:pt>
                <c:pt idx="1259">
                  <c:v>0.9486996459960938</c:v>
                </c:pt>
                <c:pt idx="1260">
                  <c:v>0.94851470947265637</c:v>
                </c:pt>
                <c:pt idx="1261">
                  <c:v>0.94851470947265637</c:v>
                </c:pt>
                <c:pt idx="1262">
                  <c:v>0.94834777832031236</c:v>
                </c:pt>
                <c:pt idx="1263">
                  <c:v>0.94834777832031236</c:v>
                </c:pt>
                <c:pt idx="1264">
                  <c:v>0.94819595336914064</c:v>
                </c:pt>
                <c:pt idx="1265">
                  <c:v>0.94819595336914064</c:v>
                </c:pt>
                <c:pt idx="1266">
                  <c:v>0.9480337524414062</c:v>
                </c:pt>
                <c:pt idx="1267">
                  <c:v>0.9480337524414062</c:v>
                </c:pt>
                <c:pt idx="1268">
                  <c:v>0.94787765502929677</c:v>
                </c:pt>
                <c:pt idx="1269">
                  <c:v>0.94787765502929677</c:v>
                </c:pt>
                <c:pt idx="1270">
                  <c:v>0.94773223876953117</c:v>
                </c:pt>
                <c:pt idx="1271">
                  <c:v>0.94773223876953117</c:v>
                </c:pt>
                <c:pt idx="1272">
                  <c:v>0.94756607055664077</c:v>
                </c:pt>
                <c:pt idx="1273">
                  <c:v>0.94756607055664077</c:v>
                </c:pt>
                <c:pt idx="1274">
                  <c:v>0.94740020751953125</c:v>
                </c:pt>
                <c:pt idx="1275">
                  <c:v>0.94740020751953125</c:v>
                </c:pt>
                <c:pt idx="1276">
                  <c:v>0.94720840454101563</c:v>
                </c:pt>
                <c:pt idx="1277">
                  <c:v>0.94720840454101563</c:v>
                </c:pt>
                <c:pt idx="1278">
                  <c:v>0.9470539855957032</c:v>
                </c:pt>
                <c:pt idx="1279">
                  <c:v>0.9470539855957032</c:v>
                </c:pt>
                <c:pt idx="1280">
                  <c:v>0.94687576293945319</c:v>
                </c:pt>
                <c:pt idx="1281">
                  <c:v>0.94687576293945319</c:v>
                </c:pt>
                <c:pt idx="1282">
                  <c:v>0.94671737670898437</c:v>
                </c:pt>
                <c:pt idx="1283">
                  <c:v>0.94671737670898437</c:v>
                </c:pt>
                <c:pt idx="1284">
                  <c:v>0.94656997680664079</c:v>
                </c:pt>
                <c:pt idx="1285">
                  <c:v>0.94656997680664079</c:v>
                </c:pt>
                <c:pt idx="1286">
                  <c:v>0.94642578124999999</c:v>
                </c:pt>
                <c:pt idx="1287">
                  <c:v>0.94642578124999999</c:v>
                </c:pt>
                <c:pt idx="1288">
                  <c:v>0.94620147705078117</c:v>
                </c:pt>
                <c:pt idx="1289">
                  <c:v>0.94620147705078117</c:v>
                </c:pt>
                <c:pt idx="1290">
                  <c:v>0.94598205566406235</c:v>
                </c:pt>
                <c:pt idx="1291">
                  <c:v>0.94598205566406235</c:v>
                </c:pt>
                <c:pt idx="1292">
                  <c:v>0.9458287048339844</c:v>
                </c:pt>
                <c:pt idx="1293">
                  <c:v>0.9458287048339844</c:v>
                </c:pt>
                <c:pt idx="1294">
                  <c:v>0.94569503784179676</c:v>
                </c:pt>
                <c:pt idx="1295">
                  <c:v>0.94569503784179676</c:v>
                </c:pt>
                <c:pt idx="1296">
                  <c:v>0.94555999755859377</c:v>
                </c:pt>
                <c:pt idx="1297">
                  <c:v>0.94555999755859377</c:v>
                </c:pt>
                <c:pt idx="1298">
                  <c:v>0.94530090332031236</c:v>
                </c:pt>
                <c:pt idx="1299">
                  <c:v>0.94530090332031236</c:v>
                </c:pt>
                <c:pt idx="1300">
                  <c:v>0.94511795043945324</c:v>
                </c:pt>
                <c:pt idx="1301">
                  <c:v>0.94511795043945324</c:v>
                </c:pt>
                <c:pt idx="1302">
                  <c:v>0.94497863769531243</c:v>
                </c:pt>
                <c:pt idx="1303">
                  <c:v>0.94497863769531243</c:v>
                </c:pt>
                <c:pt idx="1304">
                  <c:v>0.9447686767578124</c:v>
                </c:pt>
                <c:pt idx="1305">
                  <c:v>0.9447686767578124</c:v>
                </c:pt>
                <c:pt idx="1306">
                  <c:v>0.94462112426757816</c:v>
                </c:pt>
                <c:pt idx="1307">
                  <c:v>0.94462112426757816</c:v>
                </c:pt>
                <c:pt idx="1308">
                  <c:v>0.94444534301757799</c:v>
                </c:pt>
                <c:pt idx="1309">
                  <c:v>0.94444534301757799</c:v>
                </c:pt>
                <c:pt idx="1310">
                  <c:v>0.94420700073242203</c:v>
                </c:pt>
                <c:pt idx="1311">
                  <c:v>0.94420700073242203</c:v>
                </c:pt>
                <c:pt idx="1312">
                  <c:v>0.94399581909179675</c:v>
                </c:pt>
                <c:pt idx="1313">
                  <c:v>0.94399581909179675</c:v>
                </c:pt>
                <c:pt idx="1314">
                  <c:v>0.94378952026367202</c:v>
                </c:pt>
                <c:pt idx="1315">
                  <c:v>0.94378952026367202</c:v>
                </c:pt>
                <c:pt idx="1316">
                  <c:v>0.94364440917968762</c:v>
                </c:pt>
                <c:pt idx="1317">
                  <c:v>0.94364440917968762</c:v>
                </c:pt>
                <c:pt idx="1318">
                  <c:v>0.94346893310546875</c:v>
                </c:pt>
                <c:pt idx="1319">
                  <c:v>0.94346893310546875</c:v>
                </c:pt>
                <c:pt idx="1320">
                  <c:v>0.9432675170898438</c:v>
                </c:pt>
                <c:pt idx="1321">
                  <c:v>0.9432675170898438</c:v>
                </c:pt>
                <c:pt idx="1322">
                  <c:v>0.943015594482422</c:v>
                </c:pt>
                <c:pt idx="1323">
                  <c:v>0.943015594482422</c:v>
                </c:pt>
                <c:pt idx="1324">
                  <c:v>0.94280044555664078</c:v>
                </c:pt>
                <c:pt idx="1325">
                  <c:v>0.94280044555664078</c:v>
                </c:pt>
                <c:pt idx="1326">
                  <c:v>0.94259658813476555</c:v>
                </c:pt>
                <c:pt idx="1327">
                  <c:v>0.94259658813476555</c:v>
                </c:pt>
                <c:pt idx="1328">
                  <c:v>0.94241760253906237</c:v>
                </c:pt>
                <c:pt idx="1329">
                  <c:v>0.94241760253906237</c:v>
                </c:pt>
                <c:pt idx="1330">
                  <c:v>0.94222686767578123</c:v>
                </c:pt>
                <c:pt idx="1331">
                  <c:v>0.94222686767578123</c:v>
                </c:pt>
                <c:pt idx="1332">
                  <c:v>0.94209335327148436</c:v>
                </c:pt>
                <c:pt idx="1333">
                  <c:v>0.94209335327148436</c:v>
                </c:pt>
                <c:pt idx="1334">
                  <c:v>0.94189773559570322</c:v>
                </c:pt>
                <c:pt idx="1335">
                  <c:v>0.94189773559570322</c:v>
                </c:pt>
                <c:pt idx="1336">
                  <c:v>0.94172744750976556</c:v>
                </c:pt>
                <c:pt idx="1337">
                  <c:v>0.94172744750976556</c:v>
                </c:pt>
                <c:pt idx="1338">
                  <c:v>0.94154617309570321</c:v>
                </c:pt>
                <c:pt idx="1339">
                  <c:v>0.94154617309570321</c:v>
                </c:pt>
                <c:pt idx="1340">
                  <c:v>0.94138259887695319</c:v>
                </c:pt>
                <c:pt idx="1341">
                  <c:v>0.94138259887695319</c:v>
                </c:pt>
                <c:pt idx="1342">
                  <c:v>0.94118423461914058</c:v>
                </c:pt>
                <c:pt idx="1343">
                  <c:v>0.94118423461914058</c:v>
                </c:pt>
                <c:pt idx="1344">
                  <c:v>0.94101531982421882</c:v>
                </c:pt>
                <c:pt idx="1345">
                  <c:v>0.94101531982421882</c:v>
                </c:pt>
                <c:pt idx="1346">
                  <c:v>0.94084289550781242</c:v>
                </c:pt>
                <c:pt idx="1347">
                  <c:v>0.94084289550781242</c:v>
                </c:pt>
                <c:pt idx="1348">
                  <c:v>0.94058349609375003</c:v>
                </c:pt>
                <c:pt idx="1349">
                  <c:v>0.94058349609375003</c:v>
                </c:pt>
                <c:pt idx="1350">
                  <c:v>0.94033401489257817</c:v>
                </c:pt>
                <c:pt idx="1351">
                  <c:v>0.94033401489257817</c:v>
                </c:pt>
                <c:pt idx="1352">
                  <c:v>0.94015380859374997</c:v>
                </c:pt>
                <c:pt idx="1353">
                  <c:v>0.94015380859374997</c:v>
                </c:pt>
                <c:pt idx="1354">
                  <c:v>0.93989318847656245</c:v>
                </c:pt>
                <c:pt idx="1355">
                  <c:v>0.93989318847656245</c:v>
                </c:pt>
                <c:pt idx="1356">
                  <c:v>0.93969192504882804</c:v>
                </c:pt>
                <c:pt idx="1357">
                  <c:v>0.93969192504882804</c:v>
                </c:pt>
                <c:pt idx="1358">
                  <c:v>0.93949630737304679</c:v>
                </c:pt>
                <c:pt idx="1359">
                  <c:v>0.93949630737304679</c:v>
                </c:pt>
                <c:pt idx="1360">
                  <c:v>0.9392927551269532</c:v>
                </c:pt>
                <c:pt idx="1361">
                  <c:v>0.9392927551269532</c:v>
                </c:pt>
                <c:pt idx="1362">
                  <c:v>0.93917831420898445</c:v>
                </c:pt>
                <c:pt idx="1363">
                  <c:v>0.93917831420898445</c:v>
                </c:pt>
                <c:pt idx="1364">
                  <c:v>0.93900421142578117</c:v>
                </c:pt>
                <c:pt idx="1365">
                  <c:v>0.93900421142578117</c:v>
                </c:pt>
                <c:pt idx="1366">
                  <c:v>0.93880645751953118</c:v>
                </c:pt>
                <c:pt idx="1367">
                  <c:v>0.93880645751953118</c:v>
                </c:pt>
                <c:pt idx="1368">
                  <c:v>0.93858779907226564</c:v>
                </c:pt>
                <c:pt idx="1369">
                  <c:v>0.93858779907226564</c:v>
                </c:pt>
                <c:pt idx="1370">
                  <c:v>0.93839767456054679</c:v>
                </c:pt>
                <c:pt idx="1371">
                  <c:v>0.93839767456054679</c:v>
                </c:pt>
                <c:pt idx="1372">
                  <c:v>0.93816116333007815</c:v>
                </c:pt>
                <c:pt idx="1373">
                  <c:v>0.93816116333007815</c:v>
                </c:pt>
                <c:pt idx="1374">
                  <c:v>0.93796447753906242</c:v>
                </c:pt>
                <c:pt idx="1375">
                  <c:v>0.93796447753906242</c:v>
                </c:pt>
                <c:pt idx="1376">
                  <c:v>0.93780624389648437</c:v>
                </c:pt>
                <c:pt idx="1377">
                  <c:v>0.93780624389648437</c:v>
                </c:pt>
                <c:pt idx="1378">
                  <c:v>0.93764663696289063</c:v>
                </c:pt>
                <c:pt idx="1379">
                  <c:v>0.93764663696289063</c:v>
                </c:pt>
                <c:pt idx="1380">
                  <c:v>0.93742813110351564</c:v>
                </c:pt>
                <c:pt idx="1381">
                  <c:v>0.93742813110351564</c:v>
                </c:pt>
                <c:pt idx="1382">
                  <c:v>0.93716552734375003</c:v>
                </c:pt>
                <c:pt idx="1383">
                  <c:v>0.93716552734375003</c:v>
                </c:pt>
                <c:pt idx="1384">
                  <c:v>0.936928253173828</c:v>
                </c:pt>
                <c:pt idx="1385">
                  <c:v>0.936928253173828</c:v>
                </c:pt>
                <c:pt idx="1386">
                  <c:v>0.93671020507812497</c:v>
                </c:pt>
                <c:pt idx="1387">
                  <c:v>0.93671020507812497</c:v>
                </c:pt>
                <c:pt idx="1388">
                  <c:v>0.9364851379394532</c:v>
                </c:pt>
                <c:pt idx="1389">
                  <c:v>0.9364851379394532</c:v>
                </c:pt>
                <c:pt idx="1390">
                  <c:v>0.93633636474609361</c:v>
                </c:pt>
                <c:pt idx="1391">
                  <c:v>0.93633636474609361</c:v>
                </c:pt>
                <c:pt idx="1392">
                  <c:v>0.93617156982421879</c:v>
                </c:pt>
                <c:pt idx="1393">
                  <c:v>0.93617156982421879</c:v>
                </c:pt>
                <c:pt idx="1394">
                  <c:v>0.93598526000976556</c:v>
                </c:pt>
                <c:pt idx="1395">
                  <c:v>0.93598526000976556</c:v>
                </c:pt>
                <c:pt idx="1396">
                  <c:v>0.93581756591796883</c:v>
                </c:pt>
                <c:pt idx="1397">
                  <c:v>0.93581756591796883</c:v>
                </c:pt>
                <c:pt idx="1398">
                  <c:v>0.93562942504882818</c:v>
                </c:pt>
                <c:pt idx="1399">
                  <c:v>0.93562942504882818</c:v>
                </c:pt>
                <c:pt idx="1400">
                  <c:v>0.93544281005859375</c:v>
                </c:pt>
                <c:pt idx="1401">
                  <c:v>0.93544281005859375</c:v>
                </c:pt>
                <c:pt idx="1402">
                  <c:v>0.93526641845703118</c:v>
                </c:pt>
                <c:pt idx="1403">
                  <c:v>0.93526641845703118</c:v>
                </c:pt>
                <c:pt idx="1404">
                  <c:v>0.93508438110351555</c:v>
                </c:pt>
                <c:pt idx="1405">
                  <c:v>0.93508438110351555</c:v>
                </c:pt>
                <c:pt idx="1406">
                  <c:v>0.93489456176757801</c:v>
                </c:pt>
                <c:pt idx="1407">
                  <c:v>0.93489456176757801</c:v>
                </c:pt>
                <c:pt idx="1408">
                  <c:v>0.93468231201171881</c:v>
                </c:pt>
                <c:pt idx="1409">
                  <c:v>0.93468231201171881</c:v>
                </c:pt>
                <c:pt idx="1410">
                  <c:v>0.93445419311523437</c:v>
                </c:pt>
                <c:pt idx="1411">
                  <c:v>0.93445419311523437</c:v>
                </c:pt>
                <c:pt idx="1412">
                  <c:v>0.93424957275390641</c:v>
                </c:pt>
                <c:pt idx="1413">
                  <c:v>0.93424957275390641</c:v>
                </c:pt>
                <c:pt idx="1414">
                  <c:v>0.93404296875000004</c:v>
                </c:pt>
                <c:pt idx="1415">
                  <c:v>0.93404296875000004</c:v>
                </c:pt>
                <c:pt idx="1416">
                  <c:v>0.93384033203125005</c:v>
                </c:pt>
                <c:pt idx="1417">
                  <c:v>0.93384033203125005</c:v>
                </c:pt>
                <c:pt idx="1418">
                  <c:v>0.93365722656250005</c:v>
                </c:pt>
                <c:pt idx="1419">
                  <c:v>0.93365722656250005</c:v>
                </c:pt>
                <c:pt idx="1420">
                  <c:v>0.93343231201171883</c:v>
                </c:pt>
                <c:pt idx="1421">
                  <c:v>0.93343231201171883</c:v>
                </c:pt>
                <c:pt idx="1422">
                  <c:v>0.93323532104492202</c:v>
                </c:pt>
                <c:pt idx="1423">
                  <c:v>0.93323532104492202</c:v>
                </c:pt>
                <c:pt idx="1424">
                  <c:v>0.93302947998046881</c:v>
                </c:pt>
                <c:pt idx="1425">
                  <c:v>0.93302947998046881</c:v>
                </c:pt>
                <c:pt idx="1426">
                  <c:v>0.93283645629882816</c:v>
                </c:pt>
                <c:pt idx="1427">
                  <c:v>0.93283645629882816</c:v>
                </c:pt>
                <c:pt idx="1428">
                  <c:v>0.93260498046874996</c:v>
                </c:pt>
                <c:pt idx="1429">
                  <c:v>0.93260498046874996</c:v>
                </c:pt>
                <c:pt idx="1430">
                  <c:v>0.93238861083984359</c:v>
                </c:pt>
                <c:pt idx="1431">
                  <c:v>0.93238861083984359</c:v>
                </c:pt>
                <c:pt idx="1432">
                  <c:v>0.93218704223632798</c:v>
                </c:pt>
                <c:pt idx="1433">
                  <c:v>0.93218704223632798</c:v>
                </c:pt>
                <c:pt idx="1434">
                  <c:v>0.93198043823242183</c:v>
                </c:pt>
                <c:pt idx="1435">
                  <c:v>0.93198043823242183</c:v>
                </c:pt>
                <c:pt idx="1436">
                  <c:v>0.93181564331054678</c:v>
                </c:pt>
                <c:pt idx="1437">
                  <c:v>0.93181564331054678</c:v>
                </c:pt>
                <c:pt idx="1438">
                  <c:v>0.931553955078125</c:v>
                </c:pt>
                <c:pt idx="1439">
                  <c:v>0.931553955078125</c:v>
                </c:pt>
                <c:pt idx="1440">
                  <c:v>0.93137008666992183</c:v>
                </c:pt>
                <c:pt idx="1441">
                  <c:v>0.93137008666992183</c:v>
                </c:pt>
                <c:pt idx="1442">
                  <c:v>0.93115097045898443</c:v>
                </c:pt>
                <c:pt idx="1443">
                  <c:v>0.93115097045898443</c:v>
                </c:pt>
                <c:pt idx="1444">
                  <c:v>0.93096191406249995</c:v>
                </c:pt>
                <c:pt idx="1445">
                  <c:v>0.93096191406249995</c:v>
                </c:pt>
                <c:pt idx="1446">
                  <c:v>0.93074050903320316</c:v>
                </c:pt>
                <c:pt idx="1447">
                  <c:v>0.93074050903320316</c:v>
                </c:pt>
                <c:pt idx="1448">
                  <c:v>0.93057678222656237</c:v>
                </c:pt>
                <c:pt idx="1449">
                  <c:v>0.93057678222656237</c:v>
                </c:pt>
                <c:pt idx="1450">
                  <c:v>0.93034957885742198</c:v>
                </c:pt>
                <c:pt idx="1451">
                  <c:v>0.93034957885742198</c:v>
                </c:pt>
                <c:pt idx="1452">
                  <c:v>0.93014434814453117</c:v>
                </c:pt>
                <c:pt idx="1453">
                  <c:v>0.93014434814453117</c:v>
                </c:pt>
                <c:pt idx="1454">
                  <c:v>0.929906005859375</c:v>
                </c:pt>
                <c:pt idx="1455">
                  <c:v>0.929906005859375</c:v>
                </c:pt>
                <c:pt idx="1456">
                  <c:v>0.92976165771484376</c:v>
                </c:pt>
                <c:pt idx="1457">
                  <c:v>0.92976165771484376</c:v>
                </c:pt>
                <c:pt idx="1458">
                  <c:v>0.92957794189453125</c:v>
                </c:pt>
                <c:pt idx="1459">
                  <c:v>0.92957794189453125</c:v>
                </c:pt>
                <c:pt idx="1460">
                  <c:v>0.92936950683593755</c:v>
                </c:pt>
                <c:pt idx="1461">
                  <c:v>0.92936950683593755</c:v>
                </c:pt>
                <c:pt idx="1462">
                  <c:v>0.92914611816406245</c:v>
                </c:pt>
                <c:pt idx="1463">
                  <c:v>0.92914611816406245</c:v>
                </c:pt>
                <c:pt idx="1464">
                  <c:v>0.92886108398437495</c:v>
                </c:pt>
                <c:pt idx="1465">
                  <c:v>0.92886108398437495</c:v>
                </c:pt>
                <c:pt idx="1466">
                  <c:v>0.92869583129882816</c:v>
                </c:pt>
                <c:pt idx="1467">
                  <c:v>0.92869583129882816</c:v>
                </c:pt>
                <c:pt idx="1468">
                  <c:v>0.9284953308105468</c:v>
                </c:pt>
                <c:pt idx="1469">
                  <c:v>0.9284953308105468</c:v>
                </c:pt>
                <c:pt idx="1470">
                  <c:v>0.92826141357421876</c:v>
                </c:pt>
                <c:pt idx="1471">
                  <c:v>0.92826141357421876</c:v>
                </c:pt>
                <c:pt idx="1472">
                  <c:v>0.92801696777343756</c:v>
                </c:pt>
                <c:pt idx="1473">
                  <c:v>0.92801696777343756</c:v>
                </c:pt>
                <c:pt idx="1474">
                  <c:v>0.9277976989746094</c:v>
                </c:pt>
                <c:pt idx="1475">
                  <c:v>0.9277976989746094</c:v>
                </c:pt>
                <c:pt idx="1476">
                  <c:v>0.92755523681640639</c:v>
                </c:pt>
                <c:pt idx="1477">
                  <c:v>0.92755523681640639</c:v>
                </c:pt>
                <c:pt idx="1478">
                  <c:v>0.92732223510742184</c:v>
                </c:pt>
                <c:pt idx="1479">
                  <c:v>0.92732223510742184</c:v>
                </c:pt>
                <c:pt idx="1480">
                  <c:v>0.92714080810546884</c:v>
                </c:pt>
                <c:pt idx="1481">
                  <c:v>0.92714080810546884</c:v>
                </c:pt>
                <c:pt idx="1482">
                  <c:v>0.92694442749023442</c:v>
                </c:pt>
                <c:pt idx="1483">
                  <c:v>0.92694442749023442</c:v>
                </c:pt>
                <c:pt idx="1484">
                  <c:v>0.92669342041015623</c:v>
                </c:pt>
                <c:pt idx="1485">
                  <c:v>0.92669342041015623</c:v>
                </c:pt>
                <c:pt idx="1486">
                  <c:v>0.92652999877929676</c:v>
                </c:pt>
                <c:pt idx="1487">
                  <c:v>0.92652999877929676</c:v>
                </c:pt>
                <c:pt idx="1488">
                  <c:v>0.92632003784179684</c:v>
                </c:pt>
                <c:pt idx="1489">
                  <c:v>0.92632003784179684</c:v>
                </c:pt>
                <c:pt idx="1490">
                  <c:v>0.92615539550781245</c:v>
                </c:pt>
                <c:pt idx="1491">
                  <c:v>0.92615539550781245</c:v>
                </c:pt>
                <c:pt idx="1492">
                  <c:v>0.92598175048828124</c:v>
                </c:pt>
                <c:pt idx="1493">
                  <c:v>0.92598175048828124</c:v>
                </c:pt>
                <c:pt idx="1494">
                  <c:v>0.92582733154296881</c:v>
                </c:pt>
                <c:pt idx="1495">
                  <c:v>0.92582733154296881</c:v>
                </c:pt>
                <c:pt idx="1496">
                  <c:v>0.92558624267578116</c:v>
                </c:pt>
                <c:pt idx="1497">
                  <c:v>0.92558624267578116</c:v>
                </c:pt>
                <c:pt idx="1498">
                  <c:v>0.92533081054687505</c:v>
                </c:pt>
                <c:pt idx="1499">
                  <c:v>0.92533081054687505</c:v>
                </c:pt>
                <c:pt idx="1500">
                  <c:v>0.92509567260742198</c:v>
                </c:pt>
                <c:pt idx="1501">
                  <c:v>0.92509567260742198</c:v>
                </c:pt>
                <c:pt idx="1502">
                  <c:v>0.92485885620117203</c:v>
                </c:pt>
                <c:pt idx="1503">
                  <c:v>0.92485885620117203</c:v>
                </c:pt>
                <c:pt idx="1504">
                  <c:v>0.92463592529296879</c:v>
                </c:pt>
                <c:pt idx="1505">
                  <c:v>0.92463592529296879</c:v>
                </c:pt>
                <c:pt idx="1506">
                  <c:v>0.92440734863281238</c:v>
                </c:pt>
                <c:pt idx="1507">
                  <c:v>0.92440734863281238</c:v>
                </c:pt>
                <c:pt idx="1508">
                  <c:v>0.92418975830078121</c:v>
                </c:pt>
                <c:pt idx="1509">
                  <c:v>0.92418975830078121</c:v>
                </c:pt>
                <c:pt idx="1510">
                  <c:v>0.92404052734374997</c:v>
                </c:pt>
                <c:pt idx="1511">
                  <c:v>0.92404052734374997</c:v>
                </c:pt>
                <c:pt idx="1512">
                  <c:v>0.92379135131835921</c:v>
                </c:pt>
                <c:pt idx="1513">
                  <c:v>0.92379135131835921</c:v>
                </c:pt>
                <c:pt idx="1514">
                  <c:v>0.92358322143554683</c:v>
                </c:pt>
                <c:pt idx="1515">
                  <c:v>0.92358322143554683</c:v>
                </c:pt>
                <c:pt idx="1516">
                  <c:v>0.9233680725097656</c:v>
                </c:pt>
                <c:pt idx="1517">
                  <c:v>0.9233680725097656</c:v>
                </c:pt>
                <c:pt idx="1518">
                  <c:v>0.92311065673828119</c:v>
                </c:pt>
                <c:pt idx="1519">
                  <c:v>0.92311065673828119</c:v>
                </c:pt>
                <c:pt idx="1520">
                  <c:v>0.9228132629394532</c:v>
                </c:pt>
                <c:pt idx="1521">
                  <c:v>0.9228132629394532</c:v>
                </c:pt>
                <c:pt idx="1522">
                  <c:v>0.92258270263671882</c:v>
                </c:pt>
                <c:pt idx="1523">
                  <c:v>0.92258270263671882</c:v>
                </c:pt>
                <c:pt idx="1524">
                  <c:v>0.92236511230468765</c:v>
                </c:pt>
                <c:pt idx="1525">
                  <c:v>0.92236511230468765</c:v>
                </c:pt>
                <c:pt idx="1526">
                  <c:v>0.92217315673828115</c:v>
                </c:pt>
                <c:pt idx="1527">
                  <c:v>0.92217315673828115</c:v>
                </c:pt>
                <c:pt idx="1528">
                  <c:v>0.92189285278320321</c:v>
                </c:pt>
                <c:pt idx="1529">
                  <c:v>0.92189285278320321</c:v>
                </c:pt>
                <c:pt idx="1530">
                  <c:v>0.92165573120117184</c:v>
                </c:pt>
                <c:pt idx="1531">
                  <c:v>0.92165573120117184</c:v>
                </c:pt>
                <c:pt idx="1532">
                  <c:v>0.92139785766601556</c:v>
                </c:pt>
                <c:pt idx="1533">
                  <c:v>0.92139785766601556</c:v>
                </c:pt>
                <c:pt idx="1534">
                  <c:v>0.92116088867187496</c:v>
                </c:pt>
                <c:pt idx="1535">
                  <c:v>0.92116088867187496</c:v>
                </c:pt>
                <c:pt idx="1536">
                  <c:v>0.9209870910644532</c:v>
                </c:pt>
                <c:pt idx="1537">
                  <c:v>0.9209870910644532</c:v>
                </c:pt>
                <c:pt idx="1538">
                  <c:v>0.92077178955078121</c:v>
                </c:pt>
                <c:pt idx="1539">
                  <c:v>0.92077178955078121</c:v>
                </c:pt>
                <c:pt idx="1540">
                  <c:v>0.92042694091796884</c:v>
                </c:pt>
                <c:pt idx="1541">
                  <c:v>0.92042694091796884</c:v>
                </c:pt>
                <c:pt idx="1542">
                  <c:v>0.92020080566406237</c:v>
                </c:pt>
                <c:pt idx="1543">
                  <c:v>0.92020080566406237</c:v>
                </c:pt>
                <c:pt idx="1544">
                  <c:v>0.91995483398437505</c:v>
                </c:pt>
                <c:pt idx="1545">
                  <c:v>0.91995483398437505</c:v>
                </c:pt>
                <c:pt idx="1546">
                  <c:v>0.91970123291015637</c:v>
                </c:pt>
                <c:pt idx="1547">
                  <c:v>0.91970123291015637</c:v>
                </c:pt>
                <c:pt idx="1548">
                  <c:v>0.91947296142578117</c:v>
                </c:pt>
                <c:pt idx="1549">
                  <c:v>0.91947296142578117</c:v>
                </c:pt>
                <c:pt idx="1550">
                  <c:v>0.9192449951171876</c:v>
                </c:pt>
                <c:pt idx="1551">
                  <c:v>0.9192449951171876</c:v>
                </c:pt>
                <c:pt idx="1552">
                  <c:v>0.91893539428710935</c:v>
                </c:pt>
                <c:pt idx="1553">
                  <c:v>0.91893539428710935</c:v>
                </c:pt>
                <c:pt idx="1554">
                  <c:v>0.918723602294922</c:v>
                </c:pt>
                <c:pt idx="1555">
                  <c:v>0.918723602294922</c:v>
                </c:pt>
                <c:pt idx="1556">
                  <c:v>0.91852188110351563</c:v>
                </c:pt>
                <c:pt idx="1557">
                  <c:v>0.91852188110351563</c:v>
                </c:pt>
                <c:pt idx="1558">
                  <c:v>0.91837509155273445</c:v>
                </c:pt>
                <c:pt idx="1559">
                  <c:v>0.91837509155273445</c:v>
                </c:pt>
                <c:pt idx="1560">
                  <c:v>0.91813385009765625</c:v>
                </c:pt>
                <c:pt idx="1561">
                  <c:v>0.91813385009765625</c:v>
                </c:pt>
                <c:pt idx="1562">
                  <c:v>0.91787628173828117</c:v>
                </c:pt>
                <c:pt idx="1563">
                  <c:v>0.91787628173828117</c:v>
                </c:pt>
                <c:pt idx="1564">
                  <c:v>0.91760543823242202</c:v>
                </c:pt>
                <c:pt idx="1565">
                  <c:v>0.91760543823242202</c:v>
                </c:pt>
                <c:pt idx="1566">
                  <c:v>0.91732711791992183</c:v>
                </c:pt>
                <c:pt idx="1567">
                  <c:v>0.91732711791992183</c:v>
                </c:pt>
                <c:pt idx="1568">
                  <c:v>0.91713684082031244</c:v>
                </c:pt>
                <c:pt idx="1569">
                  <c:v>0.91713684082031244</c:v>
                </c:pt>
                <c:pt idx="1570">
                  <c:v>0.91695739746093763</c:v>
                </c:pt>
                <c:pt idx="1571">
                  <c:v>0.91695739746093763</c:v>
                </c:pt>
                <c:pt idx="1572">
                  <c:v>0.91674758911132803</c:v>
                </c:pt>
                <c:pt idx="1573">
                  <c:v>0.91674758911132803</c:v>
                </c:pt>
                <c:pt idx="1574">
                  <c:v>0.9165266418457032</c:v>
                </c:pt>
                <c:pt idx="1575">
                  <c:v>0.9165266418457032</c:v>
                </c:pt>
                <c:pt idx="1576">
                  <c:v>0.91623489379882816</c:v>
                </c:pt>
                <c:pt idx="1577">
                  <c:v>0.91623489379882816</c:v>
                </c:pt>
                <c:pt idx="1578">
                  <c:v>0.91594635009765624</c:v>
                </c:pt>
                <c:pt idx="1579">
                  <c:v>0.91594635009765624</c:v>
                </c:pt>
                <c:pt idx="1580">
                  <c:v>0.91569717407226559</c:v>
                </c:pt>
                <c:pt idx="1581">
                  <c:v>0.91569717407226559</c:v>
                </c:pt>
                <c:pt idx="1582">
                  <c:v>0.91552947998046885</c:v>
                </c:pt>
                <c:pt idx="1583">
                  <c:v>0.91552947998046885</c:v>
                </c:pt>
                <c:pt idx="1584">
                  <c:v>0.91522537231445322</c:v>
                </c:pt>
                <c:pt idx="1585">
                  <c:v>0.91522537231445322</c:v>
                </c:pt>
                <c:pt idx="1586">
                  <c:v>0.91499221801757802</c:v>
                </c:pt>
                <c:pt idx="1587">
                  <c:v>0.91499221801757802</c:v>
                </c:pt>
                <c:pt idx="1588">
                  <c:v>0.91468765258789064</c:v>
                </c:pt>
                <c:pt idx="1589">
                  <c:v>0.91468765258789064</c:v>
                </c:pt>
                <c:pt idx="1590">
                  <c:v>0.91444152832031245</c:v>
                </c:pt>
                <c:pt idx="1591">
                  <c:v>0.91444152832031245</c:v>
                </c:pt>
                <c:pt idx="1592">
                  <c:v>0.91412307739257803</c:v>
                </c:pt>
                <c:pt idx="1593">
                  <c:v>0.91412307739257803</c:v>
                </c:pt>
                <c:pt idx="1594">
                  <c:v>0.91389678955078124</c:v>
                </c:pt>
                <c:pt idx="1595">
                  <c:v>0.91389678955078124</c:v>
                </c:pt>
                <c:pt idx="1596">
                  <c:v>0.91363708496093765</c:v>
                </c:pt>
                <c:pt idx="1597">
                  <c:v>0.91363708496093765</c:v>
                </c:pt>
                <c:pt idx="1598">
                  <c:v>0.91344680786132804</c:v>
                </c:pt>
                <c:pt idx="1599">
                  <c:v>0.91344680786132804</c:v>
                </c:pt>
                <c:pt idx="1600">
                  <c:v>0.91320526123046875</c:v>
                </c:pt>
                <c:pt idx="1601">
                  <c:v>0.91320526123046875</c:v>
                </c:pt>
                <c:pt idx="1602">
                  <c:v>0.91297714233398441</c:v>
                </c:pt>
                <c:pt idx="1603">
                  <c:v>0.91297714233398441</c:v>
                </c:pt>
                <c:pt idx="1604">
                  <c:v>0.91276184082031242</c:v>
                </c:pt>
                <c:pt idx="1605">
                  <c:v>0.91276184082031242</c:v>
                </c:pt>
                <c:pt idx="1606">
                  <c:v>0.91250595092773445</c:v>
                </c:pt>
                <c:pt idx="1607">
                  <c:v>0.91250595092773445</c:v>
                </c:pt>
                <c:pt idx="1608">
                  <c:v>0.91231201171874998</c:v>
                </c:pt>
                <c:pt idx="1609">
                  <c:v>0.91231201171874998</c:v>
                </c:pt>
                <c:pt idx="1610">
                  <c:v>0.91206558227539059</c:v>
                </c:pt>
                <c:pt idx="1611">
                  <c:v>0.91206558227539059</c:v>
                </c:pt>
                <c:pt idx="1612">
                  <c:v>0.91191986083984378</c:v>
                </c:pt>
                <c:pt idx="1613">
                  <c:v>0.91191986083984378</c:v>
                </c:pt>
                <c:pt idx="1614">
                  <c:v>0.91158889770507801</c:v>
                </c:pt>
                <c:pt idx="1615">
                  <c:v>0.91158889770507801</c:v>
                </c:pt>
                <c:pt idx="1616">
                  <c:v>0.91137863159179677</c:v>
                </c:pt>
                <c:pt idx="1617">
                  <c:v>0.91137863159179677</c:v>
                </c:pt>
                <c:pt idx="1618">
                  <c:v>0.9111711120605468</c:v>
                </c:pt>
                <c:pt idx="1619">
                  <c:v>0.9111711120605468</c:v>
                </c:pt>
                <c:pt idx="1620">
                  <c:v>0.91094116210937504</c:v>
                </c:pt>
                <c:pt idx="1621">
                  <c:v>0.91094116210937504</c:v>
                </c:pt>
                <c:pt idx="1622">
                  <c:v>0.910727996826172</c:v>
                </c:pt>
                <c:pt idx="1623">
                  <c:v>0.910727996826172</c:v>
                </c:pt>
                <c:pt idx="1624">
                  <c:v>0.91036849975585943</c:v>
                </c:pt>
                <c:pt idx="1625">
                  <c:v>0.91036849975585943</c:v>
                </c:pt>
                <c:pt idx="1626">
                  <c:v>0.90997589111328125</c:v>
                </c:pt>
                <c:pt idx="1627">
                  <c:v>0.90997589111328125</c:v>
                </c:pt>
                <c:pt idx="1628">
                  <c:v>0.90969665527343757</c:v>
                </c:pt>
                <c:pt idx="1629">
                  <c:v>0.90969665527343757</c:v>
                </c:pt>
                <c:pt idx="1630">
                  <c:v>0.90947723388671875</c:v>
                </c:pt>
                <c:pt idx="1631">
                  <c:v>0.90947723388671875</c:v>
                </c:pt>
                <c:pt idx="1632">
                  <c:v>0.90914871215820325</c:v>
                </c:pt>
                <c:pt idx="1633">
                  <c:v>0.90914871215820325</c:v>
                </c:pt>
                <c:pt idx="1634">
                  <c:v>0.90898376464843755</c:v>
                </c:pt>
                <c:pt idx="1635">
                  <c:v>0.90898376464843755</c:v>
                </c:pt>
                <c:pt idx="1636">
                  <c:v>0.9086917114257812</c:v>
                </c:pt>
                <c:pt idx="1637">
                  <c:v>0.9086917114257812</c:v>
                </c:pt>
                <c:pt idx="1638">
                  <c:v>0.90843673706054684</c:v>
                </c:pt>
                <c:pt idx="1639">
                  <c:v>0.90843673706054684</c:v>
                </c:pt>
                <c:pt idx="1640">
                  <c:v>0.90822128295898441</c:v>
                </c:pt>
                <c:pt idx="1641">
                  <c:v>0.90822128295898441</c:v>
                </c:pt>
                <c:pt idx="1642">
                  <c:v>0.9079817199707032</c:v>
                </c:pt>
                <c:pt idx="1643">
                  <c:v>0.9079817199707032</c:v>
                </c:pt>
                <c:pt idx="1644">
                  <c:v>0.90770187377929679</c:v>
                </c:pt>
                <c:pt idx="1645">
                  <c:v>0.90770187377929679</c:v>
                </c:pt>
                <c:pt idx="1646">
                  <c:v>0.9074697875976564</c:v>
                </c:pt>
                <c:pt idx="1647">
                  <c:v>0.9074697875976564</c:v>
                </c:pt>
                <c:pt idx="1648">
                  <c:v>0.90720153808593762</c:v>
                </c:pt>
                <c:pt idx="1649">
                  <c:v>0.90720153808593762</c:v>
                </c:pt>
                <c:pt idx="1650">
                  <c:v>0.90699996948242201</c:v>
                </c:pt>
                <c:pt idx="1651">
                  <c:v>0.90699996948242201</c:v>
                </c:pt>
                <c:pt idx="1652">
                  <c:v>0.90679687499999995</c:v>
                </c:pt>
                <c:pt idx="1653">
                  <c:v>0.90679687499999995</c:v>
                </c:pt>
                <c:pt idx="1654">
                  <c:v>0.90658432006835943</c:v>
                </c:pt>
                <c:pt idx="1655">
                  <c:v>0.90658432006835943</c:v>
                </c:pt>
                <c:pt idx="1656">
                  <c:v>0.90623199462890625</c:v>
                </c:pt>
                <c:pt idx="1657">
                  <c:v>0.90623199462890625</c:v>
                </c:pt>
                <c:pt idx="1658">
                  <c:v>0.90594970703125</c:v>
                </c:pt>
                <c:pt idx="1659">
                  <c:v>0.90594970703125</c:v>
                </c:pt>
                <c:pt idx="1660">
                  <c:v>0.90574966430664061</c:v>
                </c:pt>
                <c:pt idx="1661">
                  <c:v>0.90574966430664061</c:v>
                </c:pt>
                <c:pt idx="1662">
                  <c:v>0.90537460327148445</c:v>
                </c:pt>
                <c:pt idx="1663">
                  <c:v>0.90537460327148445</c:v>
                </c:pt>
                <c:pt idx="1664">
                  <c:v>0.90518402099609363</c:v>
                </c:pt>
                <c:pt idx="1665">
                  <c:v>0.90518402099609363</c:v>
                </c:pt>
                <c:pt idx="1666">
                  <c:v>0.90498916625976555</c:v>
                </c:pt>
                <c:pt idx="1667">
                  <c:v>0.90498916625976555</c:v>
                </c:pt>
                <c:pt idx="1668">
                  <c:v>0.9047796630859376</c:v>
                </c:pt>
                <c:pt idx="1669">
                  <c:v>0.9047796630859376</c:v>
                </c:pt>
                <c:pt idx="1670">
                  <c:v>0.90449417114257802</c:v>
                </c:pt>
                <c:pt idx="1671">
                  <c:v>0.90449417114257802</c:v>
                </c:pt>
                <c:pt idx="1672">
                  <c:v>0.90415710449218745</c:v>
                </c:pt>
                <c:pt idx="1673">
                  <c:v>0.90415710449218745</c:v>
                </c:pt>
                <c:pt idx="1674">
                  <c:v>0.90383758544921877</c:v>
                </c:pt>
                <c:pt idx="1675">
                  <c:v>0.90383758544921877</c:v>
                </c:pt>
                <c:pt idx="1676">
                  <c:v>0.90361709594726558</c:v>
                </c:pt>
                <c:pt idx="1677">
                  <c:v>0.90361709594726558</c:v>
                </c:pt>
                <c:pt idx="1678">
                  <c:v>0.90326889038085922</c:v>
                </c:pt>
                <c:pt idx="1679">
                  <c:v>0.90326889038085922</c:v>
                </c:pt>
                <c:pt idx="1680">
                  <c:v>0.90299468994140641</c:v>
                </c:pt>
                <c:pt idx="1681">
                  <c:v>0.90299468994140641</c:v>
                </c:pt>
                <c:pt idx="1682">
                  <c:v>0.90271987915039065</c:v>
                </c:pt>
                <c:pt idx="1683">
                  <c:v>0.90271987915039065</c:v>
                </c:pt>
                <c:pt idx="1684">
                  <c:v>0.902379150390625</c:v>
                </c:pt>
                <c:pt idx="1685">
                  <c:v>0.902379150390625</c:v>
                </c:pt>
                <c:pt idx="1686">
                  <c:v>0.90211486816406239</c:v>
                </c:pt>
                <c:pt idx="1687">
                  <c:v>0.90211486816406239</c:v>
                </c:pt>
                <c:pt idx="1688">
                  <c:v>0.90181259155273441</c:v>
                </c:pt>
                <c:pt idx="1689">
                  <c:v>0.90181259155273441</c:v>
                </c:pt>
                <c:pt idx="1690">
                  <c:v>0.90160751342773438</c:v>
                </c:pt>
                <c:pt idx="1691">
                  <c:v>0.90160751342773438</c:v>
                </c:pt>
                <c:pt idx="1692">
                  <c:v>0.90133163452148435</c:v>
                </c:pt>
                <c:pt idx="1693">
                  <c:v>0.90133163452148435</c:v>
                </c:pt>
                <c:pt idx="1694">
                  <c:v>0.90099243164062504</c:v>
                </c:pt>
                <c:pt idx="1695">
                  <c:v>0.90099243164062504</c:v>
                </c:pt>
                <c:pt idx="1696">
                  <c:v>0.90084945678710937</c:v>
                </c:pt>
                <c:pt idx="1697">
                  <c:v>0.90084945678710937</c:v>
                </c:pt>
                <c:pt idx="1698">
                  <c:v>0.90054489135742188</c:v>
                </c:pt>
                <c:pt idx="1699">
                  <c:v>0.90054489135742188</c:v>
                </c:pt>
                <c:pt idx="1700">
                  <c:v>0.90017166137695315</c:v>
                </c:pt>
                <c:pt idx="1701">
                  <c:v>0.90017166137695315</c:v>
                </c:pt>
                <c:pt idx="1702">
                  <c:v>0.89985824584960938</c:v>
                </c:pt>
                <c:pt idx="1703">
                  <c:v>0.89985824584960938</c:v>
                </c:pt>
                <c:pt idx="1704">
                  <c:v>0.8995669555664062</c:v>
                </c:pt>
                <c:pt idx="1705">
                  <c:v>0.8995669555664062</c:v>
                </c:pt>
                <c:pt idx="1706">
                  <c:v>0.89928283691406252</c:v>
                </c:pt>
                <c:pt idx="1707">
                  <c:v>0.89928283691406252</c:v>
                </c:pt>
                <c:pt idx="1708">
                  <c:v>0.89879592895507809</c:v>
                </c:pt>
                <c:pt idx="1709">
                  <c:v>0.89879592895507809</c:v>
                </c:pt>
                <c:pt idx="1710">
                  <c:v>0.89859313964843746</c:v>
                </c:pt>
                <c:pt idx="1711">
                  <c:v>0.89859313964843746</c:v>
                </c:pt>
                <c:pt idx="1712">
                  <c:v>0.89836242675781253</c:v>
                </c:pt>
                <c:pt idx="1713">
                  <c:v>0.89836242675781253</c:v>
                </c:pt>
                <c:pt idx="1714">
                  <c:v>0.89809234619140621</c:v>
                </c:pt>
                <c:pt idx="1715">
                  <c:v>0.89809234619140621</c:v>
                </c:pt>
                <c:pt idx="1716">
                  <c:v>0.89788208007812498</c:v>
                </c:pt>
                <c:pt idx="1717">
                  <c:v>0.89788208007812498</c:v>
                </c:pt>
                <c:pt idx="1718">
                  <c:v>0.89763183593749996</c:v>
                </c:pt>
                <c:pt idx="1719">
                  <c:v>0.89763183593749996</c:v>
                </c:pt>
                <c:pt idx="1720">
                  <c:v>0.89736038208007818</c:v>
                </c:pt>
                <c:pt idx="1721">
                  <c:v>0.89736038208007818</c:v>
                </c:pt>
                <c:pt idx="1722">
                  <c:v>0.89695114135742182</c:v>
                </c:pt>
                <c:pt idx="1723">
                  <c:v>0.89695114135742182</c:v>
                </c:pt>
                <c:pt idx="1724">
                  <c:v>0.89671310424804684</c:v>
                </c:pt>
                <c:pt idx="1725">
                  <c:v>0.89671310424804684</c:v>
                </c:pt>
                <c:pt idx="1726">
                  <c:v>0.89644668579101561</c:v>
                </c:pt>
                <c:pt idx="1727">
                  <c:v>0.89644668579101561</c:v>
                </c:pt>
                <c:pt idx="1728">
                  <c:v>0.89624862670898442</c:v>
                </c:pt>
                <c:pt idx="1729">
                  <c:v>0.89624862670898442</c:v>
                </c:pt>
                <c:pt idx="1730">
                  <c:v>0.89597106933593751</c:v>
                </c:pt>
                <c:pt idx="1731">
                  <c:v>0.89597106933593751</c:v>
                </c:pt>
                <c:pt idx="1732">
                  <c:v>0.89572784423828122</c:v>
                </c:pt>
                <c:pt idx="1733">
                  <c:v>0.89572784423828122</c:v>
                </c:pt>
                <c:pt idx="1734">
                  <c:v>0.8953987121582031</c:v>
                </c:pt>
                <c:pt idx="1735">
                  <c:v>0.8953987121582031</c:v>
                </c:pt>
                <c:pt idx="1736">
                  <c:v>0.89502655029296874</c:v>
                </c:pt>
                <c:pt idx="1737">
                  <c:v>0.89502655029296874</c:v>
                </c:pt>
                <c:pt idx="1738">
                  <c:v>0.89465744018554683</c:v>
                </c:pt>
                <c:pt idx="1739">
                  <c:v>0.89465744018554683</c:v>
                </c:pt>
                <c:pt idx="1740">
                  <c:v>0.89443756103515626</c:v>
                </c:pt>
                <c:pt idx="1741">
                  <c:v>0.89443756103515626</c:v>
                </c:pt>
                <c:pt idx="1742">
                  <c:v>0.89411254882812496</c:v>
                </c:pt>
                <c:pt idx="1743">
                  <c:v>0.89411254882812496</c:v>
                </c:pt>
                <c:pt idx="1744">
                  <c:v>0.89387985229492184</c:v>
                </c:pt>
                <c:pt idx="1745">
                  <c:v>0.89387985229492184</c:v>
                </c:pt>
                <c:pt idx="1746">
                  <c:v>0.89348037719726559</c:v>
                </c:pt>
                <c:pt idx="1747">
                  <c:v>0.89348037719726559</c:v>
                </c:pt>
                <c:pt idx="1748">
                  <c:v>0.89322463989257816</c:v>
                </c:pt>
                <c:pt idx="1749">
                  <c:v>0.89322463989257816</c:v>
                </c:pt>
                <c:pt idx="1750">
                  <c:v>0.89289138793945311</c:v>
                </c:pt>
                <c:pt idx="1751">
                  <c:v>0.89289138793945311</c:v>
                </c:pt>
                <c:pt idx="1752">
                  <c:v>0.89254974365234374</c:v>
                </c:pt>
                <c:pt idx="1753">
                  <c:v>0.89254974365234374</c:v>
                </c:pt>
                <c:pt idx="1754">
                  <c:v>0.89225357055664067</c:v>
                </c:pt>
                <c:pt idx="1755">
                  <c:v>0.89225357055664067</c:v>
                </c:pt>
                <c:pt idx="1756">
                  <c:v>0.89214172363281252</c:v>
                </c:pt>
                <c:pt idx="1757">
                  <c:v>0.89214172363281252</c:v>
                </c:pt>
                <c:pt idx="1758">
                  <c:v>0.89176132202148439</c:v>
                </c:pt>
                <c:pt idx="1759">
                  <c:v>0.89176132202148439</c:v>
                </c:pt>
                <c:pt idx="1760">
                  <c:v>0.89140869140625001</c:v>
                </c:pt>
                <c:pt idx="1761">
                  <c:v>0.89140869140625001</c:v>
                </c:pt>
                <c:pt idx="1762">
                  <c:v>0.89105865478515622</c:v>
                </c:pt>
                <c:pt idx="1763">
                  <c:v>0.89105865478515622</c:v>
                </c:pt>
                <c:pt idx="1764">
                  <c:v>0.8908535766601563</c:v>
                </c:pt>
                <c:pt idx="1765">
                  <c:v>0.8908535766601563</c:v>
                </c:pt>
                <c:pt idx="1766">
                  <c:v>0.89053421020507817</c:v>
                </c:pt>
                <c:pt idx="1767">
                  <c:v>0.89053421020507817</c:v>
                </c:pt>
                <c:pt idx="1768">
                  <c:v>0.89005691528320308</c:v>
                </c:pt>
                <c:pt idx="1769">
                  <c:v>0.89005691528320308</c:v>
                </c:pt>
                <c:pt idx="1770">
                  <c:v>0.88981872558593755</c:v>
                </c:pt>
                <c:pt idx="1771">
                  <c:v>0.88981872558593755</c:v>
                </c:pt>
                <c:pt idx="1772">
                  <c:v>0.88956344604492188</c:v>
                </c:pt>
                <c:pt idx="1773">
                  <c:v>0.88956344604492188</c:v>
                </c:pt>
                <c:pt idx="1774">
                  <c:v>0.88925003051757812</c:v>
                </c:pt>
                <c:pt idx="1775">
                  <c:v>0.88925003051757812</c:v>
                </c:pt>
                <c:pt idx="1776">
                  <c:v>0.8890585327148437</c:v>
                </c:pt>
                <c:pt idx="1777">
                  <c:v>0.8890585327148437</c:v>
                </c:pt>
                <c:pt idx="1778">
                  <c:v>0.88885452270507814</c:v>
                </c:pt>
                <c:pt idx="1779">
                  <c:v>0.88885452270507814</c:v>
                </c:pt>
                <c:pt idx="1780">
                  <c:v>0.88857757568359375</c:v>
                </c:pt>
                <c:pt idx="1781">
                  <c:v>0.88857757568359375</c:v>
                </c:pt>
                <c:pt idx="1782">
                  <c:v>0.88817703247070312</c:v>
                </c:pt>
                <c:pt idx="1783">
                  <c:v>0.88817703247070312</c:v>
                </c:pt>
                <c:pt idx="1784">
                  <c:v>0.88782272338867185</c:v>
                </c:pt>
                <c:pt idx="1785">
                  <c:v>0.88782272338867185</c:v>
                </c:pt>
                <c:pt idx="1786">
                  <c:v>0.8874485778808594</c:v>
                </c:pt>
                <c:pt idx="1787">
                  <c:v>0.8874485778808594</c:v>
                </c:pt>
                <c:pt idx="1788">
                  <c:v>0.88728149414062496</c:v>
                </c:pt>
                <c:pt idx="1789">
                  <c:v>0.88728149414062496</c:v>
                </c:pt>
                <c:pt idx="1790">
                  <c:v>0.88701492309570318</c:v>
                </c:pt>
                <c:pt idx="1791">
                  <c:v>0.88701492309570318</c:v>
                </c:pt>
                <c:pt idx="1792">
                  <c:v>0.88670791625976564</c:v>
                </c:pt>
                <c:pt idx="1793">
                  <c:v>0.88670791625976564</c:v>
                </c:pt>
                <c:pt idx="1794">
                  <c:v>0.88640670776367192</c:v>
                </c:pt>
                <c:pt idx="1795">
                  <c:v>0.88640670776367192</c:v>
                </c:pt>
                <c:pt idx="1796">
                  <c:v>0.88612960815429687</c:v>
                </c:pt>
                <c:pt idx="1797">
                  <c:v>0.88612960815429687</c:v>
                </c:pt>
                <c:pt idx="1798">
                  <c:v>0.88582092285156255</c:v>
                </c:pt>
                <c:pt idx="1799">
                  <c:v>0.88582092285156255</c:v>
                </c:pt>
                <c:pt idx="1800">
                  <c:v>0.88552581787109375</c:v>
                </c:pt>
                <c:pt idx="1801">
                  <c:v>0.88552581787109375</c:v>
                </c:pt>
                <c:pt idx="1802">
                  <c:v>0.88525939941406251</c:v>
                </c:pt>
                <c:pt idx="1803">
                  <c:v>0.88525939941406251</c:v>
                </c:pt>
                <c:pt idx="1804">
                  <c:v>0.8849967956542969</c:v>
                </c:pt>
                <c:pt idx="1805">
                  <c:v>0.8849967956542969</c:v>
                </c:pt>
                <c:pt idx="1806">
                  <c:v>0.8846484375</c:v>
                </c:pt>
                <c:pt idx="1807">
                  <c:v>0.8846484375</c:v>
                </c:pt>
                <c:pt idx="1808">
                  <c:v>0.88437683105468745</c:v>
                </c:pt>
                <c:pt idx="1809">
                  <c:v>0.88437683105468745</c:v>
                </c:pt>
                <c:pt idx="1810">
                  <c:v>0.88408187866210941</c:v>
                </c:pt>
                <c:pt idx="1811">
                  <c:v>0.88408187866210941</c:v>
                </c:pt>
                <c:pt idx="1812">
                  <c:v>0.88370742797851565</c:v>
                </c:pt>
                <c:pt idx="1813">
                  <c:v>0.88370742797851565</c:v>
                </c:pt>
                <c:pt idx="1814">
                  <c:v>0.88340682983398433</c:v>
                </c:pt>
                <c:pt idx="1815">
                  <c:v>0.88340682983398433</c:v>
                </c:pt>
                <c:pt idx="1816">
                  <c:v>0.8831280517578125</c:v>
                </c:pt>
                <c:pt idx="1817">
                  <c:v>0.8831280517578125</c:v>
                </c:pt>
                <c:pt idx="1818">
                  <c:v>0.88278564453124997</c:v>
                </c:pt>
                <c:pt idx="1819">
                  <c:v>0.88278564453124997</c:v>
                </c:pt>
                <c:pt idx="1820">
                  <c:v>0.88230606079101559</c:v>
                </c:pt>
                <c:pt idx="1821">
                  <c:v>0.88230606079101559</c:v>
                </c:pt>
                <c:pt idx="1822">
                  <c:v>0.8820671081542969</c:v>
                </c:pt>
                <c:pt idx="1823">
                  <c:v>0.8820671081542969</c:v>
                </c:pt>
                <c:pt idx="1824">
                  <c:v>0.88185211181640621</c:v>
                </c:pt>
                <c:pt idx="1825">
                  <c:v>0.88185211181640621</c:v>
                </c:pt>
                <c:pt idx="1826">
                  <c:v>0.88159866333007808</c:v>
                </c:pt>
                <c:pt idx="1827">
                  <c:v>0.88159866333007808</c:v>
                </c:pt>
                <c:pt idx="1828">
                  <c:v>0.88132812500000002</c:v>
                </c:pt>
                <c:pt idx="1829">
                  <c:v>0.88132812500000002</c:v>
                </c:pt>
                <c:pt idx="1830">
                  <c:v>0.88100982666015626</c:v>
                </c:pt>
                <c:pt idx="1831">
                  <c:v>0.88100982666015626</c:v>
                </c:pt>
                <c:pt idx="1832">
                  <c:v>0.88081222534179693</c:v>
                </c:pt>
                <c:pt idx="1833">
                  <c:v>0.88081222534179693</c:v>
                </c:pt>
                <c:pt idx="1834">
                  <c:v>0.88049240112304683</c:v>
                </c:pt>
                <c:pt idx="1835">
                  <c:v>0.88049240112304683</c:v>
                </c:pt>
                <c:pt idx="1836">
                  <c:v>0.88028854370117182</c:v>
                </c:pt>
                <c:pt idx="1837">
                  <c:v>0.88028854370117182</c:v>
                </c:pt>
                <c:pt idx="1838">
                  <c:v>0.87998321533203128</c:v>
                </c:pt>
                <c:pt idx="1839">
                  <c:v>0.87998321533203128</c:v>
                </c:pt>
                <c:pt idx="1840">
                  <c:v>0.87952026367187497</c:v>
                </c:pt>
                <c:pt idx="1841">
                  <c:v>0.87952026367187497</c:v>
                </c:pt>
                <c:pt idx="1842">
                  <c:v>0.8792880249023437</c:v>
                </c:pt>
                <c:pt idx="1843">
                  <c:v>0.8792880249023437</c:v>
                </c:pt>
                <c:pt idx="1844">
                  <c:v>0.87888305664062505</c:v>
                </c:pt>
                <c:pt idx="1845">
                  <c:v>0.87888305664062505</c:v>
                </c:pt>
                <c:pt idx="1846">
                  <c:v>0.87870223999023434</c:v>
                </c:pt>
                <c:pt idx="1847">
                  <c:v>0.87870223999023434</c:v>
                </c:pt>
                <c:pt idx="1848">
                  <c:v>0.87846710205078127</c:v>
                </c:pt>
                <c:pt idx="1849">
                  <c:v>0.87846710205078127</c:v>
                </c:pt>
                <c:pt idx="1850">
                  <c:v>0.87818618774414059</c:v>
                </c:pt>
                <c:pt idx="1851">
                  <c:v>0.87818618774414059</c:v>
                </c:pt>
                <c:pt idx="1852">
                  <c:v>0.8777946472167969</c:v>
                </c:pt>
                <c:pt idx="1853">
                  <c:v>0.8777946472167969</c:v>
                </c:pt>
                <c:pt idx="1854">
                  <c:v>0.87740234375000004</c:v>
                </c:pt>
                <c:pt idx="1855">
                  <c:v>0.87740234375000004</c:v>
                </c:pt>
                <c:pt idx="1856">
                  <c:v>0.87721176147460933</c:v>
                </c:pt>
                <c:pt idx="1857">
                  <c:v>0.87721176147460933</c:v>
                </c:pt>
                <c:pt idx="1858">
                  <c:v>0.87705154418945308</c:v>
                </c:pt>
                <c:pt idx="1859">
                  <c:v>0.87705154418945308</c:v>
                </c:pt>
                <c:pt idx="1860">
                  <c:v>0.87660263061523436</c:v>
                </c:pt>
                <c:pt idx="1861">
                  <c:v>0.87660263061523436</c:v>
                </c:pt>
                <c:pt idx="1862">
                  <c:v>0.87640136718749995</c:v>
                </c:pt>
                <c:pt idx="1863">
                  <c:v>0.87640136718749995</c:v>
                </c:pt>
                <c:pt idx="1864">
                  <c:v>0.87609313964843749</c:v>
                </c:pt>
                <c:pt idx="1865">
                  <c:v>0.87609313964843749</c:v>
                </c:pt>
                <c:pt idx="1866">
                  <c:v>0.87578582763671875</c:v>
                </c:pt>
                <c:pt idx="1867">
                  <c:v>0.87578582763671875</c:v>
                </c:pt>
                <c:pt idx="1868">
                  <c:v>0.87543579101562496</c:v>
                </c:pt>
                <c:pt idx="1869">
                  <c:v>0.87543579101562496</c:v>
                </c:pt>
                <c:pt idx="1870">
                  <c:v>0.87520721435546878</c:v>
                </c:pt>
                <c:pt idx="1871">
                  <c:v>0.87520721435546878</c:v>
                </c:pt>
                <c:pt idx="1872">
                  <c:v>0.87494445800781251</c:v>
                </c:pt>
                <c:pt idx="1873">
                  <c:v>0.87494445800781251</c:v>
                </c:pt>
                <c:pt idx="1874">
                  <c:v>0.87460021972656254</c:v>
                </c:pt>
                <c:pt idx="1875">
                  <c:v>0.87460021972656254</c:v>
                </c:pt>
                <c:pt idx="1876">
                  <c:v>0.87447906494140626</c:v>
                </c:pt>
                <c:pt idx="1877">
                  <c:v>0.87447906494140626</c:v>
                </c:pt>
                <c:pt idx="1878">
                  <c:v>0.87416580200195315</c:v>
                </c:pt>
                <c:pt idx="1879">
                  <c:v>0.87416580200195315</c:v>
                </c:pt>
                <c:pt idx="1880">
                  <c:v>0.87384994506835934</c:v>
                </c:pt>
                <c:pt idx="1881">
                  <c:v>0.87384994506835934</c:v>
                </c:pt>
                <c:pt idx="1882">
                  <c:v>0.87338714599609379</c:v>
                </c:pt>
                <c:pt idx="1883">
                  <c:v>0.87338714599609379</c:v>
                </c:pt>
                <c:pt idx="1884">
                  <c:v>0.87316360473632815</c:v>
                </c:pt>
                <c:pt idx="1885">
                  <c:v>0.87316360473632815</c:v>
                </c:pt>
                <c:pt idx="1886">
                  <c:v>0.87273788452148438</c:v>
                </c:pt>
                <c:pt idx="1887">
                  <c:v>0.87273788452148438</c:v>
                </c:pt>
                <c:pt idx="1888">
                  <c:v>0.87244247436523437</c:v>
                </c:pt>
                <c:pt idx="1889">
                  <c:v>0.87244247436523437</c:v>
                </c:pt>
                <c:pt idx="1890">
                  <c:v>0.87220016479492191</c:v>
                </c:pt>
                <c:pt idx="1891">
                  <c:v>0.87220016479492191</c:v>
                </c:pt>
                <c:pt idx="1892">
                  <c:v>0.87187896728515624</c:v>
                </c:pt>
                <c:pt idx="1893">
                  <c:v>0.87187896728515624</c:v>
                </c:pt>
                <c:pt idx="1894">
                  <c:v>0.87146270751953125</c:v>
                </c:pt>
                <c:pt idx="1895">
                  <c:v>0.87146270751953125</c:v>
                </c:pt>
                <c:pt idx="1896">
                  <c:v>0.87112548828125003</c:v>
                </c:pt>
                <c:pt idx="1897">
                  <c:v>0.87112548828125003</c:v>
                </c:pt>
                <c:pt idx="1898">
                  <c:v>0.87069396972656254</c:v>
                </c:pt>
                <c:pt idx="1899">
                  <c:v>0.87069396972656254</c:v>
                </c:pt>
                <c:pt idx="1900">
                  <c:v>0.87041168212890629</c:v>
                </c:pt>
                <c:pt idx="1901">
                  <c:v>0.87041168212890629</c:v>
                </c:pt>
                <c:pt idx="1902">
                  <c:v>0.87006744384765622</c:v>
                </c:pt>
                <c:pt idx="1903">
                  <c:v>0.87006744384765622</c:v>
                </c:pt>
                <c:pt idx="1904">
                  <c:v>0.86977554321289063</c:v>
                </c:pt>
                <c:pt idx="1905">
                  <c:v>0.86977554321289063</c:v>
                </c:pt>
                <c:pt idx="1906">
                  <c:v>0.86947708129882817</c:v>
                </c:pt>
                <c:pt idx="1907">
                  <c:v>0.86947708129882817</c:v>
                </c:pt>
                <c:pt idx="1908">
                  <c:v>0.86913513183593749</c:v>
                </c:pt>
                <c:pt idx="1909">
                  <c:v>0.86913513183593749</c:v>
                </c:pt>
                <c:pt idx="1910">
                  <c:v>0.86870910644531252</c:v>
                </c:pt>
                <c:pt idx="1911">
                  <c:v>0.86870910644531252</c:v>
                </c:pt>
                <c:pt idx="1912">
                  <c:v>0.86848052978515622</c:v>
                </c:pt>
                <c:pt idx="1913">
                  <c:v>0.86848052978515622</c:v>
                </c:pt>
                <c:pt idx="1914">
                  <c:v>0.86828277587890623</c:v>
                </c:pt>
                <c:pt idx="1915">
                  <c:v>0.86828277587890623</c:v>
                </c:pt>
                <c:pt idx="1916">
                  <c:v>0.86784744262695313</c:v>
                </c:pt>
                <c:pt idx="1917">
                  <c:v>0.86784744262695313</c:v>
                </c:pt>
                <c:pt idx="1918">
                  <c:v>0.86749710083007814</c:v>
                </c:pt>
                <c:pt idx="1919">
                  <c:v>0.86749710083007814</c:v>
                </c:pt>
                <c:pt idx="1920">
                  <c:v>0.86728622436523439</c:v>
                </c:pt>
                <c:pt idx="1921">
                  <c:v>0.86728622436523439</c:v>
                </c:pt>
                <c:pt idx="1922">
                  <c:v>0.86706878662109377</c:v>
                </c:pt>
                <c:pt idx="1923">
                  <c:v>0.86706878662109377</c:v>
                </c:pt>
                <c:pt idx="1924">
                  <c:v>0.86677612304687501</c:v>
                </c:pt>
                <c:pt idx="1925">
                  <c:v>0.86677612304687501</c:v>
                </c:pt>
                <c:pt idx="1926">
                  <c:v>0.86636291503906249</c:v>
                </c:pt>
                <c:pt idx="1927">
                  <c:v>0.86636291503906249</c:v>
                </c:pt>
                <c:pt idx="1928">
                  <c:v>0.86604843139648435</c:v>
                </c:pt>
                <c:pt idx="1929">
                  <c:v>0.86604843139648435</c:v>
                </c:pt>
                <c:pt idx="1930">
                  <c:v>0.86558776855468755</c:v>
                </c:pt>
                <c:pt idx="1931">
                  <c:v>0.86558776855468755</c:v>
                </c:pt>
                <c:pt idx="1932">
                  <c:v>0.8652752685546875</c:v>
                </c:pt>
                <c:pt idx="1933">
                  <c:v>0.8652752685546875</c:v>
                </c:pt>
                <c:pt idx="1934">
                  <c:v>0.8648678588867188</c:v>
                </c:pt>
                <c:pt idx="1935">
                  <c:v>0.8648678588867188</c:v>
                </c:pt>
                <c:pt idx="1936">
                  <c:v>0.86458923339843752</c:v>
                </c:pt>
                <c:pt idx="1937">
                  <c:v>0.86458923339843752</c:v>
                </c:pt>
                <c:pt idx="1938">
                  <c:v>0.86432647705078125</c:v>
                </c:pt>
                <c:pt idx="1939">
                  <c:v>0.86432647705078125</c:v>
                </c:pt>
                <c:pt idx="1940">
                  <c:v>0.86417465209960942</c:v>
                </c:pt>
                <c:pt idx="1941">
                  <c:v>0.86417465209960942</c:v>
                </c:pt>
                <c:pt idx="1942">
                  <c:v>0.86394989013671875</c:v>
                </c:pt>
                <c:pt idx="1943">
                  <c:v>0.86394989013671875</c:v>
                </c:pt>
                <c:pt idx="1944">
                  <c:v>0.86345382690429684</c:v>
                </c:pt>
                <c:pt idx="1945">
                  <c:v>0.86345382690429684</c:v>
                </c:pt>
                <c:pt idx="1946">
                  <c:v>0.86310546875000005</c:v>
                </c:pt>
                <c:pt idx="1947">
                  <c:v>0.86310546875000005</c:v>
                </c:pt>
                <c:pt idx="1948">
                  <c:v>0.86282974243164068</c:v>
                </c:pt>
                <c:pt idx="1949">
                  <c:v>0.86282974243164068</c:v>
                </c:pt>
                <c:pt idx="1950">
                  <c:v>0.86255676269531245</c:v>
                </c:pt>
                <c:pt idx="1951">
                  <c:v>0.86255676269531245</c:v>
                </c:pt>
                <c:pt idx="1952">
                  <c:v>0.86215713500976565</c:v>
                </c:pt>
                <c:pt idx="1953">
                  <c:v>0.86215713500976565</c:v>
                </c:pt>
                <c:pt idx="1954">
                  <c:v>0.86165512084960938</c:v>
                </c:pt>
                <c:pt idx="1955">
                  <c:v>0.86165512084960938</c:v>
                </c:pt>
                <c:pt idx="1956">
                  <c:v>0.8614173889160156</c:v>
                </c:pt>
                <c:pt idx="1957">
                  <c:v>0.8614173889160156</c:v>
                </c:pt>
                <c:pt idx="1958">
                  <c:v>0.86093307495117188</c:v>
                </c:pt>
                <c:pt idx="1959">
                  <c:v>0.86093307495117188</c:v>
                </c:pt>
                <c:pt idx="1960">
                  <c:v>0.86066802978515622</c:v>
                </c:pt>
                <c:pt idx="1961">
                  <c:v>0.86066802978515622</c:v>
                </c:pt>
                <c:pt idx="1962">
                  <c:v>0.86049438476562501</c:v>
                </c:pt>
                <c:pt idx="1963">
                  <c:v>0.86049438476562501</c:v>
                </c:pt>
                <c:pt idx="1964">
                  <c:v>0.86009002685546876</c:v>
                </c:pt>
                <c:pt idx="1965">
                  <c:v>0.86009002685546876</c:v>
                </c:pt>
                <c:pt idx="1966">
                  <c:v>0.8597743225097656</c:v>
                </c:pt>
                <c:pt idx="1967">
                  <c:v>0.8597743225097656</c:v>
                </c:pt>
                <c:pt idx="1968">
                  <c:v>0.85941116333007816</c:v>
                </c:pt>
                <c:pt idx="1969">
                  <c:v>0.85941116333007816</c:v>
                </c:pt>
                <c:pt idx="1970">
                  <c:v>0.85910644531250002</c:v>
                </c:pt>
                <c:pt idx="1971">
                  <c:v>0.85910644531250002</c:v>
                </c:pt>
                <c:pt idx="1972">
                  <c:v>0.85880447387695313</c:v>
                </c:pt>
                <c:pt idx="1973">
                  <c:v>0.85880447387695313</c:v>
                </c:pt>
                <c:pt idx="1974">
                  <c:v>0.85854888916015626</c:v>
                </c:pt>
                <c:pt idx="1975">
                  <c:v>0.85854888916015626</c:v>
                </c:pt>
                <c:pt idx="1976">
                  <c:v>0.85819290161132811</c:v>
                </c:pt>
                <c:pt idx="1977">
                  <c:v>0.85819290161132811</c:v>
                </c:pt>
                <c:pt idx="1978">
                  <c:v>0.85779617309570311</c:v>
                </c:pt>
                <c:pt idx="1979">
                  <c:v>0.85779617309570311</c:v>
                </c:pt>
                <c:pt idx="1980">
                  <c:v>0.8575030517578125</c:v>
                </c:pt>
                <c:pt idx="1981">
                  <c:v>0.8575030517578125</c:v>
                </c:pt>
                <c:pt idx="1982">
                  <c:v>0.85727554321289068</c:v>
                </c:pt>
                <c:pt idx="1983">
                  <c:v>0.85727554321289068</c:v>
                </c:pt>
                <c:pt idx="1984">
                  <c:v>0.8570352172851563</c:v>
                </c:pt>
                <c:pt idx="1985">
                  <c:v>0.8570352172851563</c:v>
                </c:pt>
                <c:pt idx="1986">
                  <c:v>0.85641098022460938</c:v>
                </c:pt>
                <c:pt idx="1987">
                  <c:v>0.85641098022460938</c:v>
                </c:pt>
                <c:pt idx="1988">
                  <c:v>0.85611267089843746</c:v>
                </c:pt>
                <c:pt idx="1989">
                  <c:v>0.85611267089843746</c:v>
                </c:pt>
                <c:pt idx="1990">
                  <c:v>0.85586166381835938</c:v>
                </c:pt>
                <c:pt idx="1991">
                  <c:v>0.85586166381835938</c:v>
                </c:pt>
                <c:pt idx="1992">
                  <c:v>0.8554203796386719</c:v>
                </c:pt>
                <c:pt idx="1993">
                  <c:v>0.8554203796386719</c:v>
                </c:pt>
                <c:pt idx="1994">
                  <c:v>0.85526123046875002</c:v>
                </c:pt>
                <c:pt idx="1995">
                  <c:v>0.85526123046875002</c:v>
                </c:pt>
                <c:pt idx="1996">
                  <c:v>0.85504333496093754</c:v>
                </c:pt>
                <c:pt idx="1997">
                  <c:v>0.85504333496093754</c:v>
                </c:pt>
                <c:pt idx="1998">
                  <c:v>0.85465820312499996</c:v>
                </c:pt>
                <c:pt idx="1999">
                  <c:v>0.85465820312499996</c:v>
                </c:pt>
                <c:pt idx="2000">
                  <c:v>0.85419876098632808</c:v>
                </c:pt>
                <c:pt idx="2001">
                  <c:v>0.85419876098632808</c:v>
                </c:pt>
                <c:pt idx="2002">
                  <c:v>0.8538717651367187</c:v>
                </c:pt>
                <c:pt idx="2003">
                  <c:v>0.8538717651367187</c:v>
                </c:pt>
                <c:pt idx="2004">
                  <c:v>0.85347595214843752</c:v>
                </c:pt>
                <c:pt idx="2005">
                  <c:v>0.85347595214843752</c:v>
                </c:pt>
                <c:pt idx="2006">
                  <c:v>0.85316558837890621</c:v>
                </c:pt>
                <c:pt idx="2007">
                  <c:v>0.85316558837890621</c:v>
                </c:pt>
                <c:pt idx="2008">
                  <c:v>0.85294464111328128</c:v>
                </c:pt>
                <c:pt idx="2009">
                  <c:v>0.85294464111328128</c:v>
                </c:pt>
                <c:pt idx="2010">
                  <c:v>0.85260879516601562</c:v>
                </c:pt>
                <c:pt idx="2011">
                  <c:v>0.85260879516601562</c:v>
                </c:pt>
                <c:pt idx="2012">
                  <c:v>0.85237167358398436</c:v>
                </c:pt>
                <c:pt idx="2013">
                  <c:v>0.85237167358398436</c:v>
                </c:pt>
                <c:pt idx="2014">
                  <c:v>0.85192886352539066</c:v>
                </c:pt>
                <c:pt idx="2015">
                  <c:v>0.85192886352539066</c:v>
                </c:pt>
                <c:pt idx="2016">
                  <c:v>0.85160980224609373</c:v>
                </c:pt>
                <c:pt idx="2017">
                  <c:v>0.85160980224609373</c:v>
                </c:pt>
                <c:pt idx="2018">
                  <c:v>0.85137496948242186</c:v>
                </c:pt>
                <c:pt idx="2019">
                  <c:v>0.85137496948242186</c:v>
                </c:pt>
                <c:pt idx="2020">
                  <c:v>0.8511099243164062</c:v>
                </c:pt>
                <c:pt idx="2021">
                  <c:v>0.8511099243164062</c:v>
                </c:pt>
                <c:pt idx="2022">
                  <c:v>0.85084899902343747</c:v>
                </c:pt>
                <c:pt idx="2023">
                  <c:v>0.85084899902343747</c:v>
                </c:pt>
                <c:pt idx="2024">
                  <c:v>0.85046859741210934</c:v>
                </c:pt>
                <c:pt idx="2025">
                  <c:v>0.85046859741210934</c:v>
                </c:pt>
                <c:pt idx="2026">
                  <c:v>0.85007644653320313</c:v>
                </c:pt>
                <c:pt idx="2027">
                  <c:v>0.85007644653320313</c:v>
                </c:pt>
                <c:pt idx="2028">
                  <c:v>0.84987686157226561</c:v>
                </c:pt>
                <c:pt idx="2029">
                  <c:v>0.84987686157226561</c:v>
                </c:pt>
                <c:pt idx="2030">
                  <c:v>0.8495635986328125</c:v>
                </c:pt>
                <c:pt idx="2031">
                  <c:v>0.8495635986328125</c:v>
                </c:pt>
                <c:pt idx="2032">
                  <c:v>0.84905685424804689</c:v>
                </c:pt>
                <c:pt idx="2033">
                  <c:v>0.84905685424804689</c:v>
                </c:pt>
                <c:pt idx="2034">
                  <c:v>0.84867431640625002</c:v>
                </c:pt>
                <c:pt idx="2035">
                  <c:v>0.84867431640625002</c:v>
                </c:pt>
                <c:pt idx="2036">
                  <c:v>0.84827987670898441</c:v>
                </c:pt>
                <c:pt idx="2037">
                  <c:v>0.84827987670898441</c:v>
                </c:pt>
                <c:pt idx="2038">
                  <c:v>0.84799560546874997</c:v>
                </c:pt>
                <c:pt idx="2039">
                  <c:v>0.84799560546874997</c:v>
                </c:pt>
                <c:pt idx="2040">
                  <c:v>0.84777618408203126</c:v>
                </c:pt>
                <c:pt idx="2041">
                  <c:v>0.84777618408203126</c:v>
                </c:pt>
                <c:pt idx="2042">
                  <c:v>0.84739822387695307</c:v>
                </c:pt>
                <c:pt idx="2043">
                  <c:v>0.84739822387695307</c:v>
                </c:pt>
                <c:pt idx="2044">
                  <c:v>0.84702972412109379</c:v>
                </c:pt>
                <c:pt idx="2045">
                  <c:v>0.84702972412109379</c:v>
                </c:pt>
                <c:pt idx="2046">
                  <c:v>0.84659118652343746</c:v>
                </c:pt>
                <c:pt idx="2047">
                  <c:v>0.84659118652343746</c:v>
                </c:pt>
                <c:pt idx="2048">
                  <c:v>0.84618637084960935</c:v>
                </c:pt>
                <c:pt idx="2049">
                  <c:v>0.84618637084960935</c:v>
                </c:pt>
                <c:pt idx="2050">
                  <c:v>0.84566070556640627</c:v>
                </c:pt>
                <c:pt idx="2051">
                  <c:v>0.84566070556640627</c:v>
                </c:pt>
                <c:pt idx="2052">
                  <c:v>0.84538558959960941</c:v>
                </c:pt>
                <c:pt idx="2053">
                  <c:v>0.84538558959960941</c:v>
                </c:pt>
                <c:pt idx="2054">
                  <c:v>0.84503219604492186</c:v>
                </c:pt>
                <c:pt idx="2055">
                  <c:v>0.84503219604492186</c:v>
                </c:pt>
                <c:pt idx="2056">
                  <c:v>0.8446525573730469</c:v>
                </c:pt>
                <c:pt idx="2057">
                  <c:v>0.8446525573730469</c:v>
                </c:pt>
                <c:pt idx="2058">
                  <c:v>0.84427902221679685</c:v>
                </c:pt>
                <c:pt idx="2059">
                  <c:v>0.84427902221679685</c:v>
                </c:pt>
                <c:pt idx="2060">
                  <c:v>0.84391067504882811</c:v>
                </c:pt>
                <c:pt idx="2061">
                  <c:v>0.84391067504882811</c:v>
                </c:pt>
                <c:pt idx="2062">
                  <c:v>0.84372314453124997</c:v>
                </c:pt>
                <c:pt idx="2063">
                  <c:v>0.84372314453124997</c:v>
                </c:pt>
                <c:pt idx="2064">
                  <c:v>0.84326171875</c:v>
                </c:pt>
                <c:pt idx="2065">
                  <c:v>0.84326171875</c:v>
                </c:pt>
                <c:pt idx="2066">
                  <c:v>0.84283203124999995</c:v>
                </c:pt>
                <c:pt idx="2067">
                  <c:v>0.84283203124999995</c:v>
                </c:pt>
                <c:pt idx="2068">
                  <c:v>0.84258224487304689</c:v>
                </c:pt>
                <c:pt idx="2069">
                  <c:v>0.84258224487304689</c:v>
                </c:pt>
                <c:pt idx="2070">
                  <c:v>0.84231384277343746</c:v>
                </c:pt>
                <c:pt idx="2071">
                  <c:v>0.84231384277343746</c:v>
                </c:pt>
                <c:pt idx="2072">
                  <c:v>0.84198196411132809</c:v>
                </c:pt>
                <c:pt idx="2073">
                  <c:v>0.84198196411132809</c:v>
                </c:pt>
                <c:pt idx="2074">
                  <c:v>0.84155395507812503</c:v>
                </c:pt>
                <c:pt idx="2075">
                  <c:v>0.84155395507812503</c:v>
                </c:pt>
                <c:pt idx="2076">
                  <c:v>0.84115036010742184</c:v>
                </c:pt>
                <c:pt idx="2077">
                  <c:v>0.84115036010742184</c:v>
                </c:pt>
                <c:pt idx="2078">
                  <c:v>0.84080261230468745</c:v>
                </c:pt>
                <c:pt idx="2079">
                  <c:v>0.84080261230468745</c:v>
                </c:pt>
                <c:pt idx="2080">
                  <c:v>0.8404109191894531</c:v>
                </c:pt>
                <c:pt idx="2081">
                  <c:v>0.8404109191894531</c:v>
                </c:pt>
                <c:pt idx="2082">
                  <c:v>0.84007202148437499</c:v>
                </c:pt>
                <c:pt idx="2083">
                  <c:v>0.84007202148437499</c:v>
                </c:pt>
                <c:pt idx="2084">
                  <c:v>0.83956314086914063</c:v>
                </c:pt>
                <c:pt idx="2085">
                  <c:v>0.83956314086914063</c:v>
                </c:pt>
                <c:pt idx="2086">
                  <c:v>0.83908538818359379</c:v>
                </c:pt>
                <c:pt idx="2087">
                  <c:v>0.83908538818359379</c:v>
                </c:pt>
                <c:pt idx="2088">
                  <c:v>0.83875656127929688</c:v>
                </c:pt>
                <c:pt idx="2089">
                  <c:v>0.83875656127929688</c:v>
                </c:pt>
                <c:pt idx="2090">
                  <c:v>0.8384243774414063</c:v>
                </c:pt>
                <c:pt idx="2091">
                  <c:v>0.8384243774414063</c:v>
                </c:pt>
                <c:pt idx="2092">
                  <c:v>0.8380610656738281</c:v>
                </c:pt>
                <c:pt idx="2093">
                  <c:v>0.8380610656738281</c:v>
                </c:pt>
                <c:pt idx="2094">
                  <c:v>0.83723571777343753</c:v>
                </c:pt>
                <c:pt idx="2095">
                  <c:v>0.83723571777343753</c:v>
                </c:pt>
                <c:pt idx="2096">
                  <c:v>0.8369699096679688</c:v>
                </c:pt>
                <c:pt idx="2097">
                  <c:v>0.8369699096679688</c:v>
                </c:pt>
                <c:pt idx="2098">
                  <c:v>0.83669616699218752</c:v>
                </c:pt>
                <c:pt idx="2099">
                  <c:v>0.83669616699218752</c:v>
                </c:pt>
                <c:pt idx="2100">
                  <c:v>0.83643005371093748</c:v>
                </c:pt>
                <c:pt idx="2101">
                  <c:v>0.83643005371093748</c:v>
                </c:pt>
                <c:pt idx="2102">
                  <c:v>0.83619216918945316</c:v>
                </c:pt>
                <c:pt idx="2103">
                  <c:v>0.83619216918945316</c:v>
                </c:pt>
                <c:pt idx="2104">
                  <c:v>0.83594619750976562</c:v>
                </c:pt>
                <c:pt idx="2105">
                  <c:v>0.83594619750976562</c:v>
                </c:pt>
                <c:pt idx="2106">
                  <c:v>0.83481536865234374</c:v>
                </c:pt>
                <c:pt idx="2107">
                  <c:v>0.83481536865234374</c:v>
                </c:pt>
                <c:pt idx="2108">
                  <c:v>0.83353546142578128</c:v>
                </c:pt>
                <c:pt idx="2109">
                  <c:v>0.83353546142578128</c:v>
                </c:pt>
                <c:pt idx="2110">
                  <c:v>0.83325759887695316</c:v>
                </c:pt>
                <c:pt idx="2111">
                  <c:v>0.83325759887695316</c:v>
                </c:pt>
                <c:pt idx="2112">
                  <c:v>0.83284240722656255</c:v>
                </c:pt>
                <c:pt idx="2113">
                  <c:v>0.83284240722656255</c:v>
                </c:pt>
                <c:pt idx="2114">
                  <c:v>0.8322906494140625</c:v>
                </c:pt>
                <c:pt idx="2115">
                  <c:v>0.8322906494140625</c:v>
                </c:pt>
                <c:pt idx="2116">
                  <c:v>0.83191741943359376</c:v>
                </c:pt>
                <c:pt idx="2117">
                  <c:v>0.83191741943359376</c:v>
                </c:pt>
                <c:pt idx="2118">
                  <c:v>0.83153533935546875</c:v>
                </c:pt>
                <c:pt idx="2119">
                  <c:v>0.83153533935546875</c:v>
                </c:pt>
                <c:pt idx="2120">
                  <c:v>0.83139602661132816</c:v>
                </c:pt>
                <c:pt idx="2121">
                  <c:v>0.83139602661132816</c:v>
                </c:pt>
                <c:pt idx="2122">
                  <c:v>0.82978378295898436</c:v>
                </c:pt>
                <c:pt idx="2123">
                  <c:v>0.82978378295898436</c:v>
                </c:pt>
                <c:pt idx="2124">
                  <c:v>0.82950973510742188</c:v>
                </c:pt>
                <c:pt idx="2125">
                  <c:v>0.82950973510742188</c:v>
                </c:pt>
                <c:pt idx="2126">
                  <c:v>0.82910537719726563</c:v>
                </c:pt>
                <c:pt idx="2127">
                  <c:v>0.82910537719726563</c:v>
                </c:pt>
                <c:pt idx="2128">
                  <c:v>0.8289035034179687</c:v>
                </c:pt>
                <c:pt idx="2129">
                  <c:v>0.8289035034179687</c:v>
                </c:pt>
                <c:pt idx="2130">
                  <c:v>0.82864593505859374</c:v>
                </c:pt>
                <c:pt idx="2131">
                  <c:v>0.82864593505859374</c:v>
                </c:pt>
                <c:pt idx="2132">
                  <c:v>0.82831939697265622</c:v>
                </c:pt>
                <c:pt idx="2133">
                  <c:v>0.82831939697265622</c:v>
                </c:pt>
                <c:pt idx="2134">
                  <c:v>0.82781417846679684</c:v>
                </c:pt>
                <c:pt idx="2135">
                  <c:v>0.82781417846679684</c:v>
                </c:pt>
                <c:pt idx="2136">
                  <c:v>0.82737197875976565</c:v>
                </c:pt>
                <c:pt idx="2137">
                  <c:v>0.82737197875976565</c:v>
                </c:pt>
                <c:pt idx="2138">
                  <c:v>0.82695358276367192</c:v>
                </c:pt>
                <c:pt idx="2139">
                  <c:v>0.82695358276367192</c:v>
                </c:pt>
                <c:pt idx="2140">
                  <c:v>0.82663101196289057</c:v>
                </c:pt>
                <c:pt idx="2141">
                  <c:v>0.82663101196289057</c:v>
                </c:pt>
                <c:pt idx="2142">
                  <c:v>0.82625778198242184</c:v>
                </c:pt>
                <c:pt idx="2143">
                  <c:v>0.82625778198242184</c:v>
                </c:pt>
                <c:pt idx="2144">
                  <c:v>0.82396255493164061</c:v>
                </c:pt>
                <c:pt idx="2145">
                  <c:v>0.82396255493164061</c:v>
                </c:pt>
                <c:pt idx="2146">
                  <c:v>0.8236567687988281</c:v>
                </c:pt>
                <c:pt idx="2147">
                  <c:v>0.8236567687988281</c:v>
                </c:pt>
                <c:pt idx="2148">
                  <c:v>0.8234535217285156</c:v>
                </c:pt>
                <c:pt idx="2149">
                  <c:v>0.8234535217285156</c:v>
                </c:pt>
                <c:pt idx="2150">
                  <c:v>0.8232295227050781</c:v>
                </c:pt>
                <c:pt idx="2151">
                  <c:v>0.8232295227050781</c:v>
                </c:pt>
                <c:pt idx="2152">
                  <c:v>0.82279541015625002</c:v>
                </c:pt>
                <c:pt idx="2153">
                  <c:v>0.82279541015625002</c:v>
                </c:pt>
                <c:pt idx="2154">
                  <c:v>0.82247146606445309</c:v>
                </c:pt>
                <c:pt idx="2155">
                  <c:v>0.82247146606445309</c:v>
                </c:pt>
                <c:pt idx="2156">
                  <c:v>0.82199737548828122</c:v>
                </c:pt>
                <c:pt idx="2157">
                  <c:v>0.82199737548828122</c:v>
                </c:pt>
                <c:pt idx="2158">
                  <c:v>0.82153335571289066</c:v>
                </c:pt>
                <c:pt idx="2159">
                  <c:v>0.82153335571289066</c:v>
                </c:pt>
                <c:pt idx="2160">
                  <c:v>0.82119537353515626</c:v>
                </c:pt>
                <c:pt idx="2161">
                  <c:v>0.82119537353515626</c:v>
                </c:pt>
                <c:pt idx="2162">
                  <c:v>0.82059280395507816</c:v>
                </c:pt>
                <c:pt idx="2163">
                  <c:v>0.82059280395507816</c:v>
                </c:pt>
                <c:pt idx="2164">
                  <c:v>0.81984817504882812</c:v>
                </c:pt>
                <c:pt idx="2165">
                  <c:v>0.81984817504882812</c:v>
                </c:pt>
                <c:pt idx="2166">
                  <c:v>0.81948745727539063</c:v>
                </c:pt>
                <c:pt idx="2167">
                  <c:v>0.81948745727539063</c:v>
                </c:pt>
                <c:pt idx="2168">
                  <c:v>0.81850372314453124</c:v>
                </c:pt>
                <c:pt idx="2169">
                  <c:v>0.81850372314453124</c:v>
                </c:pt>
                <c:pt idx="2170">
                  <c:v>0.81818878173828125</c:v>
                </c:pt>
                <c:pt idx="2171">
                  <c:v>0.81818878173828125</c:v>
                </c:pt>
                <c:pt idx="2172">
                  <c:v>0.8180087280273437</c:v>
                </c:pt>
                <c:pt idx="2173">
                  <c:v>0.8180087280273437</c:v>
                </c:pt>
                <c:pt idx="2174">
                  <c:v>0.81761764526367187</c:v>
                </c:pt>
                <c:pt idx="2175">
                  <c:v>0.81761764526367187</c:v>
                </c:pt>
                <c:pt idx="2176">
                  <c:v>0.81733291625976567</c:v>
                </c:pt>
                <c:pt idx="2177">
                  <c:v>0.81733291625976567</c:v>
                </c:pt>
                <c:pt idx="2178">
                  <c:v>0.81695922851562497</c:v>
                </c:pt>
                <c:pt idx="2179">
                  <c:v>0.81695922851562497</c:v>
                </c:pt>
                <c:pt idx="2180">
                  <c:v>0.81675521850585941</c:v>
                </c:pt>
                <c:pt idx="2181">
                  <c:v>0.81675521850585941</c:v>
                </c:pt>
                <c:pt idx="2182">
                  <c:v>0.81640350341796875</c:v>
                </c:pt>
                <c:pt idx="2183">
                  <c:v>0.81640350341796875</c:v>
                </c:pt>
                <c:pt idx="2184">
                  <c:v>0.81568374633789065</c:v>
                </c:pt>
                <c:pt idx="2185">
                  <c:v>0.81568374633789065</c:v>
                </c:pt>
                <c:pt idx="2186">
                  <c:v>0.81531723022460934</c:v>
                </c:pt>
                <c:pt idx="2187">
                  <c:v>0.81531723022460934</c:v>
                </c:pt>
                <c:pt idx="2188">
                  <c:v>0.81471847534179687</c:v>
                </c:pt>
                <c:pt idx="2189">
                  <c:v>0.81471847534179687</c:v>
                </c:pt>
                <c:pt idx="2190">
                  <c:v>0.81420974731445317</c:v>
                </c:pt>
                <c:pt idx="2191">
                  <c:v>0.81420974731445317</c:v>
                </c:pt>
                <c:pt idx="2192">
                  <c:v>0.81359420776367186</c:v>
                </c:pt>
                <c:pt idx="2193">
                  <c:v>0.81359420776367186</c:v>
                </c:pt>
                <c:pt idx="2194">
                  <c:v>0.81328842163085935</c:v>
                </c:pt>
                <c:pt idx="2195">
                  <c:v>0.81328842163085935</c:v>
                </c:pt>
                <c:pt idx="2196">
                  <c:v>0.81290649414062499</c:v>
                </c:pt>
                <c:pt idx="2197">
                  <c:v>0.81290649414062499</c:v>
                </c:pt>
                <c:pt idx="2198">
                  <c:v>0.81171554565429682</c:v>
                </c:pt>
                <c:pt idx="2199">
                  <c:v>0.81171554565429682</c:v>
                </c:pt>
                <c:pt idx="2200">
                  <c:v>0.8114315795898438</c:v>
                </c:pt>
                <c:pt idx="2201">
                  <c:v>0.8114315795898438</c:v>
                </c:pt>
                <c:pt idx="2202">
                  <c:v>0.81082351684570309</c:v>
                </c:pt>
                <c:pt idx="2203">
                  <c:v>0.81082351684570309</c:v>
                </c:pt>
                <c:pt idx="2204">
                  <c:v>0.81037612915039059</c:v>
                </c:pt>
                <c:pt idx="2205">
                  <c:v>0.81037612915039059</c:v>
                </c:pt>
                <c:pt idx="2206">
                  <c:v>0.80985107421875002</c:v>
                </c:pt>
                <c:pt idx="2207">
                  <c:v>0.80985107421875002</c:v>
                </c:pt>
                <c:pt idx="2208">
                  <c:v>0.8095268249511719</c:v>
                </c:pt>
                <c:pt idx="2209">
                  <c:v>0.8095268249511719</c:v>
                </c:pt>
                <c:pt idx="2210">
                  <c:v>0.80908370971679688</c:v>
                </c:pt>
                <c:pt idx="2211">
                  <c:v>0.80908370971679688</c:v>
                </c:pt>
                <c:pt idx="2212">
                  <c:v>0.80874008178710932</c:v>
                </c:pt>
                <c:pt idx="2213">
                  <c:v>0.80874008178710932</c:v>
                </c:pt>
                <c:pt idx="2214">
                  <c:v>0.80773391723632815</c:v>
                </c:pt>
                <c:pt idx="2215">
                  <c:v>0.80773391723632815</c:v>
                </c:pt>
                <c:pt idx="2216">
                  <c:v>0.80735137939453128</c:v>
                </c:pt>
                <c:pt idx="2217">
                  <c:v>0.80735137939453128</c:v>
                </c:pt>
                <c:pt idx="2218">
                  <c:v>0.80653335571289064</c:v>
                </c:pt>
                <c:pt idx="2219">
                  <c:v>0.80653335571289064</c:v>
                </c:pt>
                <c:pt idx="2220">
                  <c:v>0.80619201660156248</c:v>
                </c:pt>
                <c:pt idx="2221">
                  <c:v>0.80619201660156248</c:v>
                </c:pt>
                <c:pt idx="2222">
                  <c:v>0.80555664062499999</c:v>
                </c:pt>
                <c:pt idx="2223">
                  <c:v>0.80555664062499999</c:v>
                </c:pt>
                <c:pt idx="2224">
                  <c:v>0.80529083251953126</c:v>
                </c:pt>
                <c:pt idx="2225">
                  <c:v>0.80529083251953126</c:v>
                </c:pt>
                <c:pt idx="2226">
                  <c:v>0.80461395263671875</c:v>
                </c:pt>
                <c:pt idx="2227">
                  <c:v>0.80461395263671875</c:v>
                </c:pt>
                <c:pt idx="2228">
                  <c:v>0.80442016601562505</c:v>
                </c:pt>
                <c:pt idx="2229">
                  <c:v>0.80442016601562505</c:v>
                </c:pt>
                <c:pt idx="2230">
                  <c:v>0.80385757446289063</c:v>
                </c:pt>
                <c:pt idx="2231">
                  <c:v>0.80385757446289063</c:v>
                </c:pt>
                <c:pt idx="2232">
                  <c:v>0.80252578735351565</c:v>
                </c:pt>
                <c:pt idx="2233">
                  <c:v>0.80252578735351565</c:v>
                </c:pt>
                <c:pt idx="2234">
                  <c:v>0.80179962158203122</c:v>
                </c:pt>
                <c:pt idx="2235">
                  <c:v>0.80179962158203122</c:v>
                </c:pt>
                <c:pt idx="2236">
                  <c:v>0.80134124755859371</c:v>
                </c:pt>
                <c:pt idx="2237">
                  <c:v>0.80134124755859371</c:v>
                </c:pt>
                <c:pt idx="2238">
                  <c:v>0.80091018676757808</c:v>
                </c:pt>
                <c:pt idx="2239">
                  <c:v>0.80091018676757808</c:v>
                </c:pt>
                <c:pt idx="2240">
                  <c:v>0.79974258422851563</c:v>
                </c:pt>
                <c:pt idx="2241">
                  <c:v>0.79974258422851563</c:v>
                </c:pt>
                <c:pt idx="2242">
                  <c:v>0.79939254760742184</c:v>
                </c:pt>
                <c:pt idx="2243">
                  <c:v>0.79939254760742184</c:v>
                </c:pt>
                <c:pt idx="2244">
                  <c:v>0.79831314086914063</c:v>
                </c:pt>
                <c:pt idx="2245">
                  <c:v>0.79831314086914063</c:v>
                </c:pt>
                <c:pt idx="2246">
                  <c:v>0.79798553466796873</c:v>
                </c:pt>
                <c:pt idx="2247">
                  <c:v>0.79798553466796873</c:v>
                </c:pt>
                <c:pt idx="2248">
                  <c:v>0.79713836669921878</c:v>
                </c:pt>
                <c:pt idx="2249">
                  <c:v>0.79713836669921878</c:v>
                </c:pt>
                <c:pt idx="2250">
                  <c:v>0.79676681518554693</c:v>
                </c:pt>
                <c:pt idx="2251">
                  <c:v>0.79676681518554693</c:v>
                </c:pt>
                <c:pt idx="2252">
                  <c:v>0.79642791748046871</c:v>
                </c:pt>
                <c:pt idx="2253">
                  <c:v>0.79642791748046871</c:v>
                </c:pt>
                <c:pt idx="2254">
                  <c:v>0.79600860595703127</c:v>
                </c:pt>
                <c:pt idx="2255">
                  <c:v>0.79600860595703127</c:v>
                </c:pt>
                <c:pt idx="2256">
                  <c:v>0.79471771240234379</c:v>
                </c:pt>
                <c:pt idx="2257">
                  <c:v>0.79471771240234379</c:v>
                </c:pt>
                <c:pt idx="2258">
                  <c:v>0.7938235473632812</c:v>
                </c:pt>
                <c:pt idx="2259">
                  <c:v>0.7938235473632812</c:v>
                </c:pt>
                <c:pt idx="2260">
                  <c:v>0.79200592041015627</c:v>
                </c:pt>
                <c:pt idx="2261">
                  <c:v>0.79200592041015627</c:v>
                </c:pt>
                <c:pt idx="2262">
                  <c:v>0.790618896484375</c:v>
                </c:pt>
                <c:pt idx="2263">
                  <c:v>0.790618896484375</c:v>
                </c:pt>
                <c:pt idx="2264">
                  <c:v>0.78929214477539067</c:v>
                </c:pt>
                <c:pt idx="2265">
                  <c:v>0.78929214477539067</c:v>
                </c:pt>
                <c:pt idx="2266">
                  <c:v>0.78549057006835943</c:v>
                </c:pt>
                <c:pt idx="2267">
                  <c:v>0.78549057006835943</c:v>
                </c:pt>
                <c:pt idx="2268">
                  <c:v>0.7844721984863281</c:v>
                </c:pt>
                <c:pt idx="2269">
                  <c:v>0.7844721984863281</c:v>
                </c:pt>
                <c:pt idx="2270">
                  <c:v>0.78426483154296878</c:v>
                </c:pt>
                <c:pt idx="2271">
                  <c:v>0.78426483154296878</c:v>
                </c:pt>
                <c:pt idx="2272">
                  <c:v>0.78209320068359378</c:v>
                </c:pt>
                <c:pt idx="2273">
                  <c:v>0.78209320068359378</c:v>
                </c:pt>
                <c:pt idx="2274">
                  <c:v>0.7795692443847656</c:v>
                </c:pt>
                <c:pt idx="2275">
                  <c:v>0.7795692443847656</c:v>
                </c:pt>
                <c:pt idx="2276">
                  <c:v>0.77739608764648438</c:v>
                </c:pt>
                <c:pt idx="2277">
                  <c:v>0.77739608764648438</c:v>
                </c:pt>
                <c:pt idx="2278">
                  <c:v>0.77687225341796873</c:v>
                </c:pt>
                <c:pt idx="2279">
                  <c:v>0.77687225341796873</c:v>
                </c:pt>
                <c:pt idx="2280">
                  <c:v>0.77585525512695308</c:v>
                </c:pt>
                <c:pt idx="2281">
                  <c:v>0.77585525512695308</c:v>
                </c:pt>
                <c:pt idx="2282">
                  <c:v>0.77510574340820315</c:v>
                </c:pt>
                <c:pt idx="2283">
                  <c:v>0.77510574340820315</c:v>
                </c:pt>
                <c:pt idx="2284">
                  <c:v>0.772191162109375</c:v>
                </c:pt>
                <c:pt idx="2285">
                  <c:v>0.772191162109375</c:v>
                </c:pt>
                <c:pt idx="2286">
                  <c:v>0.77150543212890621</c:v>
                </c:pt>
                <c:pt idx="2287">
                  <c:v>0.77150543212890621</c:v>
                </c:pt>
                <c:pt idx="2288">
                  <c:v>0.77066421508789063</c:v>
                </c:pt>
                <c:pt idx="2289">
                  <c:v>0.77066421508789063</c:v>
                </c:pt>
                <c:pt idx="2290">
                  <c:v>0.7698773193359375</c:v>
                </c:pt>
                <c:pt idx="2291">
                  <c:v>0.7698773193359375</c:v>
                </c:pt>
                <c:pt idx="2292">
                  <c:v>0.76754913330078123</c:v>
                </c:pt>
                <c:pt idx="2293">
                  <c:v>0.76754913330078123</c:v>
                </c:pt>
                <c:pt idx="2294">
                  <c:v>0.76689697265625001</c:v>
                </c:pt>
                <c:pt idx="2295">
                  <c:v>0.76689697265625001</c:v>
                </c:pt>
                <c:pt idx="2296">
                  <c:v>0.76659744262695317</c:v>
                </c:pt>
                <c:pt idx="2297">
                  <c:v>0.76659744262695317</c:v>
                </c:pt>
                <c:pt idx="2298">
                  <c:v>0.76532379150390628</c:v>
                </c:pt>
                <c:pt idx="2299">
                  <c:v>0.76532379150390628</c:v>
                </c:pt>
                <c:pt idx="2300">
                  <c:v>0.76406753540039063</c:v>
                </c:pt>
                <c:pt idx="2301">
                  <c:v>0.76406753540039063</c:v>
                </c:pt>
                <c:pt idx="2302">
                  <c:v>0.76178329467773442</c:v>
                </c:pt>
                <c:pt idx="2303">
                  <c:v>0.76178329467773442</c:v>
                </c:pt>
                <c:pt idx="2304">
                  <c:v>0.75974914550781247</c:v>
                </c:pt>
                <c:pt idx="2305">
                  <c:v>0.75974914550781247</c:v>
                </c:pt>
                <c:pt idx="2306">
                  <c:v>0.7588803100585938</c:v>
                </c:pt>
                <c:pt idx="2307">
                  <c:v>0.7588803100585938</c:v>
                </c:pt>
                <c:pt idx="2308">
                  <c:v>0.75761032104492188</c:v>
                </c:pt>
                <c:pt idx="2309">
                  <c:v>0.75761032104492188</c:v>
                </c:pt>
                <c:pt idx="2310">
                  <c:v>0.7558872985839844</c:v>
                </c:pt>
                <c:pt idx="2311">
                  <c:v>0.7558872985839844</c:v>
                </c:pt>
                <c:pt idx="2312">
                  <c:v>0.75510314941406254</c:v>
                </c:pt>
                <c:pt idx="2313">
                  <c:v>0.75510314941406254</c:v>
                </c:pt>
                <c:pt idx="2314">
                  <c:v>0.75474426269531247</c:v>
                </c:pt>
                <c:pt idx="2315">
                  <c:v>0.75474426269531247</c:v>
                </c:pt>
                <c:pt idx="2316">
                  <c:v>0.75368484497070309</c:v>
                </c:pt>
                <c:pt idx="2317">
                  <c:v>0.75368484497070309</c:v>
                </c:pt>
                <c:pt idx="2318">
                  <c:v>0.75304855346679689</c:v>
                </c:pt>
                <c:pt idx="2319">
                  <c:v>0.75304855346679689</c:v>
                </c:pt>
                <c:pt idx="2320">
                  <c:v>0.75142242431640627</c:v>
                </c:pt>
                <c:pt idx="2321">
                  <c:v>0.75142242431640627</c:v>
                </c:pt>
                <c:pt idx="2322">
                  <c:v>0.74979507446289062</c:v>
                </c:pt>
                <c:pt idx="2323">
                  <c:v>0.74979507446289062</c:v>
                </c:pt>
                <c:pt idx="2324">
                  <c:v>0.74861831665039058</c:v>
                </c:pt>
                <c:pt idx="2325">
                  <c:v>0.74861831665039058</c:v>
                </c:pt>
                <c:pt idx="2326">
                  <c:v>0.74672790527343746</c:v>
                </c:pt>
                <c:pt idx="2327">
                  <c:v>0.74672790527343746</c:v>
                </c:pt>
                <c:pt idx="2328">
                  <c:v>0.74596755981445317</c:v>
                </c:pt>
                <c:pt idx="2329">
                  <c:v>0.74596755981445317</c:v>
                </c:pt>
                <c:pt idx="2330">
                  <c:v>0.7439552307128906</c:v>
                </c:pt>
                <c:pt idx="2331">
                  <c:v>0.7439552307128906</c:v>
                </c:pt>
                <c:pt idx="2332">
                  <c:v>0.74363601684570313</c:v>
                </c:pt>
                <c:pt idx="2333">
                  <c:v>0.74363601684570313</c:v>
                </c:pt>
                <c:pt idx="2334">
                  <c:v>0.74275909423828124</c:v>
                </c:pt>
                <c:pt idx="2335">
                  <c:v>0.74275909423828124</c:v>
                </c:pt>
                <c:pt idx="2336">
                  <c:v>0.74192932128906253</c:v>
                </c:pt>
                <c:pt idx="2337">
                  <c:v>0.74192932128906253</c:v>
                </c:pt>
                <c:pt idx="2338">
                  <c:v>0.74170837402343748</c:v>
                </c:pt>
                <c:pt idx="2339">
                  <c:v>0.74170837402343748</c:v>
                </c:pt>
                <c:pt idx="2340">
                  <c:v>0.74009231567382816</c:v>
                </c:pt>
                <c:pt idx="2341">
                  <c:v>0.74009231567382816</c:v>
                </c:pt>
                <c:pt idx="2342">
                  <c:v>0.73801269531250002</c:v>
                </c:pt>
                <c:pt idx="2343">
                  <c:v>0.73801269531250002</c:v>
                </c:pt>
                <c:pt idx="2344">
                  <c:v>0.7376225280761719</c:v>
                </c:pt>
                <c:pt idx="2345">
                  <c:v>0.7376225280761719</c:v>
                </c:pt>
                <c:pt idx="2346">
                  <c:v>0.73610870361328129</c:v>
                </c:pt>
                <c:pt idx="2347">
                  <c:v>0.73610870361328129</c:v>
                </c:pt>
                <c:pt idx="2348">
                  <c:v>0.73532455444335942</c:v>
                </c:pt>
                <c:pt idx="2349">
                  <c:v>0.73532455444335942</c:v>
                </c:pt>
                <c:pt idx="2350">
                  <c:v>0.7340902709960937</c:v>
                </c:pt>
                <c:pt idx="2351">
                  <c:v>0.7340902709960937</c:v>
                </c:pt>
                <c:pt idx="2352">
                  <c:v>0.73359115600585934</c:v>
                </c:pt>
                <c:pt idx="2353">
                  <c:v>0.73359115600585934</c:v>
                </c:pt>
                <c:pt idx="2354">
                  <c:v>0.73089294433593754</c:v>
                </c:pt>
                <c:pt idx="2355">
                  <c:v>0.73089294433593754</c:v>
                </c:pt>
                <c:pt idx="2356">
                  <c:v>0.72995010375976566</c:v>
                </c:pt>
                <c:pt idx="2357">
                  <c:v>0.72995010375976566</c:v>
                </c:pt>
                <c:pt idx="2358">
                  <c:v>0.72684799194335936</c:v>
                </c:pt>
                <c:pt idx="2359">
                  <c:v>0.72684799194335936</c:v>
                </c:pt>
                <c:pt idx="2360">
                  <c:v>0.72628067016601561</c:v>
                </c:pt>
                <c:pt idx="2361">
                  <c:v>0.72628067016601561</c:v>
                </c:pt>
                <c:pt idx="2362">
                  <c:v>0.72463836669921877</c:v>
                </c:pt>
                <c:pt idx="2363">
                  <c:v>0.72463836669921877</c:v>
                </c:pt>
                <c:pt idx="2364">
                  <c:v>0.72231857299804691</c:v>
                </c:pt>
                <c:pt idx="2365">
                  <c:v>0.72231857299804691</c:v>
                </c:pt>
                <c:pt idx="2366">
                  <c:v>0.72096237182617184</c:v>
                </c:pt>
                <c:pt idx="2367">
                  <c:v>0.72096237182617184</c:v>
                </c:pt>
                <c:pt idx="2368">
                  <c:v>0.71982604980468745</c:v>
                </c:pt>
                <c:pt idx="2369">
                  <c:v>0.71982604980468745</c:v>
                </c:pt>
                <c:pt idx="2370">
                  <c:v>0.71764450073242192</c:v>
                </c:pt>
                <c:pt idx="2371">
                  <c:v>0.71764450073242192</c:v>
                </c:pt>
                <c:pt idx="2372">
                  <c:v>0.71636917114257814</c:v>
                </c:pt>
                <c:pt idx="2373">
                  <c:v>0.71636917114257814</c:v>
                </c:pt>
                <c:pt idx="2374">
                  <c:v>0.71502822875976557</c:v>
                </c:pt>
                <c:pt idx="2375">
                  <c:v>0.71502822875976557</c:v>
                </c:pt>
                <c:pt idx="2376">
                  <c:v>0.71360244750976565</c:v>
                </c:pt>
                <c:pt idx="2377">
                  <c:v>0.71360244750976565</c:v>
                </c:pt>
                <c:pt idx="2378">
                  <c:v>0.71152923583984373</c:v>
                </c:pt>
                <c:pt idx="2379">
                  <c:v>0.71152923583984373</c:v>
                </c:pt>
                <c:pt idx="2380">
                  <c:v>0.71122436523437504</c:v>
                </c:pt>
                <c:pt idx="2381">
                  <c:v>0.71122436523437504</c:v>
                </c:pt>
                <c:pt idx="2382">
                  <c:v>0.7094317626953125</c:v>
                </c:pt>
                <c:pt idx="2383">
                  <c:v>0.7094317626953125</c:v>
                </c:pt>
                <c:pt idx="2384">
                  <c:v>0.70717208862304692</c:v>
                </c:pt>
                <c:pt idx="2385">
                  <c:v>0.70717208862304692</c:v>
                </c:pt>
                <c:pt idx="2386">
                  <c:v>0.70546951293945315</c:v>
                </c:pt>
                <c:pt idx="2387">
                  <c:v>0.70546951293945315</c:v>
                </c:pt>
                <c:pt idx="2388">
                  <c:v>0.70428741455078125</c:v>
                </c:pt>
                <c:pt idx="2389">
                  <c:v>0.70428741455078125</c:v>
                </c:pt>
                <c:pt idx="2390">
                  <c:v>0.70145751953125002</c:v>
                </c:pt>
                <c:pt idx="2391">
                  <c:v>0.70145751953125002</c:v>
                </c:pt>
                <c:pt idx="2392">
                  <c:v>0.7003657531738281</c:v>
                </c:pt>
                <c:pt idx="2393">
                  <c:v>0.7003657531738281</c:v>
                </c:pt>
                <c:pt idx="2394">
                  <c:v>0.69851699829101566</c:v>
                </c:pt>
                <c:pt idx="2395">
                  <c:v>0.69851699829101566</c:v>
                </c:pt>
                <c:pt idx="2396">
                  <c:v>0.69743179321289062</c:v>
                </c:pt>
                <c:pt idx="2397">
                  <c:v>0.69743179321289062</c:v>
                </c:pt>
                <c:pt idx="2398">
                  <c:v>0.69609710693359372</c:v>
                </c:pt>
                <c:pt idx="2399">
                  <c:v>0.69609710693359372</c:v>
                </c:pt>
                <c:pt idx="2400">
                  <c:v>0.69428741455078125</c:v>
                </c:pt>
                <c:pt idx="2401">
                  <c:v>0.69428741455078125</c:v>
                </c:pt>
                <c:pt idx="2402">
                  <c:v>0.68955917358398433</c:v>
                </c:pt>
                <c:pt idx="2403">
                  <c:v>0.68955917358398433</c:v>
                </c:pt>
                <c:pt idx="2404">
                  <c:v>0.68755111694335935</c:v>
                </c:pt>
                <c:pt idx="2405">
                  <c:v>0.68755111694335935</c:v>
                </c:pt>
                <c:pt idx="2406">
                  <c:v>0.68584289550781252</c:v>
                </c:pt>
                <c:pt idx="2407">
                  <c:v>0.68584289550781252</c:v>
                </c:pt>
                <c:pt idx="2408">
                  <c:v>0.68455825805664061</c:v>
                </c:pt>
                <c:pt idx="2409">
                  <c:v>0.68455825805664061</c:v>
                </c:pt>
                <c:pt idx="2410">
                  <c:v>0.68347045898437497</c:v>
                </c:pt>
                <c:pt idx="2411">
                  <c:v>0.68347045898437497</c:v>
                </c:pt>
                <c:pt idx="2412">
                  <c:v>0.68234405517578123</c:v>
                </c:pt>
                <c:pt idx="2413">
                  <c:v>0.68234405517578123</c:v>
                </c:pt>
                <c:pt idx="2414">
                  <c:v>0.68127838134765628</c:v>
                </c:pt>
                <c:pt idx="2415">
                  <c:v>0.68127838134765628</c:v>
                </c:pt>
                <c:pt idx="2416">
                  <c:v>0.67869354248046876</c:v>
                </c:pt>
                <c:pt idx="2417">
                  <c:v>0.67869354248046876</c:v>
                </c:pt>
                <c:pt idx="2418">
                  <c:v>0.67388732910156246</c:v>
                </c:pt>
                <c:pt idx="2419">
                  <c:v>0.67388732910156246</c:v>
                </c:pt>
                <c:pt idx="2420">
                  <c:v>0.67296936035156252</c:v>
                </c:pt>
                <c:pt idx="2421">
                  <c:v>0.67296936035156252</c:v>
                </c:pt>
                <c:pt idx="2422">
                  <c:v>0.66927673339843752</c:v>
                </c:pt>
                <c:pt idx="2423">
                  <c:v>0.66927673339843752</c:v>
                </c:pt>
                <c:pt idx="2424">
                  <c:v>0.66720275878906254</c:v>
                </c:pt>
                <c:pt idx="2425">
                  <c:v>0.66720275878906254</c:v>
                </c:pt>
                <c:pt idx="2426">
                  <c:v>0.66400238037109371</c:v>
                </c:pt>
                <c:pt idx="2427">
                  <c:v>0.66400238037109371</c:v>
                </c:pt>
                <c:pt idx="2428">
                  <c:v>0.66276138305664067</c:v>
                </c:pt>
                <c:pt idx="2429">
                  <c:v>0.66276138305664067</c:v>
                </c:pt>
                <c:pt idx="2430">
                  <c:v>0.66190048217773434</c:v>
                </c:pt>
                <c:pt idx="2431">
                  <c:v>0.66190048217773434</c:v>
                </c:pt>
                <c:pt idx="2432">
                  <c:v>0.6615574645996094</c:v>
                </c:pt>
                <c:pt idx="2433">
                  <c:v>0.6615574645996094</c:v>
                </c:pt>
                <c:pt idx="2434">
                  <c:v>0.66074996948242193</c:v>
                </c:pt>
                <c:pt idx="2435">
                  <c:v>0.66074996948242193</c:v>
                </c:pt>
                <c:pt idx="2436">
                  <c:v>0.65849319458007816</c:v>
                </c:pt>
                <c:pt idx="2437">
                  <c:v>0.65849319458007816</c:v>
                </c:pt>
                <c:pt idx="2438">
                  <c:v>0.65726165771484379</c:v>
                </c:pt>
                <c:pt idx="2439">
                  <c:v>0.65726165771484379</c:v>
                </c:pt>
                <c:pt idx="2440">
                  <c:v>0.65439544677734374</c:v>
                </c:pt>
                <c:pt idx="2441">
                  <c:v>0.65439544677734374</c:v>
                </c:pt>
                <c:pt idx="2442">
                  <c:v>0.65181381225585933</c:v>
                </c:pt>
                <c:pt idx="2443">
                  <c:v>0.65181381225585933</c:v>
                </c:pt>
                <c:pt idx="2444">
                  <c:v>0.64897079467773433</c:v>
                </c:pt>
                <c:pt idx="2445">
                  <c:v>0.64897079467773433</c:v>
                </c:pt>
                <c:pt idx="2446">
                  <c:v>0.64741622924804687</c:v>
                </c:pt>
                <c:pt idx="2447">
                  <c:v>0.64741622924804687</c:v>
                </c:pt>
                <c:pt idx="2448">
                  <c:v>0.64666412353515623</c:v>
                </c:pt>
                <c:pt idx="2449">
                  <c:v>0.64666412353515623</c:v>
                </c:pt>
                <c:pt idx="2450">
                  <c:v>0.64502929687499999</c:v>
                </c:pt>
                <c:pt idx="2451">
                  <c:v>0.64502929687499999</c:v>
                </c:pt>
                <c:pt idx="2452">
                  <c:v>0.64339920043945309</c:v>
                </c:pt>
                <c:pt idx="2453">
                  <c:v>0.64339920043945309</c:v>
                </c:pt>
                <c:pt idx="2454">
                  <c:v>0.63768371582031247</c:v>
                </c:pt>
                <c:pt idx="2455">
                  <c:v>0.63768371582031247</c:v>
                </c:pt>
                <c:pt idx="2456">
                  <c:v>0.63499252319335941</c:v>
                </c:pt>
                <c:pt idx="2457">
                  <c:v>0.63499252319335941</c:v>
                </c:pt>
                <c:pt idx="2458">
                  <c:v>0.63309402465820308</c:v>
                </c:pt>
                <c:pt idx="2459">
                  <c:v>0.63309402465820308</c:v>
                </c:pt>
                <c:pt idx="2460">
                  <c:v>0.62928558349609376</c:v>
                </c:pt>
                <c:pt idx="2461">
                  <c:v>0.62928558349609376</c:v>
                </c:pt>
                <c:pt idx="2462">
                  <c:v>0.62622940063476562</c:v>
                </c:pt>
                <c:pt idx="2463">
                  <c:v>0.62622940063476562</c:v>
                </c:pt>
                <c:pt idx="2464">
                  <c:v>0.62401153564453127</c:v>
                </c:pt>
                <c:pt idx="2465">
                  <c:v>0.62401153564453127</c:v>
                </c:pt>
                <c:pt idx="2466">
                  <c:v>0.6231867980957031</c:v>
                </c:pt>
                <c:pt idx="2467">
                  <c:v>0.6231867980957031</c:v>
                </c:pt>
                <c:pt idx="2468">
                  <c:v>0.62191574096679691</c:v>
                </c:pt>
                <c:pt idx="2469">
                  <c:v>0.62191574096679691</c:v>
                </c:pt>
                <c:pt idx="2470">
                  <c:v>0.61953811645507817</c:v>
                </c:pt>
                <c:pt idx="2471">
                  <c:v>0.61953811645507817</c:v>
                </c:pt>
                <c:pt idx="2472">
                  <c:v>0.61799255371093753</c:v>
                </c:pt>
                <c:pt idx="2473">
                  <c:v>0.61799255371093753</c:v>
                </c:pt>
                <c:pt idx="2474">
                  <c:v>0.61683532714843747</c:v>
                </c:pt>
                <c:pt idx="2475">
                  <c:v>0.61683532714843747</c:v>
                </c:pt>
                <c:pt idx="2476">
                  <c:v>0.61425598144531246</c:v>
                </c:pt>
                <c:pt idx="2477">
                  <c:v>0.61425598144531246</c:v>
                </c:pt>
                <c:pt idx="2478">
                  <c:v>0.61102401733398437</c:v>
                </c:pt>
                <c:pt idx="2479">
                  <c:v>0.61102401733398437</c:v>
                </c:pt>
                <c:pt idx="2480">
                  <c:v>0.60992156982421875</c:v>
                </c:pt>
                <c:pt idx="2481">
                  <c:v>0.60992156982421875</c:v>
                </c:pt>
                <c:pt idx="2482">
                  <c:v>0.60685409545898439</c:v>
                </c:pt>
                <c:pt idx="2483">
                  <c:v>0.60685409545898439</c:v>
                </c:pt>
                <c:pt idx="2484">
                  <c:v>0.60603973388671872</c:v>
                </c:pt>
                <c:pt idx="2485">
                  <c:v>0.60603973388671872</c:v>
                </c:pt>
                <c:pt idx="2486">
                  <c:v>0.60258102416992188</c:v>
                </c:pt>
                <c:pt idx="2487">
                  <c:v>0.60258102416992188</c:v>
                </c:pt>
                <c:pt idx="2488">
                  <c:v>0.59922042846679691</c:v>
                </c:pt>
                <c:pt idx="2489">
                  <c:v>0.59922042846679691</c:v>
                </c:pt>
                <c:pt idx="2490">
                  <c:v>0.59719223022460932</c:v>
                </c:pt>
                <c:pt idx="2491">
                  <c:v>0.59719223022460932</c:v>
                </c:pt>
                <c:pt idx="2492">
                  <c:v>0.59483215332031247</c:v>
                </c:pt>
                <c:pt idx="2493">
                  <c:v>0.59483215332031247</c:v>
                </c:pt>
                <c:pt idx="2494">
                  <c:v>0.59445846557617188</c:v>
                </c:pt>
                <c:pt idx="2495">
                  <c:v>0.59445846557617188</c:v>
                </c:pt>
                <c:pt idx="2496">
                  <c:v>0.59368225097656246</c:v>
                </c:pt>
                <c:pt idx="2497">
                  <c:v>0.59368225097656246</c:v>
                </c:pt>
                <c:pt idx="2498">
                  <c:v>0.58965438842773432</c:v>
                </c:pt>
                <c:pt idx="2499">
                  <c:v>0.58965438842773432</c:v>
                </c:pt>
                <c:pt idx="2500">
                  <c:v>0.58800811767578121</c:v>
                </c:pt>
                <c:pt idx="2501">
                  <c:v>0.58800811767578121</c:v>
                </c:pt>
                <c:pt idx="2502">
                  <c:v>0.58448699951171879</c:v>
                </c:pt>
                <c:pt idx="2503">
                  <c:v>0.58448699951171879</c:v>
                </c:pt>
                <c:pt idx="2504">
                  <c:v>0.58314666748046873</c:v>
                </c:pt>
                <c:pt idx="2505">
                  <c:v>0.58314666748046873</c:v>
                </c:pt>
                <c:pt idx="2506">
                  <c:v>0.58136810302734376</c:v>
                </c:pt>
                <c:pt idx="2507">
                  <c:v>0.58136810302734376</c:v>
                </c:pt>
                <c:pt idx="2508">
                  <c:v>0.57926345825195313</c:v>
                </c:pt>
                <c:pt idx="2509">
                  <c:v>0.57926345825195313</c:v>
                </c:pt>
                <c:pt idx="2510">
                  <c:v>0.57813354492187496</c:v>
                </c:pt>
                <c:pt idx="2511">
                  <c:v>0.57813354492187496</c:v>
                </c:pt>
                <c:pt idx="2512">
                  <c:v>0.57514556884765622</c:v>
                </c:pt>
                <c:pt idx="2513">
                  <c:v>0.57514556884765622</c:v>
                </c:pt>
                <c:pt idx="2514">
                  <c:v>0.57439331054687504</c:v>
                </c:pt>
                <c:pt idx="2515">
                  <c:v>0.57439331054687504</c:v>
                </c:pt>
                <c:pt idx="2516">
                  <c:v>0.57174438476562495</c:v>
                </c:pt>
                <c:pt idx="2517">
                  <c:v>0.57174438476562495</c:v>
                </c:pt>
                <c:pt idx="2518">
                  <c:v>0.56959640502929687</c:v>
                </c:pt>
                <c:pt idx="2519">
                  <c:v>0.56959640502929687</c:v>
                </c:pt>
                <c:pt idx="2520">
                  <c:v>0.56899093627929687</c:v>
                </c:pt>
                <c:pt idx="2521">
                  <c:v>0.56899093627929687</c:v>
                </c:pt>
                <c:pt idx="2522">
                  <c:v>0.56699356079101559</c:v>
                </c:pt>
                <c:pt idx="2523">
                  <c:v>0.56699356079101559</c:v>
                </c:pt>
                <c:pt idx="2524">
                  <c:v>0.5642398071289062</c:v>
                </c:pt>
                <c:pt idx="2525">
                  <c:v>0.5642398071289062</c:v>
                </c:pt>
                <c:pt idx="2526">
                  <c:v>0.56058578491210942</c:v>
                </c:pt>
                <c:pt idx="2527">
                  <c:v>0.56058578491210942</c:v>
                </c:pt>
                <c:pt idx="2528">
                  <c:v>0.5570223999023437</c:v>
                </c:pt>
                <c:pt idx="2529">
                  <c:v>0.5570223999023437</c:v>
                </c:pt>
                <c:pt idx="2530">
                  <c:v>0.55617599487304692</c:v>
                </c:pt>
                <c:pt idx="2531">
                  <c:v>0.55617599487304692</c:v>
                </c:pt>
                <c:pt idx="2532">
                  <c:v>0.5539268493652344</c:v>
                </c:pt>
                <c:pt idx="2533">
                  <c:v>0.5539268493652344</c:v>
                </c:pt>
                <c:pt idx="2534">
                  <c:v>0.55166488647460943</c:v>
                </c:pt>
                <c:pt idx="2535">
                  <c:v>0.55166488647460943</c:v>
                </c:pt>
                <c:pt idx="2536">
                  <c:v>0.55084869384765622</c:v>
                </c:pt>
                <c:pt idx="2537">
                  <c:v>0.55084869384765622</c:v>
                </c:pt>
                <c:pt idx="2538">
                  <c:v>0.54866577148437501</c:v>
                </c:pt>
                <c:pt idx="2539">
                  <c:v>0.54866577148437501</c:v>
                </c:pt>
                <c:pt idx="2540">
                  <c:v>0.5483222961425781</c:v>
                </c:pt>
                <c:pt idx="2541">
                  <c:v>0.5483222961425781</c:v>
                </c:pt>
                <c:pt idx="2542">
                  <c:v>0.54618896484375001</c:v>
                </c:pt>
                <c:pt idx="2543">
                  <c:v>0.54618896484375001</c:v>
                </c:pt>
                <c:pt idx="2544">
                  <c:v>0.5441310119628906</c:v>
                </c:pt>
                <c:pt idx="2545">
                  <c:v>0.5441310119628906</c:v>
                </c:pt>
                <c:pt idx="2546">
                  <c:v>0.53852218627929682</c:v>
                </c:pt>
                <c:pt idx="2547">
                  <c:v>0.53852218627929682</c:v>
                </c:pt>
                <c:pt idx="2548">
                  <c:v>0.53541992187499998</c:v>
                </c:pt>
                <c:pt idx="2549">
                  <c:v>0.53541992187499998</c:v>
                </c:pt>
                <c:pt idx="2550">
                  <c:v>0.53297027587890622</c:v>
                </c:pt>
                <c:pt idx="2551">
                  <c:v>0.53297027587890622</c:v>
                </c:pt>
                <c:pt idx="2552">
                  <c:v>0.52880676269531246</c:v>
                </c:pt>
                <c:pt idx="2553">
                  <c:v>0.52880676269531246</c:v>
                </c:pt>
                <c:pt idx="2554">
                  <c:v>0.52633361816406254</c:v>
                </c:pt>
                <c:pt idx="2555">
                  <c:v>0.52633361816406254</c:v>
                </c:pt>
                <c:pt idx="2556">
                  <c:v>0.52373275756835935</c:v>
                </c:pt>
                <c:pt idx="2557">
                  <c:v>0.52373275756835935</c:v>
                </c:pt>
                <c:pt idx="2558">
                  <c:v>0.52245162963867187</c:v>
                </c:pt>
                <c:pt idx="2559">
                  <c:v>0.52245162963867187</c:v>
                </c:pt>
                <c:pt idx="2560">
                  <c:v>0.52078109741210943</c:v>
                </c:pt>
                <c:pt idx="2561">
                  <c:v>0.52078109741210943</c:v>
                </c:pt>
                <c:pt idx="2562">
                  <c:v>0.51832031249999999</c:v>
                </c:pt>
                <c:pt idx="2563">
                  <c:v>0.51832031249999999</c:v>
                </c:pt>
                <c:pt idx="2564">
                  <c:v>0.5165914916992187</c:v>
                </c:pt>
                <c:pt idx="2565">
                  <c:v>0.5165914916992187</c:v>
                </c:pt>
                <c:pt idx="2566">
                  <c:v>0.51536880493164061</c:v>
                </c:pt>
                <c:pt idx="2567">
                  <c:v>0.51536880493164061</c:v>
                </c:pt>
                <c:pt idx="2568">
                  <c:v>0.51187194824218751</c:v>
                </c:pt>
                <c:pt idx="2569">
                  <c:v>0.51187194824218751</c:v>
                </c:pt>
                <c:pt idx="2570">
                  <c:v>0.50794235229492191</c:v>
                </c:pt>
                <c:pt idx="2571">
                  <c:v>0.50794235229492191</c:v>
                </c:pt>
                <c:pt idx="2572">
                  <c:v>0.50751358032226568</c:v>
                </c:pt>
                <c:pt idx="2573">
                  <c:v>0.50751358032226568</c:v>
                </c:pt>
                <c:pt idx="2574">
                  <c:v>0.50600906372070309</c:v>
                </c:pt>
                <c:pt idx="2575">
                  <c:v>0.50600906372070309</c:v>
                </c:pt>
                <c:pt idx="2576">
                  <c:v>0.50145507812500001</c:v>
                </c:pt>
                <c:pt idx="2577">
                  <c:v>0.50145507812500001</c:v>
                </c:pt>
                <c:pt idx="2578">
                  <c:v>0.49914871215820311</c:v>
                </c:pt>
                <c:pt idx="2579">
                  <c:v>0.49914871215820311</c:v>
                </c:pt>
                <c:pt idx="2580">
                  <c:v>0.4979579162597656</c:v>
                </c:pt>
                <c:pt idx="2581">
                  <c:v>0.4979579162597656</c:v>
                </c:pt>
                <c:pt idx="2582">
                  <c:v>0.49505996704101563</c:v>
                </c:pt>
                <c:pt idx="2583">
                  <c:v>0.49505996704101563</c:v>
                </c:pt>
                <c:pt idx="2584">
                  <c:v>0.49324218749999998</c:v>
                </c:pt>
                <c:pt idx="2585">
                  <c:v>0.49324218749999998</c:v>
                </c:pt>
                <c:pt idx="2586">
                  <c:v>0.49138687133789061</c:v>
                </c:pt>
                <c:pt idx="2587">
                  <c:v>0.49138687133789061</c:v>
                </c:pt>
                <c:pt idx="2588">
                  <c:v>0.48695556640624998</c:v>
                </c:pt>
                <c:pt idx="2589">
                  <c:v>0.48695556640624998</c:v>
                </c:pt>
                <c:pt idx="2590">
                  <c:v>0.48297042846679689</c:v>
                </c:pt>
                <c:pt idx="2591">
                  <c:v>0.48297042846679689</c:v>
                </c:pt>
                <c:pt idx="2592">
                  <c:v>0.48123794555664062</c:v>
                </c:pt>
                <c:pt idx="2593">
                  <c:v>0.48123794555664062</c:v>
                </c:pt>
                <c:pt idx="2594">
                  <c:v>0.47846527099609376</c:v>
                </c:pt>
                <c:pt idx="2595">
                  <c:v>0.47846527099609376</c:v>
                </c:pt>
                <c:pt idx="2596">
                  <c:v>0.47374374389648438</c:v>
                </c:pt>
                <c:pt idx="2597">
                  <c:v>0.47374374389648438</c:v>
                </c:pt>
                <c:pt idx="2598">
                  <c:v>0.47054107666015627</c:v>
                </c:pt>
                <c:pt idx="2599">
                  <c:v>0.47054107666015627</c:v>
                </c:pt>
                <c:pt idx="2600">
                  <c:v>0.46592864990234378</c:v>
                </c:pt>
                <c:pt idx="2601">
                  <c:v>0.46592864990234378</c:v>
                </c:pt>
                <c:pt idx="2602">
                  <c:v>0.46276260375976558</c:v>
                </c:pt>
                <c:pt idx="2603">
                  <c:v>0.46276260375976558</c:v>
                </c:pt>
                <c:pt idx="2604">
                  <c:v>0.46063140869140623</c:v>
                </c:pt>
                <c:pt idx="2605">
                  <c:v>0.46063140869140623</c:v>
                </c:pt>
                <c:pt idx="2606">
                  <c:v>0.4582899475097657</c:v>
                </c:pt>
                <c:pt idx="2607">
                  <c:v>0.4582899475097657</c:v>
                </c:pt>
                <c:pt idx="2608">
                  <c:v>0.45531265258789061</c:v>
                </c:pt>
                <c:pt idx="2609">
                  <c:v>0.45531265258789061</c:v>
                </c:pt>
                <c:pt idx="2610">
                  <c:v>0.45083984375000002</c:v>
                </c:pt>
                <c:pt idx="2611">
                  <c:v>0.45083984375000002</c:v>
                </c:pt>
                <c:pt idx="2612">
                  <c:v>0.44954467773437501</c:v>
                </c:pt>
                <c:pt idx="2613">
                  <c:v>0.44954467773437501</c:v>
                </c:pt>
                <c:pt idx="2614">
                  <c:v>0.44917449951171873</c:v>
                </c:pt>
                <c:pt idx="2615">
                  <c:v>0.44917449951171873</c:v>
                </c:pt>
                <c:pt idx="2616">
                  <c:v>0.44876419067382811</c:v>
                </c:pt>
                <c:pt idx="2617">
                  <c:v>0.44876419067382811</c:v>
                </c:pt>
                <c:pt idx="2618">
                  <c:v>0.44706405639648439</c:v>
                </c:pt>
                <c:pt idx="2619">
                  <c:v>0.44706405639648439</c:v>
                </c:pt>
                <c:pt idx="2620">
                  <c:v>0.44530746459960935</c:v>
                </c:pt>
                <c:pt idx="2621">
                  <c:v>0.44530746459960935</c:v>
                </c:pt>
                <c:pt idx="2622">
                  <c:v>0.44406417846679686</c:v>
                </c:pt>
                <c:pt idx="2623">
                  <c:v>0.44406417846679686</c:v>
                </c:pt>
                <c:pt idx="2624">
                  <c:v>0.44142044067382818</c:v>
                </c:pt>
                <c:pt idx="2625">
                  <c:v>0.44142044067382818</c:v>
                </c:pt>
                <c:pt idx="2626">
                  <c:v>0.43940567016601562</c:v>
                </c:pt>
                <c:pt idx="2627">
                  <c:v>0.43940567016601562</c:v>
                </c:pt>
                <c:pt idx="2628">
                  <c:v>0.43673629760742189</c:v>
                </c:pt>
                <c:pt idx="2629">
                  <c:v>0.43673629760742189</c:v>
                </c:pt>
                <c:pt idx="2630">
                  <c:v>0.4358851623535156</c:v>
                </c:pt>
                <c:pt idx="2631">
                  <c:v>0.4358851623535156</c:v>
                </c:pt>
                <c:pt idx="2632">
                  <c:v>0.43350738525390625</c:v>
                </c:pt>
                <c:pt idx="2633">
                  <c:v>0.43350738525390625</c:v>
                </c:pt>
                <c:pt idx="2634">
                  <c:v>0.43238983154296873</c:v>
                </c:pt>
                <c:pt idx="2635">
                  <c:v>0.43238983154296873</c:v>
                </c:pt>
                <c:pt idx="2636">
                  <c:v>0.42852111816406252</c:v>
                </c:pt>
                <c:pt idx="2637">
                  <c:v>0.42852111816406252</c:v>
                </c:pt>
                <c:pt idx="2638">
                  <c:v>0.42547286987304689</c:v>
                </c:pt>
                <c:pt idx="2639">
                  <c:v>0.42547286987304689</c:v>
                </c:pt>
                <c:pt idx="2640">
                  <c:v>0.42413391113281251</c:v>
                </c:pt>
                <c:pt idx="2641">
                  <c:v>0.42413391113281251</c:v>
                </c:pt>
                <c:pt idx="2642">
                  <c:v>0.42220733642578118</c:v>
                </c:pt>
                <c:pt idx="2643">
                  <c:v>0.42220733642578118</c:v>
                </c:pt>
                <c:pt idx="2644">
                  <c:v>0.41876602172851563</c:v>
                </c:pt>
                <c:pt idx="2645">
                  <c:v>0.41876602172851563</c:v>
                </c:pt>
                <c:pt idx="2646">
                  <c:v>0.41705718994140623</c:v>
                </c:pt>
                <c:pt idx="2647">
                  <c:v>0.41705718994140623</c:v>
                </c:pt>
                <c:pt idx="2648">
                  <c:v>0.41469467163085938</c:v>
                </c:pt>
                <c:pt idx="2649">
                  <c:v>0.41469467163085938</c:v>
                </c:pt>
                <c:pt idx="2650">
                  <c:v>0.41119659423828125</c:v>
                </c:pt>
                <c:pt idx="2651">
                  <c:v>0.41119659423828125</c:v>
                </c:pt>
                <c:pt idx="2652">
                  <c:v>0.41023330688476561</c:v>
                </c:pt>
                <c:pt idx="2653">
                  <c:v>0.41023330688476561</c:v>
                </c:pt>
                <c:pt idx="2654">
                  <c:v>0.40698211669921874</c:v>
                </c:pt>
                <c:pt idx="2655">
                  <c:v>0.40698211669921874</c:v>
                </c:pt>
                <c:pt idx="2656">
                  <c:v>0.40493255615234375</c:v>
                </c:pt>
                <c:pt idx="2657">
                  <c:v>0.40493255615234375</c:v>
                </c:pt>
                <c:pt idx="2658">
                  <c:v>0.40236373901367189</c:v>
                </c:pt>
                <c:pt idx="2659">
                  <c:v>0.40236373901367189</c:v>
                </c:pt>
                <c:pt idx="2660">
                  <c:v>0.39941040039062498</c:v>
                </c:pt>
                <c:pt idx="2661">
                  <c:v>0.39941040039062498</c:v>
                </c:pt>
                <c:pt idx="2662">
                  <c:v>0.39798706054687499</c:v>
                </c:pt>
                <c:pt idx="2663">
                  <c:v>0.39798706054687499</c:v>
                </c:pt>
                <c:pt idx="2664">
                  <c:v>0.39629714965820312</c:v>
                </c:pt>
                <c:pt idx="2665">
                  <c:v>0.39629714965820312</c:v>
                </c:pt>
                <c:pt idx="2666">
                  <c:v>0.39462478637695314</c:v>
                </c:pt>
                <c:pt idx="2667">
                  <c:v>0.39462478637695314</c:v>
                </c:pt>
                <c:pt idx="2668">
                  <c:v>0.39357330322265621</c:v>
                </c:pt>
                <c:pt idx="2669">
                  <c:v>0.39357330322265621</c:v>
                </c:pt>
                <c:pt idx="2670">
                  <c:v>0.39083358764648429</c:v>
                </c:pt>
                <c:pt idx="2671">
                  <c:v>0.39083358764648429</c:v>
                </c:pt>
                <c:pt idx="2672">
                  <c:v>0.38960571289062501</c:v>
                </c:pt>
                <c:pt idx="2673">
                  <c:v>0.38960571289062501</c:v>
                </c:pt>
                <c:pt idx="2674">
                  <c:v>0.38617767333984376</c:v>
                </c:pt>
                <c:pt idx="2675">
                  <c:v>0.38617767333984376</c:v>
                </c:pt>
                <c:pt idx="2676">
                  <c:v>0.38401351928710936</c:v>
                </c:pt>
                <c:pt idx="2677">
                  <c:v>0.38401351928710936</c:v>
                </c:pt>
                <c:pt idx="2678">
                  <c:v>0.38073608398437497</c:v>
                </c:pt>
                <c:pt idx="2679">
                  <c:v>0.38073608398437497</c:v>
                </c:pt>
                <c:pt idx="2680">
                  <c:v>0.3792292785644531</c:v>
                </c:pt>
                <c:pt idx="2681">
                  <c:v>0.3792292785644531</c:v>
                </c:pt>
                <c:pt idx="2682">
                  <c:v>0.37622177124023443</c:v>
                </c:pt>
                <c:pt idx="2683">
                  <c:v>0.37622177124023443</c:v>
                </c:pt>
                <c:pt idx="2684">
                  <c:v>0.37401657104492186</c:v>
                </c:pt>
                <c:pt idx="2685">
                  <c:v>0.37401657104492186</c:v>
                </c:pt>
                <c:pt idx="2686">
                  <c:v>0.37364028930664062</c:v>
                </c:pt>
                <c:pt idx="2687">
                  <c:v>0.37364028930664062</c:v>
                </c:pt>
                <c:pt idx="2688">
                  <c:v>0.37124679565429686</c:v>
                </c:pt>
                <c:pt idx="2689">
                  <c:v>0.37124679565429686</c:v>
                </c:pt>
                <c:pt idx="2690">
                  <c:v>0.36885833740234375</c:v>
                </c:pt>
                <c:pt idx="2691">
                  <c:v>0.36885833740234375</c:v>
                </c:pt>
                <c:pt idx="2692">
                  <c:v>0.36681259155273438</c:v>
                </c:pt>
                <c:pt idx="2693">
                  <c:v>0.36681259155273438</c:v>
                </c:pt>
                <c:pt idx="2694">
                  <c:v>0.36469360351562502</c:v>
                </c:pt>
                <c:pt idx="2695">
                  <c:v>0.36469360351562502</c:v>
                </c:pt>
                <c:pt idx="2696">
                  <c:v>0.36248901367187503</c:v>
                </c:pt>
                <c:pt idx="2697">
                  <c:v>0.36248901367187503</c:v>
                </c:pt>
                <c:pt idx="2698">
                  <c:v>0.36092422485351561</c:v>
                </c:pt>
                <c:pt idx="2699">
                  <c:v>0.36092422485351561</c:v>
                </c:pt>
                <c:pt idx="2700">
                  <c:v>0.35826553344726564</c:v>
                </c:pt>
                <c:pt idx="2701">
                  <c:v>0.35826553344726564</c:v>
                </c:pt>
                <c:pt idx="2702">
                  <c:v>0.35656188964843749</c:v>
                </c:pt>
                <c:pt idx="2703">
                  <c:v>0.35656188964843749</c:v>
                </c:pt>
                <c:pt idx="2704">
                  <c:v>0.35492141723632814</c:v>
                </c:pt>
                <c:pt idx="2705">
                  <c:v>0.35492141723632814</c:v>
                </c:pt>
                <c:pt idx="2706">
                  <c:v>0.35237594604492189</c:v>
                </c:pt>
                <c:pt idx="2707">
                  <c:v>0.35237594604492189</c:v>
                </c:pt>
                <c:pt idx="2708">
                  <c:v>0.35076385498046875</c:v>
                </c:pt>
                <c:pt idx="2709">
                  <c:v>0.35076385498046875</c:v>
                </c:pt>
                <c:pt idx="2710">
                  <c:v>0.34856124877929689</c:v>
                </c:pt>
                <c:pt idx="2711">
                  <c:v>0.34856124877929689</c:v>
                </c:pt>
                <c:pt idx="2712">
                  <c:v>0.34779510498046873</c:v>
                </c:pt>
                <c:pt idx="2713">
                  <c:v>0.34779510498046873</c:v>
                </c:pt>
                <c:pt idx="2714">
                  <c:v>0.34608917236328124</c:v>
                </c:pt>
                <c:pt idx="2715">
                  <c:v>0.34608917236328124</c:v>
                </c:pt>
                <c:pt idx="2716">
                  <c:v>0.34543579101562499</c:v>
                </c:pt>
                <c:pt idx="2717">
                  <c:v>0.34543579101562499</c:v>
                </c:pt>
                <c:pt idx="2718">
                  <c:v>0.34446640014648439</c:v>
                </c:pt>
                <c:pt idx="2719">
                  <c:v>0.34446640014648439</c:v>
                </c:pt>
                <c:pt idx="2720">
                  <c:v>0.34216873168945311</c:v>
                </c:pt>
                <c:pt idx="2721">
                  <c:v>0.34216873168945311</c:v>
                </c:pt>
                <c:pt idx="2722">
                  <c:v>0.34142181396484372</c:v>
                </c:pt>
                <c:pt idx="2723">
                  <c:v>0.34142181396484372</c:v>
                </c:pt>
                <c:pt idx="2724">
                  <c:v>0.34079330444335937</c:v>
                </c:pt>
                <c:pt idx="2725">
                  <c:v>0.34079330444335937</c:v>
                </c:pt>
                <c:pt idx="2726">
                  <c:v>0.33856658935546874</c:v>
                </c:pt>
                <c:pt idx="2727">
                  <c:v>0.33856658935546874</c:v>
                </c:pt>
                <c:pt idx="2728">
                  <c:v>0.33619033813476562</c:v>
                </c:pt>
                <c:pt idx="2729">
                  <c:v>0.33619033813476562</c:v>
                </c:pt>
                <c:pt idx="2730">
                  <c:v>0.33482070922851564</c:v>
                </c:pt>
                <c:pt idx="2731">
                  <c:v>0.33482070922851564</c:v>
                </c:pt>
                <c:pt idx="2732">
                  <c:v>0.33353424072265625</c:v>
                </c:pt>
                <c:pt idx="2733">
                  <c:v>0.33353424072265625</c:v>
                </c:pt>
                <c:pt idx="2734">
                  <c:v>0.33062316894531252</c:v>
                </c:pt>
                <c:pt idx="2735">
                  <c:v>0.33062316894531252</c:v>
                </c:pt>
                <c:pt idx="2736">
                  <c:v>0.32796966552734375</c:v>
                </c:pt>
                <c:pt idx="2737">
                  <c:v>0.32796966552734375</c:v>
                </c:pt>
                <c:pt idx="2738">
                  <c:v>0.32605606079101562</c:v>
                </c:pt>
                <c:pt idx="2739">
                  <c:v>0.32605606079101562</c:v>
                </c:pt>
                <c:pt idx="2740">
                  <c:v>0.32506011962890624</c:v>
                </c:pt>
                <c:pt idx="2741">
                  <c:v>0.32506011962890624</c:v>
                </c:pt>
                <c:pt idx="2742">
                  <c:v>0.32331192016601562</c:v>
                </c:pt>
                <c:pt idx="2743">
                  <c:v>0.32331192016601562</c:v>
                </c:pt>
                <c:pt idx="2744">
                  <c:v>0.31996017456054687</c:v>
                </c:pt>
                <c:pt idx="2745">
                  <c:v>0.31996017456054687</c:v>
                </c:pt>
                <c:pt idx="2746">
                  <c:v>0.31913818359375001</c:v>
                </c:pt>
                <c:pt idx="2747">
                  <c:v>0.31913818359375001</c:v>
                </c:pt>
                <c:pt idx="2748">
                  <c:v>0.31742263793945313</c:v>
                </c:pt>
                <c:pt idx="2749">
                  <c:v>0.31742263793945313</c:v>
                </c:pt>
                <c:pt idx="2750">
                  <c:v>0.31575393676757813</c:v>
                </c:pt>
                <c:pt idx="2751">
                  <c:v>0.31575393676757813</c:v>
                </c:pt>
                <c:pt idx="2752">
                  <c:v>0.31278213500976565</c:v>
                </c:pt>
                <c:pt idx="2753">
                  <c:v>0.31278213500976565</c:v>
                </c:pt>
                <c:pt idx="2754">
                  <c:v>0.30976806640624999</c:v>
                </c:pt>
                <c:pt idx="2755">
                  <c:v>0.30976806640624999</c:v>
                </c:pt>
                <c:pt idx="2756">
                  <c:v>0.30843902587890626</c:v>
                </c:pt>
                <c:pt idx="2757">
                  <c:v>0.30843902587890626</c:v>
                </c:pt>
                <c:pt idx="2758">
                  <c:v>0.30593246459960938</c:v>
                </c:pt>
                <c:pt idx="2759">
                  <c:v>0.30593246459960938</c:v>
                </c:pt>
                <c:pt idx="2760">
                  <c:v>0.30399765014648439</c:v>
                </c:pt>
                <c:pt idx="2761">
                  <c:v>0.30399765014648439</c:v>
                </c:pt>
                <c:pt idx="2762">
                  <c:v>0.30142242431640626</c:v>
                </c:pt>
                <c:pt idx="2763">
                  <c:v>0.30142242431640626</c:v>
                </c:pt>
                <c:pt idx="2764">
                  <c:v>0.2990240478515625</c:v>
                </c:pt>
                <c:pt idx="2765">
                  <c:v>0.2990240478515625</c:v>
                </c:pt>
                <c:pt idx="2766">
                  <c:v>0.29800064086914063</c:v>
                </c:pt>
                <c:pt idx="2767">
                  <c:v>0.29800064086914063</c:v>
                </c:pt>
                <c:pt idx="2768">
                  <c:v>0.29587387084960937</c:v>
                </c:pt>
                <c:pt idx="2769">
                  <c:v>0.29587387084960937</c:v>
                </c:pt>
                <c:pt idx="2770">
                  <c:v>0.2937646484375</c:v>
                </c:pt>
                <c:pt idx="2771">
                  <c:v>0.2937646484375</c:v>
                </c:pt>
                <c:pt idx="2772">
                  <c:v>0.29217742919921874</c:v>
                </c:pt>
                <c:pt idx="2773">
                  <c:v>0.29217742919921874</c:v>
                </c:pt>
                <c:pt idx="2774">
                  <c:v>0.2912269592285156</c:v>
                </c:pt>
                <c:pt idx="2775">
                  <c:v>0.2912269592285156</c:v>
                </c:pt>
                <c:pt idx="2776">
                  <c:v>0.28852127075195311</c:v>
                </c:pt>
                <c:pt idx="2777">
                  <c:v>0.28852127075195311</c:v>
                </c:pt>
                <c:pt idx="2778">
                  <c:v>0.28670959472656249</c:v>
                </c:pt>
                <c:pt idx="2779">
                  <c:v>0.28670959472656249</c:v>
                </c:pt>
                <c:pt idx="2780">
                  <c:v>0.28418151855468748</c:v>
                </c:pt>
                <c:pt idx="2781">
                  <c:v>0.28418151855468748</c:v>
                </c:pt>
                <c:pt idx="2782">
                  <c:v>0.28312622070312499</c:v>
                </c:pt>
                <c:pt idx="2783">
                  <c:v>0.28312622070312499</c:v>
                </c:pt>
                <c:pt idx="2784">
                  <c:v>0.28190490722656247</c:v>
                </c:pt>
                <c:pt idx="2785">
                  <c:v>0.28190490722656247</c:v>
                </c:pt>
                <c:pt idx="2786">
                  <c:v>0.28076644897460939</c:v>
                </c:pt>
                <c:pt idx="2787">
                  <c:v>0.28076644897460939</c:v>
                </c:pt>
                <c:pt idx="2788">
                  <c:v>0.27805969238281247</c:v>
                </c:pt>
                <c:pt idx="2789">
                  <c:v>0.27805969238281247</c:v>
                </c:pt>
                <c:pt idx="2790">
                  <c:v>0.27755371093749998</c:v>
                </c:pt>
                <c:pt idx="2791">
                  <c:v>0.27755371093749998</c:v>
                </c:pt>
                <c:pt idx="2792">
                  <c:v>0.27698989868164064</c:v>
                </c:pt>
                <c:pt idx="2793">
                  <c:v>0.27698989868164064</c:v>
                </c:pt>
                <c:pt idx="2794">
                  <c:v>0.27435394287109377</c:v>
                </c:pt>
                <c:pt idx="2795">
                  <c:v>0.27435394287109377</c:v>
                </c:pt>
                <c:pt idx="2796">
                  <c:v>0.27180374145507813</c:v>
                </c:pt>
                <c:pt idx="2797">
                  <c:v>0.27180374145507813</c:v>
                </c:pt>
                <c:pt idx="2798">
                  <c:v>0.26912551879882812</c:v>
                </c:pt>
                <c:pt idx="2799">
                  <c:v>0.26912551879882812</c:v>
                </c:pt>
                <c:pt idx="2800">
                  <c:v>0.2677484130859375</c:v>
                </c:pt>
                <c:pt idx="2801">
                  <c:v>0.2677484130859375</c:v>
                </c:pt>
                <c:pt idx="2802">
                  <c:v>0.26560836791992187</c:v>
                </c:pt>
                <c:pt idx="2803">
                  <c:v>0.26560836791992187</c:v>
                </c:pt>
                <c:pt idx="2804">
                  <c:v>0.26431091308593752</c:v>
                </c:pt>
                <c:pt idx="2805">
                  <c:v>0.26431091308593752</c:v>
                </c:pt>
                <c:pt idx="2806">
                  <c:v>0.2620393371582031</c:v>
                </c:pt>
                <c:pt idx="2807">
                  <c:v>0.2620393371582031</c:v>
                </c:pt>
                <c:pt idx="2808">
                  <c:v>0.26134582519531252</c:v>
                </c:pt>
                <c:pt idx="2809">
                  <c:v>0.26134582519531252</c:v>
                </c:pt>
                <c:pt idx="2810">
                  <c:v>0.25862548828124998</c:v>
                </c:pt>
                <c:pt idx="2811">
                  <c:v>0.25862548828124998</c:v>
                </c:pt>
                <c:pt idx="2812">
                  <c:v>0.2572479248046875</c:v>
                </c:pt>
                <c:pt idx="2813">
                  <c:v>0.2572479248046875</c:v>
                </c:pt>
                <c:pt idx="2814">
                  <c:v>0.25630889892578124</c:v>
                </c:pt>
                <c:pt idx="2815">
                  <c:v>0.25630889892578124</c:v>
                </c:pt>
                <c:pt idx="2816">
                  <c:v>0.25542205810546875</c:v>
                </c:pt>
                <c:pt idx="2817">
                  <c:v>0.25542205810546875</c:v>
                </c:pt>
                <c:pt idx="2818">
                  <c:v>0.25325714111328124</c:v>
                </c:pt>
                <c:pt idx="2819">
                  <c:v>0.25325714111328124</c:v>
                </c:pt>
                <c:pt idx="2820">
                  <c:v>0.25139694213867186</c:v>
                </c:pt>
                <c:pt idx="2821">
                  <c:v>0.25139694213867186</c:v>
                </c:pt>
                <c:pt idx="2822">
                  <c:v>0.25031921386718747</c:v>
                </c:pt>
                <c:pt idx="2823">
                  <c:v>0.25031921386718747</c:v>
                </c:pt>
                <c:pt idx="2824">
                  <c:v>0.24929458618164063</c:v>
                </c:pt>
                <c:pt idx="2825">
                  <c:v>0.24929458618164063</c:v>
                </c:pt>
                <c:pt idx="2826">
                  <c:v>0.24825271606445312</c:v>
                </c:pt>
                <c:pt idx="2827">
                  <c:v>0.24825271606445312</c:v>
                </c:pt>
                <c:pt idx="2828">
                  <c:v>0.24689071655273437</c:v>
                </c:pt>
                <c:pt idx="2829">
                  <c:v>0.24689071655273437</c:v>
                </c:pt>
                <c:pt idx="2830">
                  <c:v>0.24495254516601561</c:v>
                </c:pt>
                <c:pt idx="2831">
                  <c:v>0.24495254516601561</c:v>
                </c:pt>
                <c:pt idx="2832">
                  <c:v>0.24421508789062499</c:v>
                </c:pt>
                <c:pt idx="2833">
                  <c:v>0.24421508789062499</c:v>
                </c:pt>
                <c:pt idx="2834">
                  <c:v>0.24323455810546876</c:v>
                </c:pt>
                <c:pt idx="2835">
                  <c:v>0.24323455810546876</c:v>
                </c:pt>
                <c:pt idx="2836">
                  <c:v>0.24227386474609375</c:v>
                </c:pt>
                <c:pt idx="2837">
                  <c:v>0.24227386474609375</c:v>
                </c:pt>
                <c:pt idx="2838">
                  <c:v>0.24077194213867187</c:v>
                </c:pt>
                <c:pt idx="2839">
                  <c:v>0.24077194213867187</c:v>
                </c:pt>
                <c:pt idx="2840">
                  <c:v>0.2398109436035156</c:v>
                </c:pt>
                <c:pt idx="2841">
                  <c:v>0.2398109436035156</c:v>
                </c:pt>
                <c:pt idx="2842">
                  <c:v>0.23755065917968751</c:v>
                </c:pt>
                <c:pt idx="2843">
                  <c:v>0.23755065917968751</c:v>
                </c:pt>
                <c:pt idx="2844">
                  <c:v>0.23690750122070312</c:v>
                </c:pt>
                <c:pt idx="2845">
                  <c:v>0.23690750122070312</c:v>
                </c:pt>
                <c:pt idx="2846">
                  <c:v>0.23589447021484375</c:v>
                </c:pt>
                <c:pt idx="2847">
                  <c:v>0.23589447021484375</c:v>
                </c:pt>
                <c:pt idx="2848">
                  <c:v>0.23510452270507812</c:v>
                </c:pt>
                <c:pt idx="2849">
                  <c:v>0.23510452270507812</c:v>
                </c:pt>
                <c:pt idx="2850">
                  <c:v>0.23477890014648437</c:v>
                </c:pt>
                <c:pt idx="2851">
                  <c:v>0.23477890014648437</c:v>
                </c:pt>
                <c:pt idx="2852">
                  <c:v>0.23338607788085936</c:v>
                </c:pt>
                <c:pt idx="2853">
                  <c:v>0.23338607788085936</c:v>
                </c:pt>
                <c:pt idx="2854">
                  <c:v>0.23095993041992188</c:v>
                </c:pt>
                <c:pt idx="2855">
                  <c:v>0.23095993041992188</c:v>
                </c:pt>
                <c:pt idx="2856">
                  <c:v>0.23019760131835937</c:v>
                </c:pt>
                <c:pt idx="2857">
                  <c:v>0.23019760131835937</c:v>
                </c:pt>
                <c:pt idx="2858">
                  <c:v>0.22882263183593751</c:v>
                </c:pt>
                <c:pt idx="2859">
                  <c:v>0.22882263183593751</c:v>
                </c:pt>
                <c:pt idx="2860">
                  <c:v>0.22798660278320312</c:v>
                </c:pt>
                <c:pt idx="2861">
                  <c:v>0.22798660278320312</c:v>
                </c:pt>
                <c:pt idx="2862">
                  <c:v>0.22702651977539065</c:v>
                </c:pt>
                <c:pt idx="2863">
                  <c:v>0.22702651977539065</c:v>
                </c:pt>
                <c:pt idx="2864">
                  <c:v>0.22641433715820311</c:v>
                </c:pt>
                <c:pt idx="2865">
                  <c:v>0.22641433715820311</c:v>
                </c:pt>
                <c:pt idx="2866">
                  <c:v>0.22478057861328124</c:v>
                </c:pt>
                <c:pt idx="2867">
                  <c:v>0.22478057861328124</c:v>
                </c:pt>
                <c:pt idx="2868">
                  <c:v>0.22260162353515625</c:v>
                </c:pt>
                <c:pt idx="2869">
                  <c:v>0.22260162353515625</c:v>
                </c:pt>
                <c:pt idx="2870">
                  <c:v>0.22144973754882813</c:v>
                </c:pt>
                <c:pt idx="2871">
                  <c:v>0.22144973754882813</c:v>
                </c:pt>
                <c:pt idx="2872">
                  <c:v>0.22066970825195312</c:v>
                </c:pt>
                <c:pt idx="2873">
                  <c:v>0.22066970825195312</c:v>
                </c:pt>
                <c:pt idx="2874">
                  <c:v>0.21883010864257813</c:v>
                </c:pt>
                <c:pt idx="2875">
                  <c:v>0.21883010864257813</c:v>
                </c:pt>
                <c:pt idx="2876">
                  <c:v>0.21726715087890625</c:v>
                </c:pt>
                <c:pt idx="2877">
                  <c:v>0.21726715087890625</c:v>
                </c:pt>
                <c:pt idx="2878">
                  <c:v>0.2163250732421875</c:v>
                </c:pt>
                <c:pt idx="2879">
                  <c:v>0.2163250732421875</c:v>
                </c:pt>
                <c:pt idx="2880">
                  <c:v>0.21516067504882813</c:v>
                </c:pt>
                <c:pt idx="2881">
                  <c:v>0.21516067504882813</c:v>
                </c:pt>
                <c:pt idx="2882">
                  <c:v>0.21449859619140624</c:v>
                </c:pt>
                <c:pt idx="2883">
                  <c:v>0.21449859619140624</c:v>
                </c:pt>
                <c:pt idx="2884">
                  <c:v>0.21388961791992189</c:v>
                </c:pt>
                <c:pt idx="2885">
                  <c:v>0.21388961791992189</c:v>
                </c:pt>
                <c:pt idx="2886">
                  <c:v>0.21245788574218749</c:v>
                </c:pt>
                <c:pt idx="2887">
                  <c:v>0.21245788574218749</c:v>
                </c:pt>
                <c:pt idx="2888">
                  <c:v>0.21113296508789064</c:v>
                </c:pt>
                <c:pt idx="2889">
                  <c:v>0.21113296508789064</c:v>
                </c:pt>
                <c:pt idx="2890">
                  <c:v>0.21044036865234375</c:v>
                </c:pt>
                <c:pt idx="2891">
                  <c:v>0.21044036865234375</c:v>
                </c:pt>
                <c:pt idx="2892">
                  <c:v>0.20872894287109375</c:v>
                </c:pt>
                <c:pt idx="2893">
                  <c:v>0.20872894287109375</c:v>
                </c:pt>
                <c:pt idx="2894">
                  <c:v>0.20797119140625001</c:v>
                </c:pt>
                <c:pt idx="2895">
                  <c:v>0.20797119140625001</c:v>
                </c:pt>
                <c:pt idx="2896">
                  <c:v>0.20691146850585937</c:v>
                </c:pt>
                <c:pt idx="2897">
                  <c:v>0.20691146850585937</c:v>
                </c:pt>
                <c:pt idx="2898">
                  <c:v>0.20642135620117188</c:v>
                </c:pt>
                <c:pt idx="2899">
                  <c:v>0.20642135620117188</c:v>
                </c:pt>
                <c:pt idx="2900">
                  <c:v>0.20525070190429687</c:v>
                </c:pt>
                <c:pt idx="2901">
                  <c:v>0.20525070190429687</c:v>
                </c:pt>
                <c:pt idx="2902">
                  <c:v>0.2049151611328125</c:v>
                </c:pt>
                <c:pt idx="2903">
                  <c:v>0.2049151611328125</c:v>
                </c:pt>
                <c:pt idx="2904">
                  <c:v>0.20407730102539065</c:v>
                </c:pt>
                <c:pt idx="2905">
                  <c:v>0.20407730102539065</c:v>
                </c:pt>
                <c:pt idx="2906">
                  <c:v>0.20287872314453129</c:v>
                </c:pt>
                <c:pt idx="2907">
                  <c:v>0.20287872314453129</c:v>
                </c:pt>
                <c:pt idx="2908">
                  <c:v>0.20254577636718751</c:v>
                </c:pt>
                <c:pt idx="2909">
                  <c:v>0.20254577636718751</c:v>
                </c:pt>
                <c:pt idx="2910">
                  <c:v>0.20177627563476563</c:v>
                </c:pt>
                <c:pt idx="2911">
                  <c:v>0.20177627563476563</c:v>
                </c:pt>
                <c:pt idx="2912">
                  <c:v>0.19982711791992189</c:v>
                </c:pt>
                <c:pt idx="2913">
                  <c:v>0.19982711791992189</c:v>
                </c:pt>
                <c:pt idx="2914">
                  <c:v>0.19861923217773436</c:v>
                </c:pt>
                <c:pt idx="2915">
                  <c:v>0.19861923217773436</c:v>
                </c:pt>
                <c:pt idx="2916">
                  <c:v>0.1981365966796875</c:v>
                </c:pt>
                <c:pt idx="2917">
                  <c:v>0.1981365966796875</c:v>
                </c:pt>
                <c:pt idx="2918">
                  <c:v>0.19694961547851564</c:v>
                </c:pt>
                <c:pt idx="2919">
                  <c:v>0.19694961547851564</c:v>
                </c:pt>
                <c:pt idx="2920">
                  <c:v>0.19621688842773441</c:v>
                </c:pt>
                <c:pt idx="2921">
                  <c:v>0.19621688842773441</c:v>
                </c:pt>
                <c:pt idx="2922">
                  <c:v>0.19586502075195311</c:v>
                </c:pt>
                <c:pt idx="2923">
                  <c:v>0.19586502075195311</c:v>
                </c:pt>
                <c:pt idx="2924">
                  <c:v>0.19477096557617188</c:v>
                </c:pt>
                <c:pt idx="2925">
                  <c:v>0.19477096557617188</c:v>
                </c:pt>
                <c:pt idx="2926">
                  <c:v>0.19412002563476563</c:v>
                </c:pt>
                <c:pt idx="2927">
                  <c:v>0.19412002563476563</c:v>
                </c:pt>
                <c:pt idx="2928">
                  <c:v>0.19360641479492188</c:v>
                </c:pt>
                <c:pt idx="2929">
                  <c:v>0.19360641479492188</c:v>
                </c:pt>
                <c:pt idx="2930">
                  <c:v>0.19323883056640623</c:v>
                </c:pt>
                <c:pt idx="2931">
                  <c:v>0.19323883056640623</c:v>
                </c:pt>
                <c:pt idx="2932">
                  <c:v>0.19223068237304688</c:v>
                </c:pt>
                <c:pt idx="2933">
                  <c:v>0.19223068237304688</c:v>
                </c:pt>
                <c:pt idx="2934">
                  <c:v>0.19089721679687499</c:v>
                </c:pt>
                <c:pt idx="2935">
                  <c:v>0.19089721679687499</c:v>
                </c:pt>
                <c:pt idx="2936">
                  <c:v>0.18976287841796871</c:v>
                </c:pt>
                <c:pt idx="2937">
                  <c:v>0.18976287841796871</c:v>
                </c:pt>
                <c:pt idx="2938">
                  <c:v>0.18920455932617183</c:v>
                </c:pt>
                <c:pt idx="2939">
                  <c:v>0.18920455932617183</c:v>
                </c:pt>
                <c:pt idx="2940">
                  <c:v>0.188450927734375</c:v>
                </c:pt>
                <c:pt idx="2941">
                  <c:v>0.188450927734375</c:v>
                </c:pt>
                <c:pt idx="2942">
                  <c:v>0.18725784301757811</c:v>
                </c:pt>
                <c:pt idx="2943">
                  <c:v>0.18725784301757811</c:v>
                </c:pt>
                <c:pt idx="2944">
                  <c:v>0.18633377075195312</c:v>
                </c:pt>
                <c:pt idx="2945">
                  <c:v>0.18633377075195312</c:v>
                </c:pt>
                <c:pt idx="2946">
                  <c:v>0.18523773193359375</c:v>
                </c:pt>
                <c:pt idx="2947">
                  <c:v>0.18523773193359375</c:v>
                </c:pt>
                <c:pt idx="2948">
                  <c:v>0.18394454956054687</c:v>
                </c:pt>
                <c:pt idx="2949">
                  <c:v>0.18394454956054687</c:v>
                </c:pt>
                <c:pt idx="2950">
                  <c:v>0.18313171386718749</c:v>
                </c:pt>
                <c:pt idx="2951">
                  <c:v>0.18313171386718749</c:v>
                </c:pt>
                <c:pt idx="2952">
                  <c:v>0.18253479003906251</c:v>
                </c:pt>
                <c:pt idx="2953">
                  <c:v>0.18253479003906251</c:v>
                </c:pt>
                <c:pt idx="2954">
                  <c:v>0.18169479370117184</c:v>
                </c:pt>
                <c:pt idx="2955">
                  <c:v>0.18169479370117184</c:v>
                </c:pt>
                <c:pt idx="2956">
                  <c:v>0.18100341796875</c:v>
                </c:pt>
                <c:pt idx="2957">
                  <c:v>0.18100341796875</c:v>
                </c:pt>
                <c:pt idx="2958">
                  <c:v>0.17979217529296876</c:v>
                </c:pt>
                <c:pt idx="2959">
                  <c:v>0.17979217529296876</c:v>
                </c:pt>
                <c:pt idx="2960">
                  <c:v>0.17924392700195313</c:v>
                </c:pt>
                <c:pt idx="2961">
                  <c:v>0.17924392700195313</c:v>
                </c:pt>
                <c:pt idx="2962">
                  <c:v>0.17858566284179689</c:v>
                </c:pt>
                <c:pt idx="2963">
                  <c:v>0.17858566284179689</c:v>
                </c:pt>
                <c:pt idx="2964">
                  <c:v>0.1776861572265625</c:v>
                </c:pt>
                <c:pt idx="2965">
                  <c:v>0.1776861572265625</c:v>
                </c:pt>
                <c:pt idx="2966">
                  <c:v>0.17697616577148437</c:v>
                </c:pt>
                <c:pt idx="2967">
                  <c:v>0.17697616577148437</c:v>
                </c:pt>
                <c:pt idx="2968">
                  <c:v>0.176265869140625</c:v>
                </c:pt>
                <c:pt idx="2969">
                  <c:v>0.176265869140625</c:v>
                </c:pt>
                <c:pt idx="2970">
                  <c:v>0.17448745727539061</c:v>
                </c:pt>
                <c:pt idx="2971">
                  <c:v>0.17448745727539061</c:v>
                </c:pt>
                <c:pt idx="2972">
                  <c:v>0.17359512329101562</c:v>
                </c:pt>
                <c:pt idx="2973">
                  <c:v>0.17359512329101562</c:v>
                </c:pt>
                <c:pt idx="2974">
                  <c:v>0.17274307250976562</c:v>
                </c:pt>
                <c:pt idx="2975">
                  <c:v>0.17274307250976562</c:v>
                </c:pt>
                <c:pt idx="2976">
                  <c:v>0.17212219238281251</c:v>
                </c:pt>
                <c:pt idx="2977">
                  <c:v>0.17212219238281251</c:v>
                </c:pt>
                <c:pt idx="2978">
                  <c:v>0.17131759643554689</c:v>
                </c:pt>
                <c:pt idx="2979">
                  <c:v>0.17131759643554689</c:v>
                </c:pt>
                <c:pt idx="2980">
                  <c:v>0.17059112548828126</c:v>
                </c:pt>
                <c:pt idx="2981">
                  <c:v>0.17059112548828126</c:v>
                </c:pt>
                <c:pt idx="2982">
                  <c:v>0.16949005126953126</c:v>
                </c:pt>
                <c:pt idx="2983">
                  <c:v>0.16949005126953126</c:v>
                </c:pt>
                <c:pt idx="2984">
                  <c:v>0.16897903442382811</c:v>
                </c:pt>
                <c:pt idx="2985">
                  <c:v>0.16897903442382811</c:v>
                </c:pt>
                <c:pt idx="2986">
                  <c:v>0.16798568725585938</c:v>
                </c:pt>
                <c:pt idx="2987">
                  <c:v>0.16798568725585938</c:v>
                </c:pt>
                <c:pt idx="2988">
                  <c:v>0.16730606079101562</c:v>
                </c:pt>
                <c:pt idx="2989">
                  <c:v>0.16730606079101562</c:v>
                </c:pt>
                <c:pt idx="2990">
                  <c:v>0.16676651000976561</c:v>
                </c:pt>
                <c:pt idx="2991">
                  <c:v>0.16676651000976561</c:v>
                </c:pt>
                <c:pt idx="2992">
                  <c:v>0.16554229736328124</c:v>
                </c:pt>
                <c:pt idx="2993">
                  <c:v>0.16554229736328124</c:v>
                </c:pt>
                <c:pt idx="2994">
                  <c:v>0.1648992919921875</c:v>
                </c:pt>
                <c:pt idx="2995">
                  <c:v>0.1648992919921875</c:v>
                </c:pt>
                <c:pt idx="2996">
                  <c:v>0.16417312622070313</c:v>
                </c:pt>
                <c:pt idx="2997">
                  <c:v>0.16417312622070313</c:v>
                </c:pt>
                <c:pt idx="2998">
                  <c:v>0.16276840209960938</c:v>
                </c:pt>
                <c:pt idx="2999">
                  <c:v>0.16276840209960938</c:v>
                </c:pt>
                <c:pt idx="3000">
                  <c:v>0.16208633422851562</c:v>
                </c:pt>
                <c:pt idx="3001">
                  <c:v>0.16208633422851562</c:v>
                </c:pt>
                <c:pt idx="3002">
                  <c:v>0.16107559204101563</c:v>
                </c:pt>
                <c:pt idx="3003">
                  <c:v>0.16107559204101563</c:v>
                </c:pt>
                <c:pt idx="3004">
                  <c:v>0.16078475952148438</c:v>
                </c:pt>
                <c:pt idx="3005">
                  <c:v>0.16078475952148438</c:v>
                </c:pt>
                <c:pt idx="3006">
                  <c:v>0.16005142211914061</c:v>
                </c:pt>
                <c:pt idx="3007">
                  <c:v>0.16005142211914061</c:v>
                </c:pt>
                <c:pt idx="3008">
                  <c:v>0.159088134765625</c:v>
                </c:pt>
                <c:pt idx="3009">
                  <c:v>0.159088134765625</c:v>
                </c:pt>
                <c:pt idx="3010">
                  <c:v>0.15794692993164061</c:v>
                </c:pt>
                <c:pt idx="3011">
                  <c:v>0.15794692993164061</c:v>
                </c:pt>
                <c:pt idx="3012">
                  <c:v>0.15710037231445312</c:v>
                </c:pt>
                <c:pt idx="3013">
                  <c:v>0.15710037231445312</c:v>
                </c:pt>
                <c:pt idx="3014">
                  <c:v>0.15624099731445312</c:v>
                </c:pt>
                <c:pt idx="3015">
                  <c:v>0.15624099731445312</c:v>
                </c:pt>
                <c:pt idx="3016">
                  <c:v>0.15548034667968749</c:v>
                </c:pt>
                <c:pt idx="3017">
                  <c:v>0.15548034667968749</c:v>
                </c:pt>
                <c:pt idx="3018">
                  <c:v>0.15478729248046874</c:v>
                </c:pt>
                <c:pt idx="3019">
                  <c:v>0.15478729248046874</c:v>
                </c:pt>
                <c:pt idx="3020">
                  <c:v>0.15426284790039063</c:v>
                </c:pt>
                <c:pt idx="3021">
                  <c:v>0.15426284790039063</c:v>
                </c:pt>
                <c:pt idx="3022">
                  <c:v>0.15350280761718749</c:v>
                </c:pt>
                <c:pt idx="3023">
                  <c:v>0.15350280761718749</c:v>
                </c:pt>
                <c:pt idx="3024">
                  <c:v>0.15251434326171875</c:v>
                </c:pt>
                <c:pt idx="3025">
                  <c:v>0.15251434326171875</c:v>
                </c:pt>
                <c:pt idx="3026">
                  <c:v>0.15160995483398437</c:v>
                </c:pt>
                <c:pt idx="3027">
                  <c:v>0.15160995483398437</c:v>
                </c:pt>
                <c:pt idx="3028">
                  <c:v>0.151273193359375</c:v>
                </c:pt>
                <c:pt idx="3029">
                  <c:v>0.151273193359375</c:v>
                </c:pt>
                <c:pt idx="3030">
                  <c:v>0.15083648681640624</c:v>
                </c:pt>
                <c:pt idx="3031">
                  <c:v>0.15083648681640624</c:v>
                </c:pt>
                <c:pt idx="3032">
                  <c:v>0.15022827148437501</c:v>
                </c:pt>
                <c:pt idx="3033">
                  <c:v>0.15022827148437501</c:v>
                </c:pt>
                <c:pt idx="3034">
                  <c:v>0.14959548950195312</c:v>
                </c:pt>
                <c:pt idx="3035">
                  <c:v>0.14959548950195312</c:v>
                </c:pt>
                <c:pt idx="3036">
                  <c:v>0.14923797607421874</c:v>
                </c:pt>
                <c:pt idx="3037">
                  <c:v>0.14923797607421874</c:v>
                </c:pt>
                <c:pt idx="3038">
                  <c:v>0.14863052368164062</c:v>
                </c:pt>
                <c:pt idx="3039">
                  <c:v>0.14863052368164062</c:v>
                </c:pt>
                <c:pt idx="3040">
                  <c:v>0.14780059814453125</c:v>
                </c:pt>
                <c:pt idx="3041">
                  <c:v>0.14780059814453125</c:v>
                </c:pt>
                <c:pt idx="3042">
                  <c:v>0.14692153930664062</c:v>
                </c:pt>
                <c:pt idx="3043">
                  <c:v>0.14692153930664062</c:v>
                </c:pt>
                <c:pt idx="3044">
                  <c:v>0.14565673828125</c:v>
                </c:pt>
                <c:pt idx="3045">
                  <c:v>0.14565673828125</c:v>
                </c:pt>
                <c:pt idx="3046">
                  <c:v>0.14487243652343751</c:v>
                </c:pt>
                <c:pt idx="3047">
                  <c:v>0.14487243652343751</c:v>
                </c:pt>
                <c:pt idx="3048">
                  <c:v>0.14413589477539063</c:v>
                </c:pt>
                <c:pt idx="3049">
                  <c:v>0.14413589477539063</c:v>
                </c:pt>
                <c:pt idx="3050">
                  <c:v>0.14307098388671874</c:v>
                </c:pt>
                <c:pt idx="3051">
                  <c:v>0.14307098388671874</c:v>
                </c:pt>
                <c:pt idx="3052">
                  <c:v>0.14241485595703124</c:v>
                </c:pt>
                <c:pt idx="3053">
                  <c:v>0.14241485595703124</c:v>
                </c:pt>
                <c:pt idx="3054">
                  <c:v>0.14186706542968749</c:v>
                </c:pt>
                <c:pt idx="3055">
                  <c:v>0.14186706542968749</c:v>
                </c:pt>
                <c:pt idx="3056">
                  <c:v>0.14119400024414064</c:v>
                </c:pt>
                <c:pt idx="3057">
                  <c:v>0.14119400024414064</c:v>
                </c:pt>
                <c:pt idx="3058">
                  <c:v>0.14050018310546877</c:v>
                </c:pt>
                <c:pt idx="3059">
                  <c:v>0.14050018310546877</c:v>
                </c:pt>
                <c:pt idx="3060">
                  <c:v>0.13998214721679689</c:v>
                </c:pt>
                <c:pt idx="3061">
                  <c:v>0.13998214721679689</c:v>
                </c:pt>
                <c:pt idx="3062">
                  <c:v>0.13946685791015626</c:v>
                </c:pt>
                <c:pt idx="3063">
                  <c:v>0.13946685791015626</c:v>
                </c:pt>
                <c:pt idx="3064">
                  <c:v>0.13875564575195312</c:v>
                </c:pt>
                <c:pt idx="3065">
                  <c:v>0.13875564575195312</c:v>
                </c:pt>
                <c:pt idx="3066">
                  <c:v>0.1383465576171875</c:v>
                </c:pt>
                <c:pt idx="3067">
                  <c:v>0.1383465576171875</c:v>
                </c:pt>
                <c:pt idx="3068">
                  <c:v>0.13786361694335938</c:v>
                </c:pt>
                <c:pt idx="3069">
                  <c:v>0.13786361694335938</c:v>
                </c:pt>
                <c:pt idx="3070">
                  <c:v>0.136903076171875</c:v>
                </c:pt>
                <c:pt idx="3071">
                  <c:v>0.136903076171875</c:v>
                </c:pt>
                <c:pt idx="3072">
                  <c:v>0.13609573364257813</c:v>
                </c:pt>
                <c:pt idx="3073">
                  <c:v>0.13609573364257813</c:v>
                </c:pt>
                <c:pt idx="3074">
                  <c:v>0.13526397705078125</c:v>
                </c:pt>
                <c:pt idx="3075">
                  <c:v>0.13526397705078125</c:v>
                </c:pt>
                <c:pt idx="3076">
                  <c:v>0.13484619140625001</c:v>
                </c:pt>
                <c:pt idx="3077">
                  <c:v>0.13484619140625001</c:v>
                </c:pt>
                <c:pt idx="3078">
                  <c:v>0.13447875976562501</c:v>
                </c:pt>
                <c:pt idx="3079">
                  <c:v>0.13447875976562501</c:v>
                </c:pt>
                <c:pt idx="3080">
                  <c:v>0.13377822875976564</c:v>
                </c:pt>
                <c:pt idx="3081">
                  <c:v>0.13377822875976564</c:v>
                </c:pt>
                <c:pt idx="3082">
                  <c:v>0.13301010131835941</c:v>
                </c:pt>
                <c:pt idx="3083">
                  <c:v>0.13301010131835941</c:v>
                </c:pt>
                <c:pt idx="3084">
                  <c:v>0.13253021240234375</c:v>
                </c:pt>
                <c:pt idx="3085">
                  <c:v>0.13253021240234375</c:v>
                </c:pt>
                <c:pt idx="3086">
                  <c:v>0.13236785888671876</c:v>
                </c:pt>
                <c:pt idx="3087">
                  <c:v>0.13236785888671876</c:v>
                </c:pt>
                <c:pt idx="3088">
                  <c:v>0.13169601440429687</c:v>
                </c:pt>
                <c:pt idx="3089">
                  <c:v>0.13169601440429687</c:v>
                </c:pt>
                <c:pt idx="3090">
                  <c:v>0.13129760742187499</c:v>
                </c:pt>
                <c:pt idx="3091">
                  <c:v>0.13129760742187499</c:v>
                </c:pt>
                <c:pt idx="3092">
                  <c:v>0.13073501586914063</c:v>
                </c:pt>
                <c:pt idx="3093">
                  <c:v>0.13073501586914063</c:v>
                </c:pt>
                <c:pt idx="3094">
                  <c:v>0.13029464721679687</c:v>
                </c:pt>
                <c:pt idx="3095">
                  <c:v>0.13029464721679687</c:v>
                </c:pt>
                <c:pt idx="3096">
                  <c:v>0.12906753540039062</c:v>
                </c:pt>
                <c:pt idx="3097">
                  <c:v>0.12906753540039062</c:v>
                </c:pt>
                <c:pt idx="3098">
                  <c:v>0.12846649169921875</c:v>
                </c:pt>
                <c:pt idx="3099">
                  <c:v>0.12846649169921875</c:v>
                </c:pt>
                <c:pt idx="3100">
                  <c:v>0.12837875366210938</c:v>
                </c:pt>
                <c:pt idx="3101">
                  <c:v>0.12837875366210938</c:v>
                </c:pt>
                <c:pt idx="3102">
                  <c:v>0.128109130859375</c:v>
                </c:pt>
                <c:pt idx="3103">
                  <c:v>0.128109130859375</c:v>
                </c:pt>
                <c:pt idx="3104">
                  <c:v>0.12787643432617188</c:v>
                </c:pt>
                <c:pt idx="3105">
                  <c:v>0.12787643432617188</c:v>
                </c:pt>
                <c:pt idx="3106">
                  <c:v>0.12742050170898436</c:v>
                </c:pt>
                <c:pt idx="3107">
                  <c:v>0.12742050170898436</c:v>
                </c:pt>
                <c:pt idx="3108">
                  <c:v>0.12658340454101563</c:v>
                </c:pt>
                <c:pt idx="3109">
                  <c:v>0.12658340454101563</c:v>
                </c:pt>
                <c:pt idx="3110">
                  <c:v>0.12641342163085936</c:v>
                </c:pt>
                <c:pt idx="3111">
                  <c:v>0.12641342163085936</c:v>
                </c:pt>
                <c:pt idx="3112">
                  <c:v>0.12625137329101563</c:v>
                </c:pt>
                <c:pt idx="3113">
                  <c:v>0.12625137329101563</c:v>
                </c:pt>
                <c:pt idx="3114">
                  <c:v>0.125640869140625</c:v>
                </c:pt>
                <c:pt idx="3115">
                  <c:v>0.125640869140625</c:v>
                </c:pt>
                <c:pt idx="3116">
                  <c:v>0.1250128173828125</c:v>
                </c:pt>
                <c:pt idx="3117">
                  <c:v>0.1250128173828125</c:v>
                </c:pt>
                <c:pt idx="3118">
                  <c:v>0.12419692993164062</c:v>
                </c:pt>
                <c:pt idx="3119">
                  <c:v>0.12419692993164062</c:v>
                </c:pt>
                <c:pt idx="3120">
                  <c:v>0.12389846801757812</c:v>
                </c:pt>
                <c:pt idx="3121">
                  <c:v>0.12389846801757812</c:v>
                </c:pt>
                <c:pt idx="3122">
                  <c:v>0.12348236083984376</c:v>
                </c:pt>
                <c:pt idx="3123">
                  <c:v>0.12348236083984376</c:v>
                </c:pt>
                <c:pt idx="3124">
                  <c:v>0.12297271728515624</c:v>
                </c:pt>
                <c:pt idx="3125">
                  <c:v>0.12297271728515624</c:v>
                </c:pt>
                <c:pt idx="3126">
                  <c:v>0.12274932861328124</c:v>
                </c:pt>
                <c:pt idx="3127">
                  <c:v>0.12274932861328124</c:v>
                </c:pt>
                <c:pt idx="3128">
                  <c:v>0.12213592529296877</c:v>
                </c:pt>
                <c:pt idx="3129">
                  <c:v>0.12213592529296877</c:v>
                </c:pt>
                <c:pt idx="3130">
                  <c:v>0.12126235961914064</c:v>
                </c:pt>
                <c:pt idx="3131">
                  <c:v>0.12126235961914064</c:v>
                </c:pt>
                <c:pt idx="3132">
                  <c:v>0.12048660278320313</c:v>
                </c:pt>
                <c:pt idx="3133">
                  <c:v>0.12048660278320313</c:v>
                </c:pt>
                <c:pt idx="3134">
                  <c:v>0.11985214233398438</c:v>
                </c:pt>
                <c:pt idx="3135">
                  <c:v>0.11985214233398438</c:v>
                </c:pt>
                <c:pt idx="3136">
                  <c:v>0.11925262451171877</c:v>
                </c:pt>
                <c:pt idx="3137">
                  <c:v>0.11925262451171877</c:v>
                </c:pt>
                <c:pt idx="3138">
                  <c:v>0.11845611572265624</c:v>
                </c:pt>
                <c:pt idx="3139">
                  <c:v>0.11845611572265624</c:v>
                </c:pt>
                <c:pt idx="3140">
                  <c:v>0.11814865112304689</c:v>
                </c:pt>
                <c:pt idx="3141">
                  <c:v>0.11814865112304689</c:v>
                </c:pt>
                <c:pt idx="3142">
                  <c:v>0.11775665283203124</c:v>
                </c:pt>
                <c:pt idx="3143">
                  <c:v>0.11775665283203124</c:v>
                </c:pt>
                <c:pt idx="3144">
                  <c:v>0.11706939697265624</c:v>
                </c:pt>
                <c:pt idx="3145">
                  <c:v>0.11706939697265624</c:v>
                </c:pt>
                <c:pt idx="3146">
                  <c:v>0.11650802612304688</c:v>
                </c:pt>
                <c:pt idx="3147">
                  <c:v>0.11650802612304688</c:v>
                </c:pt>
                <c:pt idx="3148">
                  <c:v>0.11605422973632812</c:v>
                </c:pt>
                <c:pt idx="3149">
                  <c:v>0.11605422973632812</c:v>
                </c:pt>
                <c:pt idx="3150">
                  <c:v>0.11584930419921877</c:v>
                </c:pt>
                <c:pt idx="3151">
                  <c:v>0.11584930419921877</c:v>
                </c:pt>
                <c:pt idx="3152">
                  <c:v>0.11508621215820312</c:v>
                </c:pt>
                <c:pt idx="3153">
                  <c:v>0.11508621215820312</c:v>
                </c:pt>
                <c:pt idx="3154">
                  <c:v>0.1145758056640625</c:v>
                </c:pt>
                <c:pt idx="3155">
                  <c:v>0.1145758056640625</c:v>
                </c:pt>
                <c:pt idx="3156">
                  <c:v>0.11419570922851564</c:v>
                </c:pt>
                <c:pt idx="3157">
                  <c:v>0.11419570922851564</c:v>
                </c:pt>
                <c:pt idx="3158">
                  <c:v>0.11393081665039062</c:v>
                </c:pt>
                <c:pt idx="3159">
                  <c:v>0.11393081665039062</c:v>
                </c:pt>
                <c:pt idx="3160">
                  <c:v>0.11326141357421876</c:v>
                </c:pt>
                <c:pt idx="3161">
                  <c:v>0.11326141357421876</c:v>
                </c:pt>
                <c:pt idx="3162">
                  <c:v>0.11287124633789064</c:v>
                </c:pt>
                <c:pt idx="3163">
                  <c:v>0.11287124633789064</c:v>
                </c:pt>
                <c:pt idx="3164">
                  <c:v>0.11249160766601563</c:v>
                </c:pt>
                <c:pt idx="3165">
                  <c:v>0.11249160766601563</c:v>
                </c:pt>
                <c:pt idx="3166">
                  <c:v>0.111939697265625</c:v>
                </c:pt>
                <c:pt idx="3167">
                  <c:v>0.111939697265625</c:v>
                </c:pt>
                <c:pt idx="3168">
                  <c:v>0.1113690185546875</c:v>
                </c:pt>
                <c:pt idx="3169">
                  <c:v>0.1113690185546875</c:v>
                </c:pt>
                <c:pt idx="3170">
                  <c:v>0.11082138061523436</c:v>
                </c:pt>
                <c:pt idx="3171">
                  <c:v>0.11082138061523436</c:v>
                </c:pt>
                <c:pt idx="3172">
                  <c:v>0.1101983642578125</c:v>
                </c:pt>
                <c:pt idx="3173">
                  <c:v>0.1101983642578125</c:v>
                </c:pt>
                <c:pt idx="3174">
                  <c:v>0.1096173095703125</c:v>
                </c:pt>
                <c:pt idx="3175">
                  <c:v>0.1096173095703125</c:v>
                </c:pt>
                <c:pt idx="3176">
                  <c:v>0.10926895141601564</c:v>
                </c:pt>
                <c:pt idx="3177">
                  <c:v>0.10926895141601564</c:v>
                </c:pt>
                <c:pt idx="3178">
                  <c:v>0.10884109497070311</c:v>
                </c:pt>
                <c:pt idx="3179">
                  <c:v>0.10884109497070311</c:v>
                </c:pt>
                <c:pt idx="3180">
                  <c:v>0.10850067138671876</c:v>
                </c:pt>
                <c:pt idx="3181">
                  <c:v>0.10850067138671876</c:v>
                </c:pt>
                <c:pt idx="3182">
                  <c:v>0.10786712646484375</c:v>
                </c:pt>
                <c:pt idx="3183">
                  <c:v>0.10786712646484375</c:v>
                </c:pt>
                <c:pt idx="3184">
                  <c:v>0.10761764526367187</c:v>
                </c:pt>
                <c:pt idx="3185">
                  <c:v>0.10761764526367187</c:v>
                </c:pt>
                <c:pt idx="3186">
                  <c:v>0.1073419189453125</c:v>
                </c:pt>
                <c:pt idx="3187">
                  <c:v>0.1073419189453125</c:v>
                </c:pt>
                <c:pt idx="3188">
                  <c:v>0.10693679809570313</c:v>
                </c:pt>
                <c:pt idx="3189">
                  <c:v>0.10693679809570313</c:v>
                </c:pt>
                <c:pt idx="3190">
                  <c:v>0.10645477294921876</c:v>
                </c:pt>
                <c:pt idx="3191">
                  <c:v>0.10645477294921876</c:v>
                </c:pt>
                <c:pt idx="3192">
                  <c:v>0.10586502075195312</c:v>
                </c:pt>
                <c:pt idx="3193">
                  <c:v>0.10586502075195312</c:v>
                </c:pt>
                <c:pt idx="3194">
                  <c:v>0.1050677490234375</c:v>
                </c:pt>
                <c:pt idx="3195">
                  <c:v>0.1050677490234375</c:v>
                </c:pt>
                <c:pt idx="3196">
                  <c:v>0.10468704223632812</c:v>
                </c:pt>
                <c:pt idx="3197">
                  <c:v>0.10468704223632812</c:v>
                </c:pt>
                <c:pt idx="3198">
                  <c:v>0.10407577514648438</c:v>
                </c:pt>
                <c:pt idx="3199">
                  <c:v>0.10407577514648438</c:v>
                </c:pt>
                <c:pt idx="3200">
                  <c:v>0.10384979248046874</c:v>
                </c:pt>
                <c:pt idx="3201">
                  <c:v>0.10384979248046874</c:v>
                </c:pt>
                <c:pt idx="3202">
                  <c:v>0.10330322265625</c:v>
                </c:pt>
                <c:pt idx="3203">
                  <c:v>0.10330322265625</c:v>
                </c:pt>
                <c:pt idx="3204">
                  <c:v>0.10216064453125</c:v>
                </c:pt>
                <c:pt idx="3205">
                  <c:v>0.10216064453125</c:v>
                </c:pt>
                <c:pt idx="3206">
                  <c:v>0.10148895263671875</c:v>
                </c:pt>
                <c:pt idx="3207">
                  <c:v>0.10148895263671875</c:v>
                </c:pt>
                <c:pt idx="3208">
                  <c:v>0.10093841552734376</c:v>
                </c:pt>
                <c:pt idx="3209">
                  <c:v>0.10093841552734376</c:v>
                </c:pt>
                <c:pt idx="3210">
                  <c:v>0.10050186157226562</c:v>
                </c:pt>
                <c:pt idx="3211">
                  <c:v>0.10050186157226562</c:v>
                </c:pt>
                <c:pt idx="3212">
                  <c:v>0.10007598876953124</c:v>
                </c:pt>
                <c:pt idx="3213">
                  <c:v>0.10007598876953124</c:v>
                </c:pt>
                <c:pt idx="3214">
                  <c:v>9.9850769042968759E-2</c:v>
                </c:pt>
                <c:pt idx="3215">
                  <c:v>9.9850769042968759E-2</c:v>
                </c:pt>
                <c:pt idx="3216">
                  <c:v>9.9700317382812501E-2</c:v>
                </c:pt>
                <c:pt idx="3217">
                  <c:v>9.9700317382812501E-2</c:v>
                </c:pt>
                <c:pt idx="3218">
                  <c:v>9.9385375976562496E-2</c:v>
                </c:pt>
                <c:pt idx="3219">
                  <c:v>9.9385375976562496E-2</c:v>
                </c:pt>
                <c:pt idx="3220">
                  <c:v>9.9091186523437499E-2</c:v>
                </c:pt>
                <c:pt idx="3221">
                  <c:v>9.9091186523437499E-2</c:v>
                </c:pt>
                <c:pt idx="3222">
                  <c:v>9.8703460693359377E-2</c:v>
                </c:pt>
                <c:pt idx="3223">
                  <c:v>9.8703460693359377E-2</c:v>
                </c:pt>
                <c:pt idx="3224">
                  <c:v>9.8255004882812497E-2</c:v>
                </c:pt>
                <c:pt idx="3225">
                  <c:v>9.8255004882812497E-2</c:v>
                </c:pt>
                <c:pt idx="3226">
                  <c:v>9.7850494384765618E-2</c:v>
                </c:pt>
                <c:pt idx="3227">
                  <c:v>9.7850494384765618E-2</c:v>
                </c:pt>
                <c:pt idx="3228">
                  <c:v>9.7330474853515619E-2</c:v>
                </c:pt>
                <c:pt idx="3229">
                  <c:v>9.7330474853515619E-2</c:v>
                </c:pt>
                <c:pt idx="3230">
                  <c:v>9.666107177734376E-2</c:v>
                </c:pt>
                <c:pt idx="3231">
                  <c:v>9.666107177734376E-2</c:v>
                </c:pt>
                <c:pt idx="3232">
                  <c:v>9.6333160400390624E-2</c:v>
                </c:pt>
                <c:pt idx="3233">
                  <c:v>9.6333160400390624E-2</c:v>
                </c:pt>
                <c:pt idx="3234">
                  <c:v>9.5768585205078124E-2</c:v>
                </c:pt>
                <c:pt idx="3235">
                  <c:v>9.5768585205078124E-2</c:v>
                </c:pt>
                <c:pt idx="3236">
                  <c:v>9.5462646484374997E-2</c:v>
                </c:pt>
                <c:pt idx="3237">
                  <c:v>9.5462646484374997E-2</c:v>
                </c:pt>
                <c:pt idx="3238">
                  <c:v>9.5105590820312502E-2</c:v>
                </c:pt>
                <c:pt idx="3239">
                  <c:v>9.5105590820312502E-2</c:v>
                </c:pt>
                <c:pt idx="3240">
                  <c:v>9.4555969238281246E-2</c:v>
                </c:pt>
                <c:pt idx="3241">
                  <c:v>9.4555969238281246E-2</c:v>
                </c:pt>
                <c:pt idx="3242">
                  <c:v>9.4125366210937506E-2</c:v>
                </c:pt>
                <c:pt idx="3243">
                  <c:v>9.4125366210937506E-2</c:v>
                </c:pt>
                <c:pt idx="3244">
                  <c:v>9.3766326904296884E-2</c:v>
                </c:pt>
                <c:pt idx="3245">
                  <c:v>9.3766326904296884E-2</c:v>
                </c:pt>
                <c:pt idx="3246">
                  <c:v>9.3497924804687493E-2</c:v>
                </c:pt>
                <c:pt idx="3247">
                  <c:v>9.3497924804687493E-2</c:v>
                </c:pt>
                <c:pt idx="3248">
                  <c:v>9.3007049560546881E-2</c:v>
                </c:pt>
                <c:pt idx="3249">
                  <c:v>9.3007049560546881E-2</c:v>
                </c:pt>
                <c:pt idx="3250">
                  <c:v>9.2569427490234377E-2</c:v>
                </c:pt>
                <c:pt idx="3251">
                  <c:v>9.2569427490234377E-2</c:v>
                </c:pt>
                <c:pt idx="3252">
                  <c:v>9.1960754394531247E-2</c:v>
                </c:pt>
                <c:pt idx="3253">
                  <c:v>9.1960754394531247E-2</c:v>
                </c:pt>
                <c:pt idx="3254">
                  <c:v>9.1534729003906246E-2</c:v>
                </c:pt>
                <c:pt idx="3255">
                  <c:v>9.1534729003906246E-2</c:v>
                </c:pt>
                <c:pt idx="3256">
                  <c:v>9.0906372070312505E-2</c:v>
                </c:pt>
                <c:pt idx="3257">
                  <c:v>9.0906372070312505E-2</c:v>
                </c:pt>
                <c:pt idx="3258">
                  <c:v>9.0602111816406233E-2</c:v>
                </c:pt>
                <c:pt idx="3259">
                  <c:v>9.0602111816406233E-2</c:v>
                </c:pt>
                <c:pt idx="3260">
                  <c:v>9.0122985839843767E-2</c:v>
                </c:pt>
                <c:pt idx="3261">
                  <c:v>9.0122985839843767E-2</c:v>
                </c:pt>
                <c:pt idx="3262">
                  <c:v>8.9753723144531256E-2</c:v>
                </c:pt>
                <c:pt idx="3263">
                  <c:v>8.9753723144531256E-2</c:v>
                </c:pt>
                <c:pt idx="3264">
                  <c:v>8.9193725585937494E-2</c:v>
                </c:pt>
                <c:pt idx="3265">
                  <c:v>8.9193725585937494E-2</c:v>
                </c:pt>
                <c:pt idx="3266">
                  <c:v>8.880783081054687E-2</c:v>
                </c:pt>
                <c:pt idx="3267">
                  <c:v>8.880783081054687E-2</c:v>
                </c:pt>
                <c:pt idx="3268">
                  <c:v>8.8558044433593747E-2</c:v>
                </c:pt>
                <c:pt idx="3269">
                  <c:v>8.8558044433593747E-2</c:v>
                </c:pt>
                <c:pt idx="3270">
                  <c:v>8.8008575439453118E-2</c:v>
                </c:pt>
                <c:pt idx="3271">
                  <c:v>8.8008575439453118E-2</c:v>
                </c:pt>
                <c:pt idx="3272">
                  <c:v>8.7433166503906257E-2</c:v>
                </c:pt>
                <c:pt idx="3273">
                  <c:v>8.7433166503906257E-2</c:v>
                </c:pt>
                <c:pt idx="3274">
                  <c:v>8.6697235107421874E-2</c:v>
                </c:pt>
                <c:pt idx="3275">
                  <c:v>8.6697235107421874E-2</c:v>
                </c:pt>
                <c:pt idx="3276">
                  <c:v>8.6486358642578129E-2</c:v>
                </c:pt>
                <c:pt idx="3277">
                  <c:v>8.6486358642578129E-2</c:v>
                </c:pt>
                <c:pt idx="3278">
                  <c:v>8.6041564941406246E-2</c:v>
                </c:pt>
                <c:pt idx="3279">
                  <c:v>8.6041564941406246E-2</c:v>
                </c:pt>
                <c:pt idx="3280">
                  <c:v>8.5482025146484369E-2</c:v>
                </c:pt>
                <c:pt idx="3281">
                  <c:v>8.5482025146484369E-2</c:v>
                </c:pt>
                <c:pt idx="3282">
                  <c:v>8.5093841552734376E-2</c:v>
                </c:pt>
                <c:pt idx="3283">
                  <c:v>8.5093841552734376E-2</c:v>
                </c:pt>
                <c:pt idx="3284">
                  <c:v>8.4645233154296881E-2</c:v>
                </c:pt>
                <c:pt idx="3285">
                  <c:v>8.4645233154296881E-2</c:v>
                </c:pt>
                <c:pt idx="3286">
                  <c:v>8.4150085449218745E-2</c:v>
                </c:pt>
                <c:pt idx="3287">
                  <c:v>8.4150085449218745E-2</c:v>
                </c:pt>
                <c:pt idx="3288">
                  <c:v>8.3642425537109377E-2</c:v>
                </c:pt>
                <c:pt idx="3289">
                  <c:v>8.3642425537109377E-2</c:v>
                </c:pt>
                <c:pt idx="3290">
                  <c:v>8.3332061767578125E-2</c:v>
                </c:pt>
                <c:pt idx="3291">
                  <c:v>8.3332061767578125E-2</c:v>
                </c:pt>
                <c:pt idx="3292">
                  <c:v>8.2935791015624996E-2</c:v>
                </c:pt>
                <c:pt idx="3293">
                  <c:v>8.2935791015624996E-2</c:v>
                </c:pt>
                <c:pt idx="3294">
                  <c:v>8.2564697265625001E-2</c:v>
                </c:pt>
                <c:pt idx="3295">
                  <c:v>8.2564697265625001E-2</c:v>
                </c:pt>
                <c:pt idx="3296">
                  <c:v>8.2239685058593748E-2</c:v>
                </c:pt>
                <c:pt idx="3297">
                  <c:v>8.2239685058593748E-2</c:v>
                </c:pt>
                <c:pt idx="3298">
                  <c:v>8.2039031982421878E-2</c:v>
                </c:pt>
                <c:pt idx="3299">
                  <c:v>8.2039031982421878E-2</c:v>
                </c:pt>
                <c:pt idx="3300">
                  <c:v>8.1535186767578122E-2</c:v>
                </c:pt>
                <c:pt idx="3301">
                  <c:v>8.1535186767578122E-2</c:v>
                </c:pt>
                <c:pt idx="3302">
                  <c:v>8.1190795898437501E-2</c:v>
                </c:pt>
                <c:pt idx="3303">
                  <c:v>8.1190795898437501E-2</c:v>
                </c:pt>
                <c:pt idx="3304">
                  <c:v>8.057998657226563E-2</c:v>
                </c:pt>
                <c:pt idx="3305">
                  <c:v>8.057998657226563E-2</c:v>
                </c:pt>
                <c:pt idx="3306">
                  <c:v>8.0346527099609377E-2</c:v>
                </c:pt>
                <c:pt idx="3307">
                  <c:v>8.0346527099609377E-2</c:v>
                </c:pt>
                <c:pt idx="3308">
                  <c:v>7.9928131103515626E-2</c:v>
                </c:pt>
                <c:pt idx="3309">
                  <c:v>7.9928131103515626E-2</c:v>
                </c:pt>
                <c:pt idx="3310">
                  <c:v>7.9675750732421877E-2</c:v>
                </c:pt>
                <c:pt idx="3311">
                  <c:v>7.9675750732421877E-2</c:v>
                </c:pt>
                <c:pt idx="3312">
                  <c:v>7.9379119873046869E-2</c:v>
                </c:pt>
                <c:pt idx="3313">
                  <c:v>7.9379119873046869E-2</c:v>
                </c:pt>
                <c:pt idx="3314">
                  <c:v>7.9166870117187496E-2</c:v>
                </c:pt>
                <c:pt idx="3315">
                  <c:v>7.9166870117187496E-2</c:v>
                </c:pt>
                <c:pt idx="3316">
                  <c:v>7.8845520019531254E-2</c:v>
                </c:pt>
                <c:pt idx="3317">
                  <c:v>7.8845520019531254E-2</c:v>
                </c:pt>
                <c:pt idx="3318">
                  <c:v>7.8230285644531244E-2</c:v>
                </c:pt>
                <c:pt idx="3319">
                  <c:v>7.8230285644531244E-2</c:v>
                </c:pt>
                <c:pt idx="3320">
                  <c:v>7.8022003173828125E-2</c:v>
                </c:pt>
                <c:pt idx="3321">
                  <c:v>7.8022003173828125E-2</c:v>
                </c:pt>
                <c:pt idx="3322">
                  <c:v>7.7484588623046871E-2</c:v>
                </c:pt>
                <c:pt idx="3323">
                  <c:v>7.7484588623046871E-2</c:v>
                </c:pt>
                <c:pt idx="3324">
                  <c:v>7.707382202148437E-2</c:v>
                </c:pt>
                <c:pt idx="3325">
                  <c:v>7.707382202148437E-2</c:v>
                </c:pt>
                <c:pt idx="3326">
                  <c:v>7.6585235595703127E-2</c:v>
                </c:pt>
                <c:pt idx="3327">
                  <c:v>7.6585235595703127E-2</c:v>
                </c:pt>
                <c:pt idx="3328">
                  <c:v>7.6197204589843748E-2</c:v>
                </c:pt>
                <c:pt idx="3329">
                  <c:v>7.6197204589843748E-2</c:v>
                </c:pt>
                <c:pt idx="3330">
                  <c:v>7.5664062500000004E-2</c:v>
                </c:pt>
                <c:pt idx="3331">
                  <c:v>7.5664062500000004E-2</c:v>
                </c:pt>
                <c:pt idx="3332">
                  <c:v>7.5240325927734372E-2</c:v>
                </c:pt>
                <c:pt idx="3333">
                  <c:v>7.5240325927734372E-2</c:v>
                </c:pt>
                <c:pt idx="3334">
                  <c:v>7.488418579101562E-2</c:v>
                </c:pt>
                <c:pt idx="3335">
                  <c:v>7.488418579101562E-2</c:v>
                </c:pt>
                <c:pt idx="3336">
                  <c:v>7.4525299072265627E-2</c:v>
                </c:pt>
                <c:pt idx="3337">
                  <c:v>7.4525299072265627E-2</c:v>
                </c:pt>
                <c:pt idx="3338">
                  <c:v>7.4346008300781252E-2</c:v>
                </c:pt>
                <c:pt idx="3339">
                  <c:v>7.4346008300781252E-2</c:v>
                </c:pt>
                <c:pt idx="3340">
                  <c:v>7.4120483398437506E-2</c:v>
                </c:pt>
                <c:pt idx="3341">
                  <c:v>7.4120483398437506E-2</c:v>
                </c:pt>
                <c:pt idx="3342">
                  <c:v>7.367538452148438E-2</c:v>
                </c:pt>
                <c:pt idx="3343">
                  <c:v>7.367538452148438E-2</c:v>
                </c:pt>
                <c:pt idx="3344">
                  <c:v>7.3350067138671871E-2</c:v>
                </c:pt>
                <c:pt idx="3345">
                  <c:v>7.3350067138671871E-2</c:v>
                </c:pt>
                <c:pt idx="3346">
                  <c:v>7.2979888916015631E-2</c:v>
                </c:pt>
                <c:pt idx="3347">
                  <c:v>7.2979888916015631E-2</c:v>
                </c:pt>
                <c:pt idx="3348">
                  <c:v>7.2553405761718745E-2</c:v>
                </c:pt>
                <c:pt idx="3349">
                  <c:v>7.2553405761718745E-2</c:v>
                </c:pt>
                <c:pt idx="3350">
                  <c:v>7.1984100341796878E-2</c:v>
                </c:pt>
                <c:pt idx="3351">
                  <c:v>7.1984100341796878E-2</c:v>
                </c:pt>
                <c:pt idx="3352">
                  <c:v>7.1630401611328123E-2</c:v>
                </c:pt>
                <c:pt idx="3353">
                  <c:v>7.1630401611328123E-2</c:v>
                </c:pt>
                <c:pt idx="3354">
                  <c:v>7.1457214355468757E-2</c:v>
                </c:pt>
                <c:pt idx="3355">
                  <c:v>7.1457214355468757E-2</c:v>
                </c:pt>
                <c:pt idx="3356">
                  <c:v>7.0726318359374998E-2</c:v>
                </c:pt>
                <c:pt idx="3357">
                  <c:v>7.0726318359374998E-2</c:v>
                </c:pt>
                <c:pt idx="3358">
                  <c:v>7.0467071533203127E-2</c:v>
                </c:pt>
                <c:pt idx="3359">
                  <c:v>7.0467071533203127E-2</c:v>
                </c:pt>
                <c:pt idx="3360">
                  <c:v>7.0143890380859372E-2</c:v>
                </c:pt>
                <c:pt idx="3361">
                  <c:v>7.0143890380859372E-2</c:v>
                </c:pt>
                <c:pt idx="3362">
                  <c:v>6.9929046630859373E-2</c:v>
                </c:pt>
                <c:pt idx="3363">
                  <c:v>6.9929046630859373E-2</c:v>
                </c:pt>
                <c:pt idx="3364">
                  <c:v>6.9519805908203128E-2</c:v>
                </c:pt>
                <c:pt idx="3365">
                  <c:v>6.9519805908203128E-2</c:v>
                </c:pt>
                <c:pt idx="3366">
                  <c:v>6.935287475585937E-2</c:v>
                </c:pt>
                <c:pt idx="3367">
                  <c:v>6.935287475585937E-2</c:v>
                </c:pt>
                <c:pt idx="3368">
                  <c:v>6.9086761474609376E-2</c:v>
                </c:pt>
                <c:pt idx="3369">
                  <c:v>6.9086761474609376E-2</c:v>
                </c:pt>
                <c:pt idx="3370">
                  <c:v>6.8875274658203131E-2</c:v>
                </c:pt>
                <c:pt idx="3371">
                  <c:v>6.8875274658203131E-2</c:v>
                </c:pt>
                <c:pt idx="3372">
                  <c:v>6.8417968750000002E-2</c:v>
                </c:pt>
                <c:pt idx="3373">
                  <c:v>6.8417968750000002E-2</c:v>
                </c:pt>
                <c:pt idx="3374">
                  <c:v>6.7894744873046878E-2</c:v>
                </c:pt>
                <c:pt idx="3375">
                  <c:v>6.7894744873046878E-2</c:v>
                </c:pt>
                <c:pt idx="3376">
                  <c:v>6.7686767578125001E-2</c:v>
                </c:pt>
                <c:pt idx="3377">
                  <c:v>6.7686767578125001E-2</c:v>
                </c:pt>
                <c:pt idx="3378">
                  <c:v>6.7099761962890622E-2</c:v>
                </c:pt>
                <c:pt idx="3379">
                  <c:v>6.7099761962890622E-2</c:v>
                </c:pt>
                <c:pt idx="3380">
                  <c:v>6.6783142089843747E-2</c:v>
                </c:pt>
                <c:pt idx="3381">
                  <c:v>6.6783142089843747E-2</c:v>
                </c:pt>
                <c:pt idx="3382">
                  <c:v>6.6605529785156256E-2</c:v>
                </c:pt>
                <c:pt idx="3383">
                  <c:v>6.6605529785156256E-2</c:v>
                </c:pt>
                <c:pt idx="3384">
                  <c:v>6.6474304199218751E-2</c:v>
                </c:pt>
                <c:pt idx="3385">
                  <c:v>6.6474304199218751E-2</c:v>
                </c:pt>
                <c:pt idx="3386">
                  <c:v>6.6128387451171874E-2</c:v>
                </c:pt>
                <c:pt idx="3387">
                  <c:v>6.6128387451171874E-2</c:v>
                </c:pt>
                <c:pt idx="3388">
                  <c:v>6.5982513427734368E-2</c:v>
                </c:pt>
                <c:pt idx="3389">
                  <c:v>6.5982513427734368E-2</c:v>
                </c:pt>
                <c:pt idx="3390">
                  <c:v>6.5644226074218756E-2</c:v>
                </c:pt>
                <c:pt idx="3391">
                  <c:v>6.5644226074218756E-2</c:v>
                </c:pt>
                <c:pt idx="3392">
                  <c:v>6.5430450439453128E-2</c:v>
                </c:pt>
                <c:pt idx="3393">
                  <c:v>6.5430450439453128E-2</c:v>
                </c:pt>
                <c:pt idx="3394">
                  <c:v>6.5120544433593747E-2</c:v>
                </c:pt>
                <c:pt idx="3395">
                  <c:v>6.5120544433593747E-2</c:v>
                </c:pt>
                <c:pt idx="3396">
                  <c:v>6.4724426269531246E-2</c:v>
                </c:pt>
                <c:pt idx="3397">
                  <c:v>6.4724426269531246E-2</c:v>
                </c:pt>
                <c:pt idx="3398">
                  <c:v>6.4385070800781249E-2</c:v>
                </c:pt>
                <c:pt idx="3399">
                  <c:v>6.4385070800781249E-2</c:v>
                </c:pt>
                <c:pt idx="3400">
                  <c:v>6.4116821289062501E-2</c:v>
                </c:pt>
                <c:pt idx="3401">
                  <c:v>6.4116821289062501E-2</c:v>
                </c:pt>
                <c:pt idx="3402">
                  <c:v>6.3715362548828119E-2</c:v>
                </c:pt>
                <c:pt idx="3403">
                  <c:v>6.3715362548828119E-2</c:v>
                </c:pt>
                <c:pt idx="3404">
                  <c:v>6.3399505615234372E-2</c:v>
                </c:pt>
                <c:pt idx="3405">
                  <c:v>6.3399505615234372E-2</c:v>
                </c:pt>
                <c:pt idx="3406">
                  <c:v>6.3079833984375E-2</c:v>
                </c:pt>
                <c:pt idx="3407">
                  <c:v>6.3079833984375E-2</c:v>
                </c:pt>
                <c:pt idx="3408">
                  <c:v>6.2703552246093752E-2</c:v>
                </c:pt>
                <c:pt idx="3409">
                  <c:v>6.2703552246093752E-2</c:v>
                </c:pt>
                <c:pt idx="3410">
                  <c:v>6.2375946044921873E-2</c:v>
                </c:pt>
                <c:pt idx="3411">
                  <c:v>6.2375946044921873E-2</c:v>
                </c:pt>
                <c:pt idx="3412">
                  <c:v>6.1971588134765623E-2</c:v>
                </c:pt>
                <c:pt idx="3413">
                  <c:v>6.1971588134765623E-2</c:v>
                </c:pt>
                <c:pt idx="3414">
                  <c:v>6.1817169189453125E-2</c:v>
                </c:pt>
                <c:pt idx="3415">
                  <c:v>6.1817169189453125E-2</c:v>
                </c:pt>
                <c:pt idx="3416">
                  <c:v>6.1465759277343747E-2</c:v>
                </c:pt>
                <c:pt idx="3417">
                  <c:v>6.1465759277343747E-2</c:v>
                </c:pt>
                <c:pt idx="3418">
                  <c:v>6.105010986328125E-2</c:v>
                </c:pt>
                <c:pt idx="3419">
                  <c:v>6.105010986328125E-2</c:v>
                </c:pt>
                <c:pt idx="3420">
                  <c:v>6.0800170898437499E-2</c:v>
                </c:pt>
                <c:pt idx="3421">
                  <c:v>6.0800170898437499E-2</c:v>
                </c:pt>
                <c:pt idx="3422">
                  <c:v>6.0487518310546877E-2</c:v>
                </c:pt>
                <c:pt idx="3423">
                  <c:v>6.0487518310546877E-2</c:v>
                </c:pt>
                <c:pt idx="3424">
                  <c:v>6.0301208496093751E-2</c:v>
                </c:pt>
                <c:pt idx="3425">
                  <c:v>6.0301208496093751E-2</c:v>
                </c:pt>
                <c:pt idx="3426">
                  <c:v>6.0147552490234374E-2</c:v>
                </c:pt>
                <c:pt idx="3427">
                  <c:v>6.0147552490234374E-2</c:v>
                </c:pt>
                <c:pt idx="3428">
                  <c:v>5.9862213134765627E-2</c:v>
                </c:pt>
                <c:pt idx="3429">
                  <c:v>5.9862213134765627E-2</c:v>
                </c:pt>
                <c:pt idx="3430">
                  <c:v>5.9599456787109373E-2</c:v>
                </c:pt>
                <c:pt idx="3431">
                  <c:v>5.9599456787109373E-2</c:v>
                </c:pt>
                <c:pt idx="3432">
                  <c:v>5.9398956298828125E-2</c:v>
                </c:pt>
                <c:pt idx="3433">
                  <c:v>5.9398956298828125E-2</c:v>
                </c:pt>
                <c:pt idx="3434">
                  <c:v>5.9076538085937498E-2</c:v>
                </c:pt>
                <c:pt idx="3435">
                  <c:v>5.9076538085937498E-2</c:v>
                </c:pt>
                <c:pt idx="3436">
                  <c:v>5.8708038330078122E-2</c:v>
                </c:pt>
                <c:pt idx="3437">
                  <c:v>5.8708038330078122E-2</c:v>
                </c:pt>
                <c:pt idx="3438">
                  <c:v>5.848663330078125E-2</c:v>
                </c:pt>
                <c:pt idx="3439">
                  <c:v>5.848663330078125E-2</c:v>
                </c:pt>
                <c:pt idx="3440">
                  <c:v>5.8278808593750002E-2</c:v>
                </c:pt>
                <c:pt idx="3441">
                  <c:v>5.8278808593750002E-2</c:v>
                </c:pt>
                <c:pt idx="3442">
                  <c:v>5.7541046142578128E-2</c:v>
                </c:pt>
                <c:pt idx="3443">
                  <c:v>5.7541046142578128E-2</c:v>
                </c:pt>
                <c:pt idx="3444">
                  <c:v>5.7186737060546874E-2</c:v>
                </c:pt>
                <c:pt idx="3445">
                  <c:v>5.7186737060546874E-2</c:v>
                </c:pt>
                <c:pt idx="3446">
                  <c:v>5.6853790283203122E-2</c:v>
                </c:pt>
                <c:pt idx="3447">
                  <c:v>5.6853790283203122E-2</c:v>
                </c:pt>
                <c:pt idx="3448">
                  <c:v>5.6362152099609375E-2</c:v>
                </c:pt>
                <c:pt idx="3449">
                  <c:v>5.6362152099609375E-2</c:v>
                </c:pt>
                <c:pt idx="3450">
                  <c:v>5.6065216064453118E-2</c:v>
                </c:pt>
                <c:pt idx="3451">
                  <c:v>5.6065216064453118E-2</c:v>
                </c:pt>
                <c:pt idx="3452">
                  <c:v>5.5748443603515628E-2</c:v>
                </c:pt>
                <c:pt idx="3453">
                  <c:v>5.5748443603515628E-2</c:v>
                </c:pt>
                <c:pt idx="3454">
                  <c:v>5.5413513183593749E-2</c:v>
                </c:pt>
                <c:pt idx="3455">
                  <c:v>5.5413513183593749E-2</c:v>
                </c:pt>
                <c:pt idx="3456">
                  <c:v>5.5272216796875002E-2</c:v>
                </c:pt>
                <c:pt idx="3457">
                  <c:v>5.5272216796875002E-2</c:v>
                </c:pt>
                <c:pt idx="3458">
                  <c:v>5.4936218261718753E-2</c:v>
                </c:pt>
                <c:pt idx="3459">
                  <c:v>5.4936218261718753E-2</c:v>
                </c:pt>
                <c:pt idx="3460">
                  <c:v>5.4715728759765624E-2</c:v>
                </c:pt>
                <c:pt idx="3461">
                  <c:v>5.4715728759765624E-2</c:v>
                </c:pt>
                <c:pt idx="3462">
                  <c:v>5.4170227050781249E-2</c:v>
                </c:pt>
                <c:pt idx="3463">
                  <c:v>5.4170227050781249E-2</c:v>
                </c:pt>
                <c:pt idx="3464">
                  <c:v>5.3984832763671872E-2</c:v>
                </c:pt>
                <c:pt idx="3465">
                  <c:v>5.3984832763671872E-2</c:v>
                </c:pt>
                <c:pt idx="3466">
                  <c:v>5.3605957031249998E-2</c:v>
                </c:pt>
                <c:pt idx="3467">
                  <c:v>5.3605957031249998E-2</c:v>
                </c:pt>
                <c:pt idx="3468">
                  <c:v>5.3298187255859372E-2</c:v>
                </c:pt>
                <c:pt idx="3469">
                  <c:v>5.3298187255859372E-2</c:v>
                </c:pt>
                <c:pt idx="3470">
                  <c:v>5.2958374023437498E-2</c:v>
                </c:pt>
                <c:pt idx="3471">
                  <c:v>5.2958374023437498E-2</c:v>
                </c:pt>
                <c:pt idx="3472">
                  <c:v>5.2782287597656248E-2</c:v>
                </c:pt>
                <c:pt idx="3473">
                  <c:v>5.2782287597656248E-2</c:v>
                </c:pt>
                <c:pt idx="3474">
                  <c:v>5.2664184570312501E-2</c:v>
                </c:pt>
                <c:pt idx="3475">
                  <c:v>5.2664184570312501E-2</c:v>
                </c:pt>
                <c:pt idx="3476">
                  <c:v>5.2396545410156252E-2</c:v>
                </c:pt>
                <c:pt idx="3477">
                  <c:v>5.2396545410156252E-2</c:v>
                </c:pt>
                <c:pt idx="3478">
                  <c:v>5.2191314697265623E-2</c:v>
                </c:pt>
                <c:pt idx="3479">
                  <c:v>5.2191314697265623E-2</c:v>
                </c:pt>
                <c:pt idx="3480">
                  <c:v>5.1894226074218751E-2</c:v>
                </c:pt>
                <c:pt idx="3481">
                  <c:v>5.1894226074218751E-2</c:v>
                </c:pt>
                <c:pt idx="3482">
                  <c:v>5.1686401367187502E-2</c:v>
                </c:pt>
                <c:pt idx="3483">
                  <c:v>5.1686401367187502E-2</c:v>
                </c:pt>
                <c:pt idx="3484">
                  <c:v>5.1497802734375001E-2</c:v>
                </c:pt>
                <c:pt idx="3485">
                  <c:v>5.1497802734375001E-2</c:v>
                </c:pt>
                <c:pt idx="3486">
                  <c:v>5.1228027343750003E-2</c:v>
                </c:pt>
                <c:pt idx="3487">
                  <c:v>5.1228027343750003E-2</c:v>
                </c:pt>
                <c:pt idx="3488">
                  <c:v>5.0866851806640627E-2</c:v>
                </c:pt>
                <c:pt idx="3489">
                  <c:v>5.0866851806640627E-2</c:v>
                </c:pt>
                <c:pt idx="3490">
                  <c:v>5.0632781982421875E-2</c:v>
                </c:pt>
                <c:pt idx="3491">
                  <c:v>5.0632781982421875E-2</c:v>
                </c:pt>
                <c:pt idx="3492">
                  <c:v>5.0281372070312497E-2</c:v>
                </c:pt>
                <c:pt idx="3493">
                  <c:v>5.0281372070312497E-2</c:v>
                </c:pt>
                <c:pt idx="3494">
                  <c:v>5.0177307128906251E-2</c:v>
                </c:pt>
                <c:pt idx="3495">
                  <c:v>5.0177307128906251E-2</c:v>
                </c:pt>
                <c:pt idx="3496">
                  <c:v>4.9836425781249999E-2</c:v>
                </c:pt>
                <c:pt idx="3497">
                  <c:v>4.9836425781249999E-2</c:v>
                </c:pt>
                <c:pt idx="3498">
                  <c:v>4.9420928955078131E-2</c:v>
                </c:pt>
                <c:pt idx="3499">
                  <c:v>4.9420928955078131E-2</c:v>
                </c:pt>
                <c:pt idx="3500">
                  <c:v>4.922454833984375E-2</c:v>
                </c:pt>
                <c:pt idx="3501">
                  <c:v>4.922454833984375E-2</c:v>
                </c:pt>
                <c:pt idx="3502">
                  <c:v>4.8943481445312499E-2</c:v>
                </c:pt>
                <c:pt idx="3503">
                  <c:v>4.8943481445312499E-2</c:v>
                </c:pt>
                <c:pt idx="3504">
                  <c:v>4.8783416748046877E-2</c:v>
                </c:pt>
                <c:pt idx="3505">
                  <c:v>4.8783416748046877E-2</c:v>
                </c:pt>
                <c:pt idx="3506">
                  <c:v>4.8460388183593751E-2</c:v>
                </c:pt>
                <c:pt idx="3507">
                  <c:v>4.8460388183593751E-2</c:v>
                </c:pt>
                <c:pt idx="3508">
                  <c:v>4.8241882324218749E-2</c:v>
                </c:pt>
                <c:pt idx="3509">
                  <c:v>4.8241882324218749E-2</c:v>
                </c:pt>
                <c:pt idx="3510">
                  <c:v>4.7973175048828122E-2</c:v>
                </c:pt>
                <c:pt idx="3511">
                  <c:v>4.7973175048828122E-2</c:v>
                </c:pt>
                <c:pt idx="3512">
                  <c:v>4.7655334472656248E-2</c:v>
                </c:pt>
                <c:pt idx="3513">
                  <c:v>4.7655334472656248E-2</c:v>
                </c:pt>
                <c:pt idx="3514">
                  <c:v>4.7376403808593752E-2</c:v>
                </c:pt>
                <c:pt idx="3515">
                  <c:v>4.7376403808593752E-2</c:v>
                </c:pt>
                <c:pt idx="3516">
                  <c:v>4.7187652587890622E-2</c:v>
                </c:pt>
                <c:pt idx="3517">
                  <c:v>4.7187652587890622E-2</c:v>
                </c:pt>
                <c:pt idx="3518">
                  <c:v>4.6959533691406249E-2</c:v>
                </c:pt>
                <c:pt idx="3519">
                  <c:v>4.6959533691406249E-2</c:v>
                </c:pt>
                <c:pt idx="3520">
                  <c:v>4.6850128173828123E-2</c:v>
                </c:pt>
                <c:pt idx="3521">
                  <c:v>4.6850128173828123E-2</c:v>
                </c:pt>
                <c:pt idx="3522">
                  <c:v>4.6733703613281247E-2</c:v>
                </c:pt>
                <c:pt idx="3523">
                  <c:v>4.6733703613281247E-2</c:v>
                </c:pt>
                <c:pt idx="3524">
                  <c:v>4.6539306640625E-2</c:v>
                </c:pt>
                <c:pt idx="3525">
                  <c:v>4.6539306640625E-2</c:v>
                </c:pt>
                <c:pt idx="3526">
                  <c:v>4.6178131103515624E-2</c:v>
                </c:pt>
                <c:pt idx="3527">
                  <c:v>4.6178131103515624E-2</c:v>
                </c:pt>
                <c:pt idx="3528">
                  <c:v>4.6027221679687501E-2</c:v>
                </c:pt>
                <c:pt idx="3529">
                  <c:v>4.6027221679687501E-2</c:v>
                </c:pt>
                <c:pt idx="3530">
                  <c:v>4.5687103271484376E-2</c:v>
                </c:pt>
                <c:pt idx="3531">
                  <c:v>4.5687103271484376E-2</c:v>
                </c:pt>
                <c:pt idx="3532">
                  <c:v>4.547882080078125E-2</c:v>
                </c:pt>
                <c:pt idx="3533">
                  <c:v>4.547882080078125E-2</c:v>
                </c:pt>
                <c:pt idx="3534">
                  <c:v>4.5320129394531249E-2</c:v>
                </c:pt>
                <c:pt idx="3535">
                  <c:v>4.5320129394531249E-2</c:v>
                </c:pt>
                <c:pt idx="3536">
                  <c:v>4.4897155761718752E-2</c:v>
                </c:pt>
                <c:pt idx="3537">
                  <c:v>4.4897155761718752E-2</c:v>
                </c:pt>
                <c:pt idx="3538">
                  <c:v>4.468536376953125E-2</c:v>
                </c:pt>
                <c:pt idx="3539">
                  <c:v>4.468536376953125E-2</c:v>
                </c:pt>
                <c:pt idx="3540">
                  <c:v>4.4549407958984377E-2</c:v>
                </c:pt>
                <c:pt idx="3541">
                  <c:v>4.4549407958984377E-2</c:v>
                </c:pt>
                <c:pt idx="3542">
                  <c:v>4.4203643798828123E-2</c:v>
                </c:pt>
                <c:pt idx="3543">
                  <c:v>4.4203643798828123E-2</c:v>
                </c:pt>
                <c:pt idx="3544">
                  <c:v>4.4078216552734376E-2</c:v>
                </c:pt>
                <c:pt idx="3545">
                  <c:v>4.4078216552734376E-2</c:v>
                </c:pt>
                <c:pt idx="3546">
                  <c:v>4.3893432617187499E-2</c:v>
                </c:pt>
                <c:pt idx="3547">
                  <c:v>4.3893432617187499E-2</c:v>
                </c:pt>
                <c:pt idx="3548">
                  <c:v>4.3733367919921877E-2</c:v>
                </c:pt>
                <c:pt idx="3549">
                  <c:v>4.3733367919921877E-2</c:v>
                </c:pt>
                <c:pt idx="3550">
                  <c:v>4.3558807373046883E-2</c:v>
                </c:pt>
                <c:pt idx="3551">
                  <c:v>4.3558807373046883E-2</c:v>
                </c:pt>
                <c:pt idx="3552">
                  <c:v>4.3303070068359373E-2</c:v>
                </c:pt>
                <c:pt idx="3553">
                  <c:v>4.3303070068359373E-2</c:v>
                </c:pt>
                <c:pt idx="3554">
                  <c:v>4.3019256591796874E-2</c:v>
                </c:pt>
                <c:pt idx="3555">
                  <c:v>4.3019256591796874E-2</c:v>
                </c:pt>
                <c:pt idx="3556">
                  <c:v>4.2751922607421874E-2</c:v>
                </c:pt>
                <c:pt idx="3557">
                  <c:v>4.2751922607421874E-2</c:v>
                </c:pt>
                <c:pt idx="3558">
                  <c:v>4.2567291259765626E-2</c:v>
                </c:pt>
                <c:pt idx="3559">
                  <c:v>4.2567291259765626E-2</c:v>
                </c:pt>
                <c:pt idx="3560">
                  <c:v>4.2403411865234372E-2</c:v>
                </c:pt>
                <c:pt idx="3561">
                  <c:v>4.2403411865234372E-2</c:v>
                </c:pt>
                <c:pt idx="3562">
                  <c:v>4.2136077880859373E-2</c:v>
                </c:pt>
                <c:pt idx="3563">
                  <c:v>4.2136077880859373E-2</c:v>
                </c:pt>
                <c:pt idx="3564">
                  <c:v>4.1827850341796875E-2</c:v>
                </c:pt>
                <c:pt idx="3565">
                  <c:v>4.1827850341796875E-2</c:v>
                </c:pt>
                <c:pt idx="3566">
                  <c:v>4.1563568115234373E-2</c:v>
                </c:pt>
                <c:pt idx="3567">
                  <c:v>4.1563568115234373E-2</c:v>
                </c:pt>
                <c:pt idx="3568">
                  <c:v>4.1280517578125002E-2</c:v>
                </c:pt>
                <c:pt idx="3569">
                  <c:v>4.1280517578125002E-2</c:v>
                </c:pt>
                <c:pt idx="3570">
                  <c:v>4.1055297851562499E-2</c:v>
                </c:pt>
                <c:pt idx="3571">
                  <c:v>4.1055297851562499E-2</c:v>
                </c:pt>
                <c:pt idx="3572">
                  <c:v>4.0836029052734375E-2</c:v>
                </c:pt>
                <c:pt idx="3573">
                  <c:v>4.0836029052734375E-2</c:v>
                </c:pt>
                <c:pt idx="3574">
                  <c:v>4.0587615966796872E-2</c:v>
                </c:pt>
                <c:pt idx="3575">
                  <c:v>4.0587615966796872E-2</c:v>
                </c:pt>
                <c:pt idx="3576">
                  <c:v>4.0384368896484377E-2</c:v>
                </c:pt>
                <c:pt idx="3577">
                  <c:v>4.0384368896484377E-2</c:v>
                </c:pt>
                <c:pt idx="3578">
                  <c:v>4.0241088867187497E-2</c:v>
                </c:pt>
                <c:pt idx="3579">
                  <c:v>4.0241088867187497E-2</c:v>
                </c:pt>
                <c:pt idx="3580">
                  <c:v>3.9966888427734375E-2</c:v>
                </c:pt>
                <c:pt idx="3581">
                  <c:v>3.9966888427734375E-2</c:v>
                </c:pt>
                <c:pt idx="3582">
                  <c:v>3.9858856201171869E-2</c:v>
                </c:pt>
                <c:pt idx="3583">
                  <c:v>3.9858856201171869E-2</c:v>
                </c:pt>
                <c:pt idx="3584">
                  <c:v>3.9669036865234375E-2</c:v>
                </c:pt>
                <c:pt idx="3585">
                  <c:v>3.9669036865234375E-2</c:v>
                </c:pt>
                <c:pt idx="3586">
                  <c:v>3.9493408203124997E-2</c:v>
                </c:pt>
                <c:pt idx="3587">
                  <c:v>3.9493408203124997E-2</c:v>
                </c:pt>
                <c:pt idx="3588">
                  <c:v>3.9200286865234378E-2</c:v>
                </c:pt>
                <c:pt idx="3589">
                  <c:v>3.9200286865234378E-2</c:v>
                </c:pt>
                <c:pt idx="3590">
                  <c:v>3.9042968749999997E-2</c:v>
                </c:pt>
                <c:pt idx="3591">
                  <c:v>3.9042968749999997E-2</c:v>
                </c:pt>
                <c:pt idx="3592">
                  <c:v>3.8831329345703117E-2</c:v>
                </c:pt>
                <c:pt idx="3593">
                  <c:v>3.8831329345703117E-2</c:v>
                </c:pt>
                <c:pt idx="3594">
                  <c:v>3.872650146484375E-2</c:v>
                </c:pt>
                <c:pt idx="3595">
                  <c:v>3.872650146484375E-2</c:v>
                </c:pt>
                <c:pt idx="3596">
                  <c:v>3.8566436767578122E-2</c:v>
                </c:pt>
                <c:pt idx="3597">
                  <c:v>3.8566436767578122E-2</c:v>
                </c:pt>
                <c:pt idx="3598">
                  <c:v>3.8324737548828126E-2</c:v>
                </c:pt>
                <c:pt idx="3599">
                  <c:v>3.8324737548828126E-2</c:v>
                </c:pt>
                <c:pt idx="3600">
                  <c:v>3.8123779296875E-2</c:v>
                </c:pt>
                <c:pt idx="3601">
                  <c:v>3.8123779296875E-2</c:v>
                </c:pt>
                <c:pt idx="3602">
                  <c:v>3.7854919433593752E-2</c:v>
                </c:pt>
                <c:pt idx="3603">
                  <c:v>3.7854919433593752E-2</c:v>
                </c:pt>
                <c:pt idx="3604">
                  <c:v>3.7705535888671877E-2</c:v>
                </c:pt>
                <c:pt idx="3605">
                  <c:v>3.7705535888671877E-2</c:v>
                </c:pt>
                <c:pt idx="3606">
                  <c:v>3.7523040771484377E-2</c:v>
                </c:pt>
                <c:pt idx="3607">
                  <c:v>3.7523040771484377E-2</c:v>
                </c:pt>
                <c:pt idx="3608">
                  <c:v>3.7200927734375E-2</c:v>
                </c:pt>
                <c:pt idx="3609">
                  <c:v>3.7200927734375E-2</c:v>
                </c:pt>
                <c:pt idx="3610">
                  <c:v>3.7030181884765624E-2</c:v>
                </c:pt>
                <c:pt idx="3611">
                  <c:v>3.7030181884765624E-2</c:v>
                </c:pt>
                <c:pt idx="3612">
                  <c:v>3.6786041259765624E-2</c:v>
                </c:pt>
                <c:pt idx="3613">
                  <c:v>3.6786041259765624E-2</c:v>
                </c:pt>
                <c:pt idx="3614">
                  <c:v>3.662109375E-2</c:v>
                </c:pt>
                <c:pt idx="3615">
                  <c:v>3.662109375E-2</c:v>
                </c:pt>
                <c:pt idx="3616">
                  <c:v>3.6439971923828127E-2</c:v>
                </c:pt>
                <c:pt idx="3617">
                  <c:v>3.6439971923828127E-2</c:v>
                </c:pt>
                <c:pt idx="3618">
                  <c:v>3.6289062499999997E-2</c:v>
                </c:pt>
                <c:pt idx="3619">
                  <c:v>3.6289062499999997E-2</c:v>
                </c:pt>
                <c:pt idx="3620">
                  <c:v>3.6055297851562501E-2</c:v>
                </c:pt>
                <c:pt idx="3621">
                  <c:v>3.6055297851562501E-2</c:v>
                </c:pt>
                <c:pt idx="3622">
                  <c:v>3.5854644775390625E-2</c:v>
                </c:pt>
                <c:pt idx="3623">
                  <c:v>3.5854644775390625E-2</c:v>
                </c:pt>
                <c:pt idx="3624">
                  <c:v>3.562896728515625E-2</c:v>
                </c:pt>
                <c:pt idx="3625">
                  <c:v>3.562896728515625E-2</c:v>
                </c:pt>
                <c:pt idx="3626">
                  <c:v>3.546142578125E-2</c:v>
                </c:pt>
                <c:pt idx="3627">
                  <c:v>3.546142578125E-2</c:v>
                </c:pt>
                <c:pt idx="3628">
                  <c:v>3.5271911621093749E-2</c:v>
                </c:pt>
                <c:pt idx="3629">
                  <c:v>3.5271911621093749E-2</c:v>
                </c:pt>
                <c:pt idx="3630">
                  <c:v>3.4959411621093749E-2</c:v>
                </c:pt>
                <c:pt idx="3631">
                  <c:v>3.4959411621093749E-2</c:v>
                </c:pt>
                <c:pt idx="3632">
                  <c:v>3.4615631103515627E-2</c:v>
                </c:pt>
                <c:pt idx="3633">
                  <c:v>3.4615631103515627E-2</c:v>
                </c:pt>
                <c:pt idx="3634">
                  <c:v>3.4385070800781251E-2</c:v>
                </c:pt>
                <c:pt idx="3635">
                  <c:v>3.4385070800781251E-2</c:v>
                </c:pt>
                <c:pt idx="3636">
                  <c:v>3.4178161621093751E-2</c:v>
                </c:pt>
                <c:pt idx="3637">
                  <c:v>3.4178161621093751E-2</c:v>
                </c:pt>
                <c:pt idx="3638">
                  <c:v>3.4029235839843748E-2</c:v>
                </c:pt>
                <c:pt idx="3639">
                  <c:v>3.4029235839843748E-2</c:v>
                </c:pt>
                <c:pt idx="3640">
                  <c:v>3.3828277587890622E-2</c:v>
                </c:pt>
                <c:pt idx="3641">
                  <c:v>3.3828277587890622E-2</c:v>
                </c:pt>
                <c:pt idx="3642">
                  <c:v>3.3573608398437503E-2</c:v>
                </c:pt>
                <c:pt idx="3643">
                  <c:v>3.3573608398437503E-2</c:v>
                </c:pt>
                <c:pt idx="3644">
                  <c:v>3.3235626220703127E-2</c:v>
                </c:pt>
                <c:pt idx="3645">
                  <c:v>3.3235626220703127E-2</c:v>
                </c:pt>
                <c:pt idx="3646">
                  <c:v>3.2936859130859378E-2</c:v>
                </c:pt>
                <c:pt idx="3647">
                  <c:v>3.2936859130859378E-2</c:v>
                </c:pt>
                <c:pt idx="3648">
                  <c:v>3.2739868164062498E-2</c:v>
                </c:pt>
                <c:pt idx="3649">
                  <c:v>3.2739868164062498E-2</c:v>
                </c:pt>
                <c:pt idx="3650">
                  <c:v>3.2675170898437501E-2</c:v>
                </c:pt>
                <c:pt idx="3651">
                  <c:v>3.2675170898437501E-2</c:v>
                </c:pt>
                <c:pt idx="3652">
                  <c:v>3.2438507080078123E-2</c:v>
                </c:pt>
                <c:pt idx="3653">
                  <c:v>3.2438507080078123E-2</c:v>
                </c:pt>
                <c:pt idx="3654">
                  <c:v>3.2344818115234375E-2</c:v>
                </c:pt>
                <c:pt idx="3655">
                  <c:v>3.2344818115234375E-2</c:v>
                </c:pt>
                <c:pt idx="3656">
                  <c:v>3.218109130859375E-2</c:v>
                </c:pt>
                <c:pt idx="3657">
                  <c:v>3.218109130859375E-2</c:v>
                </c:pt>
                <c:pt idx="3658">
                  <c:v>3.203582763671875E-2</c:v>
                </c:pt>
                <c:pt idx="3659">
                  <c:v>3.203582763671875E-2</c:v>
                </c:pt>
                <c:pt idx="3660">
                  <c:v>3.1947784423828125E-2</c:v>
                </c:pt>
                <c:pt idx="3661">
                  <c:v>3.1947784423828125E-2</c:v>
                </c:pt>
                <c:pt idx="3662">
                  <c:v>3.1769866943359377E-2</c:v>
                </c:pt>
                <c:pt idx="3663">
                  <c:v>3.1769866943359377E-2</c:v>
                </c:pt>
                <c:pt idx="3664">
                  <c:v>3.1515655517578123E-2</c:v>
                </c:pt>
                <c:pt idx="3665">
                  <c:v>3.1515655517578123E-2</c:v>
                </c:pt>
                <c:pt idx="3666">
                  <c:v>3.1315307617187503E-2</c:v>
                </c:pt>
                <c:pt idx="3667">
                  <c:v>3.1315307617187503E-2</c:v>
                </c:pt>
                <c:pt idx="3668">
                  <c:v>3.1242218017578125E-2</c:v>
                </c:pt>
                <c:pt idx="3669">
                  <c:v>3.1242218017578125E-2</c:v>
                </c:pt>
                <c:pt idx="3670">
                  <c:v>3.1136322021484374E-2</c:v>
                </c:pt>
                <c:pt idx="3671">
                  <c:v>3.1136322021484374E-2</c:v>
                </c:pt>
                <c:pt idx="3672">
                  <c:v>3.0958709716796876E-2</c:v>
                </c:pt>
                <c:pt idx="3673">
                  <c:v>3.0958709716796876E-2</c:v>
                </c:pt>
                <c:pt idx="3674">
                  <c:v>3.0789794921874999E-2</c:v>
                </c:pt>
                <c:pt idx="3675">
                  <c:v>3.0789794921874999E-2</c:v>
                </c:pt>
                <c:pt idx="3676">
                  <c:v>3.0552215576171875E-2</c:v>
                </c:pt>
                <c:pt idx="3677">
                  <c:v>3.0552215576171875E-2</c:v>
                </c:pt>
                <c:pt idx="3678">
                  <c:v>3.027679443359375E-2</c:v>
                </c:pt>
                <c:pt idx="3679">
                  <c:v>3.027679443359375E-2</c:v>
                </c:pt>
                <c:pt idx="3680">
                  <c:v>3.0157928466796876E-2</c:v>
                </c:pt>
                <c:pt idx="3681">
                  <c:v>3.0157928466796876E-2</c:v>
                </c:pt>
                <c:pt idx="3682">
                  <c:v>2.9953765869140624E-2</c:v>
                </c:pt>
                <c:pt idx="3683">
                  <c:v>2.9953765869140624E-2</c:v>
                </c:pt>
                <c:pt idx="3684">
                  <c:v>2.9729614257812498E-2</c:v>
                </c:pt>
                <c:pt idx="3685">
                  <c:v>2.9729614257812498E-2</c:v>
                </c:pt>
                <c:pt idx="3686">
                  <c:v>2.9561767578124998E-2</c:v>
                </c:pt>
                <c:pt idx="3687">
                  <c:v>2.9561767578124998E-2</c:v>
                </c:pt>
                <c:pt idx="3688">
                  <c:v>2.9343566894531249E-2</c:v>
                </c:pt>
                <c:pt idx="3689">
                  <c:v>2.9343566894531249E-2</c:v>
                </c:pt>
                <c:pt idx="3690">
                  <c:v>2.9222869873046876E-2</c:v>
                </c:pt>
                <c:pt idx="3691">
                  <c:v>2.9222869873046876E-2</c:v>
                </c:pt>
                <c:pt idx="3692">
                  <c:v>2.9013824462890626E-2</c:v>
                </c:pt>
                <c:pt idx="3693">
                  <c:v>2.9013824462890626E-2</c:v>
                </c:pt>
                <c:pt idx="3694">
                  <c:v>2.8903656005859375E-2</c:v>
                </c:pt>
                <c:pt idx="3695">
                  <c:v>2.8903656005859375E-2</c:v>
                </c:pt>
                <c:pt idx="3696">
                  <c:v>2.8672332763671871E-2</c:v>
                </c:pt>
                <c:pt idx="3697">
                  <c:v>2.8672332763671871E-2</c:v>
                </c:pt>
                <c:pt idx="3698">
                  <c:v>2.8403320312500001E-2</c:v>
                </c:pt>
                <c:pt idx="3699">
                  <c:v>2.8403320312500001E-2</c:v>
                </c:pt>
                <c:pt idx="3700">
                  <c:v>2.8252563476562499E-2</c:v>
                </c:pt>
                <c:pt idx="3701">
                  <c:v>2.8252563476562499E-2</c:v>
                </c:pt>
                <c:pt idx="3702">
                  <c:v>2.8087005615234376E-2</c:v>
                </c:pt>
                <c:pt idx="3703">
                  <c:v>2.8087005615234376E-2</c:v>
                </c:pt>
                <c:pt idx="3704">
                  <c:v>2.7932281494140624E-2</c:v>
                </c:pt>
                <c:pt idx="3705">
                  <c:v>2.7932281494140624E-2</c:v>
                </c:pt>
                <c:pt idx="3706">
                  <c:v>2.7840270996093749E-2</c:v>
                </c:pt>
                <c:pt idx="3707">
                  <c:v>2.7840270996093749E-2</c:v>
                </c:pt>
                <c:pt idx="3708">
                  <c:v>2.767974853515625E-2</c:v>
                </c:pt>
                <c:pt idx="3709">
                  <c:v>2.767974853515625E-2</c:v>
                </c:pt>
                <c:pt idx="3710">
                  <c:v>2.7566223144531249E-2</c:v>
                </c:pt>
                <c:pt idx="3711">
                  <c:v>2.7566223144531249E-2</c:v>
                </c:pt>
                <c:pt idx="3712">
                  <c:v>2.7427520751953125E-2</c:v>
                </c:pt>
                <c:pt idx="3713">
                  <c:v>2.7427520751953125E-2</c:v>
                </c:pt>
                <c:pt idx="3714">
                  <c:v>2.7223815917968752E-2</c:v>
                </c:pt>
                <c:pt idx="3715">
                  <c:v>2.7223815917968752E-2</c:v>
                </c:pt>
                <c:pt idx="3716">
                  <c:v>2.7127685546874999E-2</c:v>
                </c:pt>
                <c:pt idx="3717">
                  <c:v>2.7127685546874999E-2</c:v>
                </c:pt>
                <c:pt idx="3718">
                  <c:v>2.7070922851562498E-2</c:v>
                </c:pt>
                <c:pt idx="3719">
                  <c:v>2.7070922851562498E-2</c:v>
                </c:pt>
                <c:pt idx="3720">
                  <c:v>2.6923217773437501E-2</c:v>
                </c:pt>
                <c:pt idx="3721">
                  <c:v>2.6923217773437501E-2</c:v>
                </c:pt>
                <c:pt idx="3722">
                  <c:v>2.6732635498046876E-2</c:v>
                </c:pt>
                <c:pt idx="3723">
                  <c:v>2.6732635498046876E-2</c:v>
                </c:pt>
                <c:pt idx="3724">
                  <c:v>2.6495971679687501E-2</c:v>
                </c:pt>
                <c:pt idx="3725">
                  <c:v>2.6495971679687501E-2</c:v>
                </c:pt>
                <c:pt idx="3726">
                  <c:v>2.6411132812500002E-2</c:v>
                </c:pt>
                <c:pt idx="3727">
                  <c:v>2.6411132812500002E-2</c:v>
                </c:pt>
                <c:pt idx="3728">
                  <c:v>2.6261291503906249E-2</c:v>
                </c:pt>
                <c:pt idx="3729">
                  <c:v>2.6261291503906249E-2</c:v>
                </c:pt>
                <c:pt idx="3730">
                  <c:v>2.61346435546875E-2</c:v>
                </c:pt>
                <c:pt idx="3731">
                  <c:v>2.61346435546875E-2</c:v>
                </c:pt>
                <c:pt idx="3732">
                  <c:v>2.5941467285156249E-2</c:v>
                </c:pt>
                <c:pt idx="3733">
                  <c:v>2.5941467285156249E-2</c:v>
                </c:pt>
                <c:pt idx="3734">
                  <c:v>2.5778503417968751E-2</c:v>
                </c:pt>
                <c:pt idx="3735">
                  <c:v>2.5778503417968751E-2</c:v>
                </c:pt>
                <c:pt idx="3736">
                  <c:v>2.560089111328125E-2</c:v>
                </c:pt>
                <c:pt idx="3737">
                  <c:v>2.560089111328125E-2</c:v>
                </c:pt>
                <c:pt idx="3738">
                  <c:v>2.5474395751953125E-2</c:v>
                </c:pt>
                <c:pt idx="3739">
                  <c:v>2.5474395751953125E-2</c:v>
                </c:pt>
                <c:pt idx="3740">
                  <c:v>2.5335540771484377E-2</c:v>
                </c:pt>
                <c:pt idx="3741">
                  <c:v>2.5335540771484377E-2</c:v>
                </c:pt>
                <c:pt idx="3742">
                  <c:v>2.5177154541015625E-2</c:v>
                </c:pt>
                <c:pt idx="3743">
                  <c:v>2.5177154541015625E-2</c:v>
                </c:pt>
                <c:pt idx="3744">
                  <c:v>2.5006866455078124E-2</c:v>
                </c:pt>
                <c:pt idx="3745">
                  <c:v>2.5006866455078124E-2</c:v>
                </c:pt>
                <c:pt idx="3746">
                  <c:v>2.4836883544921876E-2</c:v>
                </c:pt>
                <c:pt idx="3747">
                  <c:v>2.4836883544921876E-2</c:v>
                </c:pt>
                <c:pt idx="3748">
                  <c:v>2.472686767578125E-2</c:v>
                </c:pt>
                <c:pt idx="3749">
                  <c:v>2.472686767578125E-2</c:v>
                </c:pt>
                <c:pt idx="3750">
                  <c:v>2.4543914794921875E-2</c:v>
                </c:pt>
                <c:pt idx="3751">
                  <c:v>2.4543914794921875E-2</c:v>
                </c:pt>
                <c:pt idx="3752">
                  <c:v>2.4459686279296875E-2</c:v>
                </c:pt>
                <c:pt idx="3753">
                  <c:v>2.4459686279296875E-2</c:v>
                </c:pt>
                <c:pt idx="3754">
                  <c:v>2.429229736328125E-2</c:v>
                </c:pt>
                <c:pt idx="3755">
                  <c:v>2.429229736328125E-2</c:v>
                </c:pt>
                <c:pt idx="3756">
                  <c:v>2.4169769287109375E-2</c:v>
                </c:pt>
                <c:pt idx="3757">
                  <c:v>2.4169769287109375E-2</c:v>
                </c:pt>
                <c:pt idx="3758">
                  <c:v>2.4005279541015626E-2</c:v>
                </c:pt>
                <c:pt idx="3759">
                  <c:v>2.4005279541015626E-2</c:v>
                </c:pt>
                <c:pt idx="3760">
                  <c:v>2.376190185546875E-2</c:v>
                </c:pt>
                <c:pt idx="3761">
                  <c:v>2.376190185546875E-2</c:v>
                </c:pt>
                <c:pt idx="3762">
                  <c:v>2.3608093261718751E-2</c:v>
                </c:pt>
                <c:pt idx="3763">
                  <c:v>2.3608093261718751E-2</c:v>
                </c:pt>
                <c:pt idx="3764">
                  <c:v>2.3464965820312499E-2</c:v>
                </c:pt>
                <c:pt idx="3765">
                  <c:v>2.3464965820312499E-2</c:v>
                </c:pt>
                <c:pt idx="3766">
                  <c:v>2.3350067138671875E-2</c:v>
                </c:pt>
                <c:pt idx="3767">
                  <c:v>2.3350067138671875E-2</c:v>
                </c:pt>
                <c:pt idx="3768">
                  <c:v>2.3203125000000002E-2</c:v>
                </c:pt>
                <c:pt idx="3769">
                  <c:v>2.3203125000000002E-2</c:v>
                </c:pt>
                <c:pt idx="3770">
                  <c:v>2.3108825683593751E-2</c:v>
                </c:pt>
                <c:pt idx="3771">
                  <c:v>2.3108825683593751E-2</c:v>
                </c:pt>
                <c:pt idx="3772">
                  <c:v>2.2932586669921876E-2</c:v>
                </c:pt>
                <c:pt idx="3773">
                  <c:v>2.2932586669921876E-2</c:v>
                </c:pt>
                <c:pt idx="3774">
                  <c:v>2.2821044921874999E-2</c:v>
                </c:pt>
                <c:pt idx="3775">
                  <c:v>2.2821044921874999E-2</c:v>
                </c:pt>
                <c:pt idx="3776">
                  <c:v>2.2746429443359376E-2</c:v>
                </c:pt>
                <c:pt idx="3777">
                  <c:v>2.2746429443359376E-2</c:v>
                </c:pt>
                <c:pt idx="3778">
                  <c:v>2.2623443603515623E-2</c:v>
                </c:pt>
                <c:pt idx="3779">
                  <c:v>2.2623443603515623E-2</c:v>
                </c:pt>
                <c:pt idx="3780">
                  <c:v>2.2510833740234375E-2</c:v>
                </c:pt>
                <c:pt idx="3781">
                  <c:v>2.2510833740234375E-2</c:v>
                </c:pt>
                <c:pt idx="3782">
                  <c:v>2.2461090087890625E-2</c:v>
                </c:pt>
                <c:pt idx="3783">
                  <c:v>2.2461090087890625E-2</c:v>
                </c:pt>
                <c:pt idx="3784">
                  <c:v>2.2362518310546871E-2</c:v>
                </c:pt>
                <c:pt idx="3785">
                  <c:v>2.2362518310546871E-2</c:v>
                </c:pt>
                <c:pt idx="3786">
                  <c:v>2.230438232421875E-2</c:v>
                </c:pt>
                <c:pt idx="3787">
                  <c:v>2.230438232421875E-2</c:v>
                </c:pt>
                <c:pt idx="3788">
                  <c:v>2.2186126708984375E-2</c:v>
                </c:pt>
                <c:pt idx="3789">
                  <c:v>2.2186126708984375E-2</c:v>
                </c:pt>
                <c:pt idx="3790">
                  <c:v>2.2096710205078127E-2</c:v>
                </c:pt>
                <c:pt idx="3791">
                  <c:v>2.2096710205078127E-2</c:v>
                </c:pt>
                <c:pt idx="3792">
                  <c:v>2.1969757080078124E-2</c:v>
                </c:pt>
                <c:pt idx="3793">
                  <c:v>2.1969757080078124E-2</c:v>
                </c:pt>
                <c:pt idx="3794">
                  <c:v>2.1885986328124999E-2</c:v>
                </c:pt>
                <c:pt idx="3795">
                  <c:v>2.1885986328124999E-2</c:v>
                </c:pt>
                <c:pt idx="3796">
                  <c:v>2.1742553710937501E-2</c:v>
                </c:pt>
                <c:pt idx="3797">
                  <c:v>2.1742553710937501E-2</c:v>
                </c:pt>
                <c:pt idx="3798">
                  <c:v>2.1637725830078124E-2</c:v>
                </c:pt>
                <c:pt idx="3799">
                  <c:v>2.1637725830078124E-2</c:v>
                </c:pt>
                <c:pt idx="3800">
                  <c:v>2.1508483886718749E-2</c:v>
                </c:pt>
                <c:pt idx="3801">
                  <c:v>2.1508483886718749E-2</c:v>
                </c:pt>
                <c:pt idx="3802">
                  <c:v>2.1399993896484375E-2</c:v>
                </c:pt>
                <c:pt idx="3803">
                  <c:v>2.1399993896484375E-2</c:v>
                </c:pt>
                <c:pt idx="3804">
                  <c:v>2.1287231445312499E-2</c:v>
                </c:pt>
                <c:pt idx="3805">
                  <c:v>2.1287231445312499E-2</c:v>
                </c:pt>
                <c:pt idx="3806">
                  <c:v>2.1165466308593749E-2</c:v>
                </c:pt>
                <c:pt idx="3807">
                  <c:v>2.1165466308593749E-2</c:v>
                </c:pt>
                <c:pt idx="3808">
                  <c:v>2.1022033691406251E-2</c:v>
                </c:pt>
                <c:pt idx="3809">
                  <c:v>2.1022033691406251E-2</c:v>
                </c:pt>
                <c:pt idx="3810">
                  <c:v>2.090057373046875E-2</c:v>
                </c:pt>
                <c:pt idx="3811">
                  <c:v>2.090057373046875E-2</c:v>
                </c:pt>
                <c:pt idx="3812">
                  <c:v>2.0839080810546876E-2</c:v>
                </c:pt>
                <c:pt idx="3813">
                  <c:v>2.0839080810546876E-2</c:v>
                </c:pt>
                <c:pt idx="3814">
                  <c:v>2.0729980468749999E-2</c:v>
                </c:pt>
                <c:pt idx="3815">
                  <c:v>2.0729980468749999E-2</c:v>
                </c:pt>
                <c:pt idx="3816">
                  <c:v>2.054931640625E-2</c:v>
                </c:pt>
                <c:pt idx="3817">
                  <c:v>2.054931640625E-2</c:v>
                </c:pt>
                <c:pt idx="3818">
                  <c:v>2.04547119140625E-2</c:v>
                </c:pt>
                <c:pt idx="3819">
                  <c:v>2.04547119140625E-2</c:v>
                </c:pt>
                <c:pt idx="3820">
                  <c:v>2.0382843017578124E-2</c:v>
                </c:pt>
                <c:pt idx="3821">
                  <c:v>2.0382843017578124E-2</c:v>
                </c:pt>
                <c:pt idx="3822">
                  <c:v>2.0275726318359374E-2</c:v>
                </c:pt>
                <c:pt idx="3823">
                  <c:v>2.0275726318359374E-2</c:v>
                </c:pt>
                <c:pt idx="3824">
                  <c:v>2.0186004638671876E-2</c:v>
                </c:pt>
                <c:pt idx="3825">
                  <c:v>2.0186004638671876E-2</c:v>
                </c:pt>
                <c:pt idx="3826">
                  <c:v>2.0138549804687499E-2</c:v>
                </c:pt>
                <c:pt idx="3827">
                  <c:v>2.0138549804687499E-2</c:v>
                </c:pt>
                <c:pt idx="3828">
                  <c:v>1.9974975585937499E-2</c:v>
                </c:pt>
                <c:pt idx="3829">
                  <c:v>1.9974975585937499E-2</c:v>
                </c:pt>
                <c:pt idx="3830">
                  <c:v>1.9897613525390625E-2</c:v>
                </c:pt>
                <c:pt idx="3831">
                  <c:v>1.9897613525390625E-2</c:v>
                </c:pt>
                <c:pt idx="3832">
                  <c:v>1.9819793701171876E-2</c:v>
                </c:pt>
                <c:pt idx="3833">
                  <c:v>1.9819793701171876E-2</c:v>
                </c:pt>
                <c:pt idx="3834">
                  <c:v>1.9722137451171875E-2</c:v>
                </c:pt>
                <c:pt idx="3835">
                  <c:v>1.9722137451171875E-2</c:v>
                </c:pt>
                <c:pt idx="3836">
                  <c:v>1.9673004150390624E-2</c:v>
                </c:pt>
                <c:pt idx="3837">
                  <c:v>1.9673004150390624E-2</c:v>
                </c:pt>
                <c:pt idx="3838">
                  <c:v>1.9511260986328129E-2</c:v>
                </c:pt>
                <c:pt idx="3839">
                  <c:v>1.9511260986328129E-2</c:v>
                </c:pt>
                <c:pt idx="3840">
                  <c:v>1.9411621093750001E-2</c:v>
                </c:pt>
                <c:pt idx="3841">
                  <c:v>1.9411621093750001E-2</c:v>
                </c:pt>
                <c:pt idx="3842">
                  <c:v>1.93096923828125E-2</c:v>
                </c:pt>
                <c:pt idx="3843">
                  <c:v>1.93096923828125E-2</c:v>
                </c:pt>
                <c:pt idx="3844">
                  <c:v>1.9246215820312499E-2</c:v>
                </c:pt>
                <c:pt idx="3845">
                  <c:v>1.9246215820312499E-2</c:v>
                </c:pt>
                <c:pt idx="3846">
                  <c:v>1.9075775146484376E-2</c:v>
                </c:pt>
                <c:pt idx="3847">
                  <c:v>1.9075775146484376E-2</c:v>
                </c:pt>
                <c:pt idx="3848">
                  <c:v>1.8940887451171871E-2</c:v>
                </c:pt>
                <c:pt idx="3849">
                  <c:v>1.8940887451171871E-2</c:v>
                </c:pt>
                <c:pt idx="3850">
                  <c:v>1.8865661621093752E-2</c:v>
                </c:pt>
                <c:pt idx="3851">
                  <c:v>1.8865661621093752E-2</c:v>
                </c:pt>
                <c:pt idx="3852">
                  <c:v>1.8774261474609377E-2</c:v>
                </c:pt>
                <c:pt idx="3853">
                  <c:v>1.8774261474609377E-2</c:v>
                </c:pt>
                <c:pt idx="3854">
                  <c:v>1.8636169433593749E-2</c:v>
                </c:pt>
                <c:pt idx="3855">
                  <c:v>1.8636169433593749E-2</c:v>
                </c:pt>
                <c:pt idx="3856">
                  <c:v>1.8594512939453123E-2</c:v>
                </c:pt>
                <c:pt idx="3857">
                  <c:v>1.8594512939453123E-2</c:v>
                </c:pt>
                <c:pt idx="3858">
                  <c:v>1.8459930419921871E-2</c:v>
                </c:pt>
                <c:pt idx="3859">
                  <c:v>1.8459930419921871E-2</c:v>
                </c:pt>
                <c:pt idx="3860">
                  <c:v>1.8404235839843752E-2</c:v>
                </c:pt>
                <c:pt idx="3861">
                  <c:v>1.8404235839843752E-2</c:v>
                </c:pt>
                <c:pt idx="3862">
                  <c:v>1.8336334228515622E-2</c:v>
                </c:pt>
                <c:pt idx="3863">
                  <c:v>1.8336334228515622E-2</c:v>
                </c:pt>
                <c:pt idx="3864">
                  <c:v>1.8242950439453124E-2</c:v>
                </c:pt>
                <c:pt idx="3865">
                  <c:v>1.8242950439453124E-2</c:v>
                </c:pt>
                <c:pt idx="3866">
                  <c:v>1.809295654296875E-2</c:v>
                </c:pt>
                <c:pt idx="3867">
                  <c:v>1.809295654296875E-2</c:v>
                </c:pt>
                <c:pt idx="3868">
                  <c:v>1.794097900390625E-2</c:v>
                </c:pt>
                <c:pt idx="3869">
                  <c:v>1.794097900390625E-2</c:v>
                </c:pt>
                <c:pt idx="3870">
                  <c:v>1.7838897705078124E-2</c:v>
                </c:pt>
                <c:pt idx="3871">
                  <c:v>1.7838897705078124E-2</c:v>
                </c:pt>
                <c:pt idx="3872">
                  <c:v>1.7731475830078124E-2</c:v>
                </c:pt>
                <c:pt idx="3873">
                  <c:v>1.7731475830078124E-2</c:v>
                </c:pt>
                <c:pt idx="3874">
                  <c:v>1.7633209228515623E-2</c:v>
                </c:pt>
                <c:pt idx="3875">
                  <c:v>1.7633209228515623E-2</c:v>
                </c:pt>
                <c:pt idx="3876">
                  <c:v>1.753204345703125E-2</c:v>
                </c:pt>
                <c:pt idx="3877">
                  <c:v>1.753204345703125E-2</c:v>
                </c:pt>
                <c:pt idx="3878">
                  <c:v>1.7442932128906252E-2</c:v>
                </c:pt>
                <c:pt idx="3879">
                  <c:v>1.7442932128906252E-2</c:v>
                </c:pt>
                <c:pt idx="3880">
                  <c:v>1.7342529296874999E-2</c:v>
                </c:pt>
                <c:pt idx="3881">
                  <c:v>1.7342529296874999E-2</c:v>
                </c:pt>
                <c:pt idx="3882">
                  <c:v>1.7276458740234375E-2</c:v>
                </c:pt>
                <c:pt idx="3883">
                  <c:v>1.7276458740234375E-2</c:v>
                </c:pt>
                <c:pt idx="3884">
                  <c:v>1.7195129394531251E-2</c:v>
                </c:pt>
                <c:pt idx="3885">
                  <c:v>1.7195129394531251E-2</c:v>
                </c:pt>
                <c:pt idx="3886">
                  <c:v>1.706329345703125E-2</c:v>
                </c:pt>
                <c:pt idx="3887">
                  <c:v>1.706329345703125E-2</c:v>
                </c:pt>
                <c:pt idx="3888">
                  <c:v>1.6992950439453126E-2</c:v>
                </c:pt>
                <c:pt idx="3889">
                  <c:v>1.6992950439453126E-2</c:v>
                </c:pt>
                <c:pt idx="3890">
                  <c:v>1.6916351318359377E-2</c:v>
                </c:pt>
                <c:pt idx="3891">
                  <c:v>1.6916351318359377E-2</c:v>
                </c:pt>
                <c:pt idx="3892">
                  <c:v>1.6825714111328126E-2</c:v>
                </c:pt>
                <c:pt idx="3893">
                  <c:v>1.6825714111328126E-2</c:v>
                </c:pt>
                <c:pt idx="3894">
                  <c:v>1.6744995117187501E-2</c:v>
                </c:pt>
                <c:pt idx="3895">
                  <c:v>1.6744995117187501E-2</c:v>
                </c:pt>
                <c:pt idx="3896">
                  <c:v>1.6678009033203125E-2</c:v>
                </c:pt>
                <c:pt idx="3897">
                  <c:v>1.6678009033203125E-2</c:v>
                </c:pt>
                <c:pt idx="3898">
                  <c:v>1.6515350341796874E-2</c:v>
                </c:pt>
                <c:pt idx="3899">
                  <c:v>1.6515350341796874E-2</c:v>
                </c:pt>
                <c:pt idx="3900">
                  <c:v>1.6409912109375001E-2</c:v>
                </c:pt>
                <c:pt idx="3901">
                  <c:v>1.6409912109375001E-2</c:v>
                </c:pt>
                <c:pt idx="3902">
                  <c:v>1.6321258544921877E-2</c:v>
                </c:pt>
                <c:pt idx="3903">
                  <c:v>1.6321258544921877E-2</c:v>
                </c:pt>
                <c:pt idx="3904">
                  <c:v>1.6183471679687499E-2</c:v>
                </c:pt>
                <c:pt idx="3905">
                  <c:v>1.6183471679687499E-2</c:v>
                </c:pt>
                <c:pt idx="3906">
                  <c:v>1.6127624511718751E-2</c:v>
                </c:pt>
                <c:pt idx="3907">
                  <c:v>1.6127624511718751E-2</c:v>
                </c:pt>
                <c:pt idx="3908">
                  <c:v>1.60174560546875E-2</c:v>
                </c:pt>
                <c:pt idx="3909">
                  <c:v>1.60174560546875E-2</c:v>
                </c:pt>
                <c:pt idx="3910">
                  <c:v>1.5968475341796875E-2</c:v>
                </c:pt>
                <c:pt idx="3911">
                  <c:v>1.5968475341796875E-2</c:v>
                </c:pt>
                <c:pt idx="3912">
                  <c:v>1.5895843505859375E-2</c:v>
                </c:pt>
                <c:pt idx="3913">
                  <c:v>1.5895843505859375E-2</c:v>
                </c:pt>
                <c:pt idx="3914">
                  <c:v>1.5799102783203126E-2</c:v>
                </c:pt>
                <c:pt idx="3915">
                  <c:v>1.5799102783203126E-2</c:v>
                </c:pt>
                <c:pt idx="3916">
                  <c:v>1.5723419189453126E-2</c:v>
                </c:pt>
                <c:pt idx="3917">
                  <c:v>1.5723419189453126E-2</c:v>
                </c:pt>
                <c:pt idx="3918">
                  <c:v>1.5609893798828125E-2</c:v>
                </c:pt>
                <c:pt idx="3919">
                  <c:v>1.5609893798828125E-2</c:v>
                </c:pt>
                <c:pt idx="3920">
                  <c:v>1.555816650390625E-2</c:v>
                </c:pt>
                <c:pt idx="3921">
                  <c:v>1.555816650390625E-2</c:v>
                </c:pt>
                <c:pt idx="3922">
                  <c:v>1.5480194091796877E-2</c:v>
                </c:pt>
                <c:pt idx="3923">
                  <c:v>1.5480194091796877E-2</c:v>
                </c:pt>
                <c:pt idx="3924">
                  <c:v>1.5374755859375E-2</c:v>
                </c:pt>
                <c:pt idx="3925">
                  <c:v>1.5374755859375E-2</c:v>
                </c:pt>
                <c:pt idx="3926">
                  <c:v>1.5276031494140623E-2</c:v>
                </c:pt>
                <c:pt idx="3927">
                  <c:v>1.5276031494140623E-2</c:v>
                </c:pt>
                <c:pt idx="3928">
                  <c:v>1.5171966552734374E-2</c:v>
                </c:pt>
                <c:pt idx="3929">
                  <c:v>1.5171966552734374E-2</c:v>
                </c:pt>
                <c:pt idx="3930">
                  <c:v>1.50885009765625E-2</c:v>
                </c:pt>
                <c:pt idx="3931">
                  <c:v>1.50885009765625E-2</c:v>
                </c:pt>
                <c:pt idx="3932">
                  <c:v>1.5050048828125001E-2</c:v>
                </c:pt>
                <c:pt idx="3933">
                  <c:v>1.5050048828125001E-2</c:v>
                </c:pt>
                <c:pt idx="3934">
                  <c:v>1.4954833984375001E-2</c:v>
                </c:pt>
                <c:pt idx="3935">
                  <c:v>1.4954833984375001E-2</c:v>
                </c:pt>
                <c:pt idx="3936">
                  <c:v>1.4909515380859375E-2</c:v>
                </c:pt>
                <c:pt idx="3937">
                  <c:v>1.4909515380859375E-2</c:v>
                </c:pt>
                <c:pt idx="3938">
                  <c:v>1.4845428466796876E-2</c:v>
                </c:pt>
                <c:pt idx="3939">
                  <c:v>1.4845428466796876E-2</c:v>
                </c:pt>
                <c:pt idx="3940">
                  <c:v>1.4769744873046876E-2</c:v>
                </c:pt>
                <c:pt idx="3941">
                  <c:v>1.4769744873046876E-2</c:v>
                </c:pt>
                <c:pt idx="3942">
                  <c:v>1.4736480712890625E-2</c:v>
                </c:pt>
                <c:pt idx="3943">
                  <c:v>1.4736480712890625E-2</c:v>
                </c:pt>
                <c:pt idx="3944">
                  <c:v>1.463134765625E-2</c:v>
                </c:pt>
                <c:pt idx="3945">
                  <c:v>1.463134765625E-2</c:v>
                </c:pt>
                <c:pt idx="3946">
                  <c:v>1.4574890136718749E-2</c:v>
                </c:pt>
                <c:pt idx="3947">
                  <c:v>1.4574890136718749E-2</c:v>
                </c:pt>
                <c:pt idx="3948">
                  <c:v>1.44598388671875E-2</c:v>
                </c:pt>
                <c:pt idx="3949">
                  <c:v>1.44598388671875E-2</c:v>
                </c:pt>
                <c:pt idx="3950">
                  <c:v>1.4386138916015624E-2</c:v>
                </c:pt>
                <c:pt idx="3951">
                  <c:v>1.4386138916015624E-2</c:v>
                </c:pt>
                <c:pt idx="3952">
                  <c:v>1.4319610595703126E-2</c:v>
                </c:pt>
                <c:pt idx="3953">
                  <c:v>1.4319610595703126E-2</c:v>
                </c:pt>
                <c:pt idx="3954">
                  <c:v>1.4258422851562501E-2</c:v>
                </c:pt>
                <c:pt idx="3955">
                  <c:v>1.4258422851562501E-2</c:v>
                </c:pt>
                <c:pt idx="3956">
                  <c:v>1.4189300537109376E-2</c:v>
                </c:pt>
                <c:pt idx="3957">
                  <c:v>1.4189300537109376E-2</c:v>
                </c:pt>
                <c:pt idx="3958">
                  <c:v>1.4132232666015624E-2</c:v>
                </c:pt>
                <c:pt idx="3959">
                  <c:v>1.4132232666015624E-2</c:v>
                </c:pt>
                <c:pt idx="3960">
                  <c:v>1.406341552734375E-2</c:v>
                </c:pt>
                <c:pt idx="3961">
                  <c:v>1.406341552734375E-2</c:v>
                </c:pt>
                <c:pt idx="3962">
                  <c:v>1.3947601318359376E-2</c:v>
                </c:pt>
                <c:pt idx="3963">
                  <c:v>1.3947601318359376E-2</c:v>
                </c:pt>
                <c:pt idx="3964">
                  <c:v>1.38568115234375E-2</c:v>
                </c:pt>
                <c:pt idx="3965">
                  <c:v>1.38568115234375E-2</c:v>
                </c:pt>
                <c:pt idx="3966">
                  <c:v>1.378387451171875E-2</c:v>
                </c:pt>
                <c:pt idx="3967">
                  <c:v>1.378387451171875E-2</c:v>
                </c:pt>
                <c:pt idx="3968">
                  <c:v>1.3736572265625E-2</c:v>
                </c:pt>
                <c:pt idx="3969">
                  <c:v>1.3736572265625E-2</c:v>
                </c:pt>
                <c:pt idx="3970">
                  <c:v>1.369659423828125E-2</c:v>
                </c:pt>
                <c:pt idx="3971">
                  <c:v>1.369659423828125E-2</c:v>
                </c:pt>
                <c:pt idx="3972">
                  <c:v>1.3579711914062501E-2</c:v>
                </c:pt>
                <c:pt idx="3973">
                  <c:v>1.3579711914062501E-2</c:v>
                </c:pt>
                <c:pt idx="3974">
                  <c:v>1.3515167236328124E-2</c:v>
                </c:pt>
                <c:pt idx="3975">
                  <c:v>1.3515167236328124E-2</c:v>
                </c:pt>
                <c:pt idx="3976">
                  <c:v>1.3427581787109375E-2</c:v>
                </c:pt>
                <c:pt idx="3977">
                  <c:v>1.3427581787109375E-2</c:v>
                </c:pt>
                <c:pt idx="3978">
                  <c:v>1.3345947265625E-2</c:v>
                </c:pt>
                <c:pt idx="3979">
                  <c:v>1.3345947265625E-2</c:v>
                </c:pt>
                <c:pt idx="3980">
                  <c:v>1.3218841552734374E-2</c:v>
                </c:pt>
                <c:pt idx="3981">
                  <c:v>1.3218841552734374E-2</c:v>
                </c:pt>
                <c:pt idx="3982">
                  <c:v>1.311126708984375E-2</c:v>
                </c:pt>
                <c:pt idx="3983">
                  <c:v>1.311126708984375E-2</c:v>
                </c:pt>
                <c:pt idx="3984">
                  <c:v>1.3038787841796877E-2</c:v>
                </c:pt>
                <c:pt idx="3985">
                  <c:v>1.3038787841796877E-2</c:v>
                </c:pt>
                <c:pt idx="3986">
                  <c:v>1.2963562011718751E-2</c:v>
                </c:pt>
                <c:pt idx="3987">
                  <c:v>1.2963562011718751E-2</c:v>
                </c:pt>
                <c:pt idx="3988">
                  <c:v>1.291656494140625E-2</c:v>
                </c:pt>
                <c:pt idx="3989">
                  <c:v>1.291656494140625E-2</c:v>
                </c:pt>
                <c:pt idx="3990">
                  <c:v>1.2854766845703126E-2</c:v>
                </c:pt>
                <c:pt idx="3991">
                  <c:v>1.2854766845703126E-2</c:v>
                </c:pt>
                <c:pt idx="3992">
                  <c:v>1.2778472900390626E-2</c:v>
                </c:pt>
                <c:pt idx="3993">
                  <c:v>1.2778472900390626E-2</c:v>
                </c:pt>
                <c:pt idx="3994">
                  <c:v>1.27239990234375E-2</c:v>
                </c:pt>
                <c:pt idx="3995">
                  <c:v>1.27239990234375E-2</c:v>
                </c:pt>
                <c:pt idx="3996">
                  <c:v>1.2672576904296877E-2</c:v>
                </c:pt>
              </c:numCache>
            </c:numRef>
          </c:yVal>
          <c:smooth val="0"/>
          <c:extLst>
            <c:ext xmlns:c16="http://schemas.microsoft.com/office/drawing/2014/chart" uri="{C3380CC4-5D6E-409C-BE32-E72D297353CC}">
              <c16:uniqueId val="{00000003-FECD-4BE3-8E43-61B7E5625EF9}"/>
            </c:ext>
          </c:extLst>
        </c:ser>
        <c:ser>
          <c:idx val="3"/>
          <c:order val="3"/>
          <c:tx>
            <c:v>共通観測範囲の終端</c:v>
          </c:tx>
          <c:spPr>
            <a:ln w="19050" cap="rnd">
              <a:noFill/>
              <a:round/>
            </a:ln>
            <a:effectLst/>
            <a:extLst>
              <a:ext uri="{91240B29-F687-4F45-9708-019B960494DF}">
                <a14:hiddenLine xmlns:a14="http://schemas.microsoft.com/office/drawing/2010/main" w="19050" cap="rnd">
                  <a:solidFill>
                    <a:srgbClr val="0F9ED5"/>
                  </a:solidFill>
                  <a:round/>
                </a14:hiddenLine>
              </a:ext>
            </a:extLst>
          </c:spPr>
          <c:marker>
            <c:symbol val="circle"/>
            <c:size val="7"/>
            <c:spPr>
              <a:solidFill>
                <a:srgbClr val="FFFFFF"/>
              </a:solidFill>
              <a:ln w="9525">
                <a:solidFill>
                  <a:srgbClr val="007F86"/>
                </a:solidFill>
                <a:prstDash val="solid"/>
              </a:ln>
              <a:effectLst/>
            </c:spPr>
          </c:marker>
          <c:xVal>
            <c:numLit>
              <c:formatCode>General</c:formatCode>
              <c:ptCount val="1"/>
              <c:pt idx="0">
                <c:v>0.59313484251968507</c:v>
              </c:pt>
            </c:numLit>
          </c:xVal>
          <c:yVal>
            <c:numLit>
              <c:formatCode>General</c:formatCode>
              <c:ptCount val="1"/>
              <c:pt idx="0">
                <c:v>1.4882202148437501E-2</c:v>
              </c:pt>
            </c:numLit>
          </c:yVal>
          <c:smooth val="0"/>
          <c:extLst>
            <c:ext xmlns:c16="http://schemas.microsoft.com/office/drawing/2014/chart" uri="{C3380CC4-5D6E-409C-BE32-E72D297353CC}">
              <c16:uniqueId val="{00000004-FECD-4BE3-8E43-61B7E5625EF9}"/>
            </c:ext>
          </c:extLst>
        </c:ser>
        <c:ser>
          <c:idx val="4"/>
          <c:order val="4"/>
          <c:tx>
            <c:v>共通観測範囲の終端</c:v>
          </c:tx>
          <c:spPr>
            <a:ln w="19050" cap="rnd">
              <a:noFill/>
              <a:round/>
            </a:ln>
            <a:effectLst/>
            <a:extLst>
              <a:ext uri="{91240B29-F687-4F45-9708-019B960494DF}">
                <a14:hiddenLine xmlns:a14="http://schemas.microsoft.com/office/drawing/2010/main" w="19050" cap="rnd">
                  <a:solidFill>
                    <a:srgbClr val="A02B93"/>
                  </a:solidFill>
                  <a:round/>
                </a14:hiddenLine>
              </a:ext>
            </a:extLst>
          </c:spPr>
          <c:marker>
            <c:symbol val="circle"/>
            <c:size val="7"/>
            <c:spPr>
              <a:solidFill>
                <a:srgbClr val="FFFFFF"/>
              </a:solidFill>
              <a:ln w="9525">
                <a:solidFill>
                  <a:srgbClr val="CC6733"/>
                </a:solidFill>
                <a:prstDash val="solid"/>
              </a:ln>
              <a:effectLst/>
            </c:spPr>
          </c:marker>
          <c:xVal>
            <c:numLit>
              <c:formatCode>General</c:formatCode>
              <c:ptCount val="1"/>
              <c:pt idx="0">
                <c:v>0.59900959645669294</c:v>
              </c:pt>
            </c:numLit>
          </c:xVal>
          <c:yVal>
            <c:numLit>
              <c:formatCode>General</c:formatCode>
              <c:ptCount val="1"/>
              <c:pt idx="0">
                <c:v>1.425933837890625E-2</c:v>
              </c:pt>
            </c:numLit>
          </c:yVal>
          <c:smooth val="0"/>
          <c:extLst>
            <c:ext xmlns:c16="http://schemas.microsoft.com/office/drawing/2014/chart" uri="{C3380CC4-5D6E-409C-BE32-E72D297353CC}">
              <c16:uniqueId val="{00000005-FECD-4BE3-8E43-61B7E5625EF9}"/>
            </c:ext>
          </c:extLst>
        </c:ser>
        <c:ser>
          <c:idx val="5"/>
          <c:order val="5"/>
          <c:tx>
            <c:v>共通観測範囲の終端</c:v>
          </c:tx>
          <c:spPr>
            <a:ln w="19050" cap="rnd">
              <a:noFill/>
              <a:round/>
            </a:ln>
            <a:effectLst/>
            <a:extLst>
              <a:ext uri="{91240B29-F687-4F45-9708-019B960494DF}">
                <a14:hiddenLine xmlns:a14="http://schemas.microsoft.com/office/drawing/2010/main" w="19050" cap="rnd">
                  <a:solidFill>
                    <a:srgbClr val="4EA72E"/>
                  </a:solidFill>
                  <a:round/>
                </a14:hiddenLine>
              </a:ext>
            </a:extLst>
          </c:spPr>
          <c:marker>
            <c:symbol val="circle"/>
            <c:size val="7"/>
            <c:spPr>
              <a:solidFill>
                <a:srgbClr val="FFFFFF"/>
              </a:solidFill>
              <a:ln w="9525">
                <a:solidFill>
                  <a:srgbClr val="535B9D"/>
                </a:solidFill>
                <a:prstDash val="solid"/>
              </a:ln>
              <a:effectLst/>
            </c:spPr>
          </c:marker>
          <c:xVal>
            <c:numLit>
              <c:formatCode>General</c:formatCode>
              <c:ptCount val="1"/>
              <c:pt idx="0">
                <c:v>0.67159817913385822</c:v>
              </c:pt>
            </c:numLit>
          </c:xVal>
          <c:yVal>
            <c:numLit>
              <c:formatCode>General</c:formatCode>
              <c:ptCount val="1"/>
              <c:pt idx="0">
                <c:v>1.2672576904296877E-2</c:v>
              </c:pt>
            </c:numLit>
          </c:yVal>
          <c:smooth val="0"/>
          <c:extLst>
            <c:ext xmlns:c16="http://schemas.microsoft.com/office/drawing/2014/chart" uri="{C3380CC4-5D6E-409C-BE32-E72D297353CC}">
              <c16:uniqueId val="{00000006-FECD-4BE3-8E43-61B7E5625EF9}"/>
            </c:ext>
          </c:extLst>
        </c:ser>
        <c:dLbls>
          <c:showLegendKey val="0"/>
          <c:showVal val="0"/>
          <c:showCatName val="0"/>
          <c:showSerName val="0"/>
          <c:showPercent val="0"/>
          <c:showBubbleSize val="0"/>
        </c:dLbls>
        <c:axId val="973291008"/>
        <c:axId val="983344944"/>
      </c:scatterChart>
      <c:valAx>
        <c:axId val="973291008"/>
        <c:scaling>
          <c:orientation val="minMax"/>
          <c:max val="1"/>
          <c:min val="0"/>
        </c:scaling>
        <c:delete val="0"/>
        <c:axPos val="b"/>
        <c:title>
          <c:tx>
            <c:rich>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ja-JP" altLang="en-US"/>
                  <a:t>辺の削除率 </a:t>
                </a:r>
                <a:r>
                  <a:rPr lang="en-US" altLang="ja-JP"/>
                  <a:t>p</a:t>
                </a:r>
              </a:p>
            </c:rich>
          </c:tx>
          <c:overlay val="0"/>
          <c:spPr>
            <a:noFill/>
            <a:ln>
              <a:noFill/>
            </a:ln>
            <a:effectLst/>
          </c:spPr>
          <c:txPr>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983344944"/>
        <c:crosses val="autoZero"/>
        <c:crossBetween val="midCat"/>
      </c:valAx>
      <c:valAx>
        <c:axId val="983344944"/>
        <c:scaling>
          <c:orientation val="minMax"/>
          <c:max val="1"/>
          <c:min val="0"/>
        </c:scaling>
        <c:delete val="0"/>
        <c:axPos val="l"/>
        <c:title>
          <c:tx>
            <c:rich>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ja-JP" altLang="en-US"/>
                  <a:t>最大クラスターの割合 </a:t>
                </a:r>
                <a:r>
                  <a:rPr lang="en-US" altLang="ja-JP"/>
                  <a:t>P</a:t>
                </a:r>
              </a:p>
            </c:rich>
          </c:tx>
          <c:overlay val="0"/>
          <c:spPr>
            <a:noFill/>
            <a:ln>
              <a:noFill/>
            </a:ln>
            <a:effectLst/>
          </c:spPr>
          <c:txPr>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973291008"/>
        <c:crosses val="autoZero"/>
        <c:crossBetween val="midCat"/>
      </c:valAx>
      <c:spPr>
        <a:solidFill>
          <a:srgbClr val="FFFFFF"/>
        </a:solidFill>
        <a:ln>
          <a:noFill/>
        </a:ln>
        <a:effectLst/>
        <a:extLst>
          <a:ext uri="{91240B29-F687-4F45-9708-019B960494DF}">
            <a14:hiddenLine xmlns:a14="http://schemas.microsoft.com/office/drawing/2010/main">
              <a:noFill/>
            </a14:hiddenLine>
          </a:ext>
        </a:extLst>
      </c:spPr>
    </c:plotArea>
    <c:legend>
      <c:legendPos val="t"/>
      <c:legendEntry>
        <c:idx val="3"/>
        <c:delete val="1"/>
      </c:legendEntry>
      <c:legendEntry>
        <c:idx val="4"/>
        <c:delete val="1"/>
      </c:legendEntry>
      <c:legendEntry>
        <c:idx val="5"/>
        <c:delete val="1"/>
      </c:legendEntry>
      <c:overlay val="0"/>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rot="0" spcFirstLastPara="1" vertOverflow="ellipsis" vert="horz" wrap="square" anchor="ctr" anchorCtr="1"/>
        <a:lstStyle/>
        <a:p>
          <a:pPr>
            <a:defRPr sz="1300" b="0" i="0" u="none" strike="noStrike" kern="1200" baseline="0">
              <a:solidFill>
                <a:schemeClr val="tx1">
                  <a:lumMod val="65000"/>
                  <a:lumOff val="35000"/>
                </a:schemeClr>
              </a:solidFill>
              <a:latin typeface="Meiryo"/>
              <a:ea typeface="Meiryo"/>
              <a:cs typeface="Meiryo"/>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a:noFill/>
    </a:ln>
    <a:effectLst/>
    <a:extLst>
      <a:ext uri="{91240B29-F687-4F45-9708-019B960494DF}">
        <a14:hiddenLine xmlns:a14="http://schemas.microsoft.com/office/drawing/2010/main">
          <a:noFill/>
        </a14:hiddenLine>
      </a:ext>
    </a:extLst>
  </c:spPr>
  <c:txPr>
    <a:bodyPr/>
    <a:lstStyle/>
    <a:p>
      <a:pPr>
        <a:defRPr sz="1400">
          <a:latin typeface="Meiryo"/>
          <a:ea typeface="Meiryo"/>
          <a:cs typeface="Meiryo"/>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制限なし：平均±標準誤差</c:v>
          </c:tx>
          <c:spPr>
            <a:ln w="25400" cap="rnd">
              <a:solidFill>
                <a:srgbClr val="007F86"/>
              </a:solidFill>
              <a:round/>
            </a:ln>
            <a:effectLst/>
          </c:spPr>
          <c:marker>
            <c:symbol val="circle"/>
            <c:size val="6"/>
            <c:spPr>
              <a:solidFill>
                <a:srgbClr val="FFFFFF"/>
              </a:solidFill>
              <a:ln w="25400">
                <a:solidFill>
                  <a:srgbClr val="007F86"/>
                </a:solidFill>
                <a:prstDash val="solid"/>
              </a:ln>
              <a:effectLst/>
            </c:spPr>
          </c:marker>
          <c:errBars>
            <c:errDir val="y"/>
            <c:errBarType val="both"/>
            <c:errValType val="cust"/>
            <c:noEndCap val="0"/>
            <c:plus>
              <c:numRef>
                <c:f>データ!$C$2:$C$17</c:f>
                <c:numCache>
                  <c:formatCode>General</c:formatCode>
                  <c:ptCount val="16"/>
                  <c:pt idx="0">
                    <c:v>7.4555302623894254E-3</c:v>
                  </c:pt>
                  <c:pt idx="1">
                    <c:v>6.8680854770338312E-3</c:v>
                  </c:pt>
                  <c:pt idx="2">
                    <c:v>6.3999457419314345E-3</c:v>
                  </c:pt>
                  <c:pt idx="3">
                    <c:v>6.2206680719310769E-3</c:v>
                  </c:pt>
                  <c:pt idx="4">
                    <c:v>6.4382857231089158E-3</c:v>
                  </c:pt>
                  <c:pt idx="5">
                    <c:v>5.6129738467471163E-3</c:v>
                  </c:pt>
                  <c:pt idx="6">
                    <c:v>5.6133942916056752E-3</c:v>
                  </c:pt>
                  <c:pt idx="7">
                    <c:v>3.8805599707717599E-3</c:v>
                  </c:pt>
                  <c:pt idx="8">
                    <c:v>3.7059066860155722E-3</c:v>
                  </c:pt>
                  <c:pt idx="9">
                    <c:v>1.0869577475424112E-2</c:v>
                  </c:pt>
                  <c:pt idx="10">
                    <c:v>1.0469318837713152E-2</c:v>
                  </c:pt>
                  <c:pt idx="11">
                    <c:v>9.3860292043854154E-3</c:v>
                  </c:pt>
                  <c:pt idx="12">
                    <c:v>9.4579400126444807E-3</c:v>
                  </c:pt>
                  <c:pt idx="13">
                    <c:v>1.0075830823099995E-2</c:v>
                  </c:pt>
                  <c:pt idx="14">
                    <c:v>1.0846391001303119E-2</c:v>
                  </c:pt>
                  <c:pt idx="15">
                    <c:v>9.4846467169319906E-3</c:v>
                  </c:pt>
                </c:numCache>
              </c:numRef>
            </c:plus>
            <c:minus>
              <c:numRef>
                <c:f>データ!$C$2:$C$17</c:f>
                <c:numCache>
                  <c:formatCode>General</c:formatCode>
                  <c:ptCount val="16"/>
                  <c:pt idx="0">
                    <c:v>7.4555302623894254E-3</c:v>
                  </c:pt>
                  <c:pt idx="1">
                    <c:v>6.8680854770338312E-3</c:v>
                  </c:pt>
                  <c:pt idx="2">
                    <c:v>6.3999457419314345E-3</c:v>
                  </c:pt>
                  <c:pt idx="3">
                    <c:v>6.2206680719310769E-3</c:v>
                  </c:pt>
                  <c:pt idx="4">
                    <c:v>6.4382857231089158E-3</c:v>
                  </c:pt>
                  <c:pt idx="5">
                    <c:v>5.6129738467471163E-3</c:v>
                  </c:pt>
                  <c:pt idx="6">
                    <c:v>5.6133942916056752E-3</c:v>
                  </c:pt>
                  <c:pt idx="7">
                    <c:v>3.8805599707717599E-3</c:v>
                  </c:pt>
                  <c:pt idx="8">
                    <c:v>3.7059066860155722E-3</c:v>
                  </c:pt>
                  <c:pt idx="9">
                    <c:v>1.0869577475424112E-2</c:v>
                  </c:pt>
                  <c:pt idx="10">
                    <c:v>1.0469318837713152E-2</c:v>
                  </c:pt>
                  <c:pt idx="11">
                    <c:v>9.3860292043854154E-3</c:v>
                  </c:pt>
                  <c:pt idx="12">
                    <c:v>9.4579400126444807E-3</c:v>
                  </c:pt>
                  <c:pt idx="13">
                    <c:v>1.0075830823099995E-2</c:v>
                  </c:pt>
                  <c:pt idx="14">
                    <c:v>1.0846391001303119E-2</c:v>
                  </c:pt>
                  <c:pt idx="15">
                    <c:v>9.4846467169319906E-3</c:v>
                  </c:pt>
                </c:numCache>
              </c:numRef>
            </c:minus>
            <c:spPr>
              <a:noFill/>
              <a:ln w="12700" cap="flat" cmpd="sng" algn="ctr">
                <a:solidFill>
                  <a:srgbClr val="007F86"/>
                </a:solidFill>
                <a:round/>
              </a:ln>
              <a:effectLst/>
            </c:spPr>
          </c:errBars>
          <c:xVal>
            <c:numRef>
              <c:f>データ!$A$2:$A$17</c:f>
              <c:numCache>
                <c:formatCode>General</c:formatCode>
                <c:ptCount val="16"/>
                <c:pt idx="0">
                  <c:v>8</c:v>
                </c:pt>
                <c:pt idx="1">
                  <c:v>12</c:v>
                </c:pt>
                <c:pt idx="2">
                  <c:v>16</c:v>
                </c:pt>
                <c:pt idx="3">
                  <c:v>24</c:v>
                </c:pt>
                <c:pt idx="4">
                  <c:v>32</c:v>
                </c:pt>
                <c:pt idx="5">
                  <c:v>48</c:v>
                </c:pt>
                <c:pt idx="6">
                  <c:v>64</c:v>
                </c:pt>
                <c:pt idx="7">
                  <c:v>96</c:v>
                </c:pt>
                <c:pt idx="8">
                  <c:v>128</c:v>
                </c:pt>
                <c:pt idx="9">
                  <c:v>192</c:v>
                </c:pt>
                <c:pt idx="10">
                  <c:v>256</c:v>
                </c:pt>
                <c:pt idx="11">
                  <c:v>320</c:v>
                </c:pt>
                <c:pt idx="12">
                  <c:v>384</c:v>
                </c:pt>
                <c:pt idx="13">
                  <c:v>512</c:v>
                </c:pt>
                <c:pt idx="14">
                  <c:v>768</c:v>
                </c:pt>
                <c:pt idx="15">
                  <c:v>1024</c:v>
                </c:pt>
              </c:numCache>
            </c:numRef>
          </c:xVal>
          <c:yVal>
            <c:numRef>
              <c:f>データ!$B$2:$B$17</c:f>
              <c:numCache>
                <c:formatCode>General</c:formatCode>
                <c:ptCount val="16"/>
                <c:pt idx="0">
                  <c:v>0.36953124999999998</c:v>
                </c:pt>
                <c:pt idx="1">
                  <c:v>0.33392361111111113</c:v>
                </c:pt>
                <c:pt idx="2">
                  <c:v>0.33417968749999999</c:v>
                </c:pt>
                <c:pt idx="3">
                  <c:v>0.32374131944444445</c:v>
                </c:pt>
                <c:pt idx="4">
                  <c:v>0.32663574218750002</c:v>
                </c:pt>
                <c:pt idx="5">
                  <c:v>0.30522352430555555</c:v>
                </c:pt>
                <c:pt idx="6">
                  <c:v>0.30716918945312499</c:v>
                </c:pt>
                <c:pt idx="7">
                  <c:v>0.29724365234375</c:v>
                </c:pt>
                <c:pt idx="8">
                  <c:v>0.286402587890625</c:v>
                </c:pt>
                <c:pt idx="9">
                  <c:v>0.28958441840277777</c:v>
                </c:pt>
                <c:pt idx="10">
                  <c:v>0.28515167236328126</c:v>
                </c:pt>
                <c:pt idx="11">
                  <c:v>0.27609101562499999</c:v>
                </c:pt>
                <c:pt idx="12">
                  <c:v>0.26677354600694442</c:v>
                </c:pt>
                <c:pt idx="13">
                  <c:v>0.27324493408203127</c:v>
                </c:pt>
                <c:pt idx="14">
                  <c:v>0.26639990912543399</c:v>
                </c:pt>
                <c:pt idx="15">
                  <c:v>0.25990692138671873</c:v>
                </c:pt>
              </c:numCache>
            </c:numRef>
          </c:yVal>
          <c:smooth val="0"/>
          <c:extLst>
            <c:ext xmlns:c16="http://schemas.microsoft.com/office/drawing/2014/chart" uri="{C3380CC4-5D6E-409C-BE32-E72D297353CC}">
              <c16:uniqueId val="{00000001-08AC-4034-8DA9-A636330F24C2}"/>
            </c:ext>
          </c:extLst>
        </c:ser>
        <c:dLbls>
          <c:showLegendKey val="0"/>
          <c:showVal val="0"/>
          <c:showCatName val="0"/>
          <c:showSerName val="0"/>
          <c:showPercent val="0"/>
          <c:showBubbleSize val="0"/>
        </c:dLbls>
        <c:axId val="1019668624"/>
        <c:axId val="983379504"/>
      </c:scatterChart>
      <c:valAx>
        <c:axId val="1019668624"/>
        <c:scaling>
          <c:logBase val="10"/>
          <c:orientation val="minMax"/>
          <c:max val="1024"/>
          <c:min val="8"/>
        </c:scaling>
        <c:delete val="0"/>
        <c:axPos val="b"/>
        <c:title>
          <c:tx>
            <c:rich>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ja-JP" altLang="en-US"/>
                  <a:t>格子の一辺の頂点数 </a:t>
                </a:r>
                <a:r>
                  <a:rPr lang="en-US" altLang="ja-JP"/>
                  <a:t>L</a:t>
                </a:r>
                <a:r>
                  <a:rPr lang="ja-JP" altLang="en-US"/>
                  <a:t>（対数軸）</a:t>
                </a:r>
              </a:p>
            </c:rich>
          </c:tx>
          <c:overlay val="0"/>
          <c:spPr>
            <a:noFill/>
            <a:ln>
              <a:noFill/>
            </a:ln>
            <a:effectLst/>
          </c:spPr>
          <c:txPr>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983379504"/>
        <c:crosses val="autoZero"/>
        <c:crossBetween val="midCat"/>
      </c:valAx>
      <c:valAx>
        <c:axId val="983379504"/>
        <c:scaling>
          <c:orientation val="minMax"/>
          <c:max val="0.45"/>
          <c:min val="0"/>
        </c:scaling>
        <c:delete val="0"/>
        <c:axPos val="l"/>
        <c:title>
          <c:tx>
            <c:rich>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ja-JP" altLang="en-US"/>
                  <a:t>最大要求落下 </a:t>
                </a:r>
                <a:r>
                  <a:rPr lang="el-GR" altLang="ja-JP"/>
                  <a:t>Δ</a:t>
                </a:r>
                <a:r>
                  <a:rPr lang="en-US" altLang="ja-JP"/>
                  <a:t>P_max</a:t>
                </a:r>
              </a:p>
            </c:rich>
          </c:tx>
          <c:overlay val="0"/>
          <c:spPr>
            <a:noFill/>
            <a:ln>
              <a:noFill/>
            </a:ln>
            <a:effectLst/>
          </c:spPr>
          <c:txPr>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1019668624"/>
        <c:crosses val="autoZero"/>
        <c:crossBetween val="midCat"/>
      </c:valAx>
      <c:spPr>
        <a:solidFill>
          <a:srgbClr val="FFFFFF"/>
        </a:solidFill>
        <a:ln>
          <a:noFill/>
        </a:ln>
        <a:effectLst/>
        <a:extLst>
          <a:ext uri="{91240B29-F687-4F45-9708-019B960494DF}">
            <a14:hiddenLine xmlns:a14="http://schemas.microsoft.com/office/drawing/2010/main">
              <a:noFill/>
            </a14:hiddenLine>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a:noFill/>
    </a:ln>
    <a:effectLst/>
    <a:extLst>
      <a:ext uri="{91240B29-F687-4F45-9708-019B960494DF}">
        <a14:hiddenLine xmlns:a14="http://schemas.microsoft.com/office/drawing/2010/main">
          <a:noFill/>
        </a14:hiddenLine>
      </a:ext>
    </a:extLst>
  </c:spPr>
  <c:txPr>
    <a:bodyPr/>
    <a:lstStyle/>
    <a:p>
      <a:pPr>
        <a:defRPr sz="1400">
          <a:latin typeface="Meiryo"/>
          <a:ea typeface="Meiryo"/>
          <a:cs typeface="Meiryo"/>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C=1（200回）</c:v>
          </c:tx>
          <c:spPr>
            <a:ln w="25400" cap="rnd">
              <a:solidFill>
                <a:srgbClr val="007F86"/>
              </a:solidFill>
              <a:round/>
            </a:ln>
            <a:effectLst/>
          </c:spPr>
          <c:marker>
            <c:symbol val="none"/>
          </c:marker>
          <c:xVal>
            <c:numRef>
              <c:f>データ!$A$2:$A$3998</c:f>
              <c:numCache>
                <c:formatCode>General</c:formatCode>
                <c:ptCount val="3997"/>
                <c:pt idx="0">
                  <c:v>0</c:v>
                </c:pt>
                <c:pt idx="1">
                  <c:v>2.7682086614173228E-4</c:v>
                </c:pt>
                <c:pt idx="2">
                  <c:v>2.7682086614173228E-4</c:v>
                </c:pt>
                <c:pt idx="3">
                  <c:v>5.8439960629921264E-4</c:v>
                </c:pt>
                <c:pt idx="4">
                  <c:v>5.8439960629921264E-4</c:v>
                </c:pt>
                <c:pt idx="5">
                  <c:v>8.6122047244094487E-4</c:v>
                </c:pt>
                <c:pt idx="6">
                  <c:v>8.6122047244094487E-4</c:v>
                </c:pt>
                <c:pt idx="7">
                  <c:v>1.1687992125984253E-3</c:v>
                </c:pt>
                <c:pt idx="8">
                  <c:v>1.1687992125984253E-3</c:v>
                </c:pt>
                <c:pt idx="9">
                  <c:v>1.4763779527559057E-3</c:v>
                </c:pt>
                <c:pt idx="10">
                  <c:v>1.4763779527559057E-3</c:v>
                </c:pt>
                <c:pt idx="11">
                  <c:v>1.7531988188976375E-3</c:v>
                </c:pt>
                <c:pt idx="12">
                  <c:v>1.7531988188976375E-3</c:v>
                </c:pt>
                <c:pt idx="13">
                  <c:v>2.0607775590551179E-3</c:v>
                </c:pt>
                <c:pt idx="14">
                  <c:v>2.0607775590551179E-3</c:v>
                </c:pt>
                <c:pt idx="15">
                  <c:v>2.3683562992125986E-3</c:v>
                </c:pt>
                <c:pt idx="16">
                  <c:v>2.3683562992125986E-3</c:v>
                </c:pt>
                <c:pt idx="17">
                  <c:v>2.6451771653543308E-3</c:v>
                </c:pt>
                <c:pt idx="18">
                  <c:v>2.6451771653543308E-3</c:v>
                </c:pt>
                <c:pt idx="19">
                  <c:v>2.952755905511811E-3</c:v>
                </c:pt>
                <c:pt idx="20">
                  <c:v>2.952755905511811E-3</c:v>
                </c:pt>
                <c:pt idx="21">
                  <c:v>3.2603346456692912E-3</c:v>
                </c:pt>
                <c:pt idx="22">
                  <c:v>3.2603346456692912E-3</c:v>
                </c:pt>
                <c:pt idx="23">
                  <c:v>3.5371555118110234E-3</c:v>
                </c:pt>
                <c:pt idx="24">
                  <c:v>3.5371555118110234E-3</c:v>
                </c:pt>
                <c:pt idx="25">
                  <c:v>3.844734251968504E-3</c:v>
                </c:pt>
                <c:pt idx="26">
                  <c:v>3.844734251968504E-3</c:v>
                </c:pt>
                <c:pt idx="27">
                  <c:v>4.1523129921259847E-3</c:v>
                </c:pt>
                <c:pt idx="28">
                  <c:v>4.1523129921259847E-3</c:v>
                </c:pt>
                <c:pt idx="29">
                  <c:v>4.4291338582677165E-3</c:v>
                </c:pt>
                <c:pt idx="30">
                  <c:v>4.4291338582677165E-3</c:v>
                </c:pt>
                <c:pt idx="31">
                  <c:v>4.7367125984251971E-3</c:v>
                </c:pt>
                <c:pt idx="32">
                  <c:v>4.7367125984251971E-3</c:v>
                </c:pt>
                <c:pt idx="33">
                  <c:v>5.0442913385826769E-3</c:v>
                </c:pt>
                <c:pt idx="34">
                  <c:v>5.0442913385826769E-3</c:v>
                </c:pt>
                <c:pt idx="35">
                  <c:v>5.3211122047244095E-3</c:v>
                </c:pt>
                <c:pt idx="36">
                  <c:v>5.3211122047244095E-3</c:v>
                </c:pt>
                <c:pt idx="37">
                  <c:v>5.6286909448818902E-3</c:v>
                </c:pt>
                <c:pt idx="38">
                  <c:v>5.6286909448818902E-3</c:v>
                </c:pt>
                <c:pt idx="39">
                  <c:v>5.9362696850393699E-3</c:v>
                </c:pt>
                <c:pt idx="40">
                  <c:v>5.9362696850393699E-3</c:v>
                </c:pt>
                <c:pt idx="41">
                  <c:v>6.2130905511811026E-3</c:v>
                </c:pt>
                <c:pt idx="42">
                  <c:v>6.2130905511811026E-3</c:v>
                </c:pt>
                <c:pt idx="43">
                  <c:v>6.5206692913385824E-3</c:v>
                </c:pt>
                <c:pt idx="44">
                  <c:v>6.5206692913385824E-3</c:v>
                </c:pt>
                <c:pt idx="45">
                  <c:v>6.828248031496063E-3</c:v>
                </c:pt>
                <c:pt idx="46">
                  <c:v>6.828248031496063E-3</c:v>
                </c:pt>
                <c:pt idx="47">
                  <c:v>7.1050688976377957E-3</c:v>
                </c:pt>
                <c:pt idx="48">
                  <c:v>7.1050688976377957E-3</c:v>
                </c:pt>
                <c:pt idx="49">
                  <c:v>7.4126476377952754E-3</c:v>
                </c:pt>
                <c:pt idx="50">
                  <c:v>7.4126476377952754E-3</c:v>
                </c:pt>
                <c:pt idx="51">
                  <c:v>7.7202263779527561E-3</c:v>
                </c:pt>
                <c:pt idx="52">
                  <c:v>7.7202263779527561E-3</c:v>
                </c:pt>
                <c:pt idx="53">
                  <c:v>7.9970472440944879E-3</c:v>
                </c:pt>
                <c:pt idx="54">
                  <c:v>7.9970472440944879E-3</c:v>
                </c:pt>
                <c:pt idx="55">
                  <c:v>8.3046259842519694E-3</c:v>
                </c:pt>
                <c:pt idx="56">
                  <c:v>8.3046259842519694E-3</c:v>
                </c:pt>
                <c:pt idx="57">
                  <c:v>8.6122047244094491E-3</c:v>
                </c:pt>
                <c:pt idx="58">
                  <c:v>8.6122047244094491E-3</c:v>
                </c:pt>
                <c:pt idx="59">
                  <c:v>8.8890255905511809E-3</c:v>
                </c:pt>
                <c:pt idx="60">
                  <c:v>8.8890255905511809E-3</c:v>
                </c:pt>
                <c:pt idx="61">
                  <c:v>9.1966043307086607E-3</c:v>
                </c:pt>
                <c:pt idx="62">
                  <c:v>9.1966043307086607E-3</c:v>
                </c:pt>
                <c:pt idx="63">
                  <c:v>9.5041830708661422E-3</c:v>
                </c:pt>
                <c:pt idx="64">
                  <c:v>9.5041830708661422E-3</c:v>
                </c:pt>
                <c:pt idx="65">
                  <c:v>9.781003937007874E-3</c:v>
                </c:pt>
                <c:pt idx="66">
                  <c:v>9.781003937007874E-3</c:v>
                </c:pt>
                <c:pt idx="67">
                  <c:v>1.0088582677165354E-2</c:v>
                </c:pt>
                <c:pt idx="68">
                  <c:v>1.0088582677165354E-2</c:v>
                </c:pt>
                <c:pt idx="69">
                  <c:v>1.0365403543307087E-2</c:v>
                </c:pt>
                <c:pt idx="70">
                  <c:v>1.0365403543307087E-2</c:v>
                </c:pt>
                <c:pt idx="71">
                  <c:v>1.0672982283464569E-2</c:v>
                </c:pt>
                <c:pt idx="72">
                  <c:v>1.0672982283464569E-2</c:v>
                </c:pt>
                <c:pt idx="73">
                  <c:v>1.0980561023622049E-2</c:v>
                </c:pt>
                <c:pt idx="74">
                  <c:v>1.0980561023622049E-2</c:v>
                </c:pt>
                <c:pt idx="75">
                  <c:v>1.125738188976378E-2</c:v>
                </c:pt>
                <c:pt idx="76">
                  <c:v>1.125738188976378E-2</c:v>
                </c:pt>
                <c:pt idx="77">
                  <c:v>1.156496062992126E-2</c:v>
                </c:pt>
                <c:pt idx="78">
                  <c:v>1.156496062992126E-2</c:v>
                </c:pt>
                <c:pt idx="79">
                  <c:v>1.187253937007874E-2</c:v>
                </c:pt>
                <c:pt idx="80">
                  <c:v>1.187253937007874E-2</c:v>
                </c:pt>
                <c:pt idx="81">
                  <c:v>1.2149360236220472E-2</c:v>
                </c:pt>
                <c:pt idx="82">
                  <c:v>1.2149360236220472E-2</c:v>
                </c:pt>
                <c:pt idx="83">
                  <c:v>1.2456938976377951E-2</c:v>
                </c:pt>
                <c:pt idx="84">
                  <c:v>1.2456938976377951E-2</c:v>
                </c:pt>
                <c:pt idx="85">
                  <c:v>1.2764517716535431E-2</c:v>
                </c:pt>
                <c:pt idx="86">
                  <c:v>1.2764517716535431E-2</c:v>
                </c:pt>
                <c:pt idx="87">
                  <c:v>1.3041338582677165E-2</c:v>
                </c:pt>
                <c:pt idx="88">
                  <c:v>1.3041338582677165E-2</c:v>
                </c:pt>
                <c:pt idx="89">
                  <c:v>1.3348917322834646E-2</c:v>
                </c:pt>
                <c:pt idx="90">
                  <c:v>1.3348917322834646E-2</c:v>
                </c:pt>
                <c:pt idx="91">
                  <c:v>1.3656496062992126E-2</c:v>
                </c:pt>
                <c:pt idx="92">
                  <c:v>1.3656496062992126E-2</c:v>
                </c:pt>
                <c:pt idx="93">
                  <c:v>1.3933316929133858E-2</c:v>
                </c:pt>
                <c:pt idx="94">
                  <c:v>1.3933316929133858E-2</c:v>
                </c:pt>
                <c:pt idx="95">
                  <c:v>1.4240895669291339E-2</c:v>
                </c:pt>
                <c:pt idx="96">
                  <c:v>1.4240895669291339E-2</c:v>
                </c:pt>
                <c:pt idx="97">
                  <c:v>1.4548474409448821E-2</c:v>
                </c:pt>
                <c:pt idx="98">
                  <c:v>1.4548474409448821E-2</c:v>
                </c:pt>
                <c:pt idx="99">
                  <c:v>1.4825295275590551E-2</c:v>
                </c:pt>
                <c:pt idx="100">
                  <c:v>1.4825295275590551E-2</c:v>
                </c:pt>
                <c:pt idx="101">
                  <c:v>1.5132874015748031E-2</c:v>
                </c:pt>
                <c:pt idx="102">
                  <c:v>1.5132874015748031E-2</c:v>
                </c:pt>
                <c:pt idx="103">
                  <c:v>1.5440452755905512E-2</c:v>
                </c:pt>
                <c:pt idx="104">
                  <c:v>1.5440452755905512E-2</c:v>
                </c:pt>
                <c:pt idx="105">
                  <c:v>1.5717273622047244E-2</c:v>
                </c:pt>
                <c:pt idx="106">
                  <c:v>1.5717273622047244E-2</c:v>
                </c:pt>
                <c:pt idx="107">
                  <c:v>1.6024852362204724E-2</c:v>
                </c:pt>
                <c:pt idx="108">
                  <c:v>1.6024852362204724E-2</c:v>
                </c:pt>
                <c:pt idx="109">
                  <c:v>1.6332431102362203E-2</c:v>
                </c:pt>
                <c:pt idx="110">
                  <c:v>1.6332431102362203E-2</c:v>
                </c:pt>
                <c:pt idx="111">
                  <c:v>1.6609251968503939E-2</c:v>
                </c:pt>
                <c:pt idx="112">
                  <c:v>1.6609251968503939E-2</c:v>
                </c:pt>
                <c:pt idx="113">
                  <c:v>1.6916830708661418E-2</c:v>
                </c:pt>
                <c:pt idx="114">
                  <c:v>1.6916830708661418E-2</c:v>
                </c:pt>
                <c:pt idx="115">
                  <c:v>1.7224409448818898E-2</c:v>
                </c:pt>
                <c:pt idx="116">
                  <c:v>1.7224409448818898E-2</c:v>
                </c:pt>
                <c:pt idx="117">
                  <c:v>1.750123031496063E-2</c:v>
                </c:pt>
                <c:pt idx="118">
                  <c:v>1.750123031496063E-2</c:v>
                </c:pt>
                <c:pt idx="119">
                  <c:v>1.780880905511811E-2</c:v>
                </c:pt>
                <c:pt idx="120">
                  <c:v>1.780880905511811E-2</c:v>
                </c:pt>
                <c:pt idx="121">
                  <c:v>1.811638779527559E-2</c:v>
                </c:pt>
                <c:pt idx="122">
                  <c:v>1.811638779527559E-2</c:v>
                </c:pt>
                <c:pt idx="123">
                  <c:v>1.8393208661417321E-2</c:v>
                </c:pt>
                <c:pt idx="124">
                  <c:v>1.8393208661417321E-2</c:v>
                </c:pt>
                <c:pt idx="125">
                  <c:v>1.8700787401574805E-2</c:v>
                </c:pt>
                <c:pt idx="126">
                  <c:v>1.8700787401574805E-2</c:v>
                </c:pt>
                <c:pt idx="127">
                  <c:v>1.9008366141732284E-2</c:v>
                </c:pt>
                <c:pt idx="128">
                  <c:v>1.9008366141732284E-2</c:v>
                </c:pt>
                <c:pt idx="129">
                  <c:v>1.9285187007874016E-2</c:v>
                </c:pt>
                <c:pt idx="130">
                  <c:v>1.9285187007874016E-2</c:v>
                </c:pt>
                <c:pt idx="131">
                  <c:v>1.9592765748031496E-2</c:v>
                </c:pt>
                <c:pt idx="132">
                  <c:v>1.9592765748031496E-2</c:v>
                </c:pt>
                <c:pt idx="133">
                  <c:v>1.9869586614173228E-2</c:v>
                </c:pt>
                <c:pt idx="134">
                  <c:v>1.9869586614173228E-2</c:v>
                </c:pt>
                <c:pt idx="135">
                  <c:v>2.0177165354330708E-2</c:v>
                </c:pt>
                <c:pt idx="136">
                  <c:v>2.0177165354330708E-2</c:v>
                </c:pt>
                <c:pt idx="137">
                  <c:v>2.0484744094488187E-2</c:v>
                </c:pt>
                <c:pt idx="138">
                  <c:v>2.0484744094488187E-2</c:v>
                </c:pt>
                <c:pt idx="139">
                  <c:v>2.0761564960629923E-2</c:v>
                </c:pt>
                <c:pt idx="140">
                  <c:v>2.0761564960629923E-2</c:v>
                </c:pt>
                <c:pt idx="141">
                  <c:v>2.1069143700787399E-2</c:v>
                </c:pt>
                <c:pt idx="142">
                  <c:v>2.1069143700787399E-2</c:v>
                </c:pt>
                <c:pt idx="143">
                  <c:v>2.1376722440944879E-2</c:v>
                </c:pt>
                <c:pt idx="144">
                  <c:v>2.1376722440944879E-2</c:v>
                </c:pt>
                <c:pt idx="145">
                  <c:v>2.1653543307086617E-2</c:v>
                </c:pt>
                <c:pt idx="146">
                  <c:v>2.1653543307086617E-2</c:v>
                </c:pt>
                <c:pt idx="147">
                  <c:v>2.1961122047244097E-2</c:v>
                </c:pt>
                <c:pt idx="148">
                  <c:v>2.1961122047244097E-2</c:v>
                </c:pt>
                <c:pt idx="149">
                  <c:v>2.2268700787401573E-2</c:v>
                </c:pt>
                <c:pt idx="150">
                  <c:v>2.2268700787401573E-2</c:v>
                </c:pt>
                <c:pt idx="151">
                  <c:v>2.2545521653543309E-2</c:v>
                </c:pt>
                <c:pt idx="152">
                  <c:v>2.2545521653543309E-2</c:v>
                </c:pt>
                <c:pt idx="153">
                  <c:v>2.2853100393700788E-2</c:v>
                </c:pt>
                <c:pt idx="154">
                  <c:v>2.2853100393700788E-2</c:v>
                </c:pt>
                <c:pt idx="155">
                  <c:v>2.3160679133858268E-2</c:v>
                </c:pt>
                <c:pt idx="156">
                  <c:v>2.3160679133858268E-2</c:v>
                </c:pt>
                <c:pt idx="157">
                  <c:v>2.34375E-2</c:v>
                </c:pt>
                <c:pt idx="158">
                  <c:v>2.34375E-2</c:v>
                </c:pt>
                <c:pt idx="159">
                  <c:v>2.374507874015748E-2</c:v>
                </c:pt>
                <c:pt idx="160">
                  <c:v>2.374507874015748E-2</c:v>
                </c:pt>
                <c:pt idx="161">
                  <c:v>2.405265748031496E-2</c:v>
                </c:pt>
                <c:pt idx="162">
                  <c:v>2.405265748031496E-2</c:v>
                </c:pt>
                <c:pt idx="163">
                  <c:v>2.4329478346456691E-2</c:v>
                </c:pt>
                <c:pt idx="164">
                  <c:v>2.4329478346456691E-2</c:v>
                </c:pt>
                <c:pt idx="165">
                  <c:v>2.4637057086614175E-2</c:v>
                </c:pt>
                <c:pt idx="166">
                  <c:v>2.4637057086614175E-2</c:v>
                </c:pt>
                <c:pt idx="167">
                  <c:v>2.4944635826771654E-2</c:v>
                </c:pt>
                <c:pt idx="168">
                  <c:v>2.4944635826771654E-2</c:v>
                </c:pt>
                <c:pt idx="169">
                  <c:v>2.5221456692913383E-2</c:v>
                </c:pt>
                <c:pt idx="170">
                  <c:v>2.5221456692913383E-2</c:v>
                </c:pt>
                <c:pt idx="171">
                  <c:v>2.5529035433070862E-2</c:v>
                </c:pt>
                <c:pt idx="172">
                  <c:v>2.5529035433070862E-2</c:v>
                </c:pt>
                <c:pt idx="173">
                  <c:v>2.5836614173228346E-2</c:v>
                </c:pt>
                <c:pt idx="174">
                  <c:v>2.5836614173228346E-2</c:v>
                </c:pt>
                <c:pt idx="175">
                  <c:v>2.6113435039370077E-2</c:v>
                </c:pt>
                <c:pt idx="176">
                  <c:v>2.6113435039370077E-2</c:v>
                </c:pt>
                <c:pt idx="177">
                  <c:v>2.6421013779527561E-2</c:v>
                </c:pt>
                <c:pt idx="178">
                  <c:v>2.6421013779527561E-2</c:v>
                </c:pt>
                <c:pt idx="179">
                  <c:v>2.672859251968504E-2</c:v>
                </c:pt>
                <c:pt idx="180">
                  <c:v>2.672859251968504E-2</c:v>
                </c:pt>
                <c:pt idx="181">
                  <c:v>2.7005413385826772E-2</c:v>
                </c:pt>
                <c:pt idx="182">
                  <c:v>2.7005413385826772E-2</c:v>
                </c:pt>
                <c:pt idx="183">
                  <c:v>2.7312992125984252E-2</c:v>
                </c:pt>
                <c:pt idx="184">
                  <c:v>2.7312992125984252E-2</c:v>
                </c:pt>
                <c:pt idx="185">
                  <c:v>2.7620570866141732E-2</c:v>
                </c:pt>
                <c:pt idx="186">
                  <c:v>2.7620570866141732E-2</c:v>
                </c:pt>
                <c:pt idx="187">
                  <c:v>2.7897391732283464E-2</c:v>
                </c:pt>
                <c:pt idx="188">
                  <c:v>2.7897391732283464E-2</c:v>
                </c:pt>
                <c:pt idx="189">
                  <c:v>2.8204970472440943E-2</c:v>
                </c:pt>
                <c:pt idx="190">
                  <c:v>2.8204970472440943E-2</c:v>
                </c:pt>
                <c:pt idx="191">
                  <c:v>2.8512549212598427E-2</c:v>
                </c:pt>
                <c:pt idx="192">
                  <c:v>2.8512549212598427E-2</c:v>
                </c:pt>
                <c:pt idx="193">
                  <c:v>2.8789370078740158E-2</c:v>
                </c:pt>
                <c:pt idx="194">
                  <c:v>2.8789370078740158E-2</c:v>
                </c:pt>
                <c:pt idx="195">
                  <c:v>2.9096948818897642E-2</c:v>
                </c:pt>
                <c:pt idx="196">
                  <c:v>2.9096948818897642E-2</c:v>
                </c:pt>
                <c:pt idx="197">
                  <c:v>2.937376968503937E-2</c:v>
                </c:pt>
                <c:pt idx="198">
                  <c:v>2.937376968503937E-2</c:v>
                </c:pt>
                <c:pt idx="199">
                  <c:v>2.968134842519685E-2</c:v>
                </c:pt>
                <c:pt idx="200">
                  <c:v>2.968134842519685E-2</c:v>
                </c:pt>
                <c:pt idx="201">
                  <c:v>2.9988927165354329E-2</c:v>
                </c:pt>
                <c:pt idx="202">
                  <c:v>2.9988927165354329E-2</c:v>
                </c:pt>
                <c:pt idx="203">
                  <c:v>3.0265748031496061E-2</c:v>
                </c:pt>
                <c:pt idx="204">
                  <c:v>3.0265748031496061E-2</c:v>
                </c:pt>
                <c:pt idx="205">
                  <c:v>3.0573326771653545E-2</c:v>
                </c:pt>
                <c:pt idx="206">
                  <c:v>3.0573326771653545E-2</c:v>
                </c:pt>
                <c:pt idx="207">
                  <c:v>3.0880905511811024E-2</c:v>
                </c:pt>
                <c:pt idx="208">
                  <c:v>3.0880905511811024E-2</c:v>
                </c:pt>
                <c:pt idx="209">
                  <c:v>3.1157726377952756E-2</c:v>
                </c:pt>
                <c:pt idx="210">
                  <c:v>3.1157726377952756E-2</c:v>
                </c:pt>
                <c:pt idx="211">
                  <c:v>3.1465305118110236E-2</c:v>
                </c:pt>
                <c:pt idx="212">
                  <c:v>3.1465305118110236E-2</c:v>
                </c:pt>
                <c:pt idx="213">
                  <c:v>3.1772883858267716E-2</c:v>
                </c:pt>
                <c:pt idx="214">
                  <c:v>3.1772883858267716E-2</c:v>
                </c:pt>
                <c:pt idx="215">
                  <c:v>3.2049704724409447E-2</c:v>
                </c:pt>
                <c:pt idx="216">
                  <c:v>3.2049704724409447E-2</c:v>
                </c:pt>
                <c:pt idx="217">
                  <c:v>3.2357283464566927E-2</c:v>
                </c:pt>
                <c:pt idx="218">
                  <c:v>3.2357283464566927E-2</c:v>
                </c:pt>
                <c:pt idx="219">
                  <c:v>3.2664862204724407E-2</c:v>
                </c:pt>
                <c:pt idx="220">
                  <c:v>3.2664862204724407E-2</c:v>
                </c:pt>
                <c:pt idx="221">
                  <c:v>3.2941683070866139E-2</c:v>
                </c:pt>
                <c:pt idx="222">
                  <c:v>3.2941683070866139E-2</c:v>
                </c:pt>
                <c:pt idx="223">
                  <c:v>3.3249261811023625E-2</c:v>
                </c:pt>
                <c:pt idx="224">
                  <c:v>3.3249261811023625E-2</c:v>
                </c:pt>
                <c:pt idx="225">
                  <c:v>3.3556840551181105E-2</c:v>
                </c:pt>
                <c:pt idx="226">
                  <c:v>3.3556840551181105E-2</c:v>
                </c:pt>
                <c:pt idx="227">
                  <c:v>3.3833661417322837E-2</c:v>
                </c:pt>
                <c:pt idx="228">
                  <c:v>3.3833661417322837E-2</c:v>
                </c:pt>
                <c:pt idx="229">
                  <c:v>3.4141240157480317E-2</c:v>
                </c:pt>
                <c:pt idx="230">
                  <c:v>3.4141240157480317E-2</c:v>
                </c:pt>
                <c:pt idx="231">
                  <c:v>3.4448818897637797E-2</c:v>
                </c:pt>
                <c:pt idx="232">
                  <c:v>3.4448818897637797E-2</c:v>
                </c:pt>
                <c:pt idx="233">
                  <c:v>3.4725639763779528E-2</c:v>
                </c:pt>
                <c:pt idx="234">
                  <c:v>3.4725639763779528E-2</c:v>
                </c:pt>
                <c:pt idx="235">
                  <c:v>3.5033218503937008E-2</c:v>
                </c:pt>
                <c:pt idx="236">
                  <c:v>3.5033218503937008E-2</c:v>
                </c:pt>
                <c:pt idx="237">
                  <c:v>3.5340797244094488E-2</c:v>
                </c:pt>
                <c:pt idx="238">
                  <c:v>3.5340797244094488E-2</c:v>
                </c:pt>
                <c:pt idx="239">
                  <c:v>3.561761811023622E-2</c:v>
                </c:pt>
                <c:pt idx="240">
                  <c:v>3.561761811023622E-2</c:v>
                </c:pt>
                <c:pt idx="241">
                  <c:v>3.5925196850393699E-2</c:v>
                </c:pt>
                <c:pt idx="242">
                  <c:v>3.5925196850393699E-2</c:v>
                </c:pt>
                <c:pt idx="243">
                  <c:v>3.6232775590551179E-2</c:v>
                </c:pt>
                <c:pt idx="244">
                  <c:v>3.6232775590551179E-2</c:v>
                </c:pt>
                <c:pt idx="245">
                  <c:v>3.6509596456692911E-2</c:v>
                </c:pt>
                <c:pt idx="246">
                  <c:v>3.6509596456692911E-2</c:v>
                </c:pt>
                <c:pt idx="247">
                  <c:v>3.6817175196850391E-2</c:v>
                </c:pt>
                <c:pt idx="248">
                  <c:v>3.6817175196850391E-2</c:v>
                </c:pt>
                <c:pt idx="249">
                  <c:v>3.7124753937007877E-2</c:v>
                </c:pt>
                <c:pt idx="250">
                  <c:v>3.7124753937007877E-2</c:v>
                </c:pt>
                <c:pt idx="251">
                  <c:v>3.7401574803149609E-2</c:v>
                </c:pt>
                <c:pt idx="252">
                  <c:v>3.7401574803149609E-2</c:v>
                </c:pt>
                <c:pt idx="253">
                  <c:v>3.7709153543307089E-2</c:v>
                </c:pt>
                <c:pt idx="254">
                  <c:v>3.7709153543307089E-2</c:v>
                </c:pt>
                <c:pt idx="255">
                  <c:v>3.8016732283464569E-2</c:v>
                </c:pt>
                <c:pt idx="256">
                  <c:v>3.8016732283464569E-2</c:v>
                </c:pt>
                <c:pt idx="257">
                  <c:v>3.8293553149606301E-2</c:v>
                </c:pt>
                <c:pt idx="258">
                  <c:v>3.8293553149606301E-2</c:v>
                </c:pt>
                <c:pt idx="259">
                  <c:v>3.860113188976378E-2</c:v>
                </c:pt>
                <c:pt idx="260">
                  <c:v>3.860113188976378E-2</c:v>
                </c:pt>
                <c:pt idx="261">
                  <c:v>3.8877952755905512E-2</c:v>
                </c:pt>
                <c:pt idx="262">
                  <c:v>3.8877952755905512E-2</c:v>
                </c:pt>
                <c:pt idx="263">
                  <c:v>3.9185531496062992E-2</c:v>
                </c:pt>
                <c:pt idx="264">
                  <c:v>3.9185531496062992E-2</c:v>
                </c:pt>
                <c:pt idx="265">
                  <c:v>3.9493110236220472E-2</c:v>
                </c:pt>
                <c:pt idx="266">
                  <c:v>3.9493110236220472E-2</c:v>
                </c:pt>
                <c:pt idx="267">
                  <c:v>3.9769931102362203E-2</c:v>
                </c:pt>
                <c:pt idx="268">
                  <c:v>3.9769931102362203E-2</c:v>
                </c:pt>
                <c:pt idx="269">
                  <c:v>4.0077509842519683E-2</c:v>
                </c:pt>
                <c:pt idx="270">
                  <c:v>4.0077509842519683E-2</c:v>
                </c:pt>
                <c:pt idx="271">
                  <c:v>4.0385088582677163E-2</c:v>
                </c:pt>
                <c:pt idx="272">
                  <c:v>4.0385088582677163E-2</c:v>
                </c:pt>
                <c:pt idx="273">
                  <c:v>4.0661909448818895E-2</c:v>
                </c:pt>
                <c:pt idx="274">
                  <c:v>4.0661909448818895E-2</c:v>
                </c:pt>
                <c:pt idx="275">
                  <c:v>4.0969488188976375E-2</c:v>
                </c:pt>
                <c:pt idx="276">
                  <c:v>4.0969488188976375E-2</c:v>
                </c:pt>
                <c:pt idx="277">
                  <c:v>4.1277066929133861E-2</c:v>
                </c:pt>
                <c:pt idx="278">
                  <c:v>4.1277066929133861E-2</c:v>
                </c:pt>
                <c:pt idx="279">
                  <c:v>4.1553887795275593E-2</c:v>
                </c:pt>
                <c:pt idx="280">
                  <c:v>4.1553887795275593E-2</c:v>
                </c:pt>
                <c:pt idx="281">
                  <c:v>4.1861466535433073E-2</c:v>
                </c:pt>
                <c:pt idx="282">
                  <c:v>4.1861466535433073E-2</c:v>
                </c:pt>
                <c:pt idx="283">
                  <c:v>4.2169045275590553E-2</c:v>
                </c:pt>
                <c:pt idx="284">
                  <c:v>4.2169045275590553E-2</c:v>
                </c:pt>
                <c:pt idx="285">
                  <c:v>4.2445866141732291E-2</c:v>
                </c:pt>
                <c:pt idx="286">
                  <c:v>4.2445866141732291E-2</c:v>
                </c:pt>
                <c:pt idx="287">
                  <c:v>4.2753444881889757E-2</c:v>
                </c:pt>
                <c:pt idx="288">
                  <c:v>4.2753444881889757E-2</c:v>
                </c:pt>
                <c:pt idx="289">
                  <c:v>4.3061023622047251E-2</c:v>
                </c:pt>
                <c:pt idx="290">
                  <c:v>4.3061023622047251E-2</c:v>
                </c:pt>
                <c:pt idx="291">
                  <c:v>4.3337844488188976E-2</c:v>
                </c:pt>
                <c:pt idx="292">
                  <c:v>4.3337844488188976E-2</c:v>
                </c:pt>
                <c:pt idx="293">
                  <c:v>4.3645423228346455E-2</c:v>
                </c:pt>
                <c:pt idx="294">
                  <c:v>4.3645423228346455E-2</c:v>
                </c:pt>
                <c:pt idx="295">
                  <c:v>4.3953001968503935E-2</c:v>
                </c:pt>
                <c:pt idx="296">
                  <c:v>4.3953001968503935E-2</c:v>
                </c:pt>
                <c:pt idx="297">
                  <c:v>4.4229822834645667E-2</c:v>
                </c:pt>
                <c:pt idx="298">
                  <c:v>4.4229822834645667E-2</c:v>
                </c:pt>
                <c:pt idx="299">
                  <c:v>4.4537401574803147E-2</c:v>
                </c:pt>
                <c:pt idx="300">
                  <c:v>4.4537401574803147E-2</c:v>
                </c:pt>
                <c:pt idx="301">
                  <c:v>4.4844980314960627E-2</c:v>
                </c:pt>
                <c:pt idx="302">
                  <c:v>4.4844980314960627E-2</c:v>
                </c:pt>
                <c:pt idx="303">
                  <c:v>4.5121801181102365E-2</c:v>
                </c:pt>
                <c:pt idx="304">
                  <c:v>4.5121801181102365E-2</c:v>
                </c:pt>
                <c:pt idx="305">
                  <c:v>4.5429379921259845E-2</c:v>
                </c:pt>
                <c:pt idx="306">
                  <c:v>4.5429379921259845E-2</c:v>
                </c:pt>
                <c:pt idx="307">
                  <c:v>4.5736958661417325E-2</c:v>
                </c:pt>
                <c:pt idx="308">
                  <c:v>4.5736958661417325E-2</c:v>
                </c:pt>
                <c:pt idx="309">
                  <c:v>4.6013779527559057E-2</c:v>
                </c:pt>
                <c:pt idx="310">
                  <c:v>4.6013779527559057E-2</c:v>
                </c:pt>
                <c:pt idx="311">
                  <c:v>4.6321358267716536E-2</c:v>
                </c:pt>
                <c:pt idx="312">
                  <c:v>4.6321358267716536E-2</c:v>
                </c:pt>
                <c:pt idx="313">
                  <c:v>4.6628937007874016E-2</c:v>
                </c:pt>
                <c:pt idx="314">
                  <c:v>4.6628937007874016E-2</c:v>
                </c:pt>
                <c:pt idx="315">
                  <c:v>4.6905757874015748E-2</c:v>
                </c:pt>
                <c:pt idx="316">
                  <c:v>4.6905757874015748E-2</c:v>
                </c:pt>
                <c:pt idx="317">
                  <c:v>4.7213336614173228E-2</c:v>
                </c:pt>
                <c:pt idx="318">
                  <c:v>4.7213336614173228E-2</c:v>
                </c:pt>
                <c:pt idx="319">
                  <c:v>4.7520915354330708E-2</c:v>
                </c:pt>
                <c:pt idx="320">
                  <c:v>4.7520915354330708E-2</c:v>
                </c:pt>
                <c:pt idx="321">
                  <c:v>4.7797736220472439E-2</c:v>
                </c:pt>
                <c:pt idx="322">
                  <c:v>4.7797736220472439E-2</c:v>
                </c:pt>
                <c:pt idx="323">
                  <c:v>4.8105314960629919E-2</c:v>
                </c:pt>
                <c:pt idx="324">
                  <c:v>4.8105314960629919E-2</c:v>
                </c:pt>
                <c:pt idx="325">
                  <c:v>4.8412893700787399E-2</c:v>
                </c:pt>
                <c:pt idx="326">
                  <c:v>4.8412893700787399E-2</c:v>
                </c:pt>
                <c:pt idx="327">
                  <c:v>4.8689714566929131E-2</c:v>
                </c:pt>
                <c:pt idx="328">
                  <c:v>4.8689714566929131E-2</c:v>
                </c:pt>
                <c:pt idx="329">
                  <c:v>4.8997293307086617E-2</c:v>
                </c:pt>
                <c:pt idx="330">
                  <c:v>4.8997293307086617E-2</c:v>
                </c:pt>
                <c:pt idx="331">
                  <c:v>4.9274114173228349E-2</c:v>
                </c:pt>
                <c:pt idx="332">
                  <c:v>4.9274114173228349E-2</c:v>
                </c:pt>
                <c:pt idx="333">
                  <c:v>4.9581692913385829E-2</c:v>
                </c:pt>
                <c:pt idx="334">
                  <c:v>4.9581692913385829E-2</c:v>
                </c:pt>
                <c:pt idx="335">
                  <c:v>4.9889271653543309E-2</c:v>
                </c:pt>
                <c:pt idx="336">
                  <c:v>4.9889271653543309E-2</c:v>
                </c:pt>
                <c:pt idx="337">
                  <c:v>5.016609251968504E-2</c:v>
                </c:pt>
                <c:pt idx="338">
                  <c:v>5.016609251968504E-2</c:v>
                </c:pt>
                <c:pt idx="339">
                  <c:v>5.047367125984252E-2</c:v>
                </c:pt>
                <c:pt idx="340">
                  <c:v>5.047367125984252E-2</c:v>
                </c:pt>
                <c:pt idx="341">
                  <c:v>5.078125E-2</c:v>
                </c:pt>
                <c:pt idx="342">
                  <c:v>5.078125E-2</c:v>
                </c:pt>
                <c:pt idx="343">
                  <c:v>5.1058070866141732E-2</c:v>
                </c:pt>
                <c:pt idx="344">
                  <c:v>5.1058070866141732E-2</c:v>
                </c:pt>
                <c:pt idx="345">
                  <c:v>5.1365649606299212E-2</c:v>
                </c:pt>
                <c:pt idx="346">
                  <c:v>5.1365649606299212E-2</c:v>
                </c:pt>
                <c:pt idx="347">
                  <c:v>5.1673228346456691E-2</c:v>
                </c:pt>
                <c:pt idx="348">
                  <c:v>5.1673228346456691E-2</c:v>
                </c:pt>
                <c:pt idx="349">
                  <c:v>5.1950049212598423E-2</c:v>
                </c:pt>
                <c:pt idx="350">
                  <c:v>5.1950049212598423E-2</c:v>
                </c:pt>
                <c:pt idx="351">
                  <c:v>5.2257627952755903E-2</c:v>
                </c:pt>
                <c:pt idx="352">
                  <c:v>5.2257627952755903E-2</c:v>
                </c:pt>
                <c:pt idx="353">
                  <c:v>5.2565206692913383E-2</c:v>
                </c:pt>
                <c:pt idx="354">
                  <c:v>5.2565206692913383E-2</c:v>
                </c:pt>
                <c:pt idx="355">
                  <c:v>5.2842027559055121E-2</c:v>
                </c:pt>
                <c:pt idx="356">
                  <c:v>5.2842027559055121E-2</c:v>
                </c:pt>
                <c:pt idx="357">
                  <c:v>5.3149606299212601E-2</c:v>
                </c:pt>
                <c:pt idx="358">
                  <c:v>5.3149606299212601E-2</c:v>
                </c:pt>
                <c:pt idx="359">
                  <c:v>5.3457185039370081E-2</c:v>
                </c:pt>
                <c:pt idx="360">
                  <c:v>5.3457185039370081E-2</c:v>
                </c:pt>
                <c:pt idx="361">
                  <c:v>5.3734005905511813E-2</c:v>
                </c:pt>
                <c:pt idx="362">
                  <c:v>5.3734005905511813E-2</c:v>
                </c:pt>
                <c:pt idx="363">
                  <c:v>5.4041584645669292E-2</c:v>
                </c:pt>
                <c:pt idx="364">
                  <c:v>5.4041584645669292E-2</c:v>
                </c:pt>
                <c:pt idx="365">
                  <c:v>5.4349163385826772E-2</c:v>
                </c:pt>
                <c:pt idx="366">
                  <c:v>5.4349163385826772E-2</c:v>
                </c:pt>
                <c:pt idx="367">
                  <c:v>5.4625984251968504E-2</c:v>
                </c:pt>
                <c:pt idx="368">
                  <c:v>5.4625984251968504E-2</c:v>
                </c:pt>
                <c:pt idx="369">
                  <c:v>5.4933562992125984E-2</c:v>
                </c:pt>
                <c:pt idx="370">
                  <c:v>5.4933562992125984E-2</c:v>
                </c:pt>
                <c:pt idx="371">
                  <c:v>5.5241141732283464E-2</c:v>
                </c:pt>
                <c:pt idx="372">
                  <c:v>5.5241141732283464E-2</c:v>
                </c:pt>
                <c:pt idx="373">
                  <c:v>5.5517962598425195E-2</c:v>
                </c:pt>
                <c:pt idx="374">
                  <c:v>5.5517962598425195E-2</c:v>
                </c:pt>
                <c:pt idx="375">
                  <c:v>5.5825541338582675E-2</c:v>
                </c:pt>
                <c:pt idx="376">
                  <c:v>5.5825541338582675E-2</c:v>
                </c:pt>
                <c:pt idx="377">
                  <c:v>5.6133120078740155E-2</c:v>
                </c:pt>
                <c:pt idx="378">
                  <c:v>5.6133120078740155E-2</c:v>
                </c:pt>
                <c:pt idx="379">
                  <c:v>5.6409940944881887E-2</c:v>
                </c:pt>
                <c:pt idx="380">
                  <c:v>5.6409940944881887E-2</c:v>
                </c:pt>
                <c:pt idx="381">
                  <c:v>5.6717519685039373E-2</c:v>
                </c:pt>
                <c:pt idx="382">
                  <c:v>5.6717519685039373E-2</c:v>
                </c:pt>
                <c:pt idx="383">
                  <c:v>5.7025098425196853E-2</c:v>
                </c:pt>
                <c:pt idx="384">
                  <c:v>5.7025098425196853E-2</c:v>
                </c:pt>
                <c:pt idx="385">
                  <c:v>5.7301919291338585E-2</c:v>
                </c:pt>
                <c:pt idx="386">
                  <c:v>5.7301919291338585E-2</c:v>
                </c:pt>
                <c:pt idx="387">
                  <c:v>5.7609498031496065E-2</c:v>
                </c:pt>
                <c:pt idx="388">
                  <c:v>5.7609498031496065E-2</c:v>
                </c:pt>
                <c:pt idx="389">
                  <c:v>5.7917076771653545E-2</c:v>
                </c:pt>
                <c:pt idx="390">
                  <c:v>5.7917076771653545E-2</c:v>
                </c:pt>
                <c:pt idx="391">
                  <c:v>5.8193897637795283E-2</c:v>
                </c:pt>
                <c:pt idx="392">
                  <c:v>5.8193897637795283E-2</c:v>
                </c:pt>
                <c:pt idx="393">
                  <c:v>5.8501476377952749E-2</c:v>
                </c:pt>
                <c:pt idx="394">
                  <c:v>5.8501476377952749E-2</c:v>
                </c:pt>
                <c:pt idx="395">
                  <c:v>5.8778297244094488E-2</c:v>
                </c:pt>
                <c:pt idx="396">
                  <c:v>5.8778297244094488E-2</c:v>
                </c:pt>
                <c:pt idx="397">
                  <c:v>5.9085875984251968E-2</c:v>
                </c:pt>
                <c:pt idx="398">
                  <c:v>5.9085875984251968E-2</c:v>
                </c:pt>
                <c:pt idx="399">
                  <c:v>5.9393454724409447E-2</c:v>
                </c:pt>
                <c:pt idx="400">
                  <c:v>5.9393454724409447E-2</c:v>
                </c:pt>
                <c:pt idx="401">
                  <c:v>5.9670275590551179E-2</c:v>
                </c:pt>
                <c:pt idx="402">
                  <c:v>5.9670275590551179E-2</c:v>
                </c:pt>
                <c:pt idx="403">
                  <c:v>5.9977854330708659E-2</c:v>
                </c:pt>
                <c:pt idx="404">
                  <c:v>5.9977854330708659E-2</c:v>
                </c:pt>
                <c:pt idx="405">
                  <c:v>6.0285433070866139E-2</c:v>
                </c:pt>
                <c:pt idx="406">
                  <c:v>6.0285433070866139E-2</c:v>
                </c:pt>
                <c:pt idx="407">
                  <c:v>6.0562253937007877E-2</c:v>
                </c:pt>
                <c:pt idx="408">
                  <c:v>6.0562253937007877E-2</c:v>
                </c:pt>
                <c:pt idx="409">
                  <c:v>6.0869832677165357E-2</c:v>
                </c:pt>
                <c:pt idx="410">
                  <c:v>6.0869832677165357E-2</c:v>
                </c:pt>
                <c:pt idx="411">
                  <c:v>6.1177411417322837E-2</c:v>
                </c:pt>
                <c:pt idx="412">
                  <c:v>6.1177411417322837E-2</c:v>
                </c:pt>
                <c:pt idx="413">
                  <c:v>6.1454232283464569E-2</c:v>
                </c:pt>
                <c:pt idx="414">
                  <c:v>6.1454232283464569E-2</c:v>
                </c:pt>
                <c:pt idx="415">
                  <c:v>6.1761811023622049E-2</c:v>
                </c:pt>
                <c:pt idx="416">
                  <c:v>6.1761811023622049E-2</c:v>
                </c:pt>
                <c:pt idx="417">
                  <c:v>6.2069389763779528E-2</c:v>
                </c:pt>
                <c:pt idx="418">
                  <c:v>6.2069389763779528E-2</c:v>
                </c:pt>
                <c:pt idx="419">
                  <c:v>6.234621062992126E-2</c:v>
                </c:pt>
                <c:pt idx="420">
                  <c:v>6.234621062992126E-2</c:v>
                </c:pt>
                <c:pt idx="421">
                  <c:v>6.2653789370078747E-2</c:v>
                </c:pt>
                <c:pt idx="422">
                  <c:v>6.2653789370078747E-2</c:v>
                </c:pt>
                <c:pt idx="423">
                  <c:v>6.2961368110236227E-2</c:v>
                </c:pt>
                <c:pt idx="424">
                  <c:v>6.2961368110236227E-2</c:v>
                </c:pt>
                <c:pt idx="425">
                  <c:v>6.3238188976377951E-2</c:v>
                </c:pt>
                <c:pt idx="426">
                  <c:v>6.3238188976377951E-2</c:v>
                </c:pt>
                <c:pt idx="427">
                  <c:v>6.3545767716535431E-2</c:v>
                </c:pt>
                <c:pt idx="428">
                  <c:v>6.3545767716535431E-2</c:v>
                </c:pt>
                <c:pt idx="429">
                  <c:v>6.3853346456692911E-2</c:v>
                </c:pt>
                <c:pt idx="430">
                  <c:v>6.3853346456692911E-2</c:v>
                </c:pt>
                <c:pt idx="431">
                  <c:v>6.413016732283465E-2</c:v>
                </c:pt>
                <c:pt idx="432">
                  <c:v>6.413016732283465E-2</c:v>
                </c:pt>
                <c:pt idx="433">
                  <c:v>6.4437746062992129E-2</c:v>
                </c:pt>
                <c:pt idx="434">
                  <c:v>6.4437746062992129E-2</c:v>
                </c:pt>
                <c:pt idx="435">
                  <c:v>6.4745324803149609E-2</c:v>
                </c:pt>
                <c:pt idx="436">
                  <c:v>6.4745324803149609E-2</c:v>
                </c:pt>
                <c:pt idx="437">
                  <c:v>6.5022145669291334E-2</c:v>
                </c:pt>
                <c:pt idx="438">
                  <c:v>6.5022145669291334E-2</c:v>
                </c:pt>
                <c:pt idx="439">
                  <c:v>6.5329724409448814E-2</c:v>
                </c:pt>
                <c:pt idx="440">
                  <c:v>6.5329724409448814E-2</c:v>
                </c:pt>
                <c:pt idx="441">
                  <c:v>6.5637303149606294E-2</c:v>
                </c:pt>
                <c:pt idx="442">
                  <c:v>6.5637303149606294E-2</c:v>
                </c:pt>
                <c:pt idx="443">
                  <c:v>6.5914124015748032E-2</c:v>
                </c:pt>
                <c:pt idx="444">
                  <c:v>6.5914124015748032E-2</c:v>
                </c:pt>
                <c:pt idx="445">
                  <c:v>6.6221702755905512E-2</c:v>
                </c:pt>
                <c:pt idx="446">
                  <c:v>6.6221702755905512E-2</c:v>
                </c:pt>
                <c:pt idx="447">
                  <c:v>6.6529281496062992E-2</c:v>
                </c:pt>
                <c:pt idx="448">
                  <c:v>6.6529281496062992E-2</c:v>
                </c:pt>
                <c:pt idx="449">
                  <c:v>6.6806102362204731E-2</c:v>
                </c:pt>
                <c:pt idx="450">
                  <c:v>6.6806102362204731E-2</c:v>
                </c:pt>
                <c:pt idx="451">
                  <c:v>6.711368110236221E-2</c:v>
                </c:pt>
                <c:pt idx="452">
                  <c:v>6.711368110236221E-2</c:v>
                </c:pt>
                <c:pt idx="453">
                  <c:v>6.742125984251969E-2</c:v>
                </c:pt>
                <c:pt idx="454">
                  <c:v>6.742125984251969E-2</c:v>
                </c:pt>
                <c:pt idx="455">
                  <c:v>6.7698080708661415E-2</c:v>
                </c:pt>
                <c:pt idx="456">
                  <c:v>6.7698080708661415E-2</c:v>
                </c:pt>
                <c:pt idx="457">
                  <c:v>6.8005659448818895E-2</c:v>
                </c:pt>
                <c:pt idx="458">
                  <c:v>6.8005659448818895E-2</c:v>
                </c:pt>
                <c:pt idx="459">
                  <c:v>6.8282480314960634E-2</c:v>
                </c:pt>
                <c:pt idx="460">
                  <c:v>6.8282480314960634E-2</c:v>
                </c:pt>
                <c:pt idx="461">
                  <c:v>6.8590059055118113E-2</c:v>
                </c:pt>
                <c:pt idx="462">
                  <c:v>6.8590059055118113E-2</c:v>
                </c:pt>
                <c:pt idx="463">
                  <c:v>6.8897637795275593E-2</c:v>
                </c:pt>
                <c:pt idx="464">
                  <c:v>6.8897637795275593E-2</c:v>
                </c:pt>
                <c:pt idx="465">
                  <c:v>6.9174458661417318E-2</c:v>
                </c:pt>
                <c:pt idx="466">
                  <c:v>6.9174458661417318E-2</c:v>
                </c:pt>
                <c:pt idx="467">
                  <c:v>6.9482037401574798E-2</c:v>
                </c:pt>
                <c:pt idx="468">
                  <c:v>6.9482037401574798E-2</c:v>
                </c:pt>
                <c:pt idx="469">
                  <c:v>6.9789616141732277E-2</c:v>
                </c:pt>
                <c:pt idx="470">
                  <c:v>6.9789616141732277E-2</c:v>
                </c:pt>
                <c:pt idx="471">
                  <c:v>7.0066437007874016E-2</c:v>
                </c:pt>
                <c:pt idx="472">
                  <c:v>7.0066437007874016E-2</c:v>
                </c:pt>
                <c:pt idx="473">
                  <c:v>7.0374015748031496E-2</c:v>
                </c:pt>
                <c:pt idx="474">
                  <c:v>7.0374015748031496E-2</c:v>
                </c:pt>
                <c:pt idx="475">
                  <c:v>7.0681594488188976E-2</c:v>
                </c:pt>
                <c:pt idx="476">
                  <c:v>7.0681594488188976E-2</c:v>
                </c:pt>
                <c:pt idx="477">
                  <c:v>7.0958415354330714E-2</c:v>
                </c:pt>
                <c:pt idx="478">
                  <c:v>7.0958415354330714E-2</c:v>
                </c:pt>
                <c:pt idx="479">
                  <c:v>7.1265994094488194E-2</c:v>
                </c:pt>
                <c:pt idx="480">
                  <c:v>7.1265994094488194E-2</c:v>
                </c:pt>
                <c:pt idx="481">
                  <c:v>7.1573572834645674E-2</c:v>
                </c:pt>
                <c:pt idx="482">
                  <c:v>7.1573572834645674E-2</c:v>
                </c:pt>
                <c:pt idx="483">
                  <c:v>7.1850393700787399E-2</c:v>
                </c:pt>
                <c:pt idx="484">
                  <c:v>7.1850393700787399E-2</c:v>
                </c:pt>
                <c:pt idx="485">
                  <c:v>7.2157972440944879E-2</c:v>
                </c:pt>
                <c:pt idx="486">
                  <c:v>7.2157972440944879E-2</c:v>
                </c:pt>
                <c:pt idx="487">
                  <c:v>7.2465551181102358E-2</c:v>
                </c:pt>
                <c:pt idx="488">
                  <c:v>7.2465551181102358E-2</c:v>
                </c:pt>
                <c:pt idx="489">
                  <c:v>7.2742372047244097E-2</c:v>
                </c:pt>
                <c:pt idx="490">
                  <c:v>7.2742372047244097E-2</c:v>
                </c:pt>
                <c:pt idx="491">
                  <c:v>7.3049950787401577E-2</c:v>
                </c:pt>
                <c:pt idx="492">
                  <c:v>7.3049950787401577E-2</c:v>
                </c:pt>
                <c:pt idx="493">
                  <c:v>7.3357529527559057E-2</c:v>
                </c:pt>
                <c:pt idx="494">
                  <c:v>7.3357529527559057E-2</c:v>
                </c:pt>
                <c:pt idx="495">
                  <c:v>7.3634350393700782E-2</c:v>
                </c:pt>
                <c:pt idx="496">
                  <c:v>7.3634350393700782E-2</c:v>
                </c:pt>
                <c:pt idx="497">
                  <c:v>7.3941929133858261E-2</c:v>
                </c:pt>
                <c:pt idx="498">
                  <c:v>7.3941929133858261E-2</c:v>
                </c:pt>
                <c:pt idx="499">
                  <c:v>7.4249507874015755E-2</c:v>
                </c:pt>
                <c:pt idx="500">
                  <c:v>7.4249507874015755E-2</c:v>
                </c:pt>
                <c:pt idx="501">
                  <c:v>7.452632874015748E-2</c:v>
                </c:pt>
                <c:pt idx="502">
                  <c:v>7.452632874015748E-2</c:v>
                </c:pt>
                <c:pt idx="503">
                  <c:v>7.483390748031496E-2</c:v>
                </c:pt>
                <c:pt idx="504">
                  <c:v>7.483390748031496E-2</c:v>
                </c:pt>
                <c:pt idx="505">
                  <c:v>7.5141486220472439E-2</c:v>
                </c:pt>
                <c:pt idx="506">
                  <c:v>7.5141486220472439E-2</c:v>
                </c:pt>
                <c:pt idx="507">
                  <c:v>7.5418307086614178E-2</c:v>
                </c:pt>
                <c:pt idx="508">
                  <c:v>7.5418307086614178E-2</c:v>
                </c:pt>
                <c:pt idx="509">
                  <c:v>7.5725885826771658E-2</c:v>
                </c:pt>
                <c:pt idx="510">
                  <c:v>7.5725885826771658E-2</c:v>
                </c:pt>
                <c:pt idx="511">
                  <c:v>7.6033464566929138E-2</c:v>
                </c:pt>
                <c:pt idx="512">
                  <c:v>7.6033464566929138E-2</c:v>
                </c:pt>
                <c:pt idx="513">
                  <c:v>7.6310285433070862E-2</c:v>
                </c:pt>
                <c:pt idx="514">
                  <c:v>7.6310285433070862E-2</c:v>
                </c:pt>
                <c:pt idx="515">
                  <c:v>7.6617864173228342E-2</c:v>
                </c:pt>
                <c:pt idx="516">
                  <c:v>7.6617864173228342E-2</c:v>
                </c:pt>
                <c:pt idx="517">
                  <c:v>7.6925442913385822E-2</c:v>
                </c:pt>
                <c:pt idx="518">
                  <c:v>7.6925442913385822E-2</c:v>
                </c:pt>
                <c:pt idx="519">
                  <c:v>7.7202263779527561E-2</c:v>
                </c:pt>
                <c:pt idx="520">
                  <c:v>7.7202263779527561E-2</c:v>
                </c:pt>
                <c:pt idx="521">
                  <c:v>7.750984251968504E-2</c:v>
                </c:pt>
                <c:pt idx="522">
                  <c:v>7.750984251968504E-2</c:v>
                </c:pt>
                <c:pt idx="523">
                  <c:v>7.7786663385826765E-2</c:v>
                </c:pt>
                <c:pt idx="524">
                  <c:v>7.7786663385826765E-2</c:v>
                </c:pt>
                <c:pt idx="525">
                  <c:v>7.8094242125984245E-2</c:v>
                </c:pt>
                <c:pt idx="526">
                  <c:v>7.8094242125984245E-2</c:v>
                </c:pt>
                <c:pt idx="527">
                  <c:v>7.8401820866141739E-2</c:v>
                </c:pt>
                <c:pt idx="528">
                  <c:v>7.8401820866141739E-2</c:v>
                </c:pt>
                <c:pt idx="529">
                  <c:v>7.8678641732283464E-2</c:v>
                </c:pt>
                <c:pt idx="530">
                  <c:v>7.8678641732283464E-2</c:v>
                </c:pt>
                <c:pt idx="531">
                  <c:v>7.8986220472440943E-2</c:v>
                </c:pt>
                <c:pt idx="532">
                  <c:v>7.8986220472440943E-2</c:v>
                </c:pt>
                <c:pt idx="533">
                  <c:v>7.9293799212598423E-2</c:v>
                </c:pt>
                <c:pt idx="534">
                  <c:v>7.9293799212598423E-2</c:v>
                </c:pt>
                <c:pt idx="535">
                  <c:v>7.9570620078740162E-2</c:v>
                </c:pt>
                <c:pt idx="536">
                  <c:v>7.9570620078740162E-2</c:v>
                </c:pt>
                <c:pt idx="537">
                  <c:v>7.9878198818897642E-2</c:v>
                </c:pt>
                <c:pt idx="538">
                  <c:v>7.9878198818897642E-2</c:v>
                </c:pt>
                <c:pt idx="539">
                  <c:v>8.0185777559055121E-2</c:v>
                </c:pt>
                <c:pt idx="540">
                  <c:v>8.0185777559055121E-2</c:v>
                </c:pt>
                <c:pt idx="541">
                  <c:v>8.0462598425196846E-2</c:v>
                </c:pt>
                <c:pt idx="542">
                  <c:v>8.0462598425196846E-2</c:v>
                </c:pt>
                <c:pt idx="543">
                  <c:v>8.0770177165354326E-2</c:v>
                </c:pt>
                <c:pt idx="544">
                  <c:v>8.0770177165354326E-2</c:v>
                </c:pt>
                <c:pt idx="545">
                  <c:v>8.1077755905511806E-2</c:v>
                </c:pt>
                <c:pt idx="546">
                  <c:v>8.1077755905511806E-2</c:v>
                </c:pt>
                <c:pt idx="547">
                  <c:v>8.1354576771653545E-2</c:v>
                </c:pt>
                <c:pt idx="548">
                  <c:v>8.1354576771653545E-2</c:v>
                </c:pt>
                <c:pt idx="549">
                  <c:v>8.1662155511811024E-2</c:v>
                </c:pt>
                <c:pt idx="550">
                  <c:v>8.1662155511811024E-2</c:v>
                </c:pt>
                <c:pt idx="551">
                  <c:v>8.1969734251968504E-2</c:v>
                </c:pt>
                <c:pt idx="552">
                  <c:v>8.1969734251968504E-2</c:v>
                </c:pt>
                <c:pt idx="553">
                  <c:v>8.2246555118110243E-2</c:v>
                </c:pt>
                <c:pt idx="554">
                  <c:v>8.2246555118110243E-2</c:v>
                </c:pt>
                <c:pt idx="555">
                  <c:v>8.2554133858267723E-2</c:v>
                </c:pt>
                <c:pt idx="556">
                  <c:v>8.2554133858267723E-2</c:v>
                </c:pt>
                <c:pt idx="557">
                  <c:v>8.2861712598425202E-2</c:v>
                </c:pt>
                <c:pt idx="558">
                  <c:v>8.2861712598425202E-2</c:v>
                </c:pt>
                <c:pt idx="559">
                  <c:v>8.3138533464566927E-2</c:v>
                </c:pt>
                <c:pt idx="560">
                  <c:v>8.3138533464566927E-2</c:v>
                </c:pt>
                <c:pt idx="561">
                  <c:v>8.3446112204724407E-2</c:v>
                </c:pt>
                <c:pt idx="562">
                  <c:v>8.3446112204724407E-2</c:v>
                </c:pt>
                <c:pt idx="563">
                  <c:v>8.3753690944881887E-2</c:v>
                </c:pt>
                <c:pt idx="564">
                  <c:v>8.3753690944881887E-2</c:v>
                </c:pt>
                <c:pt idx="565">
                  <c:v>8.4030511811023625E-2</c:v>
                </c:pt>
                <c:pt idx="566">
                  <c:v>8.4030511811023625E-2</c:v>
                </c:pt>
                <c:pt idx="567">
                  <c:v>8.4338090551181105E-2</c:v>
                </c:pt>
                <c:pt idx="568">
                  <c:v>8.4338090551181105E-2</c:v>
                </c:pt>
                <c:pt idx="569">
                  <c:v>8.4645669291338585E-2</c:v>
                </c:pt>
                <c:pt idx="570">
                  <c:v>8.4645669291338585E-2</c:v>
                </c:pt>
                <c:pt idx="571">
                  <c:v>8.492249015748031E-2</c:v>
                </c:pt>
                <c:pt idx="572">
                  <c:v>8.492249015748031E-2</c:v>
                </c:pt>
                <c:pt idx="573">
                  <c:v>8.523006889763779E-2</c:v>
                </c:pt>
                <c:pt idx="574">
                  <c:v>8.523006889763779E-2</c:v>
                </c:pt>
                <c:pt idx="575">
                  <c:v>8.5537647637795269E-2</c:v>
                </c:pt>
                <c:pt idx="576">
                  <c:v>8.5537647637795269E-2</c:v>
                </c:pt>
                <c:pt idx="577">
                  <c:v>8.5814468503937008E-2</c:v>
                </c:pt>
                <c:pt idx="578">
                  <c:v>8.5814468503937008E-2</c:v>
                </c:pt>
                <c:pt idx="579">
                  <c:v>8.6122047244094488E-2</c:v>
                </c:pt>
                <c:pt idx="580">
                  <c:v>8.6122047244094488E-2</c:v>
                </c:pt>
                <c:pt idx="581">
                  <c:v>8.6429625984251968E-2</c:v>
                </c:pt>
                <c:pt idx="582">
                  <c:v>8.6429625984251968E-2</c:v>
                </c:pt>
                <c:pt idx="583">
                  <c:v>8.6706446850393706E-2</c:v>
                </c:pt>
                <c:pt idx="584">
                  <c:v>8.6706446850393706E-2</c:v>
                </c:pt>
                <c:pt idx="585">
                  <c:v>8.7014025590551186E-2</c:v>
                </c:pt>
                <c:pt idx="586">
                  <c:v>8.7014025590551186E-2</c:v>
                </c:pt>
                <c:pt idx="587">
                  <c:v>8.7321604330708666E-2</c:v>
                </c:pt>
                <c:pt idx="588">
                  <c:v>8.7321604330708666E-2</c:v>
                </c:pt>
                <c:pt idx="589">
                  <c:v>8.7598425196850391E-2</c:v>
                </c:pt>
                <c:pt idx="590">
                  <c:v>8.7598425196850391E-2</c:v>
                </c:pt>
                <c:pt idx="591">
                  <c:v>8.7906003937007871E-2</c:v>
                </c:pt>
                <c:pt idx="592">
                  <c:v>8.7906003937007871E-2</c:v>
                </c:pt>
                <c:pt idx="593">
                  <c:v>8.8182824803149609E-2</c:v>
                </c:pt>
                <c:pt idx="594">
                  <c:v>8.8182824803149609E-2</c:v>
                </c:pt>
                <c:pt idx="595">
                  <c:v>8.8490403543307089E-2</c:v>
                </c:pt>
                <c:pt idx="596">
                  <c:v>8.8490403543307089E-2</c:v>
                </c:pt>
                <c:pt idx="597">
                  <c:v>8.8797982283464569E-2</c:v>
                </c:pt>
                <c:pt idx="598">
                  <c:v>8.8797982283464569E-2</c:v>
                </c:pt>
                <c:pt idx="599">
                  <c:v>8.9074803149606294E-2</c:v>
                </c:pt>
                <c:pt idx="600">
                  <c:v>8.9074803149606294E-2</c:v>
                </c:pt>
                <c:pt idx="601">
                  <c:v>8.9382381889763773E-2</c:v>
                </c:pt>
                <c:pt idx="602">
                  <c:v>8.9382381889763773E-2</c:v>
                </c:pt>
                <c:pt idx="603">
                  <c:v>8.9689960629921253E-2</c:v>
                </c:pt>
                <c:pt idx="604">
                  <c:v>8.9689960629921253E-2</c:v>
                </c:pt>
                <c:pt idx="605">
                  <c:v>8.9966781496062992E-2</c:v>
                </c:pt>
                <c:pt idx="606">
                  <c:v>8.9966781496062992E-2</c:v>
                </c:pt>
                <c:pt idx="607">
                  <c:v>9.0274360236220486E-2</c:v>
                </c:pt>
                <c:pt idx="608">
                  <c:v>9.0274360236220486E-2</c:v>
                </c:pt>
                <c:pt idx="609">
                  <c:v>9.0581938976377965E-2</c:v>
                </c:pt>
                <c:pt idx="610">
                  <c:v>9.0581938976377965E-2</c:v>
                </c:pt>
                <c:pt idx="611">
                  <c:v>9.0858759842519676E-2</c:v>
                </c:pt>
                <c:pt idx="612">
                  <c:v>9.0858759842519676E-2</c:v>
                </c:pt>
                <c:pt idx="613">
                  <c:v>9.1166338582677156E-2</c:v>
                </c:pt>
                <c:pt idx="614">
                  <c:v>9.1166338582677156E-2</c:v>
                </c:pt>
                <c:pt idx="615">
                  <c:v>9.1473917322834636E-2</c:v>
                </c:pt>
                <c:pt idx="616">
                  <c:v>9.1473917322834636E-2</c:v>
                </c:pt>
                <c:pt idx="617">
                  <c:v>9.1750738188976361E-2</c:v>
                </c:pt>
                <c:pt idx="618">
                  <c:v>9.1750738188976361E-2</c:v>
                </c:pt>
                <c:pt idx="619">
                  <c:v>9.205831692913384E-2</c:v>
                </c:pt>
                <c:pt idx="620">
                  <c:v>9.205831692913384E-2</c:v>
                </c:pt>
                <c:pt idx="621">
                  <c:v>9.236589566929132E-2</c:v>
                </c:pt>
                <c:pt idx="622">
                  <c:v>9.236589566929132E-2</c:v>
                </c:pt>
                <c:pt idx="623">
                  <c:v>9.2642716535433087E-2</c:v>
                </c:pt>
                <c:pt idx="624">
                  <c:v>9.2642716535433087E-2</c:v>
                </c:pt>
                <c:pt idx="625">
                  <c:v>9.2950295275590566E-2</c:v>
                </c:pt>
                <c:pt idx="626">
                  <c:v>9.2950295275590566E-2</c:v>
                </c:pt>
                <c:pt idx="627">
                  <c:v>9.3257874015748046E-2</c:v>
                </c:pt>
                <c:pt idx="628">
                  <c:v>9.3257874015748046E-2</c:v>
                </c:pt>
                <c:pt idx="629">
                  <c:v>9.3534694881889757E-2</c:v>
                </c:pt>
                <c:pt idx="630">
                  <c:v>9.3534694881889757E-2</c:v>
                </c:pt>
                <c:pt idx="631">
                  <c:v>9.3842273622047237E-2</c:v>
                </c:pt>
                <c:pt idx="632">
                  <c:v>9.3842273622047237E-2</c:v>
                </c:pt>
                <c:pt idx="633">
                  <c:v>9.4149852362204717E-2</c:v>
                </c:pt>
                <c:pt idx="634">
                  <c:v>9.4149852362204717E-2</c:v>
                </c:pt>
                <c:pt idx="635">
                  <c:v>9.4426673228346455E-2</c:v>
                </c:pt>
                <c:pt idx="636">
                  <c:v>9.4426673228346455E-2</c:v>
                </c:pt>
                <c:pt idx="637">
                  <c:v>9.4734251968503935E-2</c:v>
                </c:pt>
                <c:pt idx="638">
                  <c:v>9.4734251968503935E-2</c:v>
                </c:pt>
                <c:pt idx="639">
                  <c:v>9.5041830708661415E-2</c:v>
                </c:pt>
                <c:pt idx="640">
                  <c:v>9.5041830708661415E-2</c:v>
                </c:pt>
                <c:pt idx="641">
                  <c:v>9.5318651574803154E-2</c:v>
                </c:pt>
                <c:pt idx="642">
                  <c:v>9.5318651574803154E-2</c:v>
                </c:pt>
                <c:pt idx="643">
                  <c:v>9.5626230314960634E-2</c:v>
                </c:pt>
                <c:pt idx="644">
                  <c:v>9.5626230314960634E-2</c:v>
                </c:pt>
                <c:pt idx="645">
                  <c:v>9.5933809055118113E-2</c:v>
                </c:pt>
                <c:pt idx="646">
                  <c:v>9.5933809055118113E-2</c:v>
                </c:pt>
                <c:pt idx="647">
                  <c:v>9.6210629921259838E-2</c:v>
                </c:pt>
                <c:pt idx="648">
                  <c:v>9.6210629921259838E-2</c:v>
                </c:pt>
                <c:pt idx="649">
                  <c:v>9.6518208661417318E-2</c:v>
                </c:pt>
                <c:pt idx="650">
                  <c:v>9.6518208661417318E-2</c:v>
                </c:pt>
                <c:pt idx="651">
                  <c:v>9.6825787401574798E-2</c:v>
                </c:pt>
                <c:pt idx="652">
                  <c:v>9.6825787401574798E-2</c:v>
                </c:pt>
                <c:pt idx="653">
                  <c:v>9.7102608267716536E-2</c:v>
                </c:pt>
                <c:pt idx="654">
                  <c:v>9.7102608267716536E-2</c:v>
                </c:pt>
                <c:pt idx="655">
                  <c:v>9.7410187007874016E-2</c:v>
                </c:pt>
                <c:pt idx="656">
                  <c:v>9.7410187007874016E-2</c:v>
                </c:pt>
                <c:pt idx="657">
                  <c:v>9.7687007874015755E-2</c:v>
                </c:pt>
                <c:pt idx="658">
                  <c:v>9.7687007874015755E-2</c:v>
                </c:pt>
                <c:pt idx="659">
                  <c:v>9.7994586614173235E-2</c:v>
                </c:pt>
                <c:pt idx="660">
                  <c:v>9.7994586614173235E-2</c:v>
                </c:pt>
                <c:pt idx="661">
                  <c:v>9.8302165354330714E-2</c:v>
                </c:pt>
                <c:pt idx="662">
                  <c:v>9.8302165354330714E-2</c:v>
                </c:pt>
                <c:pt idx="663">
                  <c:v>9.8578986220472439E-2</c:v>
                </c:pt>
                <c:pt idx="664">
                  <c:v>9.8578986220472439E-2</c:v>
                </c:pt>
                <c:pt idx="665">
                  <c:v>9.8886564960629919E-2</c:v>
                </c:pt>
                <c:pt idx="666">
                  <c:v>9.8886564960629919E-2</c:v>
                </c:pt>
                <c:pt idx="667">
                  <c:v>9.9194143700787399E-2</c:v>
                </c:pt>
                <c:pt idx="668">
                  <c:v>9.9194143700787399E-2</c:v>
                </c:pt>
                <c:pt idx="669">
                  <c:v>9.9470964566929138E-2</c:v>
                </c:pt>
                <c:pt idx="670">
                  <c:v>9.9470964566929138E-2</c:v>
                </c:pt>
                <c:pt idx="671">
                  <c:v>9.9778543307086617E-2</c:v>
                </c:pt>
                <c:pt idx="672">
                  <c:v>9.9778543307086617E-2</c:v>
                </c:pt>
                <c:pt idx="673">
                  <c:v>0.1000861220472441</c:v>
                </c:pt>
                <c:pt idx="674">
                  <c:v>0.1000861220472441</c:v>
                </c:pt>
                <c:pt idx="675">
                  <c:v>0.10036294291338582</c:v>
                </c:pt>
                <c:pt idx="676">
                  <c:v>0.10036294291338582</c:v>
                </c:pt>
                <c:pt idx="677">
                  <c:v>0.1006705216535433</c:v>
                </c:pt>
                <c:pt idx="678">
                  <c:v>0.1006705216535433</c:v>
                </c:pt>
                <c:pt idx="679">
                  <c:v>0.10097810039370078</c:v>
                </c:pt>
                <c:pt idx="680">
                  <c:v>0.10097810039370078</c:v>
                </c:pt>
                <c:pt idx="681">
                  <c:v>0.10125492125984252</c:v>
                </c:pt>
                <c:pt idx="682">
                  <c:v>0.10125492125984252</c:v>
                </c:pt>
                <c:pt idx="683">
                  <c:v>0.1015625</c:v>
                </c:pt>
                <c:pt idx="684">
                  <c:v>0.1015625</c:v>
                </c:pt>
                <c:pt idx="685">
                  <c:v>0.10187007874015748</c:v>
                </c:pt>
                <c:pt idx="686">
                  <c:v>0.10187007874015748</c:v>
                </c:pt>
                <c:pt idx="687">
                  <c:v>0.10214689960629922</c:v>
                </c:pt>
                <c:pt idx="688">
                  <c:v>0.10214689960629922</c:v>
                </c:pt>
                <c:pt idx="689">
                  <c:v>0.1024544783464567</c:v>
                </c:pt>
                <c:pt idx="690">
                  <c:v>0.1024544783464567</c:v>
                </c:pt>
                <c:pt idx="691">
                  <c:v>0.10276205708661418</c:v>
                </c:pt>
                <c:pt idx="692">
                  <c:v>0.10276205708661418</c:v>
                </c:pt>
                <c:pt idx="693">
                  <c:v>0.1030388779527559</c:v>
                </c:pt>
                <c:pt idx="694">
                  <c:v>0.1030388779527559</c:v>
                </c:pt>
                <c:pt idx="695">
                  <c:v>0.10334645669291338</c:v>
                </c:pt>
                <c:pt idx="696">
                  <c:v>0.10334645669291338</c:v>
                </c:pt>
                <c:pt idx="697">
                  <c:v>0.10365403543307086</c:v>
                </c:pt>
                <c:pt idx="698">
                  <c:v>0.10365403543307086</c:v>
                </c:pt>
                <c:pt idx="699">
                  <c:v>0.1039308562992126</c:v>
                </c:pt>
                <c:pt idx="700">
                  <c:v>0.1039308562992126</c:v>
                </c:pt>
                <c:pt idx="701">
                  <c:v>0.10423843503937008</c:v>
                </c:pt>
                <c:pt idx="702">
                  <c:v>0.10423843503937008</c:v>
                </c:pt>
                <c:pt idx="703">
                  <c:v>0.10454601377952756</c:v>
                </c:pt>
                <c:pt idx="704">
                  <c:v>0.10454601377952756</c:v>
                </c:pt>
                <c:pt idx="705">
                  <c:v>0.10482283464566929</c:v>
                </c:pt>
                <c:pt idx="706">
                  <c:v>0.10482283464566929</c:v>
                </c:pt>
                <c:pt idx="707">
                  <c:v>0.10513041338582677</c:v>
                </c:pt>
                <c:pt idx="708">
                  <c:v>0.10513041338582677</c:v>
                </c:pt>
                <c:pt idx="709">
                  <c:v>0.10543799212598425</c:v>
                </c:pt>
                <c:pt idx="710">
                  <c:v>0.10543799212598425</c:v>
                </c:pt>
                <c:pt idx="711">
                  <c:v>0.10571481299212598</c:v>
                </c:pt>
                <c:pt idx="712">
                  <c:v>0.10571481299212598</c:v>
                </c:pt>
                <c:pt idx="713">
                  <c:v>0.10602239173228346</c:v>
                </c:pt>
                <c:pt idx="714">
                  <c:v>0.10602239173228346</c:v>
                </c:pt>
                <c:pt idx="715">
                  <c:v>0.10632997047244094</c:v>
                </c:pt>
                <c:pt idx="716">
                  <c:v>0.10632997047244094</c:v>
                </c:pt>
                <c:pt idx="717">
                  <c:v>0.10660679133858268</c:v>
                </c:pt>
                <c:pt idx="718">
                  <c:v>0.10660679133858268</c:v>
                </c:pt>
                <c:pt idx="719">
                  <c:v>0.10691437007874016</c:v>
                </c:pt>
                <c:pt idx="720">
                  <c:v>0.10691437007874016</c:v>
                </c:pt>
                <c:pt idx="721">
                  <c:v>0.10719119094488189</c:v>
                </c:pt>
                <c:pt idx="722">
                  <c:v>0.10719119094488189</c:v>
                </c:pt>
                <c:pt idx="723">
                  <c:v>0.10749876968503937</c:v>
                </c:pt>
                <c:pt idx="724">
                  <c:v>0.10749876968503937</c:v>
                </c:pt>
                <c:pt idx="725">
                  <c:v>0.10780634842519685</c:v>
                </c:pt>
                <c:pt idx="726">
                  <c:v>0.10780634842519685</c:v>
                </c:pt>
                <c:pt idx="727">
                  <c:v>0.10808316929133858</c:v>
                </c:pt>
                <c:pt idx="728">
                  <c:v>0.10808316929133858</c:v>
                </c:pt>
                <c:pt idx="729">
                  <c:v>0.10839074803149606</c:v>
                </c:pt>
                <c:pt idx="730">
                  <c:v>0.10839074803149606</c:v>
                </c:pt>
                <c:pt idx="731">
                  <c:v>0.10869832677165354</c:v>
                </c:pt>
                <c:pt idx="732">
                  <c:v>0.10869832677165354</c:v>
                </c:pt>
                <c:pt idx="733">
                  <c:v>0.10897514763779528</c:v>
                </c:pt>
                <c:pt idx="734">
                  <c:v>0.10897514763779528</c:v>
                </c:pt>
                <c:pt idx="735">
                  <c:v>0.10928272637795276</c:v>
                </c:pt>
                <c:pt idx="736">
                  <c:v>0.10928272637795276</c:v>
                </c:pt>
                <c:pt idx="737">
                  <c:v>0.10959030511811024</c:v>
                </c:pt>
                <c:pt idx="738">
                  <c:v>0.10959030511811024</c:v>
                </c:pt>
                <c:pt idx="739">
                  <c:v>0.10986712598425195</c:v>
                </c:pt>
                <c:pt idx="740">
                  <c:v>0.10986712598425195</c:v>
                </c:pt>
                <c:pt idx="741">
                  <c:v>0.11017470472440943</c:v>
                </c:pt>
                <c:pt idx="742">
                  <c:v>0.11017470472440943</c:v>
                </c:pt>
                <c:pt idx="743">
                  <c:v>0.11048228346456691</c:v>
                </c:pt>
                <c:pt idx="744">
                  <c:v>0.11048228346456691</c:v>
                </c:pt>
                <c:pt idx="745">
                  <c:v>0.11075910433070868</c:v>
                </c:pt>
                <c:pt idx="746">
                  <c:v>0.11075910433070868</c:v>
                </c:pt>
                <c:pt idx="747">
                  <c:v>0.11106668307086616</c:v>
                </c:pt>
                <c:pt idx="748">
                  <c:v>0.11106668307086616</c:v>
                </c:pt>
                <c:pt idx="749">
                  <c:v>0.11137426181102364</c:v>
                </c:pt>
                <c:pt idx="750">
                  <c:v>0.11137426181102364</c:v>
                </c:pt>
                <c:pt idx="751">
                  <c:v>0.11165108267716536</c:v>
                </c:pt>
                <c:pt idx="752">
                  <c:v>0.11165108267716536</c:v>
                </c:pt>
                <c:pt idx="753">
                  <c:v>0.11195866141732284</c:v>
                </c:pt>
                <c:pt idx="754">
                  <c:v>0.11195866141732284</c:v>
                </c:pt>
                <c:pt idx="755">
                  <c:v>0.11226624015748032</c:v>
                </c:pt>
                <c:pt idx="756">
                  <c:v>0.11226624015748032</c:v>
                </c:pt>
                <c:pt idx="757">
                  <c:v>0.11254306102362203</c:v>
                </c:pt>
                <c:pt idx="758">
                  <c:v>0.11254306102362203</c:v>
                </c:pt>
                <c:pt idx="759">
                  <c:v>0.11285063976377951</c:v>
                </c:pt>
                <c:pt idx="760">
                  <c:v>0.11285063976377951</c:v>
                </c:pt>
                <c:pt idx="761">
                  <c:v>0.11315821850393699</c:v>
                </c:pt>
                <c:pt idx="762">
                  <c:v>0.11315821850393699</c:v>
                </c:pt>
                <c:pt idx="763">
                  <c:v>0.11343503937007876</c:v>
                </c:pt>
                <c:pt idx="764">
                  <c:v>0.11343503937007876</c:v>
                </c:pt>
                <c:pt idx="765">
                  <c:v>0.11374261811023624</c:v>
                </c:pt>
                <c:pt idx="766">
                  <c:v>0.11374261811023624</c:v>
                </c:pt>
                <c:pt idx="767">
                  <c:v>0.11405019685039371</c:v>
                </c:pt>
                <c:pt idx="768">
                  <c:v>0.11405019685039371</c:v>
                </c:pt>
                <c:pt idx="769">
                  <c:v>0.11432701771653545</c:v>
                </c:pt>
                <c:pt idx="770">
                  <c:v>0.11432701771653545</c:v>
                </c:pt>
                <c:pt idx="771">
                  <c:v>0.11463459645669292</c:v>
                </c:pt>
                <c:pt idx="772">
                  <c:v>0.11463459645669292</c:v>
                </c:pt>
                <c:pt idx="773">
                  <c:v>0.1149421751968504</c:v>
                </c:pt>
                <c:pt idx="774">
                  <c:v>0.1149421751968504</c:v>
                </c:pt>
                <c:pt idx="775">
                  <c:v>0.11521899606299212</c:v>
                </c:pt>
                <c:pt idx="776">
                  <c:v>0.11521899606299212</c:v>
                </c:pt>
                <c:pt idx="777">
                  <c:v>0.1155265748031496</c:v>
                </c:pt>
                <c:pt idx="778">
                  <c:v>0.1155265748031496</c:v>
                </c:pt>
                <c:pt idx="779">
                  <c:v>0.11583415354330708</c:v>
                </c:pt>
                <c:pt idx="780">
                  <c:v>0.11583415354330708</c:v>
                </c:pt>
                <c:pt idx="781">
                  <c:v>0.1161109744094488</c:v>
                </c:pt>
                <c:pt idx="782">
                  <c:v>0.1161109744094488</c:v>
                </c:pt>
                <c:pt idx="783">
                  <c:v>0.11641855314960629</c:v>
                </c:pt>
                <c:pt idx="784">
                  <c:v>0.11641855314960629</c:v>
                </c:pt>
                <c:pt idx="785">
                  <c:v>0.11669537401574805</c:v>
                </c:pt>
                <c:pt idx="786">
                  <c:v>0.11669537401574805</c:v>
                </c:pt>
                <c:pt idx="787">
                  <c:v>0.11700295275590553</c:v>
                </c:pt>
                <c:pt idx="788">
                  <c:v>0.11700295275590553</c:v>
                </c:pt>
                <c:pt idx="789">
                  <c:v>0.11731053149606301</c:v>
                </c:pt>
                <c:pt idx="790">
                  <c:v>0.11731053149606301</c:v>
                </c:pt>
                <c:pt idx="791">
                  <c:v>0.11758735236220472</c:v>
                </c:pt>
                <c:pt idx="792">
                  <c:v>0.11758735236220472</c:v>
                </c:pt>
                <c:pt idx="793">
                  <c:v>0.1178949311023622</c:v>
                </c:pt>
                <c:pt idx="794">
                  <c:v>0.1178949311023622</c:v>
                </c:pt>
                <c:pt idx="795">
                  <c:v>0.11820250984251968</c:v>
                </c:pt>
                <c:pt idx="796">
                  <c:v>0.11820250984251968</c:v>
                </c:pt>
                <c:pt idx="797">
                  <c:v>0.11847933070866142</c:v>
                </c:pt>
                <c:pt idx="798">
                  <c:v>0.11847933070866142</c:v>
                </c:pt>
                <c:pt idx="799">
                  <c:v>0.11878690944881889</c:v>
                </c:pt>
                <c:pt idx="800">
                  <c:v>0.11878690944881889</c:v>
                </c:pt>
                <c:pt idx="801">
                  <c:v>0.11909448818897636</c:v>
                </c:pt>
                <c:pt idx="802">
                  <c:v>0.11909448818897636</c:v>
                </c:pt>
                <c:pt idx="803">
                  <c:v>0.11937130905511811</c:v>
                </c:pt>
                <c:pt idx="804">
                  <c:v>0.11937130905511811</c:v>
                </c:pt>
                <c:pt idx="805">
                  <c:v>0.11967888779527559</c:v>
                </c:pt>
                <c:pt idx="806">
                  <c:v>0.11967888779527559</c:v>
                </c:pt>
                <c:pt idx="807">
                  <c:v>0.11998646653543309</c:v>
                </c:pt>
                <c:pt idx="808">
                  <c:v>0.11998646653543309</c:v>
                </c:pt>
                <c:pt idx="809">
                  <c:v>0.1202632874015748</c:v>
                </c:pt>
                <c:pt idx="810">
                  <c:v>0.1202632874015748</c:v>
                </c:pt>
                <c:pt idx="811">
                  <c:v>0.12057086614173228</c:v>
                </c:pt>
                <c:pt idx="812">
                  <c:v>0.12057086614173228</c:v>
                </c:pt>
                <c:pt idx="813">
                  <c:v>0.12087844488188976</c:v>
                </c:pt>
                <c:pt idx="814">
                  <c:v>0.12087844488188976</c:v>
                </c:pt>
                <c:pt idx="815">
                  <c:v>0.1211552657480315</c:v>
                </c:pt>
                <c:pt idx="816">
                  <c:v>0.1211552657480315</c:v>
                </c:pt>
                <c:pt idx="817">
                  <c:v>0.12146284448818898</c:v>
                </c:pt>
                <c:pt idx="818">
                  <c:v>0.12146284448818898</c:v>
                </c:pt>
                <c:pt idx="819">
                  <c:v>0.12177042322834646</c:v>
                </c:pt>
                <c:pt idx="820">
                  <c:v>0.12177042322834646</c:v>
                </c:pt>
                <c:pt idx="821">
                  <c:v>0.12204724409448819</c:v>
                </c:pt>
                <c:pt idx="822">
                  <c:v>0.12204724409448819</c:v>
                </c:pt>
                <c:pt idx="823">
                  <c:v>0.12235482283464567</c:v>
                </c:pt>
                <c:pt idx="824">
                  <c:v>0.12235482283464567</c:v>
                </c:pt>
                <c:pt idx="825">
                  <c:v>0.12266240157480315</c:v>
                </c:pt>
                <c:pt idx="826">
                  <c:v>0.12266240157480315</c:v>
                </c:pt>
                <c:pt idx="827">
                  <c:v>0.12293922244094488</c:v>
                </c:pt>
                <c:pt idx="828">
                  <c:v>0.12293922244094488</c:v>
                </c:pt>
                <c:pt idx="829">
                  <c:v>0.12324680118110236</c:v>
                </c:pt>
                <c:pt idx="830">
                  <c:v>0.12324680118110236</c:v>
                </c:pt>
                <c:pt idx="831">
                  <c:v>0.12355437992125984</c:v>
                </c:pt>
                <c:pt idx="832">
                  <c:v>0.12355437992125984</c:v>
                </c:pt>
                <c:pt idx="833">
                  <c:v>0.12383120078740158</c:v>
                </c:pt>
                <c:pt idx="834">
                  <c:v>0.12383120078740158</c:v>
                </c:pt>
                <c:pt idx="835">
                  <c:v>0.12413877952755906</c:v>
                </c:pt>
                <c:pt idx="836">
                  <c:v>0.12413877952755906</c:v>
                </c:pt>
                <c:pt idx="837">
                  <c:v>0.12444635826771654</c:v>
                </c:pt>
                <c:pt idx="838">
                  <c:v>0.12444635826771654</c:v>
                </c:pt>
                <c:pt idx="839">
                  <c:v>0.12472317913385826</c:v>
                </c:pt>
                <c:pt idx="840">
                  <c:v>0.12472317913385826</c:v>
                </c:pt>
                <c:pt idx="841">
                  <c:v>0.12503075787401574</c:v>
                </c:pt>
                <c:pt idx="842">
                  <c:v>0.12503075787401574</c:v>
                </c:pt>
                <c:pt idx="843">
                  <c:v>0.12533833661417323</c:v>
                </c:pt>
                <c:pt idx="844">
                  <c:v>0.12533833661417323</c:v>
                </c:pt>
                <c:pt idx="845">
                  <c:v>0.12561515748031496</c:v>
                </c:pt>
                <c:pt idx="846">
                  <c:v>0.12561515748031496</c:v>
                </c:pt>
                <c:pt idx="847">
                  <c:v>0.12592273622047245</c:v>
                </c:pt>
                <c:pt idx="848">
                  <c:v>0.12592273622047245</c:v>
                </c:pt>
                <c:pt idx="849">
                  <c:v>0.12623031496062992</c:v>
                </c:pt>
                <c:pt idx="850">
                  <c:v>0.12623031496062992</c:v>
                </c:pt>
                <c:pt idx="851">
                  <c:v>0.12650713582677164</c:v>
                </c:pt>
                <c:pt idx="852">
                  <c:v>0.12650713582677164</c:v>
                </c:pt>
                <c:pt idx="853">
                  <c:v>0.12681471456692914</c:v>
                </c:pt>
                <c:pt idx="854">
                  <c:v>0.12681471456692914</c:v>
                </c:pt>
                <c:pt idx="855">
                  <c:v>0.12709153543307086</c:v>
                </c:pt>
                <c:pt idx="856">
                  <c:v>0.12709153543307086</c:v>
                </c:pt>
                <c:pt idx="857">
                  <c:v>0.12739911417322836</c:v>
                </c:pt>
                <c:pt idx="858">
                  <c:v>0.12739911417322836</c:v>
                </c:pt>
                <c:pt idx="859">
                  <c:v>0.12770669291338582</c:v>
                </c:pt>
                <c:pt idx="860">
                  <c:v>0.12770669291338582</c:v>
                </c:pt>
                <c:pt idx="861">
                  <c:v>0.12798351377952755</c:v>
                </c:pt>
                <c:pt idx="862">
                  <c:v>0.12798351377952755</c:v>
                </c:pt>
                <c:pt idx="863">
                  <c:v>0.12829109251968504</c:v>
                </c:pt>
                <c:pt idx="864">
                  <c:v>0.12829109251968504</c:v>
                </c:pt>
                <c:pt idx="865">
                  <c:v>0.12859867125984251</c:v>
                </c:pt>
                <c:pt idx="866">
                  <c:v>0.12859867125984251</c:v>
                </c:pt>
                <c:pt idx="867">
                  <c:v>0.12887549212598426</c:v>
                </c:pt>
                <c:pt idx="868">
                  <c:v>0.12887549212598426</c:v>
                </c:pt>
                <c:pt idx="869">
                  <c:v>0.12918307086614172</c:v>
                </c:pt>
                <c:pt idx="870">
                  <c:v>0.12918307086614172</c:v>
                </c:pt>
                <c:pt idx="871">
                  <c:v>0.12949064960629922</c:v>
                </c:pt>
                <c:pt idx="872">
                  <c:v>0.12949064960629922</c:v>
                </c:pt>
                <c:pt idx="873">
                  <c:v>0.12976747047244094</c:v>
                </c:pt>
                <c:pt idx="874">
                  <c:v>0.12976747047244094</c:v>
                </c:pt>
                <c:pt idx="875">
                  <c:v>0.13007504921259844</c:v>
                </c:pt>
                <c:pt idx="876">
                  <c:v>0.13007504921259844</c:v>
                </c:pt>
                <c:pt idx="877">
                  <c:v>0.1303826279527559</c:v>
                </c:pt>
                <c:pt idx="878">
                  <c:v>0.1303826279527559</c:v>
                </c:pt>
                <c:pt idx="879">
                  <c:v>0.13065944881889763</c:v>
                </c:pt>
                <c:pt idx="880">
                  <c:v>0.13065944881889763</c:v>
                </c:pt>
                <c:pt idx="881">
                  <c:v>0.13096702755905512</c:v>
                </c:pt>
                <c:pt idx="882">
                  <c:v>0.13096702755905512</c:v>
                </c:pt>
                <c:pt idx="883">
                  <c:v>0.13127460629921259</c:v>
                </c:pt>
                <c:pt idx="884">
                  <c:v>0.13127460629921259</c:v>
                </c:pt>
                <c:pt idx="885">
                  <c:v>0.13155142716535434</c:v>
                </c:pt>
                <c:pt idx="886">
                  <c:v>0.13155142716535434</c:v>
                </c:pt>
                <c:pt idx="887">
                  <c:v>0.13185900590551181</c:v>
                </c:pt>
                <c:pt idx="888">
                  <c:v>0.13185900590551181</c:v>
                </c:pt>
                <c:pt idx="889">
                  <c:v>0.1321665846456693</c:v>
                </c:pt>
                <c:pt idx="890">
                  <c:v>0.1321665846456693</c:v>
                </c:pt>
                <c:pt idx="891">
                  <c:v>0.13244340551181102</c:v>
                </c:pt>
                <c:pt idx="892">
                  <c:v>0.13244340551181102</c:v>
                </c:pt>
                <c:pt idx="893">
                  <c:v>0.13275098425196849</c:v>
                </c:pt>
                <c:pt idx="894">
                  <c:v>0.13275098425196849</c:v>
                </c:pt>
                <c:pt idx="895">
                  <c:v>0.13305856299212598</c:v>
                </c:pt>
                <c:pt idx="896">
                  <c:v>0.13305856299212598</c:v>
                </c:pt>
                <c:pt idx="897">
                  <c:v>0.13333538385826771</c:v>
                </c:pt>
                <c:pt idx="898">
                  <c:v>0.13333538385826771</c:v>
                </c:pt>
                <c:pt idx="899">
                  <c:v>0.1336429625984252</c:v>
                </c:pt>
                <c:pt idx="900">
                  <c:v>0.1336429625984252</c:v>
                </c:pt>
                <c:pt idx="901">
                  <c:v>0.13395054133858267</c:v>
                </c:pt>
                <c:pt idx="902">
                  <c:v>0.13395054133858267</c:v>
                </c:pt>
                <c:pt idx="903">
                  <c:v>0.13422736220472442</c:v>
                </c:pt>
                <c:pt idx="904">
                  <c:v>0.13422736220472442</c:v>
                </c:pt>
                <c:pt idx="905">
                  <c:v>0.13453494094488189</c:v>
                </c:pt>
                <c:pt idx="906">
                  <c:v>0.13453494094488189</c:v>
                </c:pt>
                <c:pt idx="907">
                  <c:v>0.13484251968503938</c:v>
                </c:pt>
                <c:pt idx="908">
                  <c:v>0.13484251968503938</c:v>
                </c:pt>
                <c:pt idx="909">
                  <c:v>0.13511934055118111</c:v>
                </c:pt>
                <c:pt idx="910">
                  <c:v>0.13511934055118111</c:v>
                </c:pt>
                <c:pt idx="911">
                  <c:v>0.13542691929133857</c:v>
                </c:pt>
                <c:pt idx="912">
                  <c:v>0.13542691929133857</c:v>
                </c:pt>
                <c:pt idx="913">
                  <c:v>0.13573449803149606</c:v>
                </c:pt>
                <c:pt idx="914">
                  <c:v>0.13573449803149606</c:v>
                </c:pt>
                <c:pt idx="915">
                  <c:v>0.13601131889763779</c:v>
                </c:pt>
                <c:pt idx="916">
                  <c:v>0.13601131889763779</c:v>
                </c:pt>
                <c:pt idx="917">
                  <c:v>0.13631889763779528</c:v>
                </c:pt>
                <c:pt idx="918">
                  <c:v>0.13631889763779528</c:v>
                </c:pt>
                <c:pt idx="919">
                  <c:v>0.13659571850393701</c:v>
                </c:pt>
                <c:pt idx="920">
                  <c:v>0.13659571850393701</c:v>
                </c:pt>
                <c:pt idx="921">
                  <c:v>0.1369032972440945</c:v>
                </c:pt>
                <c:pt idx="922">
                  <c:v>0.1369032972440945</c:v>
                </c:pt>
                <c:pt idx="923">
                  <c:v>0.13721087598425197</c:v>
                </c:pt>
                <c:pt idx="924">
                  <c:v>0.13721087598425197</c:v>
                </c:pt>
                <c:pt idx="925">
                  <c:v>0.13748769685039369</c:v>
                </c:pt>
                <c:pt idx="926">
                  <c:v>0.13748769685039369</c:v>
                </c:pt>
                <c:pt idx="927">
                  <c:v>0.13779527559055119</c:v>
                </c:pt>
                <c:pt idx="928">
                  <c:v>0.13779527559055119</c:v>
                </c:pt>
                <c:pt idx="929">
                  <c:v>0.13810285433070865</c:v>
                </c:pt>
                <c:pt idx="930">
                  <c:v>0.13810285433070865</c:v>
                </c:pt>
                <c:pt idx="931">
                  <c:v>0.1383796751968504</c:v>
                </c:pt>
                <c:pt idx="932">
                  <c:v>0.1383796751968504</c:v>
                </c:pt>
                <c:pt idx="933">
                  <c:v>0.13868725393700787</c:v>
                </c:pt>
                <c:pt idx="934">
                  <c:v>0.13868725393700787</c:v>
                </c:pt>
                <c:pt idx="935">
                  <c:v>0.13899483267716536</c:v>
                </c:pt>
                <c:pt idx="936">
                  <c:v>0.13899483267716536</c:v>
                </c:pt>
                <c:pt idx="937">
                  <c:v>0.13927165354330709</c:v>
                </c:pt>
                <c:pt idx="938">
                  <c:v>0.13927165354330709</c:v>
                </c:pt>
                <c:pt idx="939">
                  <c:v>0.13957923228346455</c:v>
                </c:pt>
                <c:pt idx="940">
                  <c:v>0.13957923228346455</c:v>
                </c:pt>
                <c:pt idx="941">
                  <c:v>0.13988681102362205</c:v>
                </c:pt>
                <c:pt idx="942">
                  <c:v>0.13988681102362205</c:v>
                </c:pt>
                <c:pt idx="943">
                  <c:v>0.14016363188976377</c:v>
                </c:pt>
                <c:pt idx="944">
                  <c:v>0.14016363188976377</c:v>
                </c:pt>
                <c:pt idx="945">
                  <c:v>0.14047121062992127</c:v>
                </c:pt>
                <c:pt idx="946">
                  <c:v>0.14047121062992127</c:v>
                </c:pt>
                <c:pt idx="947">
                  <c:v>0.14077878937007873</c:v>
                </c:pt>
                <c:pt idx="948">
                  <c:v>0.14077878937007873</c:v>
                </c:pt>
                <c:pt idx="949">
                  <c:v>0.14105561023622049</c:v>
                </c:pt>
                <c:pt idx="950">
                  <c:v>0.14105561023622049</c:v>
                </c:pt>
                <c:pt idx="951">
                  <c:v>0.14136318897637795</c:v>
                </c:pt>
                <c:pt idx="952">
                  <c:v>0.14136318897637795</c:v>
                </c:pt>
                <c:pt idx="953">
                  <c:v>0.14167076771653545</c:v>
                </c:pt>
                <c:pt idx="954">
                  <c:v>0.14167076771653545</c:v>
                </c:pt>
                <c:pt idx="955">
                  <c:v>0.14194758858267717</c:v>
                </c:pt>
                <c:pt idx="956">
                  <c:v>0.14194758858267717</c:v>
                </c:pt>
                <c:pt idx="957">
                  <c:v>0.14225516732283464</c:v>
                </c:pt>
                <c:pt idx="958">
                  <c:v>0.14225516732283464</c:v>
                </c:pt>
                <c:pt idx="959">
                  <c:v>0.14256274606299213</c:v>
                </c:pt>
                <c:pt idx="960">
                  <c:v>0.14256274606299213</c:v>
                </c:pt>
                <c:pt idx="961">
                  <c:v>0.14283956692913383</c:v>
                </c:pt>
                <c:pt idx="962">
                  <c:v>0.14283956692913383</c:v>
                </c:pt>
                <c:pt idx="963">
                  <c:v>0.14314714566929135</c:v>
                </c:pt>
                <c:pt idx="964">
                  <c:v>0.14314714566929135</c:v>
                </c:pt>
                <c:pt idx="965">
                  <c:v>0.14345472440944881</c:v>
                </c:pt>
                <c:pt idx="966">
                  <c:v>0.14345472440944881</c:v>
                </c:pt>
                <c:pt idx="967">
                  <c:v>0.14373154527559054</c:v>
                </c:pt>
                <c:pt idx="968">
                  <c:v>0.14373154527559054</c:v>
                </c:pt>
                <c:pt idx="969">
                  <c:v>0.14403912401574803</c:v>
                </c:pt>
                <c:pt idx="970">
                  <c:v>0.14403912401574803</c:v>
                </c:pt>
                <c:pt idx="971">
                  <c:v>0.1443467027559055</c:v>
                </c:pt>
                <c:pt idx="972">
                  <c:v>0.1443467027559055</c:v>
                </c:pt>
                <c:pt idx="973">
                  <c:v>0.14462352362204725</c:v>
                </c:pt>
                <c:pt idx="974">
                  <c:v>0.14462352362204725</c:v>
                </c:pt>
                <c:pt idx="975">
                  <c:v>0.14493110236220472</c:v>
                </c:pt>
                <c:pt idx="976">
                  <c:v>0.14493110236220472</c:v>
                </c:pt>
                <c:pt idx="977">
                  <c:v>0.14523868110236221</c:v>
                </c:pt>
                <c:pt idx="978">
                  <c:v>0.14523868110236221</c:v>
                </c:pt>
                <c:pt idx="979">
                  <c:v>0.14551550196850394</c:v>
                </c:pt>
                <c:pt idx="980">
                  <c:v>0.14551550196850394</c:v>
                </c:pt>
                <c:pt idx="981">
                  <c:v>0.14582308070866143</c:v>
                </c:pt>
                <c:pt idx="982">
                  <c:v>0.14582308070866143</c:v>
                </c:pt>
                <c:pt idx="983">
                  <c:v>0.14609990157480315</c:v>
                </c:pt>
                <c:pt idx="984">
                  <c:v>0.14609990157480315</c:v>
                </c:pt>
                <c:pt idx="985">
                  <c:v>0.14640748031496062</c:v>
                </c:pt>
                <c:pt idx="986">
                  <c:v>0.14640748031496062</c:v>
                </c:pt>
                <c:pt idx="987">
                  <c:v>0.14671505905511811</c:v>
                </c:pt>
                <c:pt idx="988">
                  <c:v>0.14671505905511811</c:v>
                </c:pt>
                <c:pt idx="989">
                  <c:v>0.14699187992125984</c:v>
                </c:pt>
                <c:pt idx="990">
                  <c:v>0.14699187992125984</c:v>
                </c:pt>
                <c:pt idx="991">
                  <c:v>0.14729945866141733</c:v>
                </c:pt>
                <c:pt idx="992">
                  <c:v>0.14729945866141733</c:v>
                </c:pt>
                <c:pt idx="993">
                  <c:v>0.1476070374015748</c:v>
                </c:pt>
                <c:pt idx="994">
                  <c:v>0.1476070374015748</c:v>
                </c:pt>
                <c:pt idx="995">
                  <c:v>0.14788385826771652</c:v>
                </c:pt>
                <c:pt idx="996">
                  <c:v>0.14788385826771652</c:v>
                </c:pt>
                <c:pt idx="997">
                  <c:v>0.14819143700787402</c:v>
                </c:pt>
                <c:pt idx="998">
                  <c:v>0.14819143700787402</c:v>
                </c:pt>
                <c:pt idx="999">
                  <c:v>0.14849901574803151</c:v>
                </c:pt>
                <c:pt idx="1000">
                  <c:v>0.14849901574803151</c:v>
                </c:pt>
                <c:pt idx="1001">
                  <c:v>0.14877583661417323</c:v>
                </c:pt>
                <c:pt idx="1002">
                  <c:v>0.14877583661417323</c:v>
                </c:pt>
                <c:pt idx="1003">
                  <c:v>0.1490834153543307</c:v>
                </c:pt>
                <c:pt idx="1004">
                  <c:v>0.1490834153543307</c:v>
                </c:pt>
                <c:pt idx="1005">
                  <c:v>0.14939099409448819</c:v>
                </c:pt>
                <c:pt idx="1006">
                  <c:v>0.14939099409448819</c:v>
                </c:pt>
                <c:pt idx="1007">
                  <c:v>0.14966781496062992</c:v>
                </c:pt>
                <c:pt idx="1008">
                  <c:v>0.14966781496062992</c:v>
                </c:pt>
                <c:pt idx="1009">
                  <c:v>0.14997539370078741</c:v>
                </c:pt>
                <c:pt idx="1010">
                  <c:v>0.14997539370078741</c:v>
                </c:pt>
                <c:pt idx="1011">
                  <c:v>0.15028297244094488</c:v>
                </c:pt>
                <c:pt idx="1012">
                  <c:v>0.15028297244094488</c:v>
                </c:pt>
                <c:pt idx="1013">
                  <c:v>0.1505597933070866</c:v>
                </c:pt>
                <c:pt idx="1014">
                  <c:v>0.1505597933070866</c:v>
                </c:pt>
                <c:pt idx="1015">
                  <c:v>0.1508673720472441</c:v>
                </c:pt>
                <c:pt idx="1016">
                  <c:v>0.1508673720472441</c:v>
                </c:pt>
                <c:pt idx="1017">
                  <c:v>0.15117495078740156</c:v>
                </c:pt>
                <c:pt idx="1018">
                  <c:v>0.15117495078740156</c:v>
                </c:pt>
                <c:pt idx="1019">
                  <c:v>0.15145177165354332</c:v>
                </c:pt>
                <c:pt idx="1020">
                  <c:v>0.15145177165354332</c:v>
                </c:pt>
                <c:pt idx="1021">
                  <c:v>0.15175935039370078</c:v>
                </c:pt>
                <c:pt idx="1022">
                  <c:v>0.15175935039370078</c:v>
                </c:pt>
                <c:pt idx="1023">
                  <c:v>0.15206692913385828</c:v>
                </c:pt>
                <c:pt idx="1024">
                  <c:v>0.15206692913385828</c:v>
                </c:pt>
                <c:pt idx="1025">
                  <c:v>0.15234375</c:v>
                </c:pt>
                <c:pt idx="1026">
                  <c:v>0.15234375</c:v>
                </c:pt>
                <c:pt idx="1027">
                  <c:v>0.15265132874015749</c:v>
                </c:pt>
                <c:pt idx="1028">
                  <c:v>0.15265132874015749</c:v>
                </c:pt>
                <c:pt idx="1029">
                  <c:v>0.15295890748031496</c:v>
                </c:pt>
                <c:pt idx="1030">
                  <c:v>0.15295890748031496</c:v>
                </c:pt>
                <c:pt idx="1031">
                  <c:v>0.15323572834645668</c:v>
                </c:pt>
                <c:pt idx="1032">
                  <c:v>0.15323572834645668</c:v>
                </c:pt>
                <c:pt idx="1033">
                  <c:v>0.15354330708661418</c:v>
                </c:pt>
                <c:pt idx="1034">
                  <c:v>0.15354330708661418</c:v>
                </c:pt>
                <c:pt idx="1035">
                  <c:v>0.15385088582677164</c:v>
                </c:pt>
                <c:pt idx="1036">
                  <c:v>0.15385088582677164</c:v>
                </c:pt>
                <c:pt idx="1037">
                  <c:v>0.1541277066929134</c:v>
                </c:pt>
                <c:pt idx="1038">
                  <c:v>0.1541277066929134</c:v>
                </c:pt>
                <c:pt idx="1039">
                  <c:v>0.15443528543307086</c:v>
                </c:pt>
                <c:pt idx="1040">
                  <c:v>0.15443528543307086</c:v>
                </c:pt>
                <c:pt idx="1041">
                  <c:v>0.15474286417322836</c:v>
                </c:pt>
                <c:pt idx="1042">
                  <c:v>0.15474286417322836</c:v>
                </c:pt>
                <c:pt idx="1043">
                  <c:v>0.15501968503937008</c:v>
                </c:pt>
                <c:pt idx="1044">
                  <c:v>0.15501968503937008</c:v>
                </c:pt>
                <c:pt idx="1045">
                  <c:v>0.15532726377952755</c:v>
                </c:pt>
                <c:pt idx="1046">
                  <c:v>0.15532726377952755</c:v>
                </c:pt>
                <c:pt idx="1047">
                  <c:v>0.1556040846456693</c:v>
                </c:pt>
                <c:pt idx="1048">
                  <c:v>0.1556040846456693</c:v>
                </c:pt>
                <c:pt idx="1049">
                  <c:v>0.15591166338582677</c:v>
                </c:pt>
                <c:pt idx="1050">
                  <c:v>0.15591166338582677</c:v>
                </c:pt>
                <c:pt idx="1051">
                  <c:v>0.15621924212598426</c:v>
                </c:pt>
                <c:pt idx="1052">
                  <c:v>0.15621924212598426</c:v>
                </c:pt>
                <c:pt idx="1053">
                  <c:v>0.15649606299212598</c:v>
                </c:pt>
                <c:pt idx="1054">
                  <c:v>0.15649606299212598</c:v>
                </c:pt>
                <c:pt idx="1055">
                  <c:v>0.15680364173228348</c:v>
                </c:pt>
                <c:pt idx="1056">
                  <c:v>0.15680364173228348</c:v>
                </c:pt>
                <c:pt idx="1057">
                  <c:v>0.15711122047244094</c:v>
                </c:pt>
                <c:pt idx="1058">
                  <c:v>0.15711122047244094</c:v>
                </c:pt>
                <c:pt idx="1059">
                  <c:v>0.15738804133858267</c:v>
                </c:pt>
                <c:pt idx="1060">
                  <c:v>0.15738804133858267</c:v>
                </c:pt>
                <c:pt idx="1061">
                  <c:v>0.15769562007874016</c:v>
                </c:pt>
                <c:pt idx="1062">
                  <c:v>0.15769562007874016</c:v>
                </c:pt>
                <c:pt idx="1063">
                  <c:v>0.15800319881889763</c:v>
                </c:pt>
                <c:pt idx="1064">
                  <c:v>0.15800319881889763</c:v>
                </c:pt>
                <c:pt idx="1065">
                  <c:v>0.15828001968503938</c:v>
                </c:pt>
                <c:pt idx="1066">
                  <c:v>0.15828001968503938</c:v>
                </c:pt>
                <c:pt idx="1067">
                  <c:v>0.15858759842519685</c:v>
                </c:pt>
                <c:pt idx="1068">
                  <c:v>0.15858759842519685</c:v>
                </c:pt>
                <c:pt idx="1069">
                  <c:v>0.15889517716535434</c:v>
                </c:pt>
                <c:pt idx="1070">
                  <c:v>0.15889517716535434</c:v>
                </c:pt>
                <c:pt idx="1071">
                  <c:v>0.15917199803149606</c:v>
                </c:pt>
                <c:pt idx="1072">
                  <c:v>0.15917199803149606</c:v>
                </c:pt>
                <c:pt idx="1073">
                  <c:v>0.15947957677165353</c:v>
                </c:pt>
                <c:pt idx="1074">
                  <c:v>0.15947957677165353</c:v>
                </c:pt>
                <c:pt idx="1075">
                  <c:v>0.15978715551181102</c:v>
                </c:pt>
                <c:pt idx="1076">
                  <c:v>0.15978715551181102</c:v>
                </c:pt>
                <c:pt idx="1077">
                  <c:v>0.16006397637795275</c:v>
                </c:pt>
                <c:pt idx="1078">
                  <c:v>0.16006397637795275</c:v>
                </c:pt>
                <c:pt idx="1079">
                  <c:v>0.16037155511811024</c:v>
                </c:pt>
                <c:pt idx="1080">
                  <c:v>0.16037155511811024</c:v>
                </c:pt>
                <c:pt idx="1081">
                  <c:v>0.16067913385826771</c:v>
                </c:pt>
                <c:pt idx="1082">
                  <c:v>0.16067913385826771</c:v>
                </c:pt>
                <c:pt idx="1083">
                  <c:v>0.16095595472440946</c:v>
                </c:pt>
                <c:pt idx="1084">
                  <c:v>0.16095595472440946</c:v>
                </c:pt>
                <c:pt idx="1085">
                  <c:v>0.16126353346456693</c:v>
                </c:pt>
                <c:pt idx="1086">
                  <c:v>0.16126353346456693</c:v>
                </c:pt>
                <c:pt idx="1087">
                  <c:v>0.16157111220472442</c:v>
                </c:pt>
                <c:pt idx="1088">
                  <c:v>0.16157111220472442</c:v>
                </c:pt>
                <c:pt idx="1089">
                  <c:v>0.16184793307086617</c:v>
                </c:pt>
                <c:pt idx="1090">
                  <c:v>0.16184793307086617</c:v>
                </c:pt>
                <c:pt idx="1091">
                  <c:v>0.16215551181102361</c:v>
                </c:pt>
                <c:pt idx="1092">
                  <c:v>0.16215551181102361</c:v>
                </c:pt>
                <c:pt idx="1093">
                  <c:v>0.16246309055118111</c:v>
                </c:pt>
                <c:pt idx="1094">
                  <c:v>0.16246309055118111</c:v>
                </c:pt>
                <c:pt idx="1095">
                  <c:v>0.16273991141732283</c:v>
                </c:pt>
                <c:pt idx="1096">
                  <c:v>0.16273991141732283</c:v>
                </c:pt>
                <c:pt idx="1097">
                  <c:v>0.16304749015748032</c:v>
                </c:pt>
                <c:pt idx="1098">
                  <c:v>0.16304749015748032</c:v>
                </c:pt>
                <c:pt idx="1099">
                  <c:v>0.16335506889763779</c:v>
                </c:pt>
                <c:pt idx="1100">
                  <c:v>0.16335506889763779</c:v>
                </c:pt>
                <c:pt idx="1101">
                  <c:v>0.16363188976377951</c:v>
                </c:pt>
                <c:pt idx="1102">
                  <c:v>0.16363188976377951</c:v>
                </c:pt>
                <c:pt idx="1103">
                  <c:v>0.16393946850393701</c:v>
                </c:pt>
                <c:pt idx="1104">
                  <c:v>0.16393946850393701</c:v>
                </c:pt>
                <c:pt idx="1105">
                  <c:v>0.1642470472440945</c:v>
                </c:pt>
                <c:pt idx="1106">
                  <c:v>0.1642470472440945</c:v>
                </c:pt>
                <c:pt idx="1107">
                  <c:v>0.16452386811023623</c:v>
                </c:pt>
                <c:pt idx="1108">
                  <c:v>0.16452386811023623</c:v>
                </c:pt>
                <c:pt idx="1109">
                  <c:v>0.16483144685039369</c:v>
                </c:pt>
                <c:pt idx="1110">
                  <c:v>0.16483144685039369</c:v>
                </c:pt>
                <c:pt idx="1111">
                  <c:v>0.16513902559055119</c:v>
                </c:pt>
                <c:pt idx="1112">
                  <c:v>0.16513902559055119</c:v>
                </c:pt>
                <c:pt idx="1113">
                  <c:v>0.16541584645669291</c:v>
                </c:pt>
                <c:pt idx="1114">
                  <c:v>0.16541584645669291</c:v>
                </c:pt>
                <c:pt idx="1115">
                  <c:v>0.1657234251968504</c:v>
                </c:pt>
                <c:pt idx="1116">
                  <c:v>0.1657234251968504</c:v>
                </c:pt>
                <c:pt idx="1117">
                  <c:v>0.16600024606299213</c:v>
                </c:pt>
                <c:pt idx="1118">
                  <c:v>0.16600024606299213</c:v>
                </c:pt>
                <c:pt idx="1119">
                  <c:v>0.1663078248031496</c:v>
                </c:pt>
                <c:pt idx="1120">
                  <c:v>0.1663078248031496</c:v>
                </c:pt>
                <c:pt idx="1121">
                  <c:v>0.16661540354330709</c:v>
                </c:pt>
                <c:pt idx="1122">
                  <c:v>0.16661540354330709</c:v>
                </c:pt>
                <c:pt idx="1123">
                  <c:v>0.16689222440944881</c:v>
                </c:pt>
                <c:pt idx="1124">
                  <c:v>0.16689222440944881</c:v>
                </c:pt>
                <c:pt idx="1125">
                  <c:v>0.16719980314960631</c:v>
                </c:pt>
                <c:pt idx="1126">
                  <c:v>0.16719980314960631</c:v>
                </c:pt>
                <c:pt idx="1127">
                  <c:v>0.16750738188976377</c:v>
                </c:pt>
                <c:pt idx="1128">
                  <c:v>0.16750738188976377</c:v>
                </c:pt>
                <c:pt idx="1129">
                  <c:v>0.1677842027559055</c:v>
                </c:pt>
                <c:pt idx="1130">
                  <c:v>0.1677842027559055</c:v>
                </c:pt>
                <c:pt idx="1131">
                  <c:v>0.16809178149606299</c:v>
                </c:pt>
                <c:pt idx="1132">
                  <c:v>0.16809178149606299</c:v>
                </c:pt>
                <c:pt idx="1133">
                  <c:v>0.16839936023622049</c:v>
                </c:pt>
                <c:pt idx="1134">
                  <c:v>0.16839936023622049</c:v>
                </c:pt>
                <c:pt idx="1135">
                  <c:v>0.16867618110236221</c:v>
                </c:pt>
                <c:pt idx="1136">
                  <c:v>0.16867618110236221</c:v>
                </c:pt>
                <c:pt idx="1137">
                  <c:v>0.16898375984251968</c:v>
                </c:pt>
                <c:pt idx="1138">
                  <c:v>0.16898375984251968</c:v>
                </c:pt>
                <c:pt idx="1139">
                  <c:v>0.16929133858267717</c:v>
                </c:pt>
                <c:pt idx="1140">
                  <c:v>0.16929133858267717</c:v>
                </c:pt>
                <c:pt idx="1141">
                  <c:v>0.16956815944881889</c:v>
                </c:pt>
                <c:pt idx="1142">
                  <c:v>0.16956815944881889</c:v>
                </c:pt>
                <c:pt idx="1143">
                  <c:v>0.16987573818897639</c:v>
                </c:pt>
                <c:pt idx="1144">
                  <c:v>0.16987573818897639</c:v>
                </c:pt>
                <c:pt idx="1145">
                  <c:v>0.17018331692913383</c:v>
                </c:pt>
                <c:pt idx="1146">
                  <c:v>0.17018331692913383</c:v>
                </c:pt>
                <c:pt idx="1147">
                  <c:v>0.17046013779527558</c:v>
                </c:pt>
                <c:pt idx="1148">
                  <c:v>0.17046013779527558</c:v>
                </c:pt>
                <c:pt idx="1149">
                  <c:v>0.17076771653543307</c:v>
                </c:pt>
                <c:pt idx="1150">
                  <c:v>0.17076771653543307</c:v>
                </c:pt>
                <c:pt idx="1151">
                  <c:v>0.17107529527559054</c:v>
                </c:pt>
                <c:pt idx="1152">
                  <c:v>0.17107529527559054</c:v>
                </c:pt>
                <c:pt idx="1153">
                  <c:v>0.17135211614173229</c:v>
                </c:pt>
                <c:pt idx="1154">
                  <c:v>0.17135211614173229</c:v>
                </c:pt>
                <c:pt idx="1155">
                  <c:v>0.17165969488188976</c:v>
                </c:pt>
                <c:pt idx="1156">
                  <c:v>0.17165969488188976</c:v>
                </c:pt>
                <c:pt idx="1157">
                  <c:v>0.17196727362204725</c:v>
                </c:pt>
                <c:pt idx="1158">
                  <c:v>0.17196727362204725</c:v>
                </c:pt>
                <c:pt idx="1159">
                  <c:v>0.17224409448818898</c:v>
                </c:pt>
                <c:pt idx="1160">
                  <c:v>0.17224409448818898</c:v>
                </c:pt>
                <c:pt idx="1161">
                  <c:v>0.17255167322834647</c:v>
                </c:pt>
                <c:pt idx="1162">
                  <c:v>0.17255167322834647</c:v>
                </c:pt>
                <c:pt idx="1163">
                  <c:v>0.17285925196850394</c:v>
                </c:pt>
                <c:pt idx="1164">
                  <c:v>0.17285925196850394</c:v>
                </c:pt>
                <c:pt idx="1165">
                  <c:v>0.17313607283464566</c:v>
                </c:pt>
                <c:pt idx="1166">
                  <c:v>0.17313607283464566</c:v>
                </c:pt>
                <c:pt idx="1167">
                  <c:v>0.17344365157480315</c:v>
                </c:pt>
                <c:pt idx="1168">
                  <c:v>0.17344365157480315</c:v>
                </c:pt>
                <c:pt idx="1169">
                  <c:v>0.17375123031496062</c:v>
                </c:pt>
                <c:pt idx="1170">
                  <c:v>0.17375123031496062</c:v>
                </c:pt>
                <c:pt idx="1171">
                  <c:v>0.17402805118110237</c:v>
                </c:pt>
                <c:pt idx="1172">
                  <c:v>0.17402805118110237</c:v>
                </c:pt>
                <c:pt idx="1173">
                  <c:v>0.17433562992125984</c:v>
                </c:pt>
                <c:pt idx="1174">
                  <c:v>0.17433562992125984</c:v>
                </c:pt>
                <c:pt idx="1175">
                  <c:v>0.17464320866141733</c:v>
                </c:pt>
                <c:pt idx="1176">
                  <c:v>0.17464320866141733</c:v>
                </c:pt>
                <c:pt idx="1177">
                  <c:v>0.17492002952755906</c:v>
                </c:pt>
                <c:pt idx="1178">
                  <c:v>0.17492002952755906</c:v>
                </c:pt>
                <c:pt idx="1179">
                  <c:v>0.17522760826771652</c:v>
                </c:pt>
                <c:pt idx="1180">
                  <c:v>0.17522760826771652</c:v>
                </c:pt>
                <c:pt idx="1181">
                  <c:v>0.17550442913385828</c:v>
                </c:pt>
                <c:pt idx="1182">
                  <c:v>0.17550442913385828</c:v>
                </c:pt>
                <c:pt idx="1183">
                  <c:v>0.17581200787401574</c:v>
                </c:pt>
                <c:pt idx="1184">
                  <c:v>0.17581200787401574</c:v>
                </c:pt>
                <c:pt idx="1185">
                  <c:v>0.17611958661417323</c:v>
                </c:pt>
                <c:pt idx="1186">
                  <c:v>0.17611958661417323</c:v>
                </c:pt>
                <c:pt idx="1187">
                  <c:v>0.17639640748031496</c:v>
                </c:pt>
                <c:pt idx="1188">
                  <c:v>0.17639640748031496</c:v>
                </c:pt>
                <c:pt idx="1189">
                  <c:v>0.17670398622047245</c:v>
                </c:pt>
                <c:pt idx="1190">
                  <c:v>0.17670398622047245</c:v>
                </c:pt>
                <c:pt idx="1191">
                  <c:v>0.17701156496062992</c:v>
                </c:pt>
                <c:pt idx="1192">
                  <c:v>0.17701156496062992</c:v>
                </c:pt>
                <c:pt idx="1193">
                  <c:v>0.17728838582677164</c:v>
                </c:pt>
                <c:pt idx="1194">
                  <c:v>0.17728838582677164</c:v>
                </c:pt>
                <c:pt idx="1195">
                  <c:v>0.17759596456692914</c:v>
                </c:pt>
                <c:pt idx="1196">
                  <c:v>0.17759596456692914</c:v>
                </c:pt>
                <c:pt idx="1197">
                  <c:v>0.1779035433070866</c:v>
                </c:pt>
                <c:pt idx="1198">
                  <c:v>0.1779035433070866</c:v>
                </c:pt>
                <c:pt idx="1199">
                  <c:v>0.17818036417322836</c:v>
                </c:pt>
                <c:pt idx="1200">
                  <c:v>0.17818036417322836</c:v>
                </c:pt>
                <c:pt idx="1201">
                  <c:v>0.17848794291338582</c:v>
                </c:pt>
                <c:pt idx="1202">
                  <c:v>0.17848794291338582</c:v>
                </c:pt>
                <c:pt idx="1203">
                  <c:v>0.17879552165354332</c:v>
                </c:pt>
                <c:pt idx="1204">
                  <c:v>0.17879552165354332</c:v>
                </c:pt>
                <c:pt idx="1205">
                  <c:v>0.17907234251968504</c:v>
                </c:pt>
                <c:pt idx="1206">
                  <c:v>0.17907234251968504</c:v>
                </c:pt>
                <c:pt idx="1207">
                  <c:v>0.17937992125984251</c:v>
                </c:pt>
                <c:pt idx="1208">
                  <c:v>0.17937992125984251</c:v>
                </c:pt>
                <c:pt idx="1209">
                  <c:v>0.1796875</c:v>
                </c:pt>
                <c:pt idx="1210">
                  <c:v>0.1796875</c:v>
                </c:pt>
                <c:pt idx="1211">
                  <c:v>0.17996432086614172</c:v>
                </c:pt>
                <c:pt idx="1212">
                  <c:v>0.17996432086614172</c:v>
                </c:pt>
                <c:pt idx="1213">
                  <c:v>0.18027189960629919</c:v>
                </c:pt>
                <c:pt idx="1214">
                  <c:v>0.18027189960629919</c:v>
                </c:pt>
                <c:pt idx="1215">
                  <c:v>0.18057947834645668</c:v>
                </c:pt>
                <c:pt idx="1216">
                  <c:v>0.18057947834645668</c:v>
                </c:pt>
                <c:pt idx="1217">
                  <c:v>0.18085629921259844</c:v>
                </c:pt>
                <c:pt idx="1218">
                  <c:v>0.18085629921259844</c:v>
                </c:pt>
                <c:pt idx="1219">
                  <c:v>0.1811638779527559</c:v>
                </c:pt>
                <c:pt idx="1220">
                  <c:v>0.1811638779527559</c:v>
                </c:pt>
                <c:pt idx="1221">
                  <c:v>0.1814714566929134</c:v>
                </c:pt>
                <c:pt idx="1222">
                  <c:v>0.1814714566929134</c:v>
                </c:pt>
                <c:pt idx="1223">
                  <c:v>0.18174827755905512</c:v>
                </c:pt>
                <c:pt idx="1224">
                  <c:v>0.18174827755905512</c:v>
                </c:pt>
                <c:pt idx="1225">
                  <c:v>0.18205585629921259</c:v>
                </c:pt>
                <c:pt idx="1226">
                  <c:v>0.18205585629921259</c:v>
                </c:pt>
                <c:pt idx="1227">
                  <c:v>0.18236343503937008</c:v>
                </c:pt>
                <c:pt idx="1228">
                  <c:v>0.18236343503937008</c:v>
                </c:pt>
                <c:pt idx="1229">
                  <c:v>0.18264025590551181</c:v>
                </c:pt>
                <c:pt idx="1230">
                  <c:v>0.18264025590551181</c:v>
                </c:pt>
                <c:pt idx="1231">
                  <c:v>0.1829478346456693</c:v>
                </c:pt>
                <c:pt idx="1232">
                  <c:v>0.1829478346456693</c:v>
                </c:pt>
                <c:pt idx="1233">
                  <c:v>0.18325541338582677</c:v>
                </c:pt>
                <c:pt idx="1234">
                  <c:v>0.18325541338582677</c:v>
                </c:pt>
                <c:pt idx="1235">
                  <c:v>0.18353223425196849</c:v>
                </c:pt>
                <c:pt idx="1236">
                  <c:v>0.18353223425196849</c:v>
                </c:pt>
                <c:pt idx="1237">
                  <c:v>0.18383981299212601</c:v>
                </c:pt>
                <c:pt idx="1238">
                  <c:v>0.18383981299212601</c:v>
                </c:pt>
                <c:pt idx="1239">
                  <c:v>0.18414739173228348</c:v>
                </c:pt>
                <c:pt idx="1240">
                  <c:v>0.18414739173228348</c:v>
                </c:pt>
                <c:pt idx="1241">
                  <c:v>0.1844242125984252</c:v>
                </c:pt>
                <c:pt idx="1242">
                  <c:v>0.1844242125984252</c:v>
                </c:pt>
                <c:pt idx="1243">
                  <c:v>0.18473179133858267</c:v>
                </c:pt>
                <c:pt idx="1244">
                  <c:v>0.18473179133858267</c:v>
                </c:pt>
                <c:pt idx="1245">
                  <c:v>0.18500861220472439</c:v>
                </c:pt>
                <c:pt idx="1246">
                  <c:v>0.18500861220472439</c:v>
                </c:pt>
                <c:pt idx="1247">
                  <c:v>0.18531619094488189</c:v>
                </c:pt>
                <c:pt idx="1248">
                  <c:v>0.18531619094488189</c:v>
                </c:pt>
                <c:pt idx="1249">
                  <c:v>0.18562376968503935</c:v>
                </c:pt>
                <c:pt idx="1250">
                  <c:v>0.18562376968503935</c:v>
                </c:pt>
                <c:pt idx="1251">
                  <c:v>0.18590059055118111</c:v>
                </c:pt>
                <c:pt idx="1252">
                  <c:v>0.18590059055118111</c:v>
                </c:pt>
                <c:pt idx="1253">
                  <c:v>0.18620816929133857</c:v>
                </c:pt>
                <c:pt idx="1254">
                  <c:v>0.18620816929133857</c:v>
                </c:pt>
                <c:pt idx="1255">
                  <c:v>0.18651574803149609</c:v>
                </c:pt>
                <c:pt idx="1256">
                  <c:v>0.18651574803149609</c:v>
                </c:pt>
                <c:pt idx="1257">
                  <c:v>0.18679256889763779</c:v>
                </c:pt>
                <c:pt idx="1258">
                  <c:v>0.18679256889763779</c:v>
                </c:pt>
                <c:pt idx="1259">
                  <c:v>0.18710014763779528</c:v>
                </c:pt>
                <c:pt idx="1260">
                  <c:v>0.18710014763779528</c:v>
                </c:pt>
                <c:pt idx="1261">
                  <c:v>0.18740772637795275</c:v>
                </c:pt>
                <c:pt idx="1262">
                  <c:v>0.18740772637795275</c:v>
                </c:pt>
                <c:pt idx="1263">
                  <c:v>0.1876845472440945</c:v>
                </c:pt>
                <c:pt idx="1264">
                  <c:v>0.1876845472440945</c:v>
                </c:pt>
                <c:pt idx="1265">
                  <c:v>0.18799212598425197</c:v>
                </c:pt>
                <c:pt idx="1266">
                  <c:v>0.18799212598425197</c:v>
                </c:pt>
                <c:pt idx="1267">
                  <c:v>0.18829970472440943</c:v>
                </c:pt>
                <c:pt idx="1268">
                  <c:v>0.18829970472440943</c:v>
                </c:pt>
                <c:pt idx="1269">
                  <c:v>0.18857652559055119</c:v>
                </c:pt>
                <c:pt idx="1270">
                  <c:v>0.18857652559055119</c:v>
                </c:pt>
                <c:pt idx="1271">
                  <c:v>0.18888410433070865</c:v>
                </c:pt>
                <c:pt idx="1272">
                  <c:v>0.18888410433070865</c:v>
                </c:pt>
                <c:pt idx="1273">
                  <c:v>0.18919168307086617</c:v>
                </c:pt>
                <c:pt idx="1274">
                  <c:v>0.18919168307086617</c:v>
                </c:pt>
                <c:pt idx="1275">
                  <c:v>0.18946850393700787</c:v>
                </c:pt>
                <c:pt idx="1276">
                  <c:v>0.18946850393700787</c:v>
                </c:pt>
                <c:pt idx="1277">
                  <c:v>0.18977608267716536</c:v>
                </c:pt>
                <c:pt idx="1278">
                  <c:v>0.18977608267716536</c:v>
                </c:pt>
                <c:pt idx="1279">
                  <c:v>0.19008366141732283</c:v>
                </c:pt>
                <c:pt idx="1280">
                  <c:v>0.19008366141732283</c:v>
                </c:pt>
                <c:pt idx="1281">
                  <c:v>0.19036048228346455</c:v>
                </c:pt>
                <c:pt idx="1282">
                  <c:v>0.19036048228346455</c:v>
                </c:pt>
                <c:pt idx="1283">
                  <c:v>0.19066806102362205</c:v>
                </c:pt>
                <c:pt idx="1284">
                  <c:v>0.19066806102362205</c:v>
                </c:pt>
                <c:pt idx="1285">
                  <c:v>0.19097563976377951</c:v>
                </c:pt>
                <c:pt idx="1286">
                  <c:v>0.19097563976377951</c:v>
                </c:pt>
                <c:pt idx="1287">
                  <c:v>0.19125246062992127</c:v>
                </c:pt>
                <c:pt idx="1288">
                  <c:v>0.19125246062992127</c:v>
                </c:pt>
                <c:pt idx="1289">
                  <c:v>0.19156003937007873</c:v>
                </c:pt>
                <c:pt idx="1290">
                  <c:v>0.19156003937007873</c:v>
                </c:pt>
                <c:pt idx="1291">
                  <c:v>0.19186761811023623</c:v>
                </c:pt>
                <c:pt idx="1292">
                  <c:v>0.19186761811023623</c:v>
                </c:pt>
                <c:pt idx="1293">
                  <c:v>0.19214443897637795</c:v>
                </c:pt>
                <c:pt idx="1294">
                  <c:v>0.19214443897637795</c:v>
                </c:pt>
                <c:pt idx="1295">
                  <c:v>0.19245201771653545</c:v>
                </c:pt>
                <c:pt idx="1296">
                  <c:v>0.19245201771653545</c:v>
                </c:pt>
                <c:pt idx="1297">
                  <c:v>0.19275959645669291</c:v>
                </c:pt>
                <c:pt idx="1298">
                  <c:v>0.19275959645669291</c:v>
                </c:pt>
                <c:pt idx="1299">
                  <c:v>0.19303641732283464</c:v>
                </c:pt>
                <c:pt idx="1300">
                  <c:v>0.19303641732283464</c:v>
                </c:pt>
                <c:pt idx="1301">
                  <c:v>0.19334399606299213</c:v>
                </c:pt>
                <c:pt idx="1302">
                  <c:v>0.19334399606299213</c:v>
                </c:pt>
                <c:pt idx="1303">
                  <c:v>0.1936515748031496</c:v>
                </c:pt>
                <c:pt idx="1304">
                  <c:v>0.1936515748031496</c:v>
                </c:pt>
                <c:pt idx="1305">
                  <c:v>0.19392839566929135</c:v>
                </c:pt>
                <c:pt idx="1306">
                  <c:v>0.19392839566929135</c:v>
                </c:pt>
                <c:pt idx="1307">
                  <c:v>0.19423597440944881</c:v>
                </c:pt>
                <c:pt idx="1308">
                  <c:v>0.19423597440944881</c:v>
                </c:pt>
                <c:pt idx="1309">
                  <c:v>0.19451279527559057</c:v>
                </c:pt>
                <c:pt idx="1310">
                  <c:v>0.19451279527559057</c:v>
                </c:pt>
                <c:pt idx="1311">
                  <c:v>0.19482037401574803</c:v>
                </c:pt>
                <c:pt idx="1312">
                  <c:v>0.19482037401574803</c:v>
                </c:pt>
                <c:pt idx="1313">
                  <c:v>0.1951279527559055</c:v>
                </c:pt>
                <c:pt idx="1314">
                  <c:v>0.1951279527559055</c:v>
                </c:pt>
                <c:pt idx="1315">
                  <c:v>0.19540477362204725</c:v>
                </c:pt>
                <c:pt idx="1316">
                  <c:v>0.19540477362204725</c:v>
                </c:pt>
                <c:pt idx="1317">
                  <c:v>0.19571235236220472</c:v>
                </c:pt>
                <c:pt idx="1318">
                  <c:v>0.19571235236220472</c:v>
                </c:pt>
                <c:pt idx="1319">
                  <c:v>0.19601993110236221</c:v>
                </c:pt>
                <c:pt idx="1320">
                  <c:v>0.19601993110236221</c:v>
                </c:pt>
                <c:pt idx="1321">
                  <c:v>0.19629675196850391</c:v>
                </c:pt>
                <c:pt idx="1322">
                  <c:v>0.19629675196850391</c:v>
                </c:pt>
                <c:pt idx="1323">
                  <c:v>0.19660433070866143</c:v>
                </c:pt>
                <c:pt idx="1324">
                  <c:v>0.19660433070866143</c:v>
                </c:pt>
                <c:pt idx="1325">
                  <c:v>0.19691190944881889</c:v>
                </c:pt>
                <c:pt idx="1326">
                  <c:v>0.19691190944881889</c:v>
                </c:pt>
                <c:pt idx="1327">
                  <c:v>0.19718873031496065</c:v>
                </c:pt>
                <c:pt idx="1328">
                  <c:v>0.19718873031496065</c:v>
                </c:pt>
                <c:pt idx="1329">
                  <c:v>0.19749630905511811</c:v>
                </c:pt>
                <c:pt idx="1330">
                  <c:v>0.19749630905511811</c:v>
                </c:pt>
                <c:pt idx="1331">
                  <c:v>0.19780388779527561</c:v>
                </c:pt>
                <c:pt idx="1332">
                  <c:v>0.19780388779527561</c:v>
                </c:pt>
                <c:pt idx="1333">
                  <c:v>0.19808070866141733</c:v>
                </c:pt>
                <c:pt idx="1334">
                  <c:v>0.19808070866141733</c:v>
                </c:pt>
                <c:pt idx="1335">
                  <c:v>0.1983882874015748</c:v>
                </c:pt>
                <c:pt idx="1336">
                  <c:v>0.1983882874015748</c:v>
                </c:pt>
                <c:pt idx="1337">
                  <c:v>0.19869586614173229</c:v>
                </c:pt>
                <c:pt idx="1338">
                  <c:v>0.19869586614173229</c:v>
                </c:pt>
                <c:pt idx="1339">
                  <c:v>0.19897268700787399</c:v>
                </c:pt>
                <c:pt idx="1340">
                  <c:v>0.19897268700787399</c:v>
                </c:pt>
                <c:pt idx="1341">
                  <c:v>0.19928026574803151</c:v>
                </c:pt>
                <c:pt idx="1342">
                  <c:v>0.19928026574803151</c:v>
                </c:pt>
                <c:pt idx="1343">
                  <c:v>0.19958784448818895</c:v>
                </c:pt>
                <c:pt idx="1344">
                  <c:v>0.19958784448818895</c:v>
                </c:pt>
                <c:pt idx="1345">
                  <c:v>0.1998646653543307</c:v>
                </c:pt>
                <c:pt idx="1346">
                  <c:v>0.1998646653543307</c:v>
                </c:pt>
                <c:pt idx="1347">
                  <c:v>0.20017224409448819</c:v>
                </c:pt>
                <c:pt idx="1348">
                  <c:v>0.20017224409448819</c:v>
                </c:pt>
                <c:pt idx="1349">
                  <c:v>0.20047982283464569</c:v>
                </c:pt>
                <c:pt idx="1350">
                  <c:v>0.20047982283464569</c:v>
                </c:pt>
                <c:pt idx="1351">
                  <c:v>0.20075664370078741</c:v>
                </c:pt>
                <c:pt idx="1352">
                  <c:v>0.20075664370078741</c:v>
                </c:pt>
                <c:pt idx="1353">
                  <c:v>0.20106422244094488</c:v>
                </c:pt>
                <c:pt idx="1354">
                  <c:v>0.20106422244094488</c:v>
                </c:pt>
                <c:pt idx="1355">
                  <c:v>0.20137180118110237</c:v>
                </c:pt>
                <c:pt idx="1356">
                  <c:v>0.20137180118110237</c:v>
                </c:pt>
                <c:pt idx="1357">
                  <c:v>0.2016486220472441</c:v>
                </c:pt>
                <c:pt idx="1358">
                  <c:v>0.2016486220472441</c:v>
                </c:pt>
                <c:pt idx="1359">
                  <c:v>0.20195620078740156</c:v>
                </c:pt>
                <c:pt idx="1360">
                  <c:v>0.20195620078740156</c:v>
                </c:pt>
                <c:pt idx="1361">
                  <c:v>0.20226377952755903</c:v>
                </c:pt>
                <c:pt idx="1362">
                  <c:v>0.20226377952755903</c:v>
                </c:pt>
                <c:pt idx="1363">
                  <c:v>0.20254060039370081</c:v>
                </c:pt>
                <c:pt idx="1364">
                  <c:v>0.20254060039370081</c:v>
                </c:pt>
                <c:pt idx="1365">
                  <c:v>0.20284817913385828</c:v>
                </c:pt>
                <c:pt idx="1366">
                  <c:v>0.20284817913385828</c:v>
                </c:pt>
                <c:pt idx="1367">
                  <c:v>0.20315575787401577</c:v>
                </c:pt>
                <c:pt idx="1368">
                  <c:v>0.20315575787401577</c:v>
                </c:pt>
                <c:pt idx="1369">
                  <c:v>0.20343257874015749</c:v>
                </c:pt>
                <c:pt idx="1370">
                  <c:v>0.20343257874015749</c:v>
                </c:pt>
                <c:pt idx="1371">
                  <c:v>0.20374015748031496</c:v>
                </c:pt>
                <c:pt idx="1372">
                  <c:v>0.20374015748031496</c:v>
                </c:pt>
                <c:pt idx="1373">
                  <c:v>0.20404773622047245</c:v>
                </c:pt>
                <c:pt idx="1374">
                  <c:v>0.20404773622047245</c:v>
                </c:pt>
                <c:pt idx="1375">
                  <c:v>0.20432455708661415</c:v>
                </c:pt>
                <c:pt idx="1376">
                  <c:v>0.20432455708661415</c:v>
                </c:pt>
                <c:pt idx="1377">
                  <c:v>0.20463213582677164</c:v>
                </c:pt>
                <c:pt idx="1378">
                  <c:v>0.20463213582677164</c:v>
                </c:pt>
                <c:pt idx="1379">
                  <c:v>0.2049089566929134</c:v>
                </c:pt>
                <c:pt idx="1380">
                  <c:v>0.2049089566929134</c:v>
                </c:pt>
                <c:pt idx="1381">
                  <c:v>0.20521653543307089</c:v>
                </c:pt>
                <c:pt idx="1382">
                  <c:v>0.20521653543307089</c:v>
                </c:pt>
                <c:pt idx="1383">
                  <c:v>0.20552411417322836</c:v>
                </c:pt>
                <c:pt idx="1384">
                  <c:v>0.20552411417322836</c:v>
                </c:pt>
                <c:pt idx="1385">
                  <c:v>0.20580093503937008</c:v>
                </c:pt>
                <c:pt idx="1386">
                  <c:v>0.20580093503937008</c:v>
                </c:pt>
                <c:pt idx="1387">
                  <c:v>0.20610851377952755</c:v>
                </c:pt>
                <c:pt idx="1388">
                  <c:v>0.20610851377952755</c:v>
                </c:pt>
                <c:pt idx="1389">
                  <c:v>0.20641609251968504</c:v>
                </c:pt>
                <c:pt idx="1390">
                  <c:v>0.20641609251968504</c:v>
                </c:pt>
                <c:pt idx="1391">
                  <c:v>0.20669291338582677</c:v>
                </c:pt>
                <c:pt idx="1392">
                  <c:v>0.20669291338582677</c:v>
                </c:pt>
                <c:pt idx="1393">
                  <c:v>0.20700049212598423</c:v>
                </c:pt>
                <c:pt idx="1394">
                  <c:v>0.20700049212598423</c:v>
                </c:pt>
                <c:pt idx="1395">
                  <c:v>0.20730807086614172</c:v>
                </c:pt>
                <c:pt idx="1396">
                  <c:v>0.20730807086614172</c:v>
                </c:pt>
                <c:pt idx="1397">
                  <c:v>0.20758489173228348</c:v>
                </c:pt>
                <c:pt idx="1398">
                  <c:v>0.20758489173228348</c:v>
                </c:pt>
                <c:pt idx="1399">
                  <c:v>0.20789247047244097</c:v>
                </c:pt>
                <c:pt idx="1400">
                  <c:v>0.20789247047244097</c:v>
                </c:pt>
                <c:pt idx="1401">
                  <c:v>0.20820004921259844</c:v>
                </c:pt>
                <c:pt idx="1402">
                  <c:v>0.20820004921259844</c:v>
                </c:pt>
                <c:pt idx="1403">
                  <c:v>0.20847687007874016</c:v>
                </c:pt>
                <c:pt idx="1404">
                  <c:v>0.20847687007874016</c:v>
                </c:pt>
                <c:pt idx="1405">
                  <c:v>0.20878444881889763</c:v>
                </c:pt>
                <c:pt idx="1406">
                  <c:v>0.20878444881889763</c:v>
                </c:pt>
                <c:pt idx="1407">
                  <c:v>0.20909202755905512</c:v>
                </c:pt>
                <c:pt idx="1408">
                  <c:v>0.20909202755905512</c:v>
                </c:pt>
                <c:pt idx="1409">
                  <c:v>0.20936884842519685</c:v>
                </c:pt>
                <c:pt idx="1410">
                  <c:v>0.20936884842519685</c:v>
                </c:pt>
                <c:pt idx="1411">
                  <c:v>0.20967642716535431</c:v>
                </c:pt>
                <c:pt idx="1412">
                  <c:v>0.20967642716535431</c:v>
                </c:pt>
                <c:pt idx="1413">
                  <c:v>0.20998400590551181</c:v>
                </c:pt>
                <c:pt idx="1414">
                  <c:v>0.20998400590551181</c:v>
                </c:pt>
                <c:pt idx="1415">
                  <c:v>0.21026082677165353</c:v>
                </c:pt>
                <c:pt idx="1416">
                  <c:v>0.21026082677165353</c:v>
                </c:pt>
                <c:pt idx="1417">
                  <c:v>0.21056840551181105</c:v>
                </c:pt>
                <c:pt idx="1418">
                  <c:v>0.21056840551181105</c:v>
                </c:pt>
                <c:pt idx="1419">
                  <c:v>0.21087598425196849</c:v>
                </c:pt>
                <c:pt idx="1420">
                  <c:v>0.21087598425196849</c:v>
                </c:pt>
                <c:pt idx="1421">
                  <c:v>0.21115280511811024</c:v>
                </c:pt>
                <c:pt idx="1422">
                  <c:v>0.21115280511811024</c:v>
                </c:pt>
                <c:pt idx="1423">
                  <c:v>0.21146038385826771</c:v>
                </c:pt>
                <c:pt idx="1424">
                  <c:v>0.21146038385826771</c:v>
                </c:pt>
                <c:pt idx="1425">
                  <c:v>0.2117679625984252</c:v>
                </c:pt>
                <c:pt idx="1426">
                  <c:v>0.2117679625984252</c:v>
                </c:pt>
                <c:pt idx="1427">
                  <c:v>0.21204478346456693</c:v>
                </c:pt>
                <c:pt idx="1428">
                  <c:v>0.21204478346456693</c:v>
                </c:pt>
                <c:pt idx="1429">
                  <c:v>0.21235236220472439</c:v>
                </c:pt>
                <c:pt idx="1430">
                  <c:v>0.21235236220472439</c:v>
                </c:pt>
                <c:pt idx="1431">
                  <c:v>0.21265994094488189</c:v>
                </c:pt>
                <c:pt idx="1432">
                  <c:v>0.21265994094488189</c:v>
                </c:pt>
                <c:pt idx="1433">
                  <c:v>0.21293676181102361</c:v>
                </c:pt>
                <c:pt idx="1434">
                  <c:v>0.21293676181102361</c:v>
                </c:pt>
                <c:pt idx="1435">
                  <c:v>0.21324434055118111</c:v>
                </c:pt>
                <c:pt idx="1436">
                  <c:v>0.21324434055118111</c:v>
                </c:pt>
                <c:pt idx="1437">
                  <c:v>0.21355191929133857</c:v>
                </c:pt>
                <c:pt idx="1438">
                  <c:v>0.21355191929133857</c:v>
                </c:pt>
                <c:pt idx="1439">
                  <c:v>0.21382874015748032</c:v>
                </c:pt>
                <c:pt idx="1440">
                  <c:v>0.21382874015748032</c:v>
                </c:pt>
                <c:pt idx="1441">
                  <c:v>0.21413631889763779</c:v>
                </c:pt>
                <c:pt idx="1442">
                  <c:v>0.21413631889763779</c:v>
                </c:pt>
                <c:pt idx="1443">
                  <c:v>0.21441313976377951</c:v>
                </c:pt>
                <c:pt idx="1444">
                  <c:v>0.21441313976377951</c:v>
                </c:pt>
                <c:pt idx="1445">
                  <c:v>0.21472071850393701</c:v>
                </c:pt>
                <c:pt idx="1446">
                  <c:v>0.21472071850393701</c:v>
                </c:pt>
                <c:pt idx="1447">
                  <c:v>0.2150282972440945</c:v>
                </c:pt>
                <c:pt idx="1448">
                  <c:v>0.2150282972440945</c:v>
                </c:pt>
                <c:pt idx="1449">
                  <c:v>0.21530511811023623</c:v>
                </c:pt>
                <c:pt idx="1450">
                  <c:v>0.21530511811023623</c:v>
                </c:pt>
                <c:pt idx="1451">
                  <c:v>0.21561269685039369</c:v>
                </c:pt>
                <c:pt idx="1452">
                  <c:v>0.21561269685039369</c:v>
                </c:pt>
                <c:pt idx="1453">
                  <c:v>0.21592027559055119</c:v>
                </c:pt>
                <c:pt idx="1454">
                  <c:v>0.21592027559055119</c:v>
                </c:pt>
                <c:pt idx="1455">
                  <c:v>0.21619709645669291</c:v>
                </c:pt>
                <c:pt idx="1456">
                  <c:v>0.21619709645669291</c:v>
                </c:pt>
                <c:pt idx="1457">
                  <c:v>0.2165046751968504</c:v>
                </c:pt>
                <c:pt idx="1458">
                  <c:v>0.2165046751968504</c:v>
                </c:pt>
                <c:pt idx="1459">
                  <c:v>0.21681225393700787</c:v>
                </c:pt>
                <c:pt idx="1460">
                  <c:v>0.21681225393700787</c:v>
                </c:pt>
                <c:pt idx="1461">
                  <c:v>0.2170890748031496</c:v>
                </c:pt>
                <c:pt idx="1462">
                  <c:v>0.2170890748031496</c:v>
                </c:pt>
                <c:pt idx="1463">
                  <c:v>0.21739665354330709</c:v>
                </c:pt>
                <c:pt idx="1464">
                  <c:v>0.21739665354330709</c:v>
                </c:pt>
                <c:pt idx="1465">
                  <c:v>0.21770423228346455</c:v>
                </c:pt>
                <c:pt idx="1466">
                  <c:v>0.21770423228346455</c:v>
                </c:pt>
                <c:pt idx="1467">
                  <c:v>0.21798105314960631</c:v>
                </c:pt>
                <c:pt idx="1468">
                  <c:v>0.21798105314960631</c:v>
                </c:pt>
                <c:pt idx="1469">
                  <c:v>0.21828863188976377</c:v>
                </c:pt>
                <c:pt idx="1470">
                  <c:v>0.21828863188976377</c:v>
                </c:pt>
                <c:pt idx="1471">
                  <c:v>0.21859621062992127</c:v>
                </c:pt>
                <c:pt idx="1472">
                  <c:v>0.21859621062992127</c:v>
                </c:pt>
                <c:pt idx="1473">
                  <c:v>0.21887303149606299</c:v>
                </c:pt>
                <c:pt idx="1474">
                  <c:v>0.21887303149606299</c:v>
                </c:pt>
                <c:pt idx="1475">
                  <c:v>0.21918061023622049</c:v>
                </c:pt>
                <c:pt idx="1476">
                  <c:v>0.21918061023622049</c:v>
                </c:pt>
                <c:pt idx="1477">
                  <c:v>0.21948818897637795</c:v>
                </c:pt>
                <c:pt idx="1478">
                  <c:v>0.21948818897637795</c:v>
                </c:pt>
                <c:pt idx="1479">
                  <c:v>0.21976500984251968</c:v>
                </c:pt>
                <c:pt idx="1480">
                  <c:v>0.21976500984251968</c:v>
                </c:pt>
                <c:pt idx="1481">
                  <c:v>0.22007258858267717</c:v>
                </c:pt>
                <c:pt idx="1482">
                  <c:v>0.22007258858267717</c:v>
                </c:pt>
                <c:pt idx="1483">
                  <c:v>0.22038016732283464</c:v>
                </c:pt>
                <c:pt idx="1484">
                  <c:v>0.22038016732283464</c:v>
                </c:pt>
                <c:pt idx="1485">
                  <c:v>0.22065698818897639</c:v>
                </c:pt>
                <c:pt idx="1486">
                  <c:v>0.22065698818897639</c:v>
                </c:pt>
                <c:pt idx="1487">
                  <c:v>0.22096456692913383</c:v>
                </c:pt>
                <c:pt idx="1488">
                  <c:v>0.22096456692913383</c:v>
                </c:pt>
                <c:pt idx="1489">
                  <c:v>0.22127214566929135</c:v>
                </c:pt>
                <c:pt idx="1490">
                  <c:v>0.22127214566929135</c:v>
                </c:pt>
                <c:pt idx="1491">
                  <c:v>0.22154896653543307</c:v>
                </c:pt>
                <c:pt idx="1492">
                  <c:v>0.22154896653543307</c:v>
                </c:pt>
                <c:pt idx="1493">
                  <c:v>0.22185654527559057</c:v>
                </c:pt>
                <c:pt idx="1494">
                  <c:v>0.22185654527559057</c:v>
                </c:pt>
                <c:pt idx="1495">
                  <c:v>0.22216412401574803</c:v>
                </c:pt>
                <c:pt idx="1496">
                  <c:v>0.22216412401574803</c:v>
                </c:pt>
                <c:pt idx="1497">
                  <c:v>0.22244094488188976</c:v>
                </c:pt>
                <c:pt idx="1498">
                  <c:v>0.22244094488188976</c:v>
                </c:pt>
                <c:pt idx="1499">
                  <c:v>0.22274852362204725</c:v>
                </c:pt>
                <c:pt idx="1500">
                  <c:v>0.22274852362204725</c:v>
                </c:pt>
                <c:pt idx="1501">
                  <c:v>0.22305610236220472</c:v>
                </c:pt>
                <c:pt idx="1502">
                  <c:v>0.22305610236220472</c:v>
                </c:pt>
                <c:pt idx="1503">
                  <c:v>0.22333292322834647</c:v>
                </c:pt>
                <c:pt idx="1504">
                  <c:v>0.22333292322834647</c:v>
                </c:pt>
                <c:pt idx="1505">
                  <c:v>0.22364050196850391</c:v>
                </c:pt>
                <c:pt idx="1506">
                  <c:v>0.22364050196850391</c:v>
                </c:pt>
                <c:pt idx="1507">
                  <c:v>0.22391732283464569</c:v>
                </c:pt>
                <c:pt idx="1508">
                  <c:v>0.22391732283464569</c:v>
                </c:pt>
                <c:pt idx="1509">
                  <c:v>0.22422490157480315</c:v>
                </c:pt>
                <c:pt idx="1510">
                  <c:v>0.22422490157480315</c:v>
                </c:pt>
                <c:pt idx="1511">
                  <c:v>0.22453248031496065</c:v>
                </c:pt>
                <c:pt idx="1512">
                  <c:v>0.22453248031496065</c:v>
                </c:pt>
                <c:pt idx="1513">
                  <c:v>0.22480930118110237</c:v>
                </c:pt>
                <c:pt idx="1514">
                  <c:v>0.22480930118110237</c:v>
                </c:pt>
                <c:pt idx="1515">
                  <c:v>0.22511687992125984</c:v>
                </c:pt>
                <c:pt idx="1516">
                  <c:v>0.22511687992125984</c:v>
                </c:pt>
                <c:pt idx="1517">
                  <c:v>0.22542445866141733</c:v>
                </c:pt>
                <c:pt idx="1518">
                  <c:v>0.22542445866141733</c:v>
                </c:pt>
                <c:pt idx="1519">
                  <c:v>0.22570127952755903</c:v>
                </c:pt>
                <c:pt idx="1520">
                  <c:v>0.22570127952755903</c:v>
                </c:pt>
                <c:pt idx="1521">
                  <c:v>0.22600885826771652</c:v>
                </c:pt>
                <c:pt idx="1522">
                  <c:v>0.22600885826771652</c:v>
                </c:pt>
                <c:pt idx="1523">
                  <c:v>0.22631643700787399</c:v>
                </c:pt>
                <c:pt idx="1524">
                  <c:v>0.22631643700787399</c:v>
                </c:pt>
                <c:pt idx="1525">
                  <c:v>0.22659325787401577</c:v>
                </c:pt>
                <c:pt idx="1526">
                  <c:v>0.22659325787401577</c:v>
                </c:pt>
                <c:pt idx="1527">
                  <c:v>0.22690083661417323</c:v>
                </c:pt>
                <c:pt idx="1528">
                  <c:v>0.22690083661417323</c:v>
                </c:pt>
                <c:pt idx="1529">
                  <c:v>0.2272084153543307</c:v>
                </c:pt>
                <c:pt idx="1530">
                  <c:v>0.2272084153543307</c:v>
                </c:pt>
                <c:pt idx="1531">
                  <c:v>0.22748523622047245</c:v>
                </c:pt>
                <c:pt idx="1532">
                  <c:v>0.22748523622047245</c:v>
                </c:pt>
                <c:pt idx="1533">
                  <c:v>0.22779281496062992</c:v>
                </c:pt>
                <c:pt idx="1534">
                  <c:v>0.22779281496062992</c:v>
                </c:pt>
                <c:pt idx="1535">
                  <c:v>0.22810039370078741</c:v>
                </c:pt>
                <c:pt idx="1536">
                  <c:v>0.22810039370078741</c:v>
                </c:pt>
                <c:pt idx="1537">
                  <c:v>0.22837721456692911</c:v>
                </c:pt>
                <c:pt idx="1538">
                  <c:v>0.22837721456692911</c:v>
                </c:pt>
                <c:pt idx="1539">
                  <c:v>0.2286847933070866</c:v>
                </c:pt>
                <c:pt idx="1540">
                  <c:v>0.2286847933070866</c:v>
                </c:pt>
                <c:pt idx="1541">
                  <c:v>0.2289923720472441</c:v>
                </c:pt>
                <c:pt idx="1542">
                  <c:v>0.2289923720472441</c:v>
                </c:pt>
                <c:pt idx="1543">
                  <c:v>0.22926919291338585</c:v>
                </c:pt>
                <c:pt idx="1544">
                  <c:v>0.22926919291338585</c:v>
                </c:pt>
                <c:pt idx="1545">
                  <c:v>0.22957677165354332</c:v>
                </c:pt>
                <c:pt idx="1546">
                  <c:v>0.22957677165354332</c:v>
                </c:pt>
                <c:pt idx="1547">
                  <c:v>0.22988435039370081</c:v>
                </c:pt>
                <c:pt idx="1548">
                  <c:v>0.22988435039370081</c:v>
                </c:pt>
                <c:pt idx="1549">
                  <c:v>0.23016117125984251</c:v>
                </c:pt>
                <c:pt idx="1550">
                  <c:v>0.23016117125984251</c:v>
                </c:pt>
                <c:pt idx="1551">
                  <c:v>0.23046875</c:v>
                </c:pt>
                <c:pt idx="1552">
                  <c:v>0.23046875</c:v>
                </c:pt>
                <c:pt idx="1553">
                  <c:v>0.23077632874015749</c:v>
                </c:pt>
                <c:pt idx="1554">
                  <c:v>0.23077632874015749</c:v>
                </c:pt>
                <c:pt idx="1555">
                  <c:v>0.23105314960629919</c:v>
                </c:pt>
                <c:pt idx="1556">
                  <c:v>0.23105314960629919</c:v>
                </c:pt>
                <c:pt idx="1557">
                  <c:v>0.23136072834645668</c:v>
                </c:pt>
                <c:pt idx="1558">
                  <c:v>0.23136072834645668</c:v>
                </c:pt>
                <c:pt idx="1559">
                  <c:v>0.23166830708661415</c:v>
                </c:pt>
                <c:pt idx="1560">
                  <c:v>0.23166830708661415</c:v>
                </c:pt>
                <c:pt idx="1561">
                  <c:v>0.2319451279527559</c:v>
                </c:pt>
                <c:pt idx="1562">
                  <c:v>0.2319451279527559</c:v>
                </c:pt>
                <c:pt idx="1563">
                  <c:v>0.2322527066929134</c:v>
                </c:pt>
                <c:pt idx="1564">
                  <c:v>0.2322527066929134</c:v>
                </c:pt>
                <c:pt idx="1565">
                  <c:v>0.23256028543307089</c:v>
                </c:pt>
                <c:pt idx="1566">
                  <c:v>0.23256028543307089</c:v>
                </c:pt>
                <c:pt idx="1567">
                  <c:v>0.23283710629921259</c:v>
                </c:pt>
                <c:pt idx="1568">
                  <c:v>0.23283710629921259</c:v>
                </c:pt>
                <c:pt idx="1569">
                  <c:v>0.23314468503937008</c:v>
                </c:pt>
                <c:pt idx="1570">
                  <c:v>0.23314468503937008</c:v>
                </c:pt>
                <c:pt idx="1571">
                  <c:v>0.23342150590551181</c:v>
                </c:pt>
                <c:pt idx="1572">
                  <c:v>0.23342150590551181</c:v>
                </c:pt>
                <c:pt idx="1573">
                  <c:v>0.2337290846456693</c:v>
                </c:pt>
                <c:pt idx="1574">
                  <c:v>0.2337290846456693</c:v>
                </c:pt>
                <c:pt idx="1575">
                  <c:v>0.23403666338582677</c:v>
                </c:pt>
                <c:pt idx="1576">
                  <c:v>0.23403666338582677</c:v>
                </c:pt>
                <c:pt idx="1577">
                  <c:v>0.23431348425196849</c:v>
                </c:pt>
                <c:pt idx="1578">
                  <c:v>0.23431348425196849</c:v>
                </c:pt>
                <c:pt idx="1579">
                  <c:v>0.23462106299212601</c:v>
                </c:pt>
                <c:pt idx="1580">
                  <c:v>0.23462106299212601</c:v>
                </c:pt>
                <c:pt idx="1581">
                  <c:v>0.23492864173228348</c:v>
                </c:pt>
                <c:pt idx="1582">
                  <c:v>0.23492864173228348</c:v>
                </c:pt>
                <c:pt idx="1583">
                  <c:v>0.2352054625984252</c:v>
                </c:pt>
                <c:pt idx="1584">
                  <c:v>0.2352054625984252</c:v>
                </c:pt>
                <c:pt idx="1585">
                  <c:v>0.23551304133858267</c:v>
                </c:pt>
                <c:pt idx="1586">
                  <c:v>0.23551304133858267</c:v>
                </c:pt>
                <c:pt idx="1587">
                  <c:v>0.23582062007874016</c:v>
                </c:pt>
                <c:pt idx="1588">
                  <c:v>0.23582062007874016</c:v>
                </c:pt>
                <c:pt idx="1589">
                  <c:v>0.23609744094488189</c:v>
                </c:pt>
                <c:pt idx="1590">
                  <c:v>0.23609744094488189</c:v>
                </c:pt>
                <c:pt idx="1591">
                  <c:v>0.23640501968503935</c:v>
                </c:pt>
                <c:pt idx="1592">
                  <c:v>0.23640501968503935</c:v>
                </c:pt>
                <c:pt idx="1593">
                  <c:v>0.23671259842519685</c:v>
                </c:pt>
                <c:pt idx="1594">
                  <c:v>0.23671259842519685</c:v>
                </c:pt>
                <c:pt idx="1595">
                  <c:v>0.23698941929133857</c:v>
                </c:pt>
                <c:pt idx="1596">
                  <c:v>0.23698941929133857</c:v>
                </c:pt>
                <c:pt idx="1597">
                  <c:v>0.23729699803149609</c:v>
                </c:pt>
                <c:pt idx="1598">
                  <c:v>0.23729699803149609</c:v>
                </c:pt>
                <c:pt idx="1599">
                  <c:v>0.23760457677165353</c:v>
                </c:pt>
                <c:pt idx="1600">
                  <c:v>0.23760457677165353</c:v>
                </c:pt>
                <c:pt idx="1601">
                  <c:v>0.23788139763779528</c:v>
                </c:pt>
                <c:pt idx="1602">
                  <c:v>0.23788139763779528</c:v>
                </c:pt>
                <c:pt idx="1603">
                  <c:v>0.23818897637795275</c:v>
                </c:pt>
                <c:pt idx="1604">
                  <c:v>0.23818897637795275</c:v>
                </c:pt>
                <c:pt idx="1605">
                  <c:v>0.23849655511811024</c:v>
                </c:pt>
                <c:pt idx="1606">
                  <c:v>0.23849655511811024</c:v>
                </c:pt>
                <c:pt idx="1607">
                  <c:v>0.23877337598425197</c:v>
                </c:pt>
                <c:pt idx="1608">
                  <c:v>0.23877337598425197</c:v>
                </c:pt>
                <c:pt idx="1609">
                  <c:v>0.23908095472440943</c:v>
                </c:pt>
                <c:pt idx="1610">
                  <c:v>0.23908095472440943</c:v>
                </c:pt>
                <c:pt idx="1611">
                  <c:v>0.23938853346456693</c:v>
                </c:pt>
                <c:pt idx="1612">
                  <c:v>0.23938853346456693</c:v>
                </c:pt>
                <c:pt idx="1613">
                  <c:v>0.23966535433070865</c:v>
                </c:pt>
                <c:pt idx="1614">
                  <c:v>0.23966535433070865</c:v>
                </c:pt>
                <c:pt idx="1615">
                  <c:v>0.23997293307086617</c:v>
                </c:pt>
                <c:pt idx="1616">
                  <c:v>0.23997293307086617</c:v>
                </c:pt>
                <c:pt idx="1617">
                  <c:v>0.24028051181102361</c:v>
                </c:pt>
                <c:pt idx="1618">
                  <c:v>0.24028051181102361</c:v>
                </c:pt>
                <c:pt idx="1619">
                  <c:v>0.24055733267716536</c:v>
                </c:pt>
                <c:pt idx="1620">
                  <c:v>0.24055733267716536</c:v>
                </c:pt>
                <c:pt idx="1621">
                  <c:v>0.24086491141732283</c:v>
                </c:pt>
                <c:pt idx="1622">
                  <c:v>0.24086491141732283</c:v>
                </c:pt>
                <c:pt idx="1623">
                  <c:v>0.24117249015748032</c:v>
                </c:pt>
                <c:pt idx="1624">
                  <c:v>0.24117249015748032</c:v>
                </c:pt>
                <c:pt idx="1625">
                  <c:v>0.24144931102362205</c:v>
                </c:pt>
                <c:pt idx="1626">
                  <c:v>0.24144931102362205</c:v>
                </c:pt>
                <c:pt idx="1627">
                  <c:v>0.24175688976377951</c:v>
                </c:pt>
                <c:pt idx="1628">
                  <c:v>0.24175688976377951</c:v>
                </c:pt>
                <c:pt idx="1629">
                  <c:v>0.24206446850393701</c:v>
                </c:pt>
                <c:pt idx="1630">
                  <c:v>0.24206446850393701</c:v>
                </c:pt>
                <c:pt idx="1631">
                  <c:v>0.24234128937007873</c:v>
                </c:pt>
                <c:pt idx="1632">
                  <c:v>0.24234128937007873</c:v>
                </c:pt>
                <c:pt idx="1633">
                  <c:v>0.24264886811023623</c:v>
                </c:pt>
                <c:pt idx="1634">
                  <c:v>0.24264886811023623</c:v>
                </c:pt>
                <c:pt idx="1635">
                  <c:v>0.24295644685039369</c:v>
                </c:pt>
                <c:pt idx="1636">
                  <c:v>0.24295644685039369</c:v>
                </c:pt>
                <c:pt idx="1637">
                  <c:v>0.24323326771653545</c:v>
                </c:pt>
                <c:pt idx="1638">
                  <c:v>0.24323326771653545</c:v>
                </c:pt>
                <c:pt idx="1639">
                  <c:v>0.24354084645669291</c:v>
                </c:pt>
                <c:pt idx="1640">
                  <c:v>0.24354084645669291</c:v>
                </c:pt>
                <c:pt idx="1641">
                  <c:v>0.24381766732283464</c:v>
                </c:pt>
                <c:pt idx="1642">
                  <c:v>0.24381766732283464</c:v>
                </c:pt>
                <c:pt idx="1643">
                  <c:v>0.24412524606299213</c:v>
                </c:pt>
                <c:pt idx="1644">
                  <c:v>0.24412524606299213</c:v>
                </c:pt>
                <c:pt idx="1645">
                  <c:v>0.2444328248031496</c:v>
                </c:pt>
                <c:pt idx="1646">
                  <c:v>0.2444328248031496</c:v>
                </c:pt>
                <c:pt idx="1647">
                  <c:v>0.24470964566929135</c:v>
                </c:pt>
                <c:pt idx="1648">
                  <c:v>0.24470964566929135</c:v>
                </c:pt>
                <c:pt idx="1649">
                  <c:v>0.24501722440944881</c:v>
                </c:pt>
                <c:pt idx="1650">
                  <c:v>0.24501722440944881</c:v>
                </c:pt>
                <c:pt idx="1651">
                  <c:v>0.24532480314960631</c:v>
                </c:pt>
                <c:pt idx="1652">
                  <c:v>0.24532480314960631</c:v>
                </c:pt>
                <c:pt idx="1653">
                  <c:v>0.24560162401574803</c:v>
                </c:pt>
                <c:pt idx="1654">
                  <c:v>0.24560162401574803</c:v>
                </c:pt>
                <c:pt idx="1655">
                  <c:v>0.2459092027559055</c:v>
                </c:pt>
                <c:pt idx="1656">
                  <c:v>0.2459092027559055</c:v>
                </c:pt>
                <c:pt idx="1657">
                  <c:v>0.24621678149606299</c:v>
                </c:pt>
                <c:pt idx="1658">
                  <c:v>0.24621678149606299</c:v>
                </c:pt>
                <c:pt idx="1659">
                  <c:v>0.24649360236220472</c:v>
                </c:pt>
                <c:pt idx="1660">
                  <c:v>0.24649360236220472</c:v>
                </c:pt>
                <c:pt idx="1661">
                  <c:v>0.24680118110236221</c:v>
                </c:pt>
                <c:pt idx="1662">
                  <c:v>0.24680118110236221</c:v>
                </c:pt>
                <c:pt idx="1663">
                  <c:v>0.24710875984251968</c:v>
                </c:pt>
                <c:pt idx="1664">
                  <c:v>0.24710875984251968</c:v>
                </c:pt>
                <c:pt idx="1665">
                  <c:v>0.24738558070866143</c:v>
                </c:pt>
                <c:pt idx="1666">
                  <c:v>0.24738558070866143</c:v>
                </c:pt>
                <c:pt idx="1667">
                  <c:v>0.24769315944881889</c:v>
                </c:pt>
                <c:pt idx="1668">
                  <c:v>0.24769315944881889</c:v>
                </c:pt>
                <c:pt idx="1669">
                  <c:v>0.24800073818897639</c:v>
                </c:pt>
                <c:pt idx="1670">
                  <c:v>0.24800073818897639</c:v>
                </c:pt>
                <c:pt idx="1671">
                  <c:v>0.24827755905511811</c:v>
                </c:pt>
                <c:pt idx="1672">
                  <c:v>0.24827755905511811</c:v>
                </c:pt>
                <c:pt idx="1673">
                  <c:v>0.24858513779527561</c:v>
                </c:pt>
                <c:pt idx="1674">
                  <c:v>0.24858513779527561</c:v>
                </c:pt>
                <c:pt idx="1675">
                  <c:v>0.24889271653543307</c:v>
                </c:pt>
                <c:pt idx="1676">
                  <c:v>0.24889271653543307</c:v>
                </c:pt>
                <c:pt idx="1677">
                  <c:v>0.2491695374015748</c:v>
                </c:pt>
                <c:pt idx="1678">
                  <c:v>0.2491695374015748</c:v>
                </c:pt>
                <c:pt idx="1679">
                  <c:v>0.24947711614173229</c:v>
                </c:pt>
                <c:pt idx="1680">
                  <c:v>0.24947711614173229</c:v>
                </c:pt>
                <c:pt idx="1681">
                  <c:v>0.24978469488188976</c:v>
                </c:pt>
                <c:pt idx="1682">
                  <c:v>0.24978469488188976</c:v>
                </c:pt>
                <c:pt idx="1683">
                  <c:v>0.25006151574803148</c:v>
                </c:pt>
                <c:pt idx="1684">
                  <c:v>0.25006151574803148</c:v>
                </c:pt>
                <c:pt idx="1685">
                  <c:v>0.250369094488189</c:v>
                </c:pt>
                <c:pt idx="1686">
                  <c:v>0.250369094488189</c:v>
                </c:pt>
                <c:pt idx="1687">
                  <c:v>0.25067667322834647</c:v>
                </c:pt>
                <c:pt idx="1688">
                  <c:v>0.25067667322834647</c:v>
                </c:pt>
                <c:pt idx="1689">
                  <c:v>0.25095349409448819</c:v>
                </c:pt>
                <c:pt idx="1690">
                  <c:v>0.25095349409448819</c:v>
                </c:pt>
                <c:pt idx="1691">
                  <c:v>0.25126107283464566</c:v>
                </c:pt>
                <c:pt idx="1692">
                  <c:v>0.25126107283464566</c:v>
                </c:pt>
                <c:pt idx="1693">
                  <c:v>0.25156865157480313</c:v>
                </c:pt>
                <c:pt idx="1694">
                  <c:v>0.25156865157480313</c:v>
                </c:pt>
                <c:pt idx="1695">
                  <c:v>0.25184547244094491</c:v>
                </c:pt>
                <c:pt idx="1696">
                  <c:v>0.25184547244094491</c:v>
                </c:pt>
                <c:pt idx="1697">
                  <c:v>0.25215305118110237</c:v>
                </c:pt>
                <c:pt idx="1698">
                  <c:v>0.25215305118110237</c:v>
                </c:pt>
                <c:pt idx="1699">
                  <c:v>0.25246062992125984</c:v>
                </c:pt>
                <c:pt idx="1700">
                  <c:v>0.25246062992125984</c:v>
                </c:pt>
                <c:pt idx="1701">
                  <c:v>0.25273745078740156</c:v>
                </c:pt>
                <c:pt idx="1702">
                  <c:v>0.25273745078740156</c:v>
                </c:pt>
                <c:pt idx="1703">
                  <c:v>0.25304502952755903</c:v>
                </c:pt>
                <c:pt idx="1704">
                  <c:v>0.25304502952755903</c:v>
                </c:pt>
                <c:pt idx="1705">
                  <c:v>0.25332185039370081</c:v>
                </c:pt>
                <c:pt idx="1706">
                  <c:v>0.25332185039370081</c:v>
                </c:pt>
                <c:pt idx="1707">
                  <c:v>0.25362942913385828</c:v>
                </c:pt>
                <c:pt idx="1708">
                  <c:v>0.25362942913385828</c:v>
                </c:pt>
                <c:pt idx="1709">
                  <c:v>0.25393700787401574</c:v>
                </c:pt>
                <c:pt idx="1710">
                  <c:v>0.25393700787401574</c:v>
                </c:pt>
                <c:pt idx="1711">
                  <c:v>0.25421382874015747</c:v>
                </c:pt>
                <c:pt idx="1712">
                  <c:v>0.25421382874015747</c:v>
                </c:pt>
                <c:pt idx="1713">
                  <c:v>0.25452140748031499</c:v>
                </c:pt>
                <c:pt idx="1714">
                  <c:v>0.25452140748031499</c:v>
                </c:pt>
                <c:pt idx="1715">
                  <c:v>0.25482898622047245</c:v>
                </c:pt>
                <c:pt idx="1716">
                  <c:v>0.25482898622047245</c:v>
                </c:pt>
                <c:pt idx="1717">
                  <c:v>0.25510580708661418</c:v>
                </c:pt>
                <c:pt idx="1718">
                  <c:v>0.25510580708661418</c:v>
                </c:pt>
                <c:pt idx="1719">
                  <c:v>0.25541338582677164</c:v>
                </c:pt>
                <c:pt idx="1720">
                  <c:v>0.25541338582677164</c:v>
                </c:pt>
                <c:pt idx="1721">
                  <c:v>0.25572096456692911</c:v>
                </c:pt>
                <c:pt idx="1722">
                  <c:v>0.25572096456692911</c:v>
                </c:pt>
                <c:pt idx="1723">
                  <c:v>0.25599778543307089</c:v>
                </c:pt>
                <c:pt idx="1724">
                  <c:v>0.25599778543307089</c:v>
                </c:pt>
                <c:pt idx="1725">
                  <c:v>0.25630536417322836</c:v>
                </c:pt>
                <c:pt idx="1726">
                  <c:v>0.25630536417322836</c:v>
                </c:pt>
                <c:pt idx="1727">
                  <c:v>0.25661294291338582</c:v>
                </c:pt>
                <c:pt idx="1728">
                  <c:v>0.25661294291338582</c:v>
                </c:pt>
                <c:pt idx="1729">
                  <c:v>0.25688976377952755</c:v>
                </c:pt>
                <c:pt idx="1730">
                  <c:v>0.25688976377952755</c:v>
                </c:pt>
                <c:pt idx="1731">
                  <c:v>0.25719734251968501</c:v>
                </c:pt>
                <c:pt idx="1732">
                  <c:v>0.25719734251968501</c:v>
                </c:pt>
                <c:pt idx="1733">
                  <c:v>0.25750492125984253</c:v>
                </c:pt>
                <c:pt idx="1734">
                  <c:v>0.25750492125984253</c:v>
                </c:pt>
                <c:pt idx="1735">
                  <c:v>0.25778174212598426</c:v>
                </c:pt>
                <c:pt idx="1736">
                  <c:v>0.25778174212598426</c:v>
                </c:pt>
                <c:pt idx="1737">
                  <c:v>0.25808932086614172</c:v>
                </c:pt>
                <c:pt idx="1738">
                  <c:v>0.25808932086614172</c:v>
                </c:pt>
                <c:pt idx="1739">
                  <c:v>0.25839689960629919</c:v>
                </c:pt>
                <c:pt idx="1740">
                  <c:v>0.25839689960629919</c:v>
                </c:pt>
                <c:pt idx="1741">
                  <c:v>0.25867372047244097</c:v>
                </c:pt>
                <c:pt idx="1742">
                  <c:v>0.25867372047244097</c:v>
                </c:pt>
                <c:pt idx="1743">
                  <c:v>0.25898129921259844</c:v>
                </c:pt>
                <c:pt idx="1744">
                  <c:v>0.25898129921259844</c:v>
                </c:pt>
                <c:pt idx="1745">
                  <c:v>0.2592888779527559</c:v>
                </c:pt>
                <c:pt idx="1746">
                  <c:v>0.2592888779527559</c:v>
                </c:pt>
                <c:pt idx="1747">
                  <c:v>0.25956569881889763</c:v>
                </c:pt>
                <c:pt idx="1748">
                  <c:v>0.25956569881889763</c:v>
                </c:pt>
                <c:pt idx="1749">
                  <c:v>0.25987327755905509</c:v>
                </c:pt>
                <c:pt idx="1750">
                  <c:v>0.25987327755905509</c:v>
                </c:pt>
                <c:pt idx="1751">
                  <c:v>0.26018085629921262</c:v>
                </c:pt>
                <c:pt idx="1752">
                  <c:v>0.26018085629921262</c:v>
                </c:pt>
                <c:pt idx="1753">
                  <c:v>0.26045767716535434</c:v>
                </c:pt>
                <c:pt idx="1754">
                  <c:v>0.26045767716535434</c:v>
                </c:pt>
                <c:pt idx="1755">
                  <c:v>0.26076525590551181</c:v>
                </c:pt>
                <c:pt idx="1756">
                  <c:v>0.26076525590551181</c:v>
                </c:pt>
                <c:pt idx="1757">
                  <c:v>0.26107283464566927</c:v>
                </c:pt>
                <c:pt idx="1758">
                  <c:v>0.26107283464566927</c:v>
                </c:pt>
                <c:pt idx="1759">
                  <c:v>0.261349655511811</c:v>
                </c:pt>
                <c:pt idx="1760">
                  <c:v>0.261349655511811</c:v>
                </c:pt>
                <c:pt idx="1761">
                  <c:v>0.26165723425196852</c:v>
                </c:pt>
                <c:pt idx="1762">
                  <c:v>0.26165723425196852</c:v>
                </c:pt>
                <c:pt idx="1763">
                  <c:v>0.26196481299212598</c:v>
                </c:pt>
                <c:pt idx="1764">
                  <c:v>0.26196481299212598</c:v>
                </c:pt>
                <c:pt idx="1765">
                  <c:v>0.26224163385826771</c:v>
                </c:pt>
                <c:pt idx="1766">
                  <c:v>0.26224163385826771</c:v>
                </c:pt>
                <c:pt idx="1767">
                  <c:v>0.26254921259842517</c:v>
                </c:pt>
                <c:pt idx="1768">
                  <c:v>0.26254921259842517</c:v>
                </c:pt>
                <c:pt idx="1769">
                  <c:v>0.26282603346456695</c:v>
                </c:pt>
                <c:pt idx="1770">
                  <c:v>0.26282603346456695</c:v>
                </c:pt>
                <c:pt idx="1771">
                  <c:v>0.26313361220472442</c:v>
                </c:pt>
                <c:pt idx="1772">
                  <c:v>0.26313361220472442</c:v>
                </c:pt>
                <c:pt idx="1773">
                  <c:v>0.26344119094488189</c:v>
                </c:pt>
                <c:pt idx="1774">
                  <c:v>0.26344119094488189</c:v>
                </c:pt>
                <c:pt idx="1775">
                  <c:v>0.26371801181102361</c:v>
                </c:pt>
                <c:pt idx="1776">
                  <c:v>0.26371801181102361</c:v>
                </c:pt>
                <c:pt idx="1777">
                  <c:v>0.26402559055118108</c:v>
                </c:pt>
                <c:pt idx="1778">
                  <c:v>0.26402559055118108</c:v>
                </c:pt>
                <c:pt idx="1779">
                  <c:v>0.2643331692913386</c:v>
                </c:pt>
                <c:pt idx="1780">
                  <c:v>0.2643331692913386</c:v>
                </c:pt>
                <c:pt idx="1781">
                  <c:v>0.26460999015748032</c:v>
                </c:pt>
                <c:pt idx="1782">
                  <c:v>0.26460999015748032</c:v>
                </c:pt>
                <c:pt idx="1783">
                  <c:v>0.26491756889763779</c:v>
                </c:pt>
                <c:pt idx="1784">
                  <c:v>0.26491756889763779</c:v>
                </c:pt>
                <c:pt idx="1785">
                  <c:v>0.26522514763779526</c:v>
                </c:pt>
                <c:pt idx="1786">
                  <c:v>0.26522514763779526</c:v>
                </c:pt>
                <c:pt idx="1787">
                  <c:v>0.26550196850393698</c:v>
                </c:pt>
                <c:pt idx="1788">
                  <c:v>0.26550196850393698</c:v>
                </c:pt>
                <c:pt idx="1789">
                  <c:v>0.2658095472440945</c:v>
                </c:pt>
                <c:pt idx="1790">
                  <c:v>0.2658095472440945</c:v>
                </c:pt>
                <c:pt idx="1791">
                  <c:v>0.26611712598425197</c:v>
                </c:pt>
                <c:pt idx="1792">
                  <c:v>0.26611712598425197</c:v>
                </c:pt>
                <c:pt idx="1793">
                  <c:v>0.26639394685039369</c:v>
                </c:pt>
                <c:pt idx="1794">
                  <c:v>0.26639394685039369</c:v>
                </c:pt>
                <c:pt idx="1795">
                  <c:v>0.26670152559055116</c:v>
                </c:pt>
                <c:pt idx="1796">
                  <c:v>0.26670152559055116</c:v>
                </c:pt>
                <c:pt idx="1797">
                  <c:v>0.26700910433070868</c:v>
                </c:pt>
                <c:pt idx="1798">
                  <c:v>0.26700910433070868</c:v>
                </c:pt>
                <c:pt idx="1799">
                  <c:v>0.2672859251968504</c:v>
                </c:pt>
                <c:pt idx="1800">
                  <c:v>0.2672859251968504</c:v>
                </c:pt>
                <c:pt idx="1801">
                  <c:v>0.26759350393700787</c:v>
                </c:pt>
                <c:pt idx="1802">
                  <c:v>0.26759350393700787</c:v>
                </c:pt>
                <c:pt idx="1803">
                  <c:v>0.26790108267716534</c:v>
                </c:pt>
                <c:pt idx="1804">
                  <c:v>0.26790108267716534</c:v>
                </c:pt>
                <c:pt idx="1805">
                  <c:v>0.26817790354330706</c:v>
                </c:pt>
                <c:pt idx="1806">
                  <c:v>0.26817790354330706</c:v>
                </c:pt>
                <c:pt idx="1807">
                  <c:v>0.26848548228346458</c:v>
                </c:pt>
                <c:pt idx="1808">
                  <c:v>0.26848548228346458</c:v>
                </c:pt>
                <c:pt idx="1809">
                  <c:v>0.26879306102362205</c:v>
                </c:pt>
                <c:pt idx="1810">
                  <c:v>0.26879306102362205</c:v>
                </c:pt>
                <c:pt idx="1811">
                  <c:v>0.26906988188976377</c:v>
                </c:pt>
                <c:pt idx="1812">
                  <c:v>0.26906988188976377</c:v>
                </c:pt>
                <c:pt idx="1813">
                  <c:v>0.26937746062992124</c:v>
                </c:pt>
                <c:pt idx="1814">
                  <c:v>0.26937746062992124</c:v>
                </c:pt>
                <c:pt idx="1815">
                  <c:v>0.26968503937007876</c:v>
                </c:pt>
                <c:pt idx="1816">
                  <c:v>0.26968503937007876</c:v>
                </c:pt>
                <c:pt idx="1817">
                  <c:v>0.26996186023622049</c:v>
                </c:pt>
                <c:pt idx="1818">
                  <c:v>0.26996186023622049</c:v>
                </c:pt>
                <c:pt idx="1819">
                  <c:v>0.27026943897637795</c:v>
                </c:pt>
                <c:pt idx="1820">
                  <c:v>0.27026943897637795</c:v>
                </c:pt>
                <c:pt idx="1821">
                  <c:v>0.27057701771653542</c:v>
                </c:pt>
                <c:pt idx="1822">
                  <c:v>0.27057701771653542</c:v>
                </c:pt>
                <c:pt idx="1823">
                  <c:v>0.27085383858267714</c:v>
                </c:pt>
                <c:pt idx="1824">
                  <c:v>0.27085383858267714</c:v>
                </c:pt>
                <c:pt idx="1825">
                  <c:v>0.27116141732283466</c:v>
                </c:pt>
                <c:pt idx="1826">
                  <c:v>0.27116141732283466</c:v>
                </c:pt>
                <c:pt idx="1827">
                  <c:v>0.27146899606299213</c:v>
                </c:pt>
                <c:pt idx="1828">
                  <c:v>0.27146899606299213</c:v>
                </c:pt>
                <c:pt idx="1829">
                  <c:v>0.27174581692913385</c:v>
                </c:pt>
                <c:pt idx="1830">
                  <c:v>0.27174581692913385</c:v>
                </c:pt>
                <c:pt idx="1831">
                  <c:v>0.27205339566929132</c:v>
                </c:pt>
                <c:pt idx="1832">
                  <c:v>0.27205339566929132</c:v>
                </c:pt>
                <c:pt idx="1833">
                  <c:v>0.27233021653543305</c:v>
                </c:pt>
                <c:pt idx="1834">
                  <c:v>0.27233021653543305</c:v>
                </c:pt>
                <c:pt idx="1835">
                  <c:v>0.27263779527559057</c:v>
                </c:pt>
                <c:pt idx="1836">
                  <c:v>0.27263779527559057</c:v>
                </c:pt>
                <c:pt idx="1837">
                  <c:v>0.27294537401574803</c:v>
                </c:pt>
                <c:pt idx="1838">
                  <c:v>0.27294537401574803</c:v>
                </c:pt>
                <c:pt idx="1839">
                  <c:v>0.27322219488188976</c:v>
                </c:pt>
                <c:pt idx="1840">
                  <c:v>0.27322219488188976</c:v>
                </c:pt>
                <c:pt idx="1841">
                  <c:v>0.27352977362204722</c:v>
                </c:pt>
                <c:pt idx="1842">
                  <c:v>0.27352977362204722</c:v>
                </c:pt>
                <c:pt idx="1843">
                  <c:v>0.27383735236220474</c:v>
                </c:pt>
                <c:pt idx="1844">
                  <c:v>0.27383735236220474</c:v>
                </c:pt>
                <c:pt idx="1845">
                  <c:v>0.27411417322834647</c:v>
                </c:pt>
                <c:pt idx="1846">
                  <c:v>0.27411417322834647</c:v>
                </c:pt>
                <c:pt idx="1847">
                  <c:v>0.27442175196850394</c:v>
                </c:pt>
                <c:pt idx="1848">
                  <c:v>0.27442175196850394</c:v>
                </c:pt>
                <c:pt idx="1849">
                  <c:v>0.2747293307086614</c:v>
                </c:pt>
                <c:pt idx="1850">
                  <c:v>0.2747293307086614</c:v>
                </c:pt>
                <c:pt idx="1851">
                  <c:v>0.27500615157480313</c:v>
                </c:pt>
                <c:pt idx="1852">
                  <c:v>0.27500615157480313</c:v>
                </c:pt>
                <c:pt idx="1853">
                  <c:v>0.27531373031496065</c:v>
                </c:pt>
                <c:pt idx="1854">
                  <c:v>0.27531373031496065</c:v>
                </c:pt>
                <c:pt idx="1855">
                  <c:v>0.27562130905511811</c:v>
                </c:pt>
                <c:pt idx="1856">
                  <c:v>0.27562130905511811</c:v>
                </c:pt>
                <c:pt idx="1857">
                  <c:v>0.27589812992125984</c:v>
                </c:pt>
                <c:pt idx="1858">
                  <c:v>0.27589812992125984</c:v>
                </c:pt>
                <c:pt idx="1859">
                  <c:v>0.2762057086614173</c:v>
                </c:pt>
                <c:pt idx="1860">
                  <c:v>0.2762057086614173</c:v>
                </c:pt>
                <c:pt idx="1861">
                  <c:v>0.27651328740157483</c:v>
                </c:pt>
                <c:pt idx="1862">
                  <c:v>0.27651328740157483</c:v>
                </c:pt>
                <c:pt idx="1863">
                  <c:v>0.27679010826771655</c:v>
                </c:pt>
                <c:pt idx="1864">
                  <c:v>0.27679010826771655</c:v>
                </c:pt>
                <c:pt idx="1865">
                  <c:v>0.27709768700787402</c:v>
                </c:pt>
                <c:pt idx="1866">
                  <c:v>0.27709768700787402</c:v>
                </c:pt>
                <c:pt idx="1867">
                  <c:v>0.27740526574803148</c:v>
                </c:pt>
                <c:pt idx="1868">
                  <c:v>0.27740526574803148</c:v>
                </c:pt>
                <c:pt idx="1869">
                  <c:v>0.27768208661417321</c:v>
                </c:pt>
                <c:pt idx="1870">
                  <c:v>0.27768208661417321</c:v>
                </c:pt>
                <c:pt idx="1871">
                  <c:v>0.27798966535433073</c:v>
                </c:pt>
                <c:pt idx="1872">
                  <c:v>0.27798966535433073</c:v>
                </c:pt>
                <c:pt idx="1873">
                  <c:v>0.27829724409448819</c:v>
                </c:pt>
                <c:pt idx="1874">
                  <c:v>0.27829724409448819</c:v>
                </c:pt>
                <c:pt idx="1875">
                  <c:v>0.27857406496062992</c:v>
                </c:pt>
                <c:pt idx="1876">
                  <c:v>0.27857406496062992</c:v>
                </c:pt>
                <c:pt idx="1877">
                  <c:v>0.27888164370078738</c:v>
                </c:pt>
                <c:pt idx="1878">
                  <c:v>0.27888164370078738</c:v>
                </c:pt>
                <c:pt idx="1879">
                  <c:v>0.27918922244094491</c:v>
                </c:pt>
                <c:pt idx="1880">
                  <c:v>0.27918922244094491</c:v>
                </c:pt>
                <c:pt idx="1881">
                  <c:v>0.27946604330708663</c:v>
                </c:pt>
                <c:pt idx="1882">
                  <c:v>0.27946604330708663</c:v>
                </c:pt>
                <c:pt idx="1883">
                  <c:v>0.2797736220472441</c:v>
                </c:pt>
                <c:pt idx="1884">
                  <c:v>0.2797736220472441</c:v>
                </c:pt>
                <c:pt idx="1885">
                  <c:v>0.28008120078740156</c:v>
                </c:pt>
                <c:pt idx="1886">
                  <c:v>0.28008120078740156</c:v>
                </c:pt>
                <c:pt idx="1887">
                  <c:v>0.28035802165354329</c:v>
                </c:pt>
                <c:pt idx="1888">
                  <c:v>0.28035802165354329</c:v>
                </c:pt>
                <c:pt idx="1889">
                  <c:v>0.28066560039370081</c:v>
                </c:pt>
                <c:pt idx="1890">
                  <c:v>0.28066560039370081</c:v>
                </c:pt>
                <c:pt idx="1891">
                  <c:v>0.28097317913385828</c:v>
                </c:pt>
                <c:pt idx="1892">
                  <c:v>0.28097317913385828</c:v>
                </c:pt>
                <c:pt idx="1893">
                  <c:v>0.28125</c:v>
                </c:pt>
                <c:pt idx="1894">
                  <c:v>0.28125</c:v>
                </c:pt>
                <c:pt idx="1895">
                  <c:v>0.28155757874015747</c:v>
                </c:pt>
                <c:pt idx="1896">
                  <c:v>0.28155757874015747</c:v>
                </c:pt>
                <c:pt idx="1897">
                  <c:v>0.28186515748031499</c:v>
                </c:pt>
                <c:pt idx="1898">
                  <c:v>0.28186515748031499</c:v>
                </c:pt>
                <c:pt idx="1899">
                  <c:v>0.28214197834645671</c:v>
                </c:pt>
                <c:pt idx="1900">
                  <c:v>0.28214197834645671</c:v>
                </c:pt>
                <c:pt idx="1901">
                  <c:v>0.28244955708661418</c:v>
                </c:pt>
                <c:pt idx="1902">
                  <c:v>0.28244955708661418</c:v>
                </c:pt>
                <c:pt idx="1903">
                  <c:v>0.2827263779527559</c:v>
                </c:pt>
                <c:pt idx="1904">
                  <c:v>0.2827263779527559</c:v>
                </c:pt>
                <c:pt idx="1905">
                  <c:v>0.28303395669291337</c:v>
                </c:pt>
                <c:pt idx="1906">
                  <c:v>0.28303395669291337</c:v>
                </c:pt>
                <c:pt idx="1907">
                  <c:v>0.28334153543307089</c:v>
                </c:pt>
                <c:pt idx="1908">
                  <c:v>0.28334153543307089</c:v>
                </c:pt>
                <c:pt idx="1909">
                  <c:v>0.28361835629921262</c:v>
                </c:pt>
                <c:pt idx="1910">
                  <c:v>0.28361835629921262</c:v>
                </c:pt>
                <c:pt idx="1911">
                  <c:v>0.28392593503937008</c:v>
                </c:pt>
                <c:pt idx="1912">
                  <c:v>0.28392593503937008</c:v>
                </c:pt>
                <c:pt idx="1913">
                  <c:v>0.28423351377952755</c:v>
                </c:pt>
                <c:pt idx="1914">
                  <c:v>0.28423351377952755</c:v>
                </c:pt>
                <c:pt idx="1915">
                  <c:v>0.28451033464566927</c:v>
                </c:pt>
                <c:pt idx="1916">
                  <c:v>0.28451033464566927</c:v>
                </c:pt>
                <c:pt idx="1917">
                  <c:v>0.28481791338582679</c:v>
                </c:pt>
                <c:pt idx="1918">
                  <c:v>0.28481791338582679</c:v>
                </c:pt>
                <c:pt idx="1919">
                  <c:v>0.28512549212598426</c:v>
                </c:pt>
                <c:pt idx="1920">
                  <c:v>0.28512549212598426</c:v>
                </c:pt>
                <c:pt idx="1921">
                  <c:v>0.28540231299212598</c:v>
                </c:pt>
                <c:pt idx="1922">
                  <c:v>0.28540231299212598</c:v>
                </c:pt>
                <c:pt idx="1923">
                  <c:v>0.28570989173228345</c:v>
                </c:pt>
                <c:pt idx="1924">
                  <c:v>0.28570989173228345</c:v>
                </c:pt>
                <c:pt idx="1925">
                  <c:v>0.28601747047244097</c:v>
                </c:pt>
                <c:pt idx="1926">
                  <c:v>0.28601747047244097</c:v>
                </c:pt>
                <c:pt idx="1927">
                  <c:v>0.2862942913385827</c:v>
                </c:pt>
                <c:pt idx="1928">
                  <c:v>0.2862942913385827</c:v>
                </c:pt>
                <c:pt idx="1929">
                  <c:v>0.28660187007874016</c:v>
                </c:pt>
                <c:pt idx="1930">
                  <c:v>0.28660187007874016</c:v>
                </c:pt>
                <c:pt idx="1931">
                  <c:v>0.28690944881889763</c:v>
                </c:pt>
                <c:pt idx="1932">
                  <c:v>0.28690944881889763</c:v>
                </c:pt>
                <c:pt idx="1933">
                  <c:v>0.28718626968503935</c:v>
                </c:pt>
                <c:pt idx="1934">
                  <c:v>0.28718626968503935</c:v>
                </c:pt>
                <c:pt idx="1935">
                  <c:v>0.28749384842519687</c:v>
                </c:pt>
                <c:pt idx="1936">
                  <c:v>0.28749384842519687</c:v>
                </c:pt>
                <c:pt idx="1937">
                  <c:v>0.28780142716535434</c:v>
                </c:pt>
                <c:pt idx="1938">
                  <c:v>0.28780142716535434</c:v>
                </c:pt>
                <c:pt idx="1939">
                  <c:v>0.28807824803149606</c:v>
                </c:pt>
                <c:pt idx="1940">
                  <c:v>0.28807824803149606</c:v>
                </c:pt>
                <c:pt idx="1941">
                  <c:v>0.28838582677165353</c:v>
                </c:pt>
                <c:pt idx="1942">
                  <c:v>0.28838582677165353</c:v>
                </c:pt>
                <c:pt idx="1943">
                  <c:v>0.288693405511811</c:v>
                </c:pt>
                <c:pt idx="1944">
                  <c:v>0.288693405511811</c:v>
                </c:pt>
                <c:pt idx="1945">
                  <c:v>0.28897022637795278</c:v>
                </c:pt>
                <c:pt idx="1946">
                  <c:v>0.28897022637795278</c:v>
                </c:pt>
                <c:pt idx="1947">
                  <c:v>0.28927780511811024</c:v>
                </c:pt>
                <c:pt idx="1948">
                  <c:v>0.28927780511811024</c:v>
                </c:pt>
                <c:pt idx="1949">
                  <c:v>0.28958538385826771</c:v>
                </c:pt>
                <c:pt idx="1950">
                  <c:v>0.28958538385826771</c:v>
                </c:pt>
                <c:pt idx="1951">
                  <c:v>0.28986220472440943</c:v>
                </c:pt>
                <c:pt idx="1952">
                  <c:v>0.28986220472440943</c:v>
                </c:pt>
                <c:pt idx="1953">
                  <c:v>0.29016978346456695</c:v>
                </c:pt>
                <c:pt idx="1954">
                  <c:v>0.29016978346456695</c:v>
                </c:pt>
                <c:pt idx="1955">
                  <c:v>0.29047736220472442</c:v>
                </c:pt>
                <c:pt idx="1956">
                  <c:v>0.29047736220472442</c:v>
                </c:pt>
                <c:pt idx="1957">
                  <c:v>0.29075418307086615</c:v>
                </c:pt>
                <c:pt idx="1958">
                  <c:v>0.29075418307086615</c:v>
                </c:pt>
                <c:pt idx="1959">
                  <c:v>0.29106176181102361</c:v>
                </c:pt>
                <c:pt idx="1960">
                  <c:v>0.29106176181102361</c:v>
                </c:pt>
                <c:pt idx="1961">
                  <c:v>0.29136934055118108</c:v>
                </c:pt>
                <c:pt idx="1962">
                  <c:v>0.29136934055118108</c:v>
                </c:pt>
                <c:pt idx="1963">
                  <c:v>0.29164616141732286</c:v>
                </c:pt>
                <c:pt idx="1964">
                  <c:v>0.29164616141732286</c:v>
                </c:pt>
                <c:pt idx="1965">
                  <c:v>0.29195374015748032</c:v>
                </c:pt>
                <c:pt idx="1966">
                  <c:v>0.29195374015748032</c:v>
                </c:pt>
                <c:pt idx="1967">
                  <c:v>0.29223056102362205</c:v>
                </c:pt>
                <c:pt idx="1968">
                  <c:v>0.29223056102362205</c:v>
                </c:pt>
                <c:pt idx="1969">
                  <c:v>0.29253813976377951</c:v>
                </c:pt>
                <c:pt idx="1970">
                  <c:v>0.29253813976377951</c:v>
                </c:pt>
                <c:pt idx="1971">
                  <c:v>0.29284571850393698</c:v>
                </c:pt>
                <c:pt idx="1972">
                  <c:v>0.29284571850393698</c:v>
                </c:pt>
                <c:pt idx="1973">
                  <c:v>0.29312253937007876</c:v>
                </c:pt>
                <c:pt idx="1974">
                  <c:v>0.29312253937007876</c:v>
                </c:pt>
                <c:pt idx="1975">
                  <c:v>0.29343011811023623</c:v>
                </c:pt>
                <c:pt idx="1976">
                  <c:v>0.29343011811023623</c:v>
                </c:pt>
                <c:pt idx="1977">
                  <c:v>0.29373769685039369</c:v>
                </c:pt>
                <c:pt idx="1978">
                  <c:v>0.29373769685039369</c:v>
                </c:pt>
                <c:pt idx="1979">
                  <c:v>0.29401451771653542</c:v>
                </c:pt>
                <c:pt idx="1980">
                  <c:v>0.29401451771653542</c:v>
                </c:pt>
                <c:pt idx="1981">
                  <c:v>0.29432209645669294</c:v>
                </c:pt>
                <c:pt idx="1982">
                  <c:v>0.29432209645669294</c:v>
                </c:pt>
                <c:pt idx="1983">
                  <c:v>0.2946296751968504</c:v>
                </c:pt>
                <c:pt idx="1984">
                  <c:v>0.2946296751968504</c:v>
                </c:pt>
                <c:pt idx="1985">
                  <c:v>0.29490649606299213</c:v>
                </c:pt>
                <c:pt idx="1986">
                  <c:v>0.29490649606299213</c:v>
                </c:pt>
                <c:pt idx="1987">
                  <c:v>0.2952140748031496</c:v>
                </c:pt>
                <c:pt idx="1988">
                  <c:v>0.2952140748031496</c:v>
                </c:pt>
                <c:pt idx="1989">
                  <c:v>0.29552165354330706</c:v>
                </c:pt>
                <c:pt idx="1990">
                  <c:v>0.29552165354330706</c:v>
                </c:pt>
                <c:pt idx="1991">
                  <c:v>0.29579847440944884</c:v>
                </c:pt>
                <c:pt idx="1992">
                  <c:v>0.29579847440944884</c:v>
                </c:pt>
                <c:pt idx="1993">
                  <c:v>0.29610605314960631</c:v>
                </c:pt>
                <c:pt idx="1994">
                  <c:v>0.29610605314960631</c:v>
                </c:pt>
                <c:pt idx="1995">
                  <c:v>0.29641363188976377</c:v>
                </c:pt>
                <c:pt idx="1996">
                  <c:v>0.29641363188976377</c:v>
                </c:pt>
                <c:pt idx="1997">
                  <c:v>0.2966904527559055</c:v>
                </c:pt>
                <c:pt idx="1998">
                  <c:v>0.2966904527559055</c:v>
                </c:pt>
                <c:pt idx="1999">
                  <c:v>0.29699803149606302</c:v>
                </c:pt>
                <c:pt idx="2000">
                  <c:v>0.29699803149606302</c:v>
                </c:pt>
                <c:pt idx="2001">
                  <c:v>0.29730561023622049</c:v>
                </c:pt>
                <c:pt idx="2002">
                  <c:v>0.29730561023622049</c:v>
                </c:pt>
                <c:pt idx="2003">
                  <c:v>0.29758243110236221</c:v>
                </c:pt>
                <c:pt idx="2004">
                  <c:v>0.29758243110236221</c:v>
                </c:pt>
                <c:pt idx="2005">
                  <c:v>0.29789000984251968</c:v>
                </c:pt>
                <c:pt idx="2006">
                  <c:v>0.29789000984251968</c:v>
                </c:pt>
                <c:pt idx="2007">
                  <c:v>0.29819758858267714</c:v>
                </c:pt>
                <c:pt idx="2008">
                  <c:v>0.29819758858267714</c:v>
                </c:pt>
                <c:pt idx="2009">
                  <c:v>0.29847440944881892</c:v>
                </c:pt>
                <c:pt idx="2010">
                  <c:v>0.29847440944881892</c:v>
                </c:pt>
                <c:pt idx="2011">
                  <c:v>0.29878198818897639</c:v>
                </c:pt>
                <c:pt idx="2012">
                  <c:v>0.29878198818897639</c:v>
                </c:pt>
                <c:pt idx="2013">
                  <c:v>0.29908956692913385</c:v>
                </c:pt>
                <c:pt idx="2014">
                  <c:v>0.29908956692913385</c:v>
                </c:pt>
                <c:pt idx="2015">
                  <c:v>0.29936638779527558</c:v>
                </c:pt>
                <c:pt idx="2016">
                  <c:v>0.29936638779527558</c:v>
                </c:pt>
                <c:pt idx="2017">
                  <c:v>0.29967396653543305</c:v>
                </c:pt>
                <c:pt idx="2018">
                  <c:v>0.29967396653543305</c:v>
                </c:pt>
                <c:pt idx="2019">
                  <c:v>0.29998154527559057</c:v>
                </c:pt>
                <c:pt idx="2020">
                  <c:v>0.29998154527559057</c:v>
                </c:pt>
                <c:pt idx="2021">
                  <c:v>0.30025836614173229</c:v>
                </c:pt>
                <c:pt idx="2022">
                  <c:v>0.30025836614173229</c:v>
                </c:pt>
                <c:pt idx="2023">
                  <c:v>0.30056594488188976</c:v>
                </c:pt>
                <c:pt idx="2024">
                  <c:v>0.30056594488188976</c:v>
                </c:pt>
                <c:pt idx="2025">
                  <c:v>0.30087352362204722</c:v>
                </c:pt>
                <c:pt idx="2026">
                  <c:v>0.30087352362204722</c:v>
                </c:pt>
                <c:pt idx="2027">
                  <c:v>0.301150344488189</c:v>
                </c:pt>
                <c:pt idx="2028">
                  <c:v>0.301150344488189</c:v>
                </c:pt>
                <c:pt idx="2029">
                  <c:v>0.30145792322834647</c:v>
                </c:pt>
                <c:pt idx="2030">
                  <c:v>0.30145792322834647</c:v>
                </c:pt>
                <c:pt idx="2031">
                  <c:v>0.30173474409448819</c:v>
                </c:pt>
                <c:pt idx="2032">
                  <c:v>0.30173474409448819</c:v>
                </c:pt>
                <c:pt idx="2033">
                  <c:v>0.30204232283464566</c:v>
                </c:pt>
                <c:pt idx="2034">
                  <c:v>0.30204232283464566</c:v>
                </c:pt>
                <c:pt idx="2035">
                  <c:v>0.30234990157480313</c:v>
                </c:pt>
                <c:pt idx="2036">
                  <c:v>0.30234990157480313</c:v>
                </c:pt>
                <c:pt idx="2037">
                  <c:v>0.30262672244094491</c:v>
                </c:pt>
                <c:pt idx="2038">
                  <c:v>0.30262672244094491</c:v>
                </c:pt>
                <c:pt idx="2039">
                  <c:v>0.30293430118110237</c:v>
                </c:pt>
                <c:pt idx="2040">
                  <c:v>0.30293430118110237</c:v>
                </c:pt>
                <c:pt idx="2041">
                  <c:v>0.30324187992125984</c:v>
                </c:pt>
                <c:pt idx="2042">
                  <c:v>0.30324187992125984</c:v>
                </c:pt>
                <c:pt idx="2043">
                  <c:v>0.30351870078740156</c:v>
                </c:pt>
                <c:pt idx="2044">
                  <c:v>0.30351870078740156</c:v>
                </c:pt>
                <c:pt idx="2045">
                  <c:v>0.30382627952755903</c:v>
                </c:pt>
                <c:pt idx="2046">
                  <c:v>0.30382627952755903</c:v>
                </c:pt>
                <c:pt idx="2047">
                  <c:v>0.30413385826771655</c:v>
                </c:pt>
                <c:pt idx="2048">
                  <c:v>0.30413385826771655</c:v>
                </c:pt>
                <c:pt idx="2049">
                  <c:v>0.30441067913385828</c:v>
                </c:pt>
                <c:pt idx="2050">
                  <c:v>0.30441067913385828</c:v>
                </c:pt>
                <c:pt idx="2051">
                  <c:v>0.30471825787401574</c:v>
                </c:pt>
                <c:pt idx="2052">
                  <c:v>0.30471825787401574</c:v>
                </c:pt>
                <c:pt idx="2053">
                  <c:v>0.30502583661417321</c:v>
                </c:pt>
                <c:pt idx="2054">
                  <c:v>0.30502583661417321</c:v>
                </c:pt>
                <c:pt idx="2055">
                  <c:v>0.30530265748031499</c:v>
                </c:pt>
                <c:pt idx="2056">
                  <c:v>0.30530265748031499</c:v>
                </c:pt>
                <c:pt idx="2057">
                  <c:v>0.30561023622047245</c:v>
                </c:pt>
                <c:pt idx="2058">
                  <c:v>0.30561023622047245</c:v>
                </c:pt>
                <c:pt idx="2059">
                  <c:v>0.30591781496062992</c:v>
                </c:pt>
                <c:pt idx="2060">
                  <c:v>0.30591781496062992</c:v>
                </c:pt>
                <c:pt idx="2061">
                  <c:v>0.30619463582677164</c:v>
                </c:pt>
                <c:pt idx="2062">
                  <c:v>0.30619463582677164</c:v>
                </c:pt>
                <c:pt idx="2063">
                  <c:v>0.30650221456692911</c:v>
                </c:pt>
                <c:pt idx="2064">
                  <c:v>0.30650221456692911</c:v>
                </c:pt>
                <c:pt idx="2065">
                  <c:v>0.30680979330708663</c:v>
                </c:pt>
                <c:pt idx="2066">
                  <c:v>0.30680979330708663</c:v>
                </c:pt>
                <c:pt idx="2067">
                  <c:v>0.30708661417322836</c:v>
                </c:pt>
                <c:pt idx="2068">
                  <c:v>0.30708661417322836</c:v>
                </c:pt>
                <c:pt idx="2069">
                  <c:v>0.30739419291338582</c:v>
                </c:pt>
                <c:pt idx="2070">
                  <c:v>0.30739419291338582</c:v>
                </c:pt>
                <c:pt idx="2071">
                  <c:v>0.30770177165354329</c:v>
                </c:pt>
                <c:pt idx="2072">
                  <c:v>0.30770177165354329</c:v>
                </c:pt>
                <c:pt idx="2073">
                  <c:v>0.30797859251968501</c:v>
                </c:pt>
                <c:pt idx="2074">
                  <c:v>0.30797859251968501</c:v>
                </c:pt>
                <c:pt idx="2075">
                  <c:v>0.30828617125984253</c:v>
                </c:pt>
                <c:pt idx="2076">
                  <c:v>0.30828617125984253</c:v>
                </c:pt>
                <c:pt idx="2077">
                  <c:v>0.30859375</c:v>
                </c:pt>
                <c:pt idx="2078">
                  <c:v>0.30859375</c:v>
                </c:pt>
                <c:pt idx="2079">
                  <c:v>0.30887057086614172</c:v>
                </c:pt>
                <c:pt idx="2080">
                  <c:v>0.30887057086614172</c:v>
                </c:pt>
                <c:pt idx="2081">
                  <c:v>0.30917814960629919</c:v>
                </c:pt>
                <c:pt idx="2082">
                  <c:v>0.30917814960629919</c:v>
                </c:pt>
                <c:pt idx="2083">
                  <c:v>0.30948572834645671</c:v>
                </c:pt>
                <c:pt idx="2084">
                  <c:v>0.30948572834645671</c:v>
                </c:pt>
                <c:pt idx="2085">
                  <c:v>0.30976254921259844</c:v>
                </c:pt>
                <c:pt idx="2086">
                  <c:v>0.30976254921259844</c:v>
                </c:pt>
                <c:pt idx="2087">
                  <c:v>0.3100701279527559</c:v>
                </c:pt>
                <c:pt idx="2088">
                  <c:v>0.3100701279527559</c:v>
                </c:pt>
                <c:pt idx="2089">
                  <c:v>0.31037770669291337</c:v>
                </c:pt>
                <c:pt idx="2090">
                  <c:v>0.31037770669291337</c:v>
                </c:pt>
                <c:pt idx="2091">
                  <c:v>0.31065452755905509</c:v>
                </c:pt>
                <c:pt idx="2092">
                  <c:v>0.31065452755905509</c:v>
                </c:pt>
                <c:pt idx="2093">
                  <c:v>0.31096210629921262</c:v>
                </c:pt>
                <c:pt idx="2094">
                  <c:v>0.31096210629921262</c:v>
                </c:pt>
                <c:pt idx="2095">
                  <c:v>0.31123892716535434</c:v>
                </c:pt>
                <c:pt idx="2096">
                  <c:v>0.31123892716535434</c:v>
                </c:pt>
                <c:pt idx="2097">
                  <c:v>0.31154650590551181</c:v>
                </c:pt>
                <c:pt idx="2098">
                  <c:v>0.31154650590551181</c:v>
                </c:pt>
                <c:pt idx="2099">
                  <c:v>0.31185408464566927</c:v>
                </c:pt>
                <c:pt idx="2100">
                  <c:v>0.31185408464566927</c:v>
                </c:pt>
                <c:pt idx="2101">
                  <c:v>0.312130905511811</c:v>
                </c:pt>
                <c:pt idx="2102">
                  <c:v>0.312130905511811</c:v>
                </c:pt>
                <c:pt idx="2103">
                  <c:v>0.31243848425196852</c:v>
                </c:pt>
                <c:pt idx="2104">
                  <c:v>0.31243848425196852</c:v>
                </c:pt>
                <c:pt idx="2105">
                  <c:v>0.31274606299212598</c:v>
                </c:pt>
                <c:pt idx="2106">
                  <c:v>0.31274606299212598</c:v>
                </c:pt>
                <c:pt idx="2107">
                  <c:v>0.31302288385826771</c:v>
                </c:pt>
                <c:pt idx="2108">
                  <c:v>0.31302288385826771</c:v>
                </c:pt>
                <c:pt idx="2109">
                  <c:v>0.31333046259842517</c:v>
                </c:pt>
                <c:pt idx="2110">
                  <c:v>0.31333046259842517</c:v>
                </c:pt>
                <c:pt idx="2111">
                  <c:v>0.3136380413385827</c:v>
                </c:pt>
                <c:pt idx="2112">
                  <c:v>0.3136380413385827</c:v>
                </c:pt>
                <c:pt idx="2113">
                  <c:v>0.31391486220472442</c:v>
                </c:pt>
                <c:pt idx="2114">
                  <c:v>0.31391486220472442</c:v>
                </c:pt>
                <c:pt idx="2115">
                  <c:v>0.31422244094488189</c:v>
                </c:pt>
                <c:pt idx="2116">
                  <c:v>0.31422244094488189</c:v>
                </c:pt>
                <c:pt idx="2117">
                  <c:v>0.31453001968503935</c:v>
                </c:pt>
                <c:pt idx="2118">
                  <c:v>0.31453001968503935</c:v>
                </c:pt>
                <c:pt idx="2119">
                  <c:v>0.31480684055118108</c:v>
                </c:pt>
                <c:pt idx="2120">
                  <c:v>0.31480684055118108</c:v>
                </c:pt>
                <c:pt idx="2121">
                  <c:v>0.3151144192913386</c:v>
                </c:pt>
                <c:pt idx="2122">
                  <c:v>0.3151144192913386</c:v>
                </c:pt>
                <c:pt idx="2123">
                  <c:v>0.31542199803149606</c:v>
                </c:pt>
                <c:pt idx="2124">
                  <c:v>0.31542199803149606</c:v>
                </c:pt>
                <c:pt idx="2125">
                  <c:v>0.31569881889763779</c:v>
                </c:pt>
                <c:pt idx="2126">
                  <c:v>0.31569881889763779</c:v>
                </c:pt>
                <c:pt idx="2127">
                  <c:v>0.31600639763779526</c:v>
                </c:pt>
                <c:pt idx="2128">
                  <c:v>0.31600639763779526</c:v>
                </c:pt>
                <c:pt idx="2129">
                  <c:v>0.31631397637795278</c:v>
                </c:pt>
                <c:pt idx="2130">
                  <c:v>0.31631397637795278</c:v>
                </c:pt>
                <c:pt idx="2131">
                  <c:v>0.3165907972440945</c:v>
                </c:pt>
                <c:pt idx="2132">
                  <c:v>0.3165907972440945</c:v>
                </c:pt>
                <c:pt idx="2133">
                  <c:v>0.31689837598425197</c:v>
                </c:pt>
                <c:pt idx="2134">
                  <c:v>0.31689837598425197</c:v>
                </c:pt>
                <c:pt idx="2135">
                  <c:v>0.31720595472440943</c:v>
                </c:pt>
                <c:pt idx="2136">
                  <c:v>0.31720595472440943</c:v>
                </c:pt>
                <c:pt idx="2137">
                  <c:v>0.31748277559055116</c:v>
                </c:pt>
                <c:pt idx="2138">
                  <c:v>0.31748277559055116</c:v>
                </c:pt>
                <c:pt idx="2139">
                  <c:v>0.31779035433070868</c:v>
                </c:pt>
                <c:pt idx="2140">
                  <c:v>0.31779035433070868</c:v>
                </c:pt>
                <c:pt idx="2141">
                  <c:v>0.31809793307086615</c:v>
                </c:pt>
                <c:pt idx="2142">
                  <c:v>0.31809793307086615</c:v>
                </c:pt>
                <c:pt idx="2143">
                  <c:v>0.31837475393700787</c:v>
                </c:pt>
                <c:pt idx="2144">
                  <c:v>0.31837475393700787</c:v>
                </c:pt>
                <c:pt idx="2145">
                  <c:v>0.31868233267716534</c:v>
                </c:pt>
                <c:pt idx="2146">
                  <c:v>0.31868233267716534</c:v>
                </c:pt>
                <c:pt idx="2147">
                  <c:v>0.31898991141732286</c:v>
                </c:pt>
                <c:pt idx="2148">
                  <c:v>0.31898991141732286</c:v>
                </c:pt>
                <c:pt idx="2149">
                  <c:v>0.31926673228346458</c:v>
                </c:pt>
                <c:pt idx="2150">
                  <c:v>0.31926673228346458</c:v>
                </c:pt>
                <c:pt idx="2151">
                  <c:v>0.31957431102362205</c:v>
                </c:pt>
                <c:pt idx="2152">
                  <c:v>0.31957431102362205</c:v>
                </c:pt>
                <c:pt idx="2153">
                  <c:v>0.31988188976377951</c:v>
                </c:pt>
                <c:pt idx="2154">
                  <c:v>0.31988188976377951</c:v>
                </c:pt>
                <c:pt idx="2155">
                  <c:v>0.32015871062992124</c:v>
                </c:pt>
                <c:pt idx="2156">
                  <c:v>0.32015871062992124</c:v>
                </c:pt>
                <c:pt idx="2157">
                  <c:v>0.32046628937007876</c:v>
                </c:pt>
                <c:pt idx="2158">
                  <c:v>0.32046628937007876</c:v>
                </c:pt>
                <c:pt idx="2159">
                  <c:v>0.32077386811023623</c:v>
                </c:pt>
                <c:pt idx="2160">
                  <c:v>0.32077386811023623</c:v>
                </c:pt>
                <c:pt idx="2161">
                  <c:v>0.32105068897637795</c:v>
                </c:pt>
                <c:pt idx="2162">
                  <c:v>0.32105068897637795</c:v>
                </c:pt>
                <c:pt idx="2163">
                  <c:v>0.32135826771653542</c:v>
                </c:pt>
                <c:pt idx="2164">
                  <c:v>0.32135826771653542</c:v>
                </c:pt>
                <c:pt idx="2165">
                  <c:v>0.32163508858267714</c:v>
                </c:pt>
                <c:pt idx="2166">
                  <c:v>0.32163508858267714</c:v>
                </c:pt>
                <c:pt idx="2167">
                  <c:v>0.32194266732283466</c:v>
                </c:pt>
                <c:pt idx="2168">
                  <c:v>0.32194266732283466</c:v>
                </c:pt>
                <c:pt idx="2169">
                  <c:v>0.32225024606299213</c:v>
                </c:pt>
                <c:pt idx="2170">
                  <c:v>0.32225024606299213</c:v>
                </c:pt>
                <c:pt idx="2171">
                  <c:v>0.32252706692913385</c:v>
                </c:pt>
                <c:pt idx="2172">
                  <c:v>0.32252706692913385</c:v>
                </c:pt>
                <c:pt idx="2173">
                  <c:v>0.32283464566929132</c:v>
                </c:pt>
                <c:pt idx="2174">
                  <c:v>0.32283464566929132</c:v>
                </c:pt>
                <c:pt idx="2175">
                  <c:v>0.32314222440944884</c:v>
                </c:pt>
                <c:pt idx="2176">
                  <c:v>0.32314222440944884</c:v>
                </c:pt>
                <c:pt idx="2177">
                  <c:v>0.32341904527559057</c:v>
                </c:pt>
                <c:pt idx="2178">
                  <c:v>0.32341904527559057</c:v>
                </c:pt>
                <c:pt idx="2179">
                  <c:v>0.32372662401574803</c:v>
                </c:pt>
                <c:pt idx="2180">
                  <c:v>0.32372662401574803</c:v>
                </c:pt>
                <c:pt idx="2181">
                  <c:v>0.3240342027559055</c:v>
                </c:pt>
                <c:pt idx="2182">
                  <c:v>0.3240342027559055</c:v>
                </c:pt>
                <c:pt idx="2183">
                  <c:v>0.32431102362204722</c:v>
                </c:pt>
                <c:pt idx="2184">
                  <c:v>0.32431102362204722</c:v>
                </c:pt>
                <c:pt idx="2185">
                  <c:v>0.32461860236220474</c:v>
                </c:pt>
                <c:pt idx="2186">
                  <c:v>0.32461860236220474</c:v>
                </c:pt>
                <c:pt idx="2187">
                  <c:v>0.32492618110236221</c:v>
                </c:pt>
                <c:pt idx="2188">
                  <c:v>0.32492618110236221</c:v>
                </c:pt>
                <c:pt idx="2189">
                  <c:v>0.32520300196850394</c:v>
                </c:pt>
                <c:pt idx="2190">
                  <c:v>0.32520300196850394</c:v>
                </c:pt>
                <c:pt idx="2191">
                  <c:v>0.3255105807086614</c:v>
                </c:pt>
                <c:pt idx="2192">
                  <c:v>0.3255105807086614</c:v>
                </c:pt>
                <c:pt idx="2193">
                  <c:v>0.32581815944881892</c:v>
                </c:pt>
                <c:pt idx="2194">
                  <c:v>0.32581815944881892</c:v>
                </c:pt>
                <c:pt idx="2195">
                  <c:v>0.32609498031496065</c:v>
                </c:pt>
                <c:pt idx="2196">
                  <c:v>0.32609498031496065</c:v>
                </c:pt>
                <c:pt idx="2197">
                  <c:v>0.32640255905511811</c:v>
                </c:pt>
                <c:pt idx="2198">
                  <c:v>0.32640255905511811</c:v>
                </c:pt>
                <c:pt idx="2199">
                  <c:v>0.32671013779527558</c:v>
                </c:pt>
                <c:pt idx="2200">
                  <c:v>0.32671013779527558</c:v>
                </c:pt>
                <c:pt idx="2201">
                  <c:v>0.3269869586614173</c:v>
                </c:pt>
                <c:pt idx="2202">
                  <c:v>0.3269869586614173</c:v>
                </c:pt>
                <c:pt idx="2203">
                  <c:v>0.32729453740157483</c:v>
                </c:pt>
                <c:pt idx="2204">
                  <c:v>0.32729453740157483</c:v>
                </c:pt>
                <c:pt idx="2205">
                  <c:v>0.32760211614173229</c:v>
                </c:pt>
                <c:pt idx="2206">
                  <c:v>0.32760211614173229</c:v>
                </c:pt>
                <c:pt idx="2207">
                  <c:v>0.32787893700787402</c:v>
                </c:pt>
                <c:pt idx="2208">
                  <c:v>0.32787893700787402</c:v>
                </c:pt>
                <c:pt idx="2209">
                  <c:v>0.32818651574803148</c:v>
                </c:pt>
                <c:pt idx="2210">
                  <c:v>0.32818651574803148</c:v>
                </c:pt>
                <c:pt idx="2211">
                  <c:v>0.328494094488189</c:v>
                </c:pt>
                <c:pt idx="2212">
                  <c:v>0.328494094488189</c:v>
                </c:pt>
                <c:pt idx="2213">
                  <c:v>0.32877091535433073</c:v>
                </c:pt>
                <c:pt idx="2214">
                  <c:v>0.32877091535433073</c:v>
                </c:pt>
                <c:pt idx="2215">
                  <c:v>0.32907849409448819</c:v>
                </c:pt>
                <c:pt idx="2216">
                  <c:v>0.32907849409448819</c:v>
                </c:pt>
                <c:pt idx="2217">
                  <c:v>0.32938607283464566</c:v>
                </c:pt>
                <c:pt idx="2218">
                  <c:v>0.32938607283464566</c:v>
                </c:pt>
                <c:pt idx="2219">
                  <c:v>0.32966289370078738</c:v>
                </c:pt>
                <c:pt idx="2220">
                  <c:v>0.32966289370078738</c:v>
                </c:pt>
                <c:pt idx="2221">
                  <c:v>0.32997047244094491</c:v>
                </c:pt>
                <c:pt idx="2222">
                  <c:v>0.32997047244094491</c:v>
                </c:pt>
                <c:pt idx="2223">
                  <c:v>0.33027805118110237</c:v>
                </c:pt>
                <c:pt idx="2224">
                  <c:v>0.33027805118110237</c:v>
                </c:pt>
                <c:pt idx="2225">
                  <c:v>0.3305548720472441</c:v>
                </c:pt>
                <c:pt idx="2226">
                  <c:v>0.3305548720472441</c:v>
                </c:pt>
                <c:pt idx="2227">
                  <c:v>0.33086245078740156</c:v>
                </c:pt>
                <c:pt idx="2228">
                  <c:v>0.33086245078740156</c:v>
                </c:pt>
                <c:pt idx="2229">
                  <c:v>0.33113927165354329</c:v>
                </c:pt>
                <c:pt idx="2230">
                  <c:v>0.33113927165354329</c:v>
                </c:pt>
                <c:pt idx="2231">
                  <c:v>0.33144685039370081</c:v>
                </c:pt>
                <c:pt idx="2232">
                  <c:v>0.33144685039370081</c:v>
                </c:pt>
                <c:pt idx="2233">
                  <c:v>0.33175442913385828</c:v>
                </c:pt>
                <c:pt idx="2234">
                  <c:v>0.33175442913385828</c:v>
                </c:pt>
                <c:pt idx="2235">
                  <c:v>0.33203125</c:v>
                </c:pt>
                <c:pt idx="2236">
                  <c:v>0.33203125</c:v>
                </c:pt>
                <c:pt idx="2237">
                  <c:v>0.33233882874015747</c:v>
                </c:pt>
                <c:pt idx="2238">
                  <c:v>0.33233882874015747</c:v>
                </c:pt>
                <c:pt idx="2239">
                  <c:v>0.33264640748031499</c:v>
                </c:pt>
                <c:pt idx="2240">
                  <c:v>0.33264640748031499</c:v>
                </c:pt>
                <c:pt idx="2241">
                  <c:v>0.33292322834645671</c:v>
                </c:pt>
                <c:pt idx="2242">
                  <c:v>0.33292322834645671</c:v>
                </c:pt>
                <c:pt idx="2243">
                  <c:v>0.33323080708661418</c:v>
                </c:pt>
                <c:pt idx="2244">
                  <c:v>0.33323080708661418</c:v>
                </c:pt>
                <c:pt idx="2245">
                  <c:v>0.33353838582677164</c:v>
                </c:pt>
                <c:pt idx="2246">
                  <c:v>0.33353838582677164</c:v>
                </c:pt>
                <c:pt idx="2247">
                  <c:v>0.33381520669291337</c:v>
                </c:pt>
                <c:pt idx="2248">
                  <c:v>0.33381520669291337</c:v>
                </c:pt>
                <c:pt idx="2249">
                  <c:v>0.33412278543307089</c:v>
                </c:pt>
                <c:pt idx="2250">
                  <c:v>0.33412278543307089</c:v>
                </c:pt>
                <c:pt idx="2251">
                  <c:v>0.33443036417322836</c:v>
                </c:pt>
                <c:pt idx="2252">
                  <c:v>0.33443036417322836</c:v>
                </c:pt>
                <c:pt idx="2253">
                  <c:v>0.33470718503937008</c:v>
                </c:pt>
                <c:pt idx="2254">
                  <c:v>0.33470718503937008</c:v>
                </c:pt>
                <c:pt idx="2255">
                  <c:v>0.33501476377952755</c:v>
                </c:pt>
                <c:pt idx="2256">
                  <c:v>0.33501476377952755</c:v>
                </c:pt>
                <c:pt idx="2257">
                  <c:v>0.33532234251968501</c:v>
                </c:pt>
                <c:pt idx="2258">
                  <c:v>0.33532234251968501</c:v>
                </c:pt>
                <c:pt idx="2259">
                  <c:v>0.33559916338582679</c:v>
                </c:pt>
                <c:pt idx="2260">
                  <c:v>0.33559916338582679</c:v>
                </c:pt>
                <c:pt idx="2261">
                  <c:v>0.33590674212598426</c:v>
                </c:pt>
                <c:pt idx="2262">
                  <c:v>0.33590674212598426</c:v>
                </c:pt>
                <c:pt idx="2263">
                  <c:v>0.33621432086614172</c:v>
                </c:pt>
                <c:pt idx="2264">
                  <c:v>0.33621432086614172</c:v>
                </c:pt>
                <c:pt idx="2265">
                  <c:v>0.33649114173228345</c:v>
                </c:pt>
                <c:pt idx="2266">
                  <c:v>0.33649114173228345</c:v>
                </c:pt>
                <c:pt idx="2267">
                  <c:v>0.33679872047244097</c:v>
                </c:pt>
                <c:pt idx="2268">
                  <c:v>0.33679872047244097</c:v>
                </c:pt>
                <c:pt idx="2269">
                  <c:v>0.33710629921259844</c:v>
                </c:pt>
                <c:pt idx="2270">
                  <c:v>0.33710629921259844</c:v>
                </c:pt>
                <c:pt idx="2271">
                  <c:v>0.33738312007874016</c:v>
                </c:pt>
                <c:pt idx="2272">
                  <c:v>0.33738312007874016</c:v>
                </c:pt>
                <c:pt idx="2273">
                  <c:v>0.33769069881889763</c:v>
                </c:pt>
                <c:pt idx="2274">
                  <c:v>0.33769069881889763</c:v>
                </c:pt>
                <c:pt idx="2275">
                  <c:v>0.33799827755905509</c:v>
                </c:pt>
                <c:pt idx="2276">
                  <c:v>0.33799827755905509</c:v>
                </c:pt>
                <c:pt idx="2277">
                  <c:v>0.33827509842519687</c:v>
                </c:pt>
                <c:pt idx="2278">
                  <c:v>0.33827509842519687</c:v>
                </c:pt>
                <c:pt idx="2279">
                  <c:v>0.33858267716535434</c:v>
                </c:pt>
                <c:pt idx="2280">
                  <c:v>0.33858267716535434</c:v>
                </c:pt>
                <c:pt idx="2281">
                  <c:v>0.33889025590551181</c:v>
                </c:pt>
                <c:pt idx="2282">
                  <c:v>0.33889025590551181</c:v>
                </c:pt>
                <c:pt idx="2283">
                  <c:v>0.33916707677165353</c:v>
                </c:pt>
                <c:pt idx="2284">
                  <c:v>0.33916707677165353</c:v>
                </c:pt>
                <c:pt idx="2285">
                  <c:v>0.339474655511811</c:v>
                </c:pt>
                <c:pt idx="2286">
                  <c:v>0.339474655511811</c:v>
                </c:pt>
                <c:pt idx="2287">
                  <c:v>0.33978223425196852</c:v>
                </c:pt>
                <c:pt idx="2288">
                  <c:v>0.33978223425196852</c:v>
                </c:pt>
                <c:pt idx="2289">
                  <c:v>0.34005905511811024</c:v>
                </c:pt>
                <c:pt idx="2290">
                  <c:v>0.34005905511811024</c:v>
                </c:pt>
                <c:pt idx="2291">
                  <c:v>0.34036663385826771</c:v>
                </c:pt>
                <c:pt idx="2292">
                  <c:v>0.34036663385826771</c:v>
                </c:pt>
                <c:pt idx="2293">
                  <c:v>0.34064345472440943</c:v>
                </c:pt>
                <c:pt idx="2294">
                  <c:v>0.34064345472440943</c:v>
                </c:pt>
                <c:pt idx="2295">
                  <c:v>0.34095103346456695</c:v>
                </c:pt>
                <c:pt idx="2296">
                  <c:v>0.34095103346456695</c:v>
                </c:pt>
                <c:pt idx="2297">
                  <c:v>0.34125861220472442</c:v>
                </c:pt>
                <c:pt idx="2298">
                  <c:v>0.34125861220472442</c:v>
                </c:pt>
                <c:pt idx="2299">
                  <c:v>0.34153543307086615</c:v>
                </c:pt>
                <c:pt idx="2300">
                  <c:v>0.34153543307086615</c:v>
                </c:pt>
                <c:pt idx="2301">
                  <c:v>0.34184301181102361</c:v>
                </c:pt>
                <c:pt idx="2302">
                  <c:v>0.34184301181102361</c:v>
                </c:pt>
                <c:pt idx="2303">
                  <c:v>0.34215059055118108</c:v>
                </c:pt>
                <c:pt idx="2304">
                  <c:v>0.34215059055118108</c:v>
                </c:pt>
                <c:pt idx="2305">
                  <c:v>0.34242741141732286</c:v>
                </c:pt>
                <c:pt idx="2306">
                  <c:v>0.34242741141732286</c:v>
                </c:pt>
                <c:pt idx="2307">
                  <c:v>0.34273499015748032</c:v>
                </c:pt>
                <c:pt idx="2308">
                  <c:v>0.34273499015748032</c:v>
                </c:pt>
                <c:pt idx="2309">
                  <c:v>0.34304256889763779</c:v>
                </c:pt>
                <c:pt idx="2310">
                  <c:v>0.34304256889763779</c:v>
                </c:pt>
                <c:pt idx="2311">
                  <c:v>0.34331938976377951</c:v>
                </c:pt>
                <c:pt idx="2312">
                  <c:v>0.34331938976377951</c:v>
                </c:pt>
                <c:pt idx="2313">
                  <c:v>0.34362696850393698</c:v>
                </c:pt>
                <c:pt idx="2314">
                  <c:v>0.34362696850393698</c:v>
                </c:pt>
                <c:pt idx="2315">
                  <c:v>0.3439345472440945</c:v>
                </c:pt>
                <c:pt idx="2316">
                  <c:v>0.3439345472440945</c:v>
                </c:pt>
                <c:pt idx="2317">
                  <c:v>0.34421136811023623</c:v>
                </c:pt>
                <c:pt idx="2318">
                  <c:v>0.34421136811023623</c:v>
                </c:pt>
                <c:pt idx="2319">
                  <c:v>0.34451894685039369</c:v>
                </c:pt>
                <c:pt idx="2320">
                  <c:v>0.34451894685039369</c:v>
                </c:pt>
                <c:pt idx="2321">
                  <c:v>0.34482652559055116</c:v>
                </c:pt>
                <c:pt idx="2322">
                  <c:v>0.34482652559055116</c:v>
                </c:pt>
                <c:pt idx="2323">
                  <c:v>0.34510334645669294</c:v>
                </c:pt>
                <c:pt idx="2324">
                  <c:v>0.34510334645669294</c:v>
                </c:pt>
                <c:pt idx="2325">
                  <c:v>0.3454109251968504</c:v>
                </c:pt>
                <c:pt idx="2326">
                  <c:v>0.3454109251968504</c:v>
                </c:pt>
                <c:pt idx="2327">
                  <c:v>0.34571850393700787</c:v>
                </c:pt>
                <c:pt idx="2328">
                  <c:v>0.34571850393700787</c:v>
                </c:pt>
                <c:pt idx="2329">
                  <c:v>0.3459953248031496</c:v>
                </c:pt>
                <c:pt idx="2330">
                  <c:v>0.3459953248031496</c:v>
                </c:pt>
                <c:pt idx="2331">
                  <c:v>0.34630290354330706</c:v>
                </c:pt>
                <c:pt idx="2332">
                  <c:v>0.34630290354330706</c:v>
                </c:pt>
                <c:pt idx="2333">
                  <c:v>0.34661048228346458</c:v>
                </c:pt>
                <c:pt idx="2334">
                  <c:v>0.34661048228346458</c:v>
                </c:pt>
                <c:pt idx="2335">
                  <c:v>0.34688730314960631</c:v>
                </c:pt>
                <c:pt idx="2336">
                  <c:v>0.34688730314960631</c:v>
                </c:pt>
                <c:pt idx="2337">
                  <c:v>0.34719488188976377</c:v>
                </c:pt>
                <c:pt idx="2338">
                  <c:v>0.34719488188976377</c:v>
                </c:pt>
                <c:pt idx="2339">
                  <c:v>0.34750246062992124</c:v>
                </c:pt>
                <c:pt idx="2340">
                  <c:v>0.34750246062992124</c:v>
                </c:pt>
                <c:pt idx="2341">
                  <c:v>0.34777928149606302</c:v>
                </c:pt>
                <c:pt idx="2342">
                  <c:v>0.34777928149606302</c:v>
                </c:pt>
                <c:pt idx="2343">
                  <c:v>0.34808686023622049</c:v>
                </c:pt>
                <c:pt idx="2344">
                  <c:v>0.34808686023622049</c:v>
                </c:pt>
                <c:pt idx="2345">
                  <c:v>0.34839443897637795</c:v>
                </c:pt>
                <c:pt idx="2346">
                  <c:v>0.34839443897637795</c:v>
                </c:pt>
                <c:pt idx="2347">
                  <c:v>0.34867125984251968</c:v>
                </c:pt>
                <c:pt idx="2348">
                  <c:v>0.34867125984251968</c:v>
                </c:pt>
                <c:pt idx="2349">
                  <c:v>0.34897883858267714</c:v>
                </c:pt>
                <c:pt idx="2350">
                  <c:v>0.34897883858267714</c:v>
                </c:pt>
                <c:pt idx="2351">
                  <c:v>0.34928641732283466</c:v>
                </c:pt>
                <c:pt idx="2352">
                  <c:v>0.34928641732283466</c:v>
                </c:pt>
                <c:pt idx="2353">
                  <c:v>0.34956323818897639</c:v>
                </c:pt>
                <c:pt idx="2354">
                  <c:v>0.34956323818897639</c:v>
                </c:pt>
                <c:pt idx="2355">
                  <c:v>0.34987081692913385</c:v>
                </c:pt>
                <c:pt idx="2356">
                  <c:v>0.34987081692913385</c:v>
                </c:pt>
                <c:pt idx="2357">
                  <c:v>0.35014763779527558</c:v>
                </c:pt>
                <c:pt idx="2358">
                  <c:v>0.35014763779527558</c:v>
                </c:pt>
                <c:pt idx="2359">
                  <c:v>0.35045521653543305</c:v>
                </c:pt>
                <c:pt idx="2360">
                  <c:v>0.35045521653543305</c:v>
                </c:pt>
                <c:pt idx="2361">
                  <c:v>0.35076279527559057</c:v>
                </c:pt>
                <c:pt idx="2362">
                  <c:v>0.35076279527559057</c:v>
                </c:pt>
                <c:pt idx="2363">
                  <c:v>0.35103961614173229</c:v>
                </c:pt>
                <c:pt idx="2364">
                  <c:v>0.35103961614173229</c:v>
                </c:pt>
                <c:pt idx="2365">
                  <c:v>0.35134719488188976</c:v>
                </c:pt>
                <c:pt idx="2366">
                  <c:v>0.35134719488188976</c:v>
                </c:pt>
                <c:pt idx="2367">
                  <c:v>0.35165477362204722</c:v>
                </c:pt>
                <c:pt idx="2368">
                  <c:v>0.35165477362204722</c:v>
                </c:pt>
                <c:pt idx="2369">
                  <c:v>0.351931594488189</c:v>
                </c:pt>
                <c:pt idx="2370">
                  <c:v>0.351931594488189</c:v>
                </c:pt>
                <c:pt idx="2371">
                  <c:v>0.35223917322834647</c:v>
                </c:pt>
                <c:pt idx="2372">
                  <c:v>0.35223917322834647</c:v>
                </c:pt>
                <c:pt idx="2373">
                  <c:v>0.35254675196850394</c:v>
                </c:pt>
                <c:pt idx="2374">
                  <c:v>0.35254675196850394</c:v>
                </c:pt>
                <c:pt idx="2375">
                  <c:v>0.35282357283464566</c:v>
                </c:pt>
                <c:pt idx="2376">
                  <c:v>0.35282357283464566</c:v>
                </c:pt>
                <c:pt idx="2377">
                  <c:v>0.35313115157480313</c:v>
                </c:pt>
                <c:pt idx="2378">
                  <c:v>0.35313115157480313</c:v>
                </c:pt>
                <c:pt idx="2379">
                  <c:v>0.35343873031496065</c:v>
                </c:pt>
                <c:pt idx="2380">
                  <c:v>0.35343873031496065</c:v>
                </c:pt>
                <c:pt idx="2381">
                  <c:v>0.35371555118110237</c:v>
                </c:pt>
                <c:pt idx="2382">
                  <c:v>0.35371555118110237</c:v>
                </c:pt>
                <c:pt idx="2383">
                  <c:v>0.35402312992125984</c:v>
                </c:pt>
                <c:pt idx="2384">
                  <c:v>0.35402312992125984</c:v>
                </c:pt>
                <c:pt idx="2385">
                  <c:v>0.3543307086614173</c:v>
                </c:pt>
                <c:pt idx="2386">
                  <c:v>0.3543307086614173</c:v>
                </c:pt>
                <c:pt idx="2387">
                  <c:v>0.35460752952755903</c:v>
                </c:pt>
                <c:pt idx="2388">
                  <c:v>0.35460752952755903</c:v>
                </c:pt>
                <c:pt idx="2389">
                  <c:v>0.35491510826771655</c:v>
                </c:pt>
                <c:pt idx="2390">
                  <c:v>0.35491510826771655</c:v>
                </c:pt>
                <c:pt idx="2391">
                  <c:v>0.35522268700787402</c:v>
                </c:pt>
                <c:pt idx="2392">
                  <c:v>0.35522268700787402</c:v>
                </c:pt>
                <c:pt idx="2393">
                  <c:v>0.35549950787401574</c:v>
                </c:pt>
                <c:pt idx="2394">
                  <c:v>0.35549950787401574</c:v>
                </c:pt>
                <c:pt idx="2395">
                  <c:v>0.35580708661417321</c:v>
                </c:pt>
                <c:pt idx="2396">
                  <c:v>0.35580708661417321</c:v>
                </c:pt>
                <c:pt idx="2397">
                  <c:v>0.35611466535433073</c:v>
                </c:pt>
                <c:pt idx="2398">
                  <c:v>0.35611466535433073</c:v>
                </c:pt>
                <c:pt idx="2399">
                  <c:v>0.35639148622047245</c:v>
                </c:pt>
                <c:pt idx="2400">
                  <c:v>0.35639148622047245</c:v>
                </c:pt>
                <c:pt idx="2401">
                  <c:v>0.35669906496062992</c:v>
                </c:pt>
                <c:pt idx="2402">
                  <c:v>0.35669906496062992</c:v>
                </c:pt>
                <c:pt idx="2403">
                  <c:v>0.35700664370078738</c:v>
                </c:pt>
                <c:pt idx="2404">
                  <c:v>0.35700664370078738</c:v>
                </c:pt>
                <c:pt idx="2405">
                  <c:v>0.35728346456692911</c:v>
                </c:pt>
                <c:pt idx="2406">
                  <c:v>0.35728346456692911</c:v>
                </c:pt>
                <c:pt idx="2407">
                  <c:v>0.35759104330708663</c:v>
                </c:pt>
                <c:pt idx="2408">
                  <c:v>0.35759104330708663</c:v>
                </c:pt>
                <c:pt idx="2409">
                  <c:v>0.3578986220472441</c:v>
                </c:pt>
                <c:pt idx="2410">
                  <c:v>0.3578986220472441</c:v>
                </c:pt>
                <c:pt idx="2411">
                  <c:v>0.35817544291338582</c:v>
                </c:pt>
                <c:pt idx="2412">
                  <c:v>0.35817544291338582</c:v>
                </c:pt>
                <c:pt idx="2413">
                  <c:v>0.35848302165354329</c:v>
                </c:pt>
                <c:pt idx="2414">
                  <c:v>0.35848302165354329</c:v>
                </c:pt>
                <c:pt idx="2415">
                  <c:v>0.35879060039370081</c:v>
                </c:pt>
                <c:pt idx="2416">
                  <c:v>0.35879060039370081</c:v>
                </c:pt>
                <c:pt idx="2417">
                  <c:v>0.35906742125984253</c:v>
                </c:pt>
                <c:pt idx="2418">
                  <c:v>0.35906742125984253</c:v>
                </c:pt>
                <c:pt idx="2419">
                  <c:v>0.359375</c:v>
                </c:pt>
                <c:pt idx="2420">
                  <c:v>0.359375</c:v>
                </c:pt>
                <c:pt idx="2421">
                  <c:v>0.35968257874015747</c:v>
                </c:pt>
                <c:pt idx="2422">
                  <c:v>0.35968257874015747</c:v>
                </c:pt>
                <c:pt idx="2423">
                  <c:v>0.35995939960629919</c:v>
                </c:pt>
                <c:pt idx="2424">
                  <c:v>0.35995939960629919</c:v>
                </c:pt>
                <c:pt idx="2425">
                  <c:v>0.36026697834645671</c:v>
                </c:pt>
                <c:pt idx="2426">
                  <c:v>0.36026697834645671</c:v>
                </c:pt>
                <c:pt idx="2427">
                  <c:v>0.36054379921259838</c:v>
                </c:pt>
                <c:pt idx="2428">
                  <c:v>0.36054379921259838</c:v>
                </c:pt>
                <c:pt idx="2429">
                  <c:v>0.3608513779527559</c:v>
                </c:pt>
                <c:pt idx="2430">
                  <c:v>0.3608513779527559</c:v>
                </c:pt>
                <c:pt idx="2431">
                  <c:v>0.36115895669291337</c:v>
                </c:pt>
                <c:pt idx="2432">
                  <c:v>0.36115895669291337</c:v>
                </c:pt>
                <c:pt idx="2433">
                  <c:v>0.36143577755905509</c:v>
                </c:pt>
                <c:pt idx="2434">
                  <c:v>0.36143577755905509</c:v>
                </c:pt>
                <c:pt idx="2435">
                  <c:v>0.36174335629921262</c:v>
                </c:pt>
                <c:pt idx="2436">
                  <c:v>0.36174335629921262</c:v>
                </c:pt>
                <c:pt idx="2437">
                  <c:v>0.36205093503937008</c:v>
                </c:pt>
                <c:pt idx="2438">
                  <c:v>0.36205093503937008</c:v>
                </c:pt>
                <c:pt idx="2439">
                  <c:v>0.36232775590551181</c:v>
                </c:pt>
                <c:pt idx="2440">
                  <c:v>0.36232775590551181</c:v>
                </c:pt>
                <c:pt idx="2441">
                  <c:v>0.36263533464566927</c:v>
                </c:pt>
                <c:pt idx="2442">
                  <c:v>0.36263533464566927</c:v>
                </c:pt>
                <c:pt idx="2443">
                  <c:v>0.36294291338582679</c:v>
                </c:pt>
                <c:pt idx="2444">
                  <c:v>0.36294291338582679</c:v>
                </c:pt>
                <c:pt idx="2445">
                  <c:v>0.36321973425196852</c:v>
                </c:pt>
                <c:pt idx="2446">
                  <c:v>0.36321973425196852</c:v>
                </c:pt>
                <c:pt idx="2447">
                  <c:v>0.36352731299212598</c:v>
                </c:pt>
                <c:pt idx="2448">
                  <c:v>0.36352731299212598</c:v>
                </c:pt>
                <c:pt idx="2449">
                  <c:v>0.36383489173228345</c:v>
                </c:pt>
                <c:pt idx="2450">
                  <c:v>0.36383489173228345</c:v>
                </c:pt>
                <c:pt idx="2451">
                  <c:v>0.36411171259842517</c:v>
                </c:pt>
                <c:pt idx="2452">
                  <c:v>0.36411171259842517</c:v>
                </c:pt>
                <c:pt idx="2453">
                  <c:v>0.3644192913385827</c:v>
                </c:pt>
                <c:pt idx="2454">
                  <c:v>0.3644192913385827</c:v>
                </c:pt>
                <c:pt idx="2455">
                  <c:v>0.36472687007874016</c:v>
                </c:pt>
                <c:pt idx="2456">
                  <c:v>0.36472687007874016</c:v>
                </c:pt>
                <c:pt idx="2457">
                  <c:v>0.36500369094488189</c:v>
                </c:pt>
                <c:pt idx="2458">
                  <c:v>0.36500369094488189</c:v>
                </c:pt>
                <c:pt idx="2459">
                  <c:v>0.36531126968503935</c:v>
                </c:pt>
                <c:pt idx="2460">
                  <c:v>0.36531126968503935</c:v>
                </c:pt>
                <c:pt idx="2461">
                  <c:v>0.36561884842519687</c:v>
                </c:pt>
                <c:pt idx="2462">
                  <c:v>0.36561884842519687</c:v>
                </c:pt>
                <c:pt idx="2463">
                  <c:v>0.3658956692913386</c:v>
                </c:pt>
                <c:pt idx="2464">
                  <c:v>0.3658956692913386</c:v>
                </c:pt>
                <c:pt idx="2465">
                  <c:v>0.36620324803149606</c:v>
                </c:pt>
                <c:pt idx="2466">
                  <c:v>0.36620324803149606</c:v>
                </c:pt>
                <c:pt idx="2467">
                  <c:v>0.36651082677165353</c:v>
                </c:pt>
                <c:pt idx="2468">
                  <c:v>0.36651082677165353</c:v>
                </c:pt>
                <c:pt idx="2469">
                  <c:v>0.36678764763779526</c:v>
                </c:pt>
                <c:pt idx="2470">
                  <c:v>0.36678764763779526</c:v>
                </c:pt>
                <c:pt idx="2471">
                  <c:v>0.36709522637795278</c:v>
                </c:pt>
                <c:pt idx="2472">
                  <c:v>0.36709522637795278</c:v>
                </c:pt>
                <c:pt idx="2473">
                  <c:v>0.36740280511811024</c:v>
                </c:pt>
                <c:pt idx="2474">
                  <c:v>0.36740280511811024</c:v>
                </c:pt>
                <c:pt idx="2475">
                  <c:v>0.36767962598425202</c:v>
                </c:pt>
                <c:pt idx="2476">
                  <c:v>0.36767962598425202</c:v>
                </c:pt>
                <c:pt idx="2477">
                  <c:v>0.36798720472440943</c:v>
                </c:pt>
                <c:pt idx="2478">
                  <c:v>0.36798720472440943</c:v>
                </c:pt>
                <c:pt idx="2479">
                  <c:v>0.36829478346456695</c:v>
                </c:pt>
                <c:pt idx="2480">
                  <c:v>0.36829478346456695</c:v>
                </c:pt>
                <c:pt idx="2481">
                  <c:v>0.36857160433070868</c:v>
                </c:pt>
                <c:pt idx="2482">
                  <c:v>0.36857160433070868</c:v>
                </c:pt>
                <c:pt idx="2483">
                  <c:v>0.36887918307086615</c:v>
                </c:pt>
                <c:pt idx="2484">
                  <c:v>0.36887918307086615</c:v>
                </c:pt>
                <c:pt idx="2485">
                  <c:v>0.36918676181102361</c:v>
                </c:pt>
                <c:pt idx="2486">
                  <c:v>0.36918676181102361</c:v>
                </c:pt>
                <c:pt idx="2487">
                  <c:v>0.36946358267716534</c:v>
                </c:pt>
                <c:pt idx="2488">
                  <c:v>0.36946358267716534</c:v>
                </c:pt>
                <c:pt idx="2489">
                  <c:v>0.36977116141732286</c:v>
                </c:pt>
                <c:pt idx="2490">
                  <c:v>0.36977116141732286</c:v>
                </c:pt>
                <c:pt idx="2491">
                  <c:v>0.37004798228346458</c:v>
                </c:pt>
                <c:pt idx="2492">
                  <c:v>0.37004798228346458</c:v>
                </c:pt>
                <c:pt idx="2493">
                  <c:v>0.3703555610236221</c:v>
                </c:pt>
                <c:pt idx="2494">
                  <c:v>0.3703555610236221</c:v>
                </c:pt>
                <c:pt idx="2495">
                  <c:v>0.37066313976377951</c:v>
                </c:pt>
                <c:pt idx="2496">
                  <c:v>0.37066313976377951</c:v>
                </c:pt>
                <c:pt idx="2497">
                  <c:v>0.37093996062992129</c:v>
                </c:pt>
                <c:pt idx="2498">
                  <c:v>0.37093996062992129</c:v>
                </c:pt>
                <c:pt idx="2499">
                  <c:v>0.37124753937007871</c:v>
                </c:pt>
                <c:pt idx="2500">
                  <c:v>0.37124753937007871</c:v>
                </c:pt>
                <c:pt idx="2501">
                  <c:v>0.37155511811023623</c:v>
                </c:pt>
                <c:pt idx="2502">
                  <c:v>0.37155511811023623</c:v>
                </c:pt>
                <c:pt idx="2503">
                  <c:v>0.3718319389763779</c:v>
                </c:pt>
                <c:pt idx="2504">
                  <c:v>0.3718319389763779</c:v>
                </c:pt>
                <c:pt idx="2505">
                  <c:v>0.37213951771653542</c:v>
                </c:pt>
                <c:pt idx="2506">
                  <c:v>0.37213951771653542</c:v>
                </c:pt>
                <c:pt idx="2507">
                  <c:v>0.37244709645669294</c:v>
                </c:pt>
                <c:pt idx="2508">
                  <c:v>0.37244709645669294</c:v>
                </c:pt>
                <c:pt idx="2509">
                  <c:v>0.37272391732283466</c:v>
                </c:pt>
                <c:pt idx="2510">
                  <c:v>0.37272391732283466</c:v>
                </c:pt>
                <c:pt idx="2511">
                  <c:v>0.37303149606299218</c:v>
                </c:pt>
                <c:pt idx="2512">
                  <c:v>0.37303149606299218</c:v>
                </c:pt>
                <c:pt idx="2513">
                  <c:v>0.3733390748031496</c:v>
                </c:pt>
                <c:pt idx="2514">
                  <c:v>0.3733390748031496</c:v>
                </c:pt>
                <c:pt idx="2515">
                  <c:v>0.37361589566929132</c:v>
                </c:pt>
                <c:pt idx="2516">
                  <c:v>0.37361589566929132</c:v>
                </c:pt>
                <c:pt idx="2517">
                  <c:v>0.37392347440944879</c:v>
                </c:pt>
                <c:pt idx="2518">
                  <c:v>0.37392347440944879</c:v>
                </c:pt>
                <c:pt idx="2519">
                  <c:v>0.37423105314960631</c:v>
                </c:pt>
                <c:pt idx="2520">
                  <c:v>0.37423105314960631</c:v>
                </c:pt>
                <c:pt idx="2521">
                  <c:v>0.37450787401574798</c:v>
                </c:pt>
                <c:pt idx="2522">
                  <c:v>0.37450787401574798</c:v>
                </c:pt>
                <c:pt idx="2523">
                  <c:v>0.3748154527559055</c:v>
                </c:pt>
                <c:pt idx="2524">
                  <c:v>0.3748154527559055</c:v>
                </c:pt>
                <c:pt idx="2525">
                  <c:v>0.37512303149606302</c:v>
                </c:pt>
                <c:pt idx="2526">
                  <c:v>0.37512303149606302</c:v>
                </c:pt>
                <c:pt idx="2527">
                  <c:v>0.37539985236220474</c:v>
                </c:pt>
                <c:pt idx="2528">
                  <c:v>0.37539985236220474</c:v>
                </c:pt>
                <c:pt idx="2529">
                  <c:v>0.37570743110236221</c:v>
                </c:pt>
                <c:pt idx="2530">
                  <c:v>0.37570743110236221</c:v>
                </c:pt>
                <c:pt idx="2531">
                  <c:v>0.37601500984251968</c:v>
                </c:pt>
                <c:pt idx="2532">
                  <c:v>0.37601500984251968</c:v>
                </c:pt>
                <c:pt idx="2533">
                  <c:v>0.3762918307086614</c:v>
                </c:pt>
                <c:pt idx="2534">
                  <c:v>0.3762918307086614</c:v>
                </c:pt>
                <c:pt idx="2535">
                  <c:v>0.37659940944881892</c:v>
                </c:pt>
                <c:pt idx="2536">
                  <c:v>0.37659940944881892</c:v>
                </c:pt>
                <c:pt idx="2537">
                  <c:v>0.37690698818897639</c:v>
                </c:pt>
                <c:pt idx="2538">
                  <c:v>0.37690698818897639</c:v>
                </c:pt>
                <c:pt idx="2539">
                  <c:v>0.37718380905511811</c:v>
                </c:pt>
                <c:pt idx="2540">
                  <c:v>0.37718380905511811</c:v>
                </c:pt>
                <c:pt idx="2541">
                  <c:v>0.37749138779527558</c:v>
                </c:pt>
                <c:pt idx="2542">
                  <c:v>0.37749138779527558</c:v>
                </c:pt>
                <c:pt idx="2543">
                  <c:v>0.37779896653543305</c:v>
                </c:pt>
                <c:pt idx="2544">
                  <c:v>0.37779896653543305</c:v>
                </c:pt>
                <c:pt idx="2545">
                  <c:v>0.37807578740157483</c:v>
                </c:pt>
                <c:pt idx="2546">
                  <c:v>0.37807578740157483</c:v>
                </c:pt>
                <c:pt idx="2547">
                  <c:v>0.37838336614173229</c:v>
                </c:pt>
                <c:pt idx="2548">
                  <c:v>0.37838336614173229</c:v>
                </c:pt>
                <c:pt idx="2549">
                  <c:v>0.37869094488188976</c:v>
                </c:pt>
                <c:pt idx="2550">
                  <c:v>0.37869094488188976</c:v>
                </c:pt>
                <c:pt idx="2551">
                  <c:v>0.37896776574803148</c:v>
                </c:pt>
                <c:pt idx="2552">
                  <c:v>0.37896776574803148</c:v>
                </c:pt>
                <c:pt idx="2553">
                  <c:v>0.379275344488189</c:v>
                </c:pt>
                <c:pt idx="2554">
                  <c:v>0.379275344488189</c:v>
                </c:pt>
                <c:pt idx="2555">
                  <c:v>0.37955216535433073</c:v>
                </c:pt>
                <c:pt idx="2556">
                  <c:v>0.37955216535433073</c:v>
                </c:pt>
                <c:pt idx="2557">
                  <c:v>0.37985974409448819</c:v>
                </c:pt>
                <c:pt idx="2558">
                  <c:v>0.37985974409448819</c:v>
                </c:pt>
                <c:pt idx="2559">
                  <c:v>0.38016732283464566</c:v>
                </c:pt>
                <c:pt idx="2560">
                  <c:v>0.38016732283464566</c:v>
                </c:pt>
                <c:pt idx="2561">
                  <c:v>0.38044414370078738</c:v>
                </c:pt>
                <c:pt idx="2562">
                  <c:v>0.38044414370078738</c:v>
                </c:pt>
                <c:pt idx="2563">
                  <c:v>0.38075172244094491</c:v>
                </c:pt>
                <c:pt idx="2564">
                  <c:v>0.38075172244094491</c:v>
                </c:pt>
                <c:pt idx="2565">
                  <c:v>0.38105930118110237</c:v>
                </c:pt>
                <c:pt idx="2566">
                  <c:v>0.38105930118110237</c:v>
                </c:pt>
                <c:pt idx="2567">
                  <c:v>0.3813361220472441</c:v>
                </c:pt>
                <c:pt idx="2568">
                  <c:v>0.3813361220472441</c:v>
                </c:pt>
                <c:pt idx="2569">
                  <c:v>0.38164370078740162</c:v>
                </c:pt>
                <c:pt idx="2570">
                  <c:v>0.38164370078740162</c:v>
                </c:pt>
                <c:pt idx="2571">
                  <c:v>0.38195127952755903</c:v>
                </c:pt>
                <c:pt idx="2572">
                  <c:v>0.38195127952755903</c:v>
                </c:pt>
                <c:pt idx="2573">
                  <c:v>0.38222810039370081</c:v>
                </c:pt>
                <c:pt idx="2574">
                  <c:v>0.38222810039370081</c:v>
                </c:pt>
                <c:pt idx="2575">
                  <c:v>0.38253567913385828</c:v>
                </c:pt>
                <c:pt idx="2576">
                  <c:v>0.38253567913385828</c:v>
                </c:pt>
                <c:pt idx="2577">
                  <c:v>0.38284325787401574</c:v>
                </c:pt>
                <c:pt idx="2578">
                  <c:v>0.38284325787401574</c:v>
                </c:pt>
                <c:pt idx="2579">
                  <c:v>0.38312007874015747</c:v>
                </c:pt>
                <c:pt idx="2580">
                  <c:v>0.38312007874015747</c:v>
                </c:pt>
                <c:pt idx="2581">
                  <c:v>0.38342765748031499</c:v>
                </c:pt>
                <c:pt idx="2582">
                  <c:v>0.38342765748031499</c:v>
                </c:pt>
                <c:pt idx="2583">
                  <c:v>0.38373523622047245</c:v>
                </c:pt>
                <c:pt idx="2584">
                  <c:v>0.38373523622047245</c:v>
                </c:pt>
                <c:pt idx="2585">
                  <c:v>0.38401205708661418</c:v>
                </c:pt>
                <c:pt idx="2586">
                  <c:v>0.38401205708661418</c:v>
                </c:pt>
                <c:pt idx="2587">
                  <c:v>0.3843196358267717</c:v>
                </c:pt>
                <c:pt idx="2588">
                  <c:v>0.3843196358267717</c:v>
                </c:pt>
                <c:pt idx="2589">
                  <c:v>0.38462721456692911</c:v>
                </c:pt>
                <c:pt idx="2590">
                  <c:v>0.38462721456692911</c:v>
                </c:pt>
                <c:pt idx="2591">
                  <c:v>0.38490403543307089</c:v>
                </c:pt>
                <c:pt idx="2592">
                  <c:v>0.38490403543307089</c:v>
                </c:pt>
                <c:pt idx="2593">
                  <c:v>0.3852116141732283</c:v>
                </c:pt>
                <c:pt idx="2594">
                  <c:v>0.3852116141732283</c:v>
                </c:pt>
                <c:pt idx="2595">
                  <c:v>0.38551919291338582</c:v>
                </c:pt>
                <c:pt idx="2596">
                  <c:v>0.38551919291338582</c:v>
                </c:pt>
                <c:pt idx="2597">
                  <c:v>0.38579601377952755</c:v>
                </c:pt>
                <c:pt idx="2598">
                  <c:v>0.38579601377952755</c:v>
                </c:pt>
                <c:pt idx="2599">
                  <c:v>0.38610359251968501</c:v>
                </c:pt>
                <c:pt idx="2600">
                  <c:v>0.38610359251968501</c:v>
                </c:pt>
                <c:pt idx="2601">
                  <c:v>0.38641117125984253</c:v>
                </c:pt>
                <c:pt idx="2602">
                  <c:v>0.38641117125984253</c:v>
                </c:pt>
                <c:pt idx="2603">
                  <c:v>0.38668799212598426</c:v>
                </c:pt>
                <c:pt idx="2604">
                  <c:v>0.38668799212598426</c:v>
                </c:pt>
                <c:pt idx="2605">
                  <c:v>0.38699557086614172</c:v>
                </c:pt>
                <c:pt idx="2606">
                  <c:v>0.38699557086614172</c:v>
                </c:pt>
                <c:pt idx="2607">
                  <c:v>0.38730314960629919</c:v>
                </c:pt>
                <c:pt idx="2608">
                  <c:v>0.38730314960629919</c:v>
                </c:pt>
                <c:pt idx="2609">
                  <c:v>0.38757997047244097</c:v>
                </c:pt>
                <c:pt idx="2610">
                  <c:v>0.38757997047244097</c:v>
                </c:pt>
                <c:pt idx="2611">
                  <c:v>0.38788754921259838</c:v>
                </c:pt>
                <c:pt idx="2612">
                  <c:v>0.38788754921259838</c:v>
                </c:pt>
                <c:pt idx="2613">
                  <c:v>0.3881951279527559</c:v>
                </c:pt>
                <c:pt idx="2614">
                  <c:v>0.3881951279527559</c:v>
                </c:pt>
                <c:pt idx="2615">
                  <c:v>0.38847194881889763</c:v>
                </c:pt>
                <c:pt idx="2616">
                  <c:v>0.38847194881889763</c:v>
                </c:pt>
                <c:pt idx="2617">
                  <c:v>0.38877952755905509</c:v>
                </c:pt>
                <c:pt idx="2618">
                  <c:v>0.38877952755905509</c:v>
                </c:pt>
                <c:pt idx="2619">
                  <c:v>0.38905634842519687</c:v>
                </c:pt>
                <c:pt idx="2620">
                  <c:v>0.38905634842519687</c:v>
                </c:pt>
                <c:pt idx="2621">
                  <c:v>0.38936392716535434</c:v>
                </c:pt>
                <c:pt idx="2622">
                  <c:v>0.38936392716535434</c:v>
                </c:pt>
                <c:pt idx="2623">
                  <c:v>0.38967150590551181</c:v>
                </c:pt>
                <c:pt idx="2624">
                  <c:v>0.38967150590551181</c:v>
                </c:pt>
                <c:pt idx="2625">
                  <c:v>0.38994832677165353</c:v>
                </c:pt>
                <c:pt idx="2626">
                  <c:v>0.38994832677165353</c:v>
                </c:pt>
                <c:pt idx="2627">
                  <c:v>0.390255905511811</c:v>
                </c:pt>
                <c:pt idx="2628">
                  <c:v>0.390255905511811</c:v>
                </c:pt>
                <c:pt idx="2629">
                  <c:v>0.39056348425196852</c:v>
                </c:pt>
                <c:pt idx="2630">
                  <c:v>0.39056348425196852</c:v>
                </c:pt>
                <c:pt idx="2631">
                  <c:v>0.39084030511811024</c:v>
                </c:pt>
                <c:pt idx="2632">
                  <c:v>0.39084030511811024</c:v>
                </c:pt>
                <c:pt idx="2633">
                  <c:v>0.39114788385826771</c:v>
                </c:pt>
                <c:pt idx="2634">
                  <c:v>0.39114788385826771</c:v>
                </c:pt>
                <c:pt idx="2635">
                  <c:v>0.39145546259842517</c:v>
                </c:pt>
                <c:pt idx="2636">
                  <c:v>0.39145546259842517</c:v>
                </c:pt>
                <c:pt idx="2637">
                  <c:v>0.39173228346456695</c:v>
                </c:pt>
                <c:pt idx="2638">
                  <c:v>0.39173228346456695</c:v>
                </c:pt>
                <c:pt idx="2639">
                  <c:v>0.39203986220472442</c:v>
                </c:pt>
                <c:pt idx="2640">
                  <c:v>0.39203986220472442</c:v>
                </c:pt>
                <c:pt idx="2641">
                  <c:v>0.39234744094488189</c:v>
                </c:pt>
                <c:pt idx="2642">
                  <c:v>0.39234744094488189</c:v>
                </c:pt>
                <c:pt idx="2643">
                  <c:v>0.39262426181102361</c:v>
                </c:pt>
                <c:pt idx="2644">
                  <c:v>0.39262426181102361</c:v>
                </c:pt>
                <c:pt idx="2645">
                  <c:v>0.39293184055118108</c:v>
                </c:pt>
                <c:pt idx="2646">
                  <c:v>0.39293184055118108</c:v>
                </c:pt>
                <c:pt idx="2647">
                  <c:v>0.3932394192913386</c:v>
                </c:pt>
                <c:pt idx="2648">
                  <c:v>0.3932394192913386</c:v>
                </c:pt>
                <c:pt idx="2649">
                  <c:v>0.39351624015748032</c:v>
                </c:pt>
                <c:pt idx="2650">
                  <c:v>0.39351624015748032</c:v>
                </c:pt>
                <c:pt idx="2651">
                  <c:v>0.39382381889763779</c:v>
                </c:pt>
                <c:pt idx="2652">
                  <c:v>0.39382381889763779</c:v>
                </c:pt>
                <c:pt idx="2653">
                  <c:v>0.39413139763779526</c:v>
                </c:pt>
                <c:pt idx="2654">
                  <c:v>0.39413139763779526</c:v>
                </c:pt>
                <c:pt idx="2655">
                  <c:v>0.39440821850393698</c:v>
                </c:pt>
                <c:pt idx="2656">
                  <c:v>0.39440821850393698</c:v>
                </c:pt>
                <c:pt idx="2657">
                  <c:v>0.3947157972440945</c:v>
                </c:pt>
                <c:pt idx="2658">
                  <c:v>0.3947157972440945</c:v>
                </c:pt>
                <c:pt idx="2659">
                  <c:v>0.39502337598425202</c:v>
                </c:pt>
                <c:pt idx="2660">
                  <c:v>0.39502337598425202</c:v>
                </c:pt>
                <c:pt idx="2661">
                  <c:v>0.39530019685039369</c:v>
                </c:pt>
                <c:pt idx="2662">
                  <c:v>0.39530019685039369</c:v>
                </c:pt>
                <c:pt idx="2663">
                  <c:v>0.39560777559055121</c:v>
                </c:pt>
                <c:pt idx="2664">
                  <c:v>0.39560777559055121</c:v>
                </c:pt>
                <c:pt idx="2665">
                  <c:v>0.39591535433070868</c:v>
                </c:pt>
                <c:pt idx="2666">
                  <c:v>0.39591535433070868</c:v>
                </c:pt>
                <c:pt idx="2667">
                  <c:v>0.3961921751968504</c:v>
                </c:pt>
                <c:pt idx="2668">
                  <c:v>0.3961921751968504</c:v>
                </c:pt>
                <c:pt idx="2669">
                  <c:v>0.39649975393700782</c:v>
                </c:pt>
                <c:pt idx="2670">
                  <c:v>0.39649975393700782</c:v>
                </c:pt>
                <c:pt idx="2671">
                  <c:v>0.39680733267716534</c:v>
                </c:pt>
                <c:pt idx="2672">
                  <c:v>0.39680733267716534</c:v>
                </c:pt>
                <c:pt idx="2673">
                  <c:v>0.39708415354330706</c:v>
                </c:pt>
                <c:pt idx="2674">
                  <c:v>0.39708415354330706</c:v>
                </c:pt>
                <c:pt idx="2675">
                  <c:v>0.39739173228346458</c:v>
                </c:pt>
                <c:pt idx="2676">
                  <c:v>0.39739173228346458</c:v>
                </c:pt>
                <c:pt idx="2677">
                  <c:v>0.3976993110236221</c:v>
                </c:pt>
                <c:pt idx="2678">
                  <c:v>0.3976993110236221</c:v>
                </c:pt>
                <c:pt idx="2679">
                  <c:v>0.39797613188976377</c:v>
                </c:pt>
                <c:pt idx="2680">
                  <c:v>0.39797613188976377</c:v>
                </c:pt>
                <c:pt idx="2681">
                  <c:v>0.39828371062992129</c:v>
                </c:pt>
                <c:pt idx="2682">
                  <c:v>0.39828371062992129</c:v>
                </c:pt>
                <c:pt idx="2683">
                  <c:v>0.39859128937007871</c:v>
                </c:pt>
                <c:pt idx="2684">
                  <c:v>0.39859128937007871</c:v>
                </c:pt>
                <c:pt idx="2685">
                  <c:v>0.39886811023622049</c:v>
                </c:pt>
                <c:pt idx="2686">
                  <c:v>0.39886811023622049</c:v>
                </c:pt>
                <c:pt idx="2687">
                  <c:v>0.3991756889763779</c:v>
                </c:pt>
                <c:pt idx="2688">
                  <c:v>0.3991756889763779</c:v>
                </c:pt>
                <c:pt idx="2689">
                  <c:v>0.39945250984251968</c:v>
                </c:pt>
                <c:pt idx="2690">
                  <c:v>0.39945250984251968</c:v>
                </c:pt>
                <c:pt idx="2691">
                  <c:v>0.39976008858267714</c:v>
                </c:pt>
                <c:pt idx="2692">
                  <c:v>0.39976008858267714</c:v>
                </c:pt>
                <c:pt idx="2693">
                  <c:v>0.40006766732283466</c:v>
                </c:pt>
                <c:pt idx="2694">
                  <c:v>0.40006766732283466</c:v>
                </c:pt>
                <c:pt idx="2695">
                  <c:v>0.40034448818897639</c:v>
                </c:pt>
                <c:pt idx="2696">
                  <c:v>0.40034448818897639</c:v>
                </c:pt>
                <c:pt idx="2697">
                  <c:v>0.40065206692913385</c:v>
                </c:pt>
                <c:pt idx="2698">
                  <c:v>0.40065206692913385</c:v>
                </c:pt>
                <c:pt idx="2699">
                  <c:v>0.40095964566929132</c:v>
                </c:pt>
                <c:pt idx="2700">
                  <c:v>0.40095964566929132</c:v>
                </c:pt>
                <c:pt idx="2701">
                  <c:v>0.40123646653543305</c:v>
                </c:pt>
                <c:pt idx="2702">
                  <c:v>0.40123646653543305</c:v>
                </c:pt>
                <c:pt idx="2703">
                  <c:v>0.40154404527559057</c:v>
                </c:pt>
                <c:pt idx="2704">
                  <c:v>0.40154404527559057</c:v>
                </c:pt>
                <c:pt idx="2705">
                  <c:v>0.40185162401574798</c:v>
                </c:pt>
                <c:pt idx="2706">
                  <c:v>0.40185162401574798</c:v>
                </c:pt>
                <c:pt idx="2707">
                  <c:v>0.40212844488188976</c:v>
                </c:pt>
                <c:pt idx="2708">
                  <c:v>0.40212844488188976</c:v>
                </c:pt>
                <c:pt idx="2709">
                  <c:v>0.40243602362204722</c:v>
                </c:pt>
                <c:pt idx="2710">
                  <c:v>0.40243602362204722</c:v>
                </c:pt>
                <c:pt idx="2711">
                  <c:v>0.40274360236220474</c:v>
                </c:pt>
                <c:pt idx="2712">
                  <c:v>0.40274360236220474</c:v>
                </c:pt>
                <c:pt idx="2713">
                  <c:v>0.40302042322834647</c:v>
                </c:pt>
                <c:pt idx="2714">
                  <c:v>0.40302042322834647</c:v>
                </c:pt>
                <c:pt idx="2715">
                  <c:v>0.40332800196850394</c:v>
                </c:pt>
                <c:pt idx="2716">
                  <c:v>0.40332800196850394</c:v>
                </c:pt>
                <c:pt idx="2717">
                  <c:v>0.4036355807086614</c:v>
                </c:pt>
                <c:pt idx="2718">
                  <c:v>0.4036355807086614</c:v>
                </c:pt>
                <c:pt idx="2719">
                  <c:v>0.40391240157480313</c:v>
                </c:pt>
                <c:pt idx="2720">
                  <c:v>0.40391240157480313</c:v>
                </c:pt>
                <c:pt idx="2721">
                  <c:v>0.40421998031496065</c:v>
                </c:pt>
                <c:pt idx="2722">
                  <c:v>0.40421998031496065</c:v>
                </c:pt>
                <c:pt idx="2723">
                  <c:v>0.40452755905511811</c:v>
                </c:pt>
                <c:pt idx="2724">
                  <c:v>0.40452755905511811</c:v>
                </c:pt>
                <c:pt idx="2725">
                  <c:v>0.40480437992125984</c:v>
                </c:pt>
                <c:pt idx="2726">
                  <c:v>0.40480437992125984</c:v>
                </c:pt>
                <c:pt idx="2727">
                  <c:v>0.4051119586614173</c:v>
                </c:pt>
                <c:pt idx="2728">
                  <c:v>0.4051119586614173</c:v>
                </c:pt>
                <c:pt idx="2729">
                  <c:v>0.40541953740157483</c:v>
                </c:pt>
                <c:pt idx="2730">
                  <c:v>0.40541953740157483</c:v>
                </c:pt>
                <c:pt idx="2731">
                  <c:v>0.40569635826771655</c:v>
                </c:pt>
                <c:pt idx="2732">
                  <c:v>0.40569635826771655</c:v>
                </c:pt>
                <c:pt idx="2733">
                  <c:v>0.40600393700787402</c:v>
                </c:pt>
                <c:pt idx="2734">
                  <c:v>0.40600393700787402</c:v>
                </c:pt>
                <c:pt idx="2735">
                  <c:v>0.40631151574803148</c:v>
                </c:pt>
                <c:pt idx="2736">
                  <c:v>0.40631151574803148</c:v>
                </c:pt>
                <c:pt idx="2737">
                  <c:v>0.40658833661417321</c:v>
                </c:pt>
                <c:pt idx="2738">
                  <c:v>0.40658833661417321</c:v>
                </c:pt>
                <c:pt idx="2739">
                  <c:v>0.40689591535433073</c:v>
                </c:pt>
                <c:pt idx="2740">
                  <c:v>0.40689591535433073</c:v>
                </c:pt>
                <c:pt idx="2741">
                  <c:v>0.40720349409448819</c:v>
                </c:pt>
                <c:pt idx="2742">
                  <c:v>0.40720349409448819</c:v>
                </c:pt>
                <c:pt idx="2743">
                  <c:v>0.40748031496062992</c:v>
                </c:pt>
                <c:pt idx="2744">
                  <c:v>0.40748031496062992</c:v>
                </c:pt>
                <c:pt idx="2745">
                  <c:v>0.40778789370078738</c:v>
                </c:pt>
                <c:pt idx="2746">
                  <c:v>0.40778789370078738</c:v>
                </c:pt>
                <c:pt idx="2747">
                  <c:v>0.40809547244094491</c:v>
                </c:pt>
                <c:pt idx="2748">
                  <c:v>0.40809547244094491</c:v>
                </c:pt>
                <c:pt idx="2749">
                  <c:v>0.40837229330708663</c:v>
                </c:pt>
                <c:pt idx="2750">
                  <c:v>0.40837229330708663</c:v>
                </c:pt>
                <c:pt idx="2751">
                  <c:v>0.4086798720472441</c:v>
                </c:pt>
                <c:pt idx="2752">
                  <c:v>0.4086798720472441</c:v>
                </c:pt>
                <c:pt idx="2753">
                  <c:v>0.40895669291338582</c:v>
                </c:pt>
                <c:pt idx="2754">
                  <c:v>0.40895669291338582</c:v>
                </c:pt>
                <c:pt idx="2755">
                  <c:v>0.40926427165354329</c:v>
                </c:pt>
                <c:pt idx="2756">
                  <c:v>0.40926427165354329</c:v>
                </c:pt>
                <c:pt idx="2757">
                  <c:v>0.40957185039370081</c:v>
                </c:pt>
                <c:pt idx="2758">
                  <c:v>0.40957185039370081</c:v>
                </c:pt>
                <c:pt idx="2759">
                  <c:v>0.40984867125984253</c:v>
                </c:pt>
                <c:pt idx="2760">
                  <c:v>0.40984867125984253</c:v>
                </c:pt>
                <c:pt idx="2761">
                  <c:v>0.41015625</c:v>
                </c:pt>
                <c:pt idx="2762">
                  <c:v>0.41015625</c:v>
                </c:pt>
                <c:pt idx="2763">
                  <c:v>0.41046382874015747</c:v>
                </c:pt>
                <c:pt idx="2764">
                  <c:v>0.41046382874015747</c:v>
                </c:pt>
                <c:pt idx="2765">
                  <c:v>0.41074064960629919</c:v>
                </c:pt>
                <c:pt idx="2766">
                  <c:v>0.41074064960629919</c:v>
                </c:pt>
                <c:pt idx="2767">
                  <c:v>0.41104822834645671</c:v>
                </c:pt>
                <c:pt idx="2768">
                  <c:v>0.41104822834645671</c:v>
                </c:pt>
                <c:pt idx="2769">
                  <c:v>0.41135580708661418</c:v>
                </c:pt>
                <c:pt idx="2770">
                  <c:v>0.41135580708661418</c:v>
                </c:pt>
                <c:pt idx="2771">
                  <c:v>0.4116326279527559</c:v>
                </c:pt>
                <c:pt idx="2772">
                  <c:v>0.4116326279527559</c:v>
                </c:pt>
                <c:pt idx="2773">
                  <c:v>0.41194020669291337</c:v>
                </c:pt>
                <c:pt idx="2774">
                  <c:v>0.41194020669291337</c:v>
                </c:pt>
                <c:pt idx="2775">
                  <c:v>0.41224778543307089</c:v>
                </c:pt>
                <c:pt idx="2776">
                  <c:v>0.41224778543307089</c:v>
                </c:pt>
                <c:pt idx="2777">
                  <c:v>0.41252460629921262</c:v>
                </c:pt>
                <c:pt idx="2778">
                  <c:v>0.41252460629921262</c:v>
                </c:pt>
                <c:pt idx="2779">
                  <c:v>0.41283218503937008</c:v>
                </c:pt>
                <c:pt idx="2780">
                  <c:v>0.41283218503937008</c:v>
                </c:pt>
                <c:pt idx="2781">
                  <c:v>0.41313976377952755</c:v>
                </c:pt>
                <c:pt idx="2782">
                  <c:v>0.41313976377952755</c:v>
                </c:pt>
                <c:pt idx="2783">
                  <c:v>0.41341658464566927</c:v>
                </c:pt>
                <c:pt idx="2784">
                  <c:v>0.41341658464566927</c:v>
                </c:pt>
                <c:pt idx="2785">
                  <c:v>0.41372416338582679</c:v>
                </c:pt>
                <c:pt idx="2786">
                  <c:v>0.41372416338582679</c:v>
                </c:pt>
                <c:pt idx="2787">
                  <c:v>0.41403174212598426</c:v>
                </c:pt>
                <c:pt idx="2788">
                  <c:v>0.41403174212598426</c:v>
                </c:pt>
                <c:pt idx="2789">
                  <c:v>0.41430856299212598</c:v>
                </c:pt>
                <c:pt idx="2790">
                  <c:v>0.41430856299212598</c:v>
                </c:pt>
                <c:pt idx="2791">
                  <c:v>0.41461614173228345</c:v>
                </c:pt>
                <c:pt idx="2792">
                  <c:v>0.41461614173228345</c:v>
                </c:pt>
                <c:pt idx="2793">
                  <c:v>0.41492372047244097</c:v>
                </c:pt>
                <c:pt idx="2794">
                  <c:v>0.41492372047244097</c:v>
                </c:pt>
                <c:pt idx="2795">
                  <c:v>0.4152005413385827</c:v>
                </c:pt>
                <c:pt idx="2796">
                  <c:v>0.4152005413385827</c:v>
                </c:pt>
                <c:pt idx="2797">
                  <c:v>0.41550812007874016</c:v>
                </c:pt>
                <c:pt idx="2798">
                  <c:v>0.41550812007874016</c:v>
                </c:pt>
                <c:pt idx="2799">
                  <c:v>0.41581569881889763</c:v>
                </c:pt>
                <c:pt idx="2800">
                  <c:v>0.41581569881889763</c:v>
                </c:pt>
                <c:pt idx="2801">
                  <c:v>0.41609251968503935</c:v>
                </c:pt>
                <c:pt idx="2802">
                  <c:v>0.41609251968503935</c:v>
                </c:pt>
                <c:pt idx="2803">
                  <c:v>0.41640009842519687</c:v>
                </c:pt>
                <c:pt idx="2804">
                  <c:v>0.41640009842519687</c:v>
                </c:pt>
                <c:pt idx="2805">
                  <c:v>0.41670767716535434</c:v>
                </c:pt>
                <c:pt idx="2806">
                  <c:v>0.41670767716535434</c:v>
                </c:pt>
                <c:pt idx="2807">
                  <c:v>0.41698449803149606</c:v>
                </c:pt>
                <c:pt idx="2808">
                  <c:v>0.41698449803149606</c:v>
                </c:pt>
                <c:pt idx="2809">
                  <c:v>0.41729207677165353</c:v>
                </c:pt>
                <c:pt idx="2810">
                  <c:v>0.41729207677165353</c:v>
                </c:pt>
                <c:pt idx="2811">
                  <c:v>0.417599655511811</c:v>
                </c:pt>
                <c:pt idx="2812">
                  <c:v>0.417599655511811</c:v>
                </c:pt>
                <c:pt idx="2813">
                  <c:v>0.41787647637795278</c:v>
                </c:pt>
                <c:pt idx="2814">
                  <c:v>0.41787647637795278</c:v>
                </c:pt>
                <c:pt idx="2815">
                  <c:v>0.41818405511811024</c:v>
                </c:pt>
                <c:pt idx="2816">
                  <c:v>0.41818405511811024</c:v>
                </c:pt>
                <c:pt idx="2817">
                  <c:v>0.41846087598425202</c:v>
                </c:pt>
                <c:pt idx="2818">
                  <c:v>0.41846087598425202</c:v>
                </c:pt>
                <c:pt idx="2819">
                  <c:v>0.41876845472440943</c:v>
                </c:pt>
                <c:pt idx="2820">
                  <c:v>0.41876845472440943</c:v>
                </c:pt>
                <c:pt idx="2821">
                  <c:v>0.41907603346456695</c:v>
                </c:pt>
                <c:pt idx="2822">
                  <c:v>0.41907603346456695</c:v>
                </c:pt>
                <c:pt idx="2823">
                  <c:v>0.41935285433070868</c:v>
                </c:pt>
                <c:pt idx="2824">
                  <c:v>0.41935285433070868</c:v>
                </c:pt>
                <c:pt idx="2825">
                  <c:v>0.41966043307086615</c:v>
                </c:pt>
                <c:pt idx="2826">
                  <c:v>0.41966043307086615</c:v>
                </c:pt>
                <c:pt idx="2827">
                  <c:v>0.41996801181102361</c:v>
                </c:pt>
                <c:pt idx="2828">
                  <c:v>0.41996801181102361</c:v>
                </c:pt>
                <c:pt idx="2829">
                  <c:v>0.42024483267716534</c:v>
                </c:pt>
                <c:pt idx="2830">
                  <c:v>0.42024483267716534</c:v>
                </c:pt>
                <c:pt idx="2831">
                  <c:v>0.42055241141732286</c:v>
                </c:pt>
                <c:pt idx="2832">
                  <c:v>0.42055241141732286</c:v>
                </c:pt>
                <c:pt idx="2833">
                  <c:v>0.42085999015748032</c:v>
                </c:pt>
                <c:pt idx="2834">
                  <c:v>0.42085999015748032</c:v>
                </c:pt>
                <c:pt idx="2835">
                  <c:v>0.4211368110236221</c:v>
                </c:pt>
                <c:pt idx="2836">
                  <c:v>0.4211368110236221</c:v>
                </c:pt>
                <c:pt idx="2837">
                  <c:v>0.42144438976377951</c:v>
                </c:pt>
                <c:pt idx="2838">
                  <c:v>0.42144438976377951</c:v>
                </c:pt>
                <c:pt idx="2839">
                  <c:v>0.42175196850393698</c:v>
                </c:pt>
                <c:pt idx="2840">
                  <c:v>0.42175196850393698</c:v>
                </c:pt>
                <c:pt idx="2841">
                  <c:v>0.42202878937007871</c:v>
                </c:pt>
                <c:pt idx="2842">
                  <c:v>0.42202878937007871</c:v>
                </c:pt>
                <c:pt idx="2843">
                  <c:v>0.42233636811023623</c:v>
                </c:pt>
                <c:pt idx="2844">
                  <c:v>0.42233636811023623</c:v>
                </c:pt>
                <c:pt idx="2845">
                  <c:v>0.42264394685039369</c:v>
                </c:pt>
                <c:pt idx="2846">
                  <c:v>0.42264394685039369</c:v>
                </c:pt>
                <c:pt idx="2847">
                  <c:v>0.42292076771653542</c:v>
                </c:pt>
                <c:pt idx="2848">
                  <c:v>0.42292076771653542</c:v>
                </c:pt>
                <c:pt idx="2849">
                  <c:v>0.42322834645669294</c:v>
                </c:pt>
                <c:pt idx="2850">
                  <c:v>0.42322834645669294</c:v>
                </c:pt>
                <c:pt idx="2851">
                  <c:v>0.4235359251968504</c:v>
                </c:pt>
                <c:pt idx="2852">
                  <c:v>0.4235359251968504</c:v>
                </c:pt>
                <c:pt idx="2853">
                  <c:v>0.42381274606299218</c:v>
                </c:pt>
                <c:pt idx="2854">
                  <c:v>0.42381274606299218</c:v>
                </c:pt>
                <c:pt idx="2855">
                  <c:v>0.4241203248031496</c:v>
                </c:pt>
                <c:pt idx="2856">
                  <c:v>0.4241203248031496</c:v>
                </c:pt>
                <c:pt idx="2857">
                  <c:v>0.42442790354330706</c:v>
                </c:pt>
                <c:pt idx="2858">
                  <c:v>0.42442790354330706</c:v>
                </c:pt>
                <c:pt idx="2859">
                  <c:v>0.42470472440944879</c:v>
                </c:pt>
                <c:pt idx="2860">
                  <c:v>0.42470472440944879</c:v>
                </c:pt>
                <c:pt idx="2861">
                  <c:v>0.42501230314960631</c:v>
                </c:pt>
                <c:pt idx="2862">
                  <c:v>0.42501230314960631</c:v>
                </c:pt>
                <c:pt idx="2863">
                  <c:v>0.42531988188976377</c:v>
                </c:pt>
                <c:pt idx="2864">
                  <c:v>0.42531988188976377</c:v>
                </c:pt>
                <c:pt idx="2865">
                  <c:v>0.4255967027559055</c:v>
                </c:pt>
                <c:pt idx="2866">
                  <c:v>0.4255967027559055</c:v>
                </c:pt>
                <c:pt idx="2867">
                  <c:v>0.42590428149606302</c:v>
                </c:pt>
                <c:pt idx="2868">
                  <c:v>0.42590428149606302</c:v>
                </c:pt>
                <c:pt idx="2869">
                  <c:v>0.42621186023622049</c:v>
                </c:pt>
                <c:pt idx="2870">
                  <c:v>0.42621186023622049</c:v>
                </c:pt>
                <c:pt idx="2871">
                  <c:v>0.42648868110236221</c:v>
                </c:pt>
                <c:pt idx="2872">
                  <c:v>0.42648868110236221</c:v>
                </c:pt>
                <c:pt idx="2873">
                  <c:v>0.42679625984251968</c:v>
                </c:pt>
                <c:pt idx="2874">
                  <c:v>0.42679625984251968</c:v>
                </c:pt>
                <c:pt idx="2875">
                  <c:v>0.42710383858267714</c:v>
                </c:pt>
                <c:pt idx="2876">
                  <c:v>0.42710383858267714</c:v>
                </c:pt>
                <c:pt idx="2877">
                  <c:v>0.42738065944881892</c:v>
                </c:pt>
                <c:pt idx="2878">
                  <c:v>0.42738065944881892</c:v>
                </c:pt>
                <c:pt idx="2879">
                  <c:v>0.42768823818897639</c:v>
                </c:pt>
                <c:pt idx="2880">
                  <c:v>0.42768823818897639</c:v>
                </c:pt>
                <c:pt idx="2881">
                  <c:v>0.42796505905511811</c:v>
                </c:pt>
                <c:pt idx="2882">
                  <c:v>0.42796505905511811</c:v>
                </c:pt>
                <c:pt idx="2883">
                  <c:v>0.42827263779527558</c:v>
                </c:pt>
                <c:pt idx="2884">
                  <c:v>0.42827263779527558</c:v>
                </c:pt>
                <c:pt idx="2885">
                  <c:v>0.42858021653543305</c:v>
                </c:pt>
                <c:pt idx="2886">
                  <c:v>0.42858021653543305</c:v>
                </c:pt>
                <c:pt idx="2887">
                  <c:v>0.42885703740157483</c:v>
                </c:pt>
                <c:pt idx="2888">
                  <c:v>0.42885703740157483</c:v>
                </c:pt>
                <c:pt idx="2889">
                  <c:v>0.42916461614173229</c:v>
                </c:pt>
                <c:pt idx="2890">
                  <c:v>0.42916461614173229</c:v>
                </c:pt>
                <c:pt idx="2891">
                  <c:v>0.42947219488188976</c:v>
                </c:pt>
                <c:pt idx="2892">
                  <c:v>0.42947219488188976</c:v>
                </c:pt>
                <c:pt idx="2893">
                  <c:v>0.42974901574803148</c:v>
                </c:pt>
                <c:pt idx="2894">
                  <c:v>0.42974901574803148</c:v>
                </c:pt>
                <c:pt idx="2895">
                  <c:v>0.430056594488189</c:v>
                </c:pt>
                <c:pt idx="2896">
                  <c:v>0.430056594488189</c:v>
                </c:pt>
                <c:pt idx="2897">
                  <c:v>0.43036417322834647</c:v>
                </c:pt>
                <c:pt idx="2898">
                  <c:v>0.43036417322834647</c:v>
                </c:pt>
                <c:pt idx="2899">
                  <c:v>0.43064099409448819</c:v>
                </c:pt>
                <c:pt idx="2900">
                  <c:v>0.43064099409448819</c:v>
                </c:pt>
                <c:pt idx="2901">
                  <c:v>0.43094857283464566</c:v>
                </c:pt>
                <c:pt idx="2902">
                  <c:v>0.43094857283464566</c:v>
                </c:pt>
                <c:pt idx="2903">
                  <c:v>0.43125615157480313</c:v>
                </c:pt>
                <c:pt idx="2904">
                  <c:v>0.43125615157480313</c:v>
                </c:pt>
                <c:pt idx="2905">
                  <c:v>0.43153297244094491</c:v>
                </c:pt>
                <c:pt idx="2906">
                  <c:v>0.43153297244094491</c:v>
                </c:pt>
                <c:pt idx="2907">
                  <c:v>0.43184055118110237</c:v>
                </c:pt>
                <c:pt idx="2908">
                  <c:v>0.43184055118110237</c:v>
                </c:pt>
                <c:pt idx="2909">
                  <c:v>0.43214812992125984</c:v>
                </c:pt>
                <c:pt idx="2910">
                  <c:v>0.43214812992125984</c:v>
                </c:pt>
                <c:pt idx="2911">
                  <c:v>0.43242495078740162</c:v>
                </c:pt>
                <c:pt idx="2912">
                  <c:v>0.43242495078740162</c:v>
                </c:pt>
                <c:pt idx="2913">
                  <c:v>0.43273252952755903</c:v>
                </c:pt>
                <c:pt idx="2914">
                  <c:v>0.43273252952755903</c:v>
                </c:pt>
                <c:pt idx="2915">
                  <c:v>0.43304010826771655</c:v>
                </c:pt>
                <c:pt idx="2916">
                  <c:v>0.43304010826771655</c:v>
                </c:pt>
                <c:pt idx="2917">
                  <c:v>0.43331692913385828</c:v>
                </c:pt>
                <c:pt idx="2918">
                  <c:v>0.43331692913385828</c:v>
                </c:pt>
                <c:pt idx="2919">
                  <c:v>0.43362450787401574</c:v>
                </c:pt>
                <c:pt idx="2920">
                  <c:v>0.43362450787401574</c:v>
                </c:pt>
                <c:pt idx="2921">
                  <c:v>0.43393208661417321</c:v>
                </c:pt>
                <c:pt idx="2922">
                  <c:v>0.43393208661417321</c:v>
                </c:pt>
                <c:pt idx="2923">
                  <c:v>0.43420890748031499</c:v>
                </c:pt>
                <c:pt idx="2924">
                  <c:v>0.43420890748031499</c:v>
                </c:pt>
                <c:pt idx="2925">
                  <c:v>0.43451648622047245</c:v>
                </c:pt>
                <c:pt idx="2926">
                  <c:v>0.43451648622047245</c:v>
                </c:pt>
                <c:pt idx="2927">
                  <c:v>0.43482406496062992</c:v>
                </c:pt>
                <c:pt idx="2928">
                  <c:v>0.43482406496062992</c:v>
                </c:pt>
                <c:pt idx="2929">
                  <c:v>0.4351008858267717</c:v>
                </c:pt>
                <c:pt idx="2930">
                  <c:v>0.4351008858267717</c:v>
                </c:pt>
                <c:pt idx="2931">
                  <c:v>0.43540846456692911</c:v>
                </c:pt>
                <c:pt idx="2932">
                  <c:v>0.43540846456692911</c:v>
                </c:pt>
                <c:pt idx="2933">
                  <c:v>0.43571604330708663</c:v>
                </c:pt>
                <c:pt idx="2934">
                  <c:v>0.43571604330708663</c:v>
                </c:pt>
                <c:pt idx="2935">
                  <c:v>0.4359928641732283</c:v>
                </c:pt>
                <c:pt idx="2936">
                  <c:v>0.4359928641732283</c:v>
                </c:pt>
                <c:pt idx="2937">
                  <c:v>0.43630044291338582</c:v>
                </c:pt>
                <c:pt idx="2938">
                  <c:v>0.43630044291338582</c:v>
                </c:pt>
                <c:pt idx="2939">
                  <c:v>0.43660802165354329</c:v>
                </c:pt>
                <c:pt idx="2940">
                  <c:v>0.43660802165354329</c:v>
                </c:pt>
                <c:pt idx="2941">
                  <c:v>0.43688484251968501</c:v>
                </c:pt>
                <c:pt idx="2942">
                  <c:v>0.43688484251968501</c:v>
                </c:pt>
                <c:pt idx="2943">
                  <c:v>0.43719242125984253</c:v>
                </c:pt>
                <c:pt idx="2944">
                  <c:v>0.43719242125984253</c:v>
                </c:pt>
                <c:pt idx="2945">
                  <c:v>0.4375</c:v>
                </c:pt>
                <c:pt idx="2946">
                  <c:v>0.4375</c:v>
                </c:pt>
                <c:pt idx="2947">
                  <c:v>0.43777682086614172</c:v>
                </c:pt>
                <c:pt idx="2948">
                  <c:v>0.43777682086614172</c:v>
                </c:pt>
                <c:pt idx="2949">
                  <c:v>0.43808439960629919</c:v>
                </c:pt>
                <c:pt idx="2950">
                  <c:v>0.43808439960629919</c:v>
                </c:pt>
                <c:pt idx="2951">
                  <c:v>0.43836122047244097</c:v>
                </c:pt>
                <c:pt idx="2952">
                  <c:v>0.43836122047244097</c:v>
                </c:pt>
                <c:pt idx="2953">
                  <c:v>0.43866879921259838</c:v>
                </c:pt>
                <c:pt idx="2954">
                  <c:v>0.43866879921259838</c:v>
                </c:pt>
                <c:pt idx="2955">
                  <c:v>0.4389763779527559</c:v>
                </c:pt>
                <c:pt idx="2956">
                  <c:v>0.4389763779527559</c:v>
                </c:pt>
                <c:pt idx="2957">
                  <c:v>0.43925319881889763</c:v>
                </c:pt>
                <c:pt idx="2958">
                  <c:v>0.43925319881889763</c:v>
                </c:pt>
                <c:pt idx="2959">
                  <c:v>0.43956077755905509</c:v>
                </c:pt>
                <c:pt idx="2960">
                  <c:v>0.43956077755905509</c:v>
                </c:pt>
                <c:pt idx="2961">
                  <c:v>0.43986835629921262</c:v>
                </c:pt>
                <c:pt idx="2962">
                  <c:v>0.43986835629921262</c:v>
                </c:pt>
                <c:pt idx="2963">
                  <c:v>0.44014517716535434</c:v>
                </c:pt>
                <c:pt idx="2964">
                  <c:v>0.44014517716535434</c:v>
                </c:pt>
                <c:pt idx="2965">
                  <c:v>0.44045275590551181</c:v>
                </c:pt>
                <c:pt idx="2966">
                  <c:v>0.44045275590551181</c:v>
                </c:pt>
                <c:pt idx="2967">
                  <c:v>0.44076033464566927</c:v>
                </c:pt>
                <c:pt idx="2968">
                  <c:v>0.44076033464566927</c:v>
                </c:pt>
                <c:pt idx="2969">
                  <c:v>0.441037155511811</c:v>
                </c:pt>
                <c:pt idx="2970">
                  <c:v>0.441037155511811</c:v>
                </c:pt>
                <c:pt idx="2971">
                  <c:v>0.44134473425196852</c:v>
                </c:pt>
                <c:pt idx="2972">
                  <c:v>0.44134473425196852</c:v>
                </c:pt>
                <c:pt idx="2973">
                  <c:v>0.44165231299212598</c:v>
                </c:pt>
                <c:pt idx="2974">
                  <c:v>0.44165231299212598</c:v>
                </c:pt>
                <c:pt idx="2975">
                  <c:v>0.44192913385826771</c:v>
                </c:pt>
                <c:pt idx="2976">
                  <c:v>0.44192913385826771</c:v>
                </c:pt>
                <c:pt idx="2977">
                  <c:v>0.44223671259842517</c:v>
                </c:pt>
                <c:pt idx="2978">
                  <c:v>0.44223671259842517</c:v>
                </c:pt>
                <c:pt idx="2979">
                  <c:v>0.4425442913385827</c:v>
                </c:pt>
                <c:pt idx="2980">
                  <c:v>0.4425442913385827</c:v>
                </c:pt>
                <c:pt idx="2981">
                  <c:v>0.44282111220472442</c:v>
                </c:pt>
                <c:pt idx="2982">
                  <c:v>0.44282111220472442</c:v>
                </c:pt>
                <c:pt idx="2983">
                  <c:v>0.44312869094488189</c:v>
                </c:pt>
                <c:pt idx="2984">
                  <c:v>0.44312869094488189</c:v>
                </c:pt>
                <c:pt idx="2985">
                  <c:v>0.44343626968503935</c:v>
                </c:pt>
                <c:pt idx="2986">
                  <c:v>0.44343626968503935</c:v>
                </c:pt>
                <c:pt idx="2987">
                  <c:v>0.44371309055118108</c:v>
                </c:pt>
                <c:pt idx="2988">
                  <c:v>0.44371309055118108</c:v>
                </c:pt>
                <c:pt idx="2989">
                  <c:v>0.4440206692913386</c:v>
                </c:pt>
                <c:pt idx="2990">
                  <c:v>0.4440206692913386</c:v>
                </c:pt>
                <c:pt idx="2991">
                  <c:v>0.44432824803149606</c:v>
                </c:pt>
                <c:pt idx="2992">
                  <c:v>0.44432824803149606</c:v>
                </c:pt>
                <c:pt idx="2993">
                  <c:v>0.44460506889763779</c:v>
                </c:pt>
                <c:pt idx="2994">
                  <c:v>0.44460506889763779</c:v>
                </c:pt>
                <c:pt idx="2995">
                  <c:v>0.44491264763779526</c:v>
                </c:pt>
                <c:pt idx="2996">
                  <c:v>0.44491264763779526</c:v>
                </c:pt>
                <c:pt idx="2997">
                  <c:v>0.44522022637795278</c:v>
                </c:pt>
                <c:pt idx="2998">
                  <c:v>0.44522022637795278</c:v>
                </c:pt>
                <c:pt idx="2999">
                  <c:v>0.4454970472440945</c:v>
                </c:pt>
                <c:pt idx="3000">
                  <c:v>0.4454970472440945</c:v>
                </c:pt>
                <c:pt idx="3001">
                  <c:v>0.44580462598425202</c:v>
                </c:pt>
                <c:pt idx="3002">
                  <c:v>0.44580462598425202</c:v>
                </c:pt>
                <c:pt idx="3003">
                  <c:v>0.44611220472440943</c:v>
                </c:pt>
                <c:pt idx="3004">
                  <c:v>0.44611220472440943</c:v>
                </c:pt>
                <c:pt idx="3005">
                  <c:v>0.44638902559055121</c:v>
                </c:pt>
                <c:pt idx="3006">
                  <c:v>0.44638902559055121</c:v>
                </c:pt>
                <c:pt idx="3007">
                  <c:v>0.44669660433070868</c:v>
                </c:pt>
                <c:pt idx="3008">
                  <c:v>0.44669660433070868</c:v>
                </c:pt>
                <c:pt idx="3009">
                  <c:v>0.44700418307086615</c:v>
                </c:pt>
                <c:pt idx="3010">
                  <c:v>0.44700418307086615</c:v>
                </c:pt>
                <c:pt idx="3011">
                  <c:v>0.44728100393700782</c:v>
                </c:pt>
                <c:pt idx="3012">
                  <c:v>0.44728100393700782</c:v>
                </c:pt>
                <c:pt idx="3013">
                  <c:v>0.44758858267716534</c:v>
                </c:pt>
                <c:pt idx="3014">
                  <c:v>0.44758858267716534</c:v>
                </c:pt>
                <c:pt idx="3015">
                  <c:v>0.44786540354330706</c:v>
                </c:pt>
                <c:pt idx="3016">
                  <c:v>0.44786540354330706</c:v>
                </c:pt>
                <c:pt idx="3017">
                  <c:v>0.44817298228346458</c:v>
                </c:pt>
                <c:pt idx="3018">
                  <c:v>0.44817298228346458</c:v>
                </c:pt>
                <c:pt idx="3019">
                  <c:v>0.4484805610236221</c:v>
                </c:pt>
                <c:pt idx="3020">
                  <c:v>0.4484805610236221</c:v>
                </c:pt>
                <c:pt idx="3021">
                  <c:v>0.44875738188976377</c:v>
                </c:pt>
                <c:pt idx="3022">
                  <c:v>0.44875738188976377</c:v>
                </c:pt>
                <c:pt idx="3023">
                  <c:v>0.44906496062992129</c:v>
                </c:pt>
                <c:pt idx="3024">
                  <c:v>0.44906496062992129</c:v>
                </c:pt>
                <c:pt idx="3025">
                  <c:v>0.44937253937007871</c:v>
                </c:pt>
                <c:pt idx="3026">
                  <c:v>0.44937253937007871</c:v>
                </c:pt>
                <c:pt idx="3027">
                  <c:v>0.44964936023622049</c:v>
                </c:pt>
                <c:pt idx="3028">
                  <c:v>0.44964936023622049</c:v>
                </c:pt>
                <c:pt idx="3029">
                  <c:v>0.4499569389763779</c:v>
                </c:pt>
                <c:pt idx="3030">
                  <c:v>0.4499569389763779</c:v>
                </c:pt>
                <c:pt idx="3031">
                  <c:v>0.45026451771653542</c:v>
                </c:pt>
                <c:pt idx="3032">
                  <c:v>0.45026451771653542</c:v>
                </c:pt>
                <c:pt idx="3033">
                  <c:v>0.45054133858267714</c:v>
                </c:pt>
                <c:pt idx="3034">
                  <c:v>0.45054133858267714</c:v>
                </c:pt>
                <c:pt idx="3035">
                  <c:v>0.45084891732283466</c:v>
                </c:pt>
                <c:pt idx="3036">
                  <c:v>0.45084891732283466</c:v>
                </c:pt>
                <c:pt idx="3037">
                  <c:v>0.45115649606299218</c:v>
                </c:pt>
                <c:pt idx="3038">
                  <c:v>0.45115649606299218</c:v>
                </c:pt>
                <c:pt idx="3039">
                  <c:v>0.45143331692913385</c:v>
                </c:pt>
                <c:pt idx="3040">
                  <c:v>0.45143331692913385</c:v>
                </c:pt>
                <c:pt idx="3041">
                  <c:v>0.45174089566929132</c:v>
                </c:pt>
                <c:pt idx="3042">
                  <c:v>0.45174089566929132</c:v>
                </c:pt>
                <c:pt idx="3043">
                  <c:v>0.45204847440944879</c:v>
                </c:pt>
                <c:pt idx="3044">
                  <c:v>0.45204847440944879</c:v>
                </c:pt>
                <c:pt idx="3045">
                  <c:v>0.45232529527559057</c:v>
                </c:pt>
                <c:pt idx="3046">
                  <c:v>0.45232529527559057</c:v>
                </c:pt>
                <c:pt idx="3047">
                  <c:v>0.45263287401574798</c:v>
                </c:pt>
                <c:pt idx="3048">
                  <c:v>0.45263287401574798</c:v>
                </c:pt>
                <c:pt idx="3049">
                  <c:v>0.4529404527559055</c:v>
                </c:pt>
                <c:pt idx="3050">
                  <c:v>0.4529404527559055</c:v>
                </c:pt>
                <c:pt idx="3051">
                  <c:v>0.45321727362204722</c:v>
                </c:pt>
                <c:pt idx="3052">
                  <c:v>0.45321727362204722</c:v>
                </c:pt>
                <c:pt idx="3053">
                  <c:v>0.45352485236220474</c:v>
                </c:pt>
                <c:pt idx="3054">
                  <c:v>0.45352485236220474</c:v>
                </c:pt>
                <c:pt idx="3055">
                  <c:v>0.45383243110236221</c:v>
                </c:pt>
                <c:pt idx="3056">
                  <c:v>0.45383243110236221</c:v>
                </c:pt>
                <c:pt idx="3057">
                  <c:v>0.45410925196850394</c:v>
                </c:pt>
                <c:pt idx="3058">
                  <c:v>0.45410925196850394</c:v>
                </c:pt>
                <c:pt idx="3059">
                  <c:v>0.4544168307086614</c:v>
                </c:pt>
                <c:pt idx="3060">
                  <c:v>0.4544168307086614</c:v>
                </c:pt>
                <c:pt idx="3061">
                  <c:v>0.45472440944881892</c:v>
                </c:pt>
                <c:pt idx="3062">
                  <c:v>0.45472440944881892</c:v>
                </c:pt>
                <c:pt idx="3063">
                  <c:v>0.45500123031496065</c:v>
                </c:pt>
                <c:pt idx="3064">
                  <c:v>0.45500123031496065</c:v>
                </c:pt>
                <c:pt idx="3065">
                  <c:v>0.45530880905511811</c:v>
                </c:pt>
                <c:pt idx="3066">
                  <c:v>0.45530880905511811</c:v>
                </c:pt>
                <c:pt idx="3067">
                  <c:v>0.45561638779527558</c:v>
                </c:pt>
                <c:pt idx="3068">
                  <c:v>0.45561638779527558</c:v>
                </c:pt>
                <c:pt idx="3069">
                  <c:v>0.4558932086614173</c:v>
                </c:pt>
                <c:pt idx="3070">
                  <c:v>0.4558932086614173</c:v>
                </c:pt>
                <c:pt idx="3071">
                  <c:v>0.45620078740157483</c:v>
                </c:pt>
                <c:pt idx="3072">
                  <c:v>0.45620078740157483</c:v>
                </c:pt>
                <c:pt idx="3073">
                  <c:v>0.45650836614173229</c:v>
                </c:pt>
                <c:pt idx="3074">
                  <c:v>0.45650836614173229</c:v>
                </c:pt>
                <c:pt idx="3075">
                  <c:v>0.45678518700787402</c:v>
                </c:pt>
                <c:pt idx="3076">
                  <c:v>0.45678518700787402</c:v>
                </c:pt>
                <c:pt idx="3077">
                  <c:v>0.45709276574803148</c:v>
                </c:pt>
                <c:pt idx="3078">
                  <c:v>0.45709276574803148</c:v>
                </c:pt>
                <c:pt idx="3079">
                  <c:v>0.45736958661417321</c:v>
                </c:pt>
                <c:pt idx="3080">
                  <c:v>0.45736958661417321</c:v>
                </c:pt>
                <c:pt idx="3081">
                  <c:v>0.45767716535433073</c:v>
                </c:pt>
                <c:pt idx="3082">
                  <c:v>0.45767716535433073</c:v>
                </c:pt>
                <c:pt idx="3083">
                  <c:v>0.45798474409448819</c:v>
                </c:pt>
                <c:pt idx="3084">
                  <c:v>0.45798474409448819</c:v>
                </c:pt>
                <c:pt idx="3085">
                  <c:v>0.45826156496062992</c:v>
                </c:pt>
                <c:pt idx="3086">
                  <c:v>0.45826156496062992</c:v>
                </c:pt>
                <c:pt idx="3087">
                  <c:v>0.45856914370078738</c:v>
                </c:pt>
                <c:pt idx="3088">
                  <c:v>0.45856914370078738</c:v>
                </c:pt>
                <c:pt idx="3089">
                  <c:v>0.45887672244094491</c:v>
                </c:pt>
                <c:pt idx="3090">
                  <c:v>0.45887672244094491</c:v>
                </c:pt>
                <c:pt idx="3091">
                  <c:v>0.45915354330708663</c:v>
                </c:pt>
                <c:pt idx="3092">
                  <c:v>0.45915354330708663</c:v>
                </c:pt>
                <c:pt idx="3093">
                  <c:v>0.4594611220472441</c:v>
                </c:pt>
                <c:pt idx="3094">
                  <c:v>0.4594611220472441</c:v>
                </c:pt>
                <c:pt idx="3095">
                  <c:v>0.45976870078740162</c:v>
                </c:pt>
                <c:pt idx="3096">
                  <c:v>0.45976870078740162</c:v>
                </c:pt>
                <c:pt idx="3097">
                  <c:v>0.46004552165354329</c:v>
                </c:pt>
                <c:pt idx="3098">
                  <c:v>0.46004552165354329</c:v>
                </c:pt>
                <c:pt idx="3099">
                  <c:v>0.46035310039370081</c:v>
                </c:pt>
                <c:pt idx="3100">
                  <c:v>0.46035310039370081</c:v>
                </c:pt>
                <c:pt idx="3101">
                  <c:v>0.46066067913385828</c:v>
                </c:pt>
                <c:pt idx="3102">
                  <c:v>0.46066067913385828</c:v>
                </c:pt>
                <c:pt idx="3103">
                  <c:v>0.4609375</c:v>
                </c:pt>
                <c:pt idx="3104">
                  <c:v>0.4609375</c:v>
                </c:pt>
                <c:pt idx="3105">
                  <c:v>0.46124507874015747</c:v>
                </c:pt>
                <c:pt idx="3106">
                  <c:v>0.46124507874015747</c:v>
                </c:pt>
                <c:pt idx="3107">
                  <c:v>0.46155265748031499</c:v>
                </c:pt>
                <c:pt idx="3108">
                  <c:v>0.46155265748031499</c:v>
                </c:pt>
                <c:pt idx="3109">
                  <c:v>0.46182947834645671</c:v>
                </c:pt>
                <c:pt idx="3110">
                  <c:v>0.46182947834645671</c:v>
                </c:pt>
                <c:pt idx="3111">
                  <c:v>0.46213705708661418</c:v>
                </c:pt>
                <c:pt idx="3112">
                  <c:v>0.46213705708661418</c:v>
                </c:pt>
                <c:pt idx="3113">
                  <c:v>0.4624446358267717</c:v>
                </c:pt>
                <c:pt idx="3114">
                  <c:v>0.4624446358267717</c:v>
                </c:pt>
                <c:pt idx="3115">
                  <c:v>0.46272145669291337</c:v>
                </c:pt>
                <c:pt idx="3116">
                  <c:v>0.46272145669291337</c:v>
                </c:pt>
                <c:pt idx="3117">
                  <c:v>0.46302903543307089</c:v>
                </c:pt>
                <c:pt idx="3118">
                  <c:v>0.46302903543307089</c:v>
                </c:pt>
                <c:pt idx="3119">
                  <c:v>0.4633366141732283</c:v>
                </c:pt>
                <c:pt idx="3120">
                  <c:v>0.4633366141732283</c:v>
                </c:pt>
                <c:pt idx="3121">
                  <c:v>0.46361343503937008</c:v>
                </c:pt>
                <c:pt idx="3122">
                  <c:v>0.46361343503937008</c:v>
                </c:pt>
                <c:pt idx="3123">
                  <c:v>0.46392101377952755</c:v>
                </c:pt>
                <c:pt idx="3124">
                  <c:v>0.46392101377952755</c:v>
                </c:pt>
                <c:pt idx="3125">
                  <c:v>0.46422859251968501</c:v>
                </c:pt>
                <c:pt idx="3126">
                  <c:v>0.46422859251968501</c:v>
                </c:pt>
                <c:pt idx="3127">
                  <c:v>0.46450541338582679</c:v>
                </c:pt>
                <c:pt idx="3128">
                  <c:v>0.46450541338582679</c:v>
                </c:pt>
                <c:pt idx="3129">
                  <c:v>0.46481299212598426</c:v>
                </c:pt>
                <c:pt idx="3130">
                  <c:v>0.46481299212598426</c:v>
                </c:pt>
                <c:pt idx="3131">
                  <c:v>0.46512057086614172</c:v>
                </c:pt>
                <c:pt idx="3132">
                  <c:v>0.46512057086614172</c:v>
                </c:pt>
                <c:pt idx="3133">
                  <c:v>0.46539739173228345</c:v>
                </c:pt>
                <c:pt idx="3134">
                  <c:v>0.46539739173228345</c:v>
                </c:pt>
                <c:pt idx="3135">
                  <c:v>0.46570497047244097</c:v>
                </c:pt>
                <c:pt idx="3136">
                  <c:v>0.46570497047244097</c:v>
                </c:pt>
                <c:pt idx="3137">
                  <c:v>0.46601254921259838</c:v>
                </c:pt>
                <c:pt idx="3138">
                  <c:v>0.46601254921259838</c:v>
                </c:pt>
                <c:pt idx="3139">
                  <c:v>0.46628937007874016</c:v>
                </c:pt>
                <c:pt idx="3140">
                  <c:v>0.46628937007874016</c:v>
                </c:pt>
                <c:pt idx="3141">
                  <c:v>0.46659694881889763</c:v>
                </c:pt>
                <c:pt idx="3142">
                  <c:v>0.46659694881889763</c:v>
                </c:pt>
                <c:pt idx="3143">
                  <c:v>0.46687376968503935</c:v>
                </c:pt>
                <c:pt idx="3144">
                  <c:v>0.46687376968503935</c:v>
                </c:pt>
                <c:pt idx="3145">
                  <c:v>0.46718134842519687</c:v>
                </c:pt>
                <c:pt idx="3146">
                  <c:v>0.46718134842519687</c:v>
                </c:pt>
                <c:pt idx="3147">
                  <c:v>0.46748892716535434</c:v>
                </c:pt>
                <c:pt idx="3148">
                  <c:v>0.46748892716535434</c:v>
                </c:pt>
                <c:pt idx="3149">
                  <c:v>0.46776574803149606</c:v>
                </c:pt>
                <c:pt idx="3150">
                  <c:v>0.46776574803149606</c:v>
                </c:pt>
                <c:pt idx="3151">
                  <c:v>0.46807332677165353</c:v>
                </c:pt>
                <c:pt idx="3152">
                  <c:v>0.46807332677165353</c:v>
                </c:pt>
                <c:pt idx="3153">
                  <c:v>0.468380905511811</c:v>
                </c:pt>
                <c:pt idx="3154">
                  <c:v>0.468380905511811</c:v>
                </c:pt>
                <c:pt idx="3155">
                  <c:v>0.46865772637795278</c:v>
                </c:pt>
                <c:pt idx="3156">
                  <c:v>0.46865772637795278</c:v>
                </c:pt>
                <c:pt idx="3157">
                  <c:v>0.46896530511811024</c:v>
                </c:pt>
                <c:pt idx="3158">
                  <c:v>0.46896530511811024</c:v>
                </c:pt>
                <c:pt idx="3159">
                  <c:v>0.46927288385826771</c:v>
                </c:pt>
                <c:pt idx="3160">
                  <c:v>0.46927288385826771</c:v>
                </c:pt>
                <c:pt idx="3161">
                  <c:v>0.46954970472440943</c:v>
                </c:pt>
                <c:pt idx="3162">
                  <c:v>0.46954970472440943</c:v>
                </c:pt>
                <c:pt idx="3163">
                  <c:v>0.46985728346456695</c:v>
                </c:pt>
                <c:pt idx="3164">
                  <c:v>0.46985728346456695</c:v>
                </c:pt>
                <c:pt idx="3165">
                  <c:v>0.47016486220472442</c:v>
                </c:pt>
                <c:pt idx="3166">
                  <c:v>0.47016486220472442</c:v>
                </c:pt>
                <c:pt idx="3167">
                  <c:v>0.47044168307086615</c:v>
                </c:pt>
                <c:pt idx="3168">
                  <c:v>0.47044168307086615</c:v>
                </c:pt>
                <c:pt idx="3169">
                  <c:v>0.47074926181102361</c:v>
                </c:pt>
                <c:pt idx="3170">
                  <c:v>0.47074926181102361</c:v>
                </c:pt>
                <c:pt idx="3171">
                  <c:v>0.47105684055118108</c:v>
                </c:pt>
                <c:pt idx="3172">
                  <c:v>0.47105684055118108</c:v>
                </c:pt>
                <c:pt idx="3173">
                  <c:v>0.47133366141732286</c:v>
                </c:pt>
                <c:pt idx="3174">
                  <c:v>0.47133366141732286</c:v>
                </c:pt>
                <c:pt idx="3175">
                  <c:v>0.47164124015748032</c:v>
                </c:pt>
                <c:pt idx="3176">
                  <c:v>0.47164124015748032</c:v>
                </c:pt>
                <c:pt idx="3177">
                  <c:v>0.47194881889763779</c:v>
                </c:pt>
                <c:pt idx="3178">
                  <c:v>0.47194881889763779</c:v>
                </c:pt>
                <c:pt idx="3179">
                  <c:v>0.47222563976377951</c:v>
                </c:pt>
                <c:pt idx="3180">
                  <c:v>0.47222563976377951</c:v>
                </c:pt>
                <c:pt idx="3181">
                  <c:v>0.47253321850393698</c:v>
                </c:pt>
                <c:pt idx="3182">
                  <c:v>0.47253321850393698</c:v>
                </c:pt>
                <c:pt idx="3183">
                  <c:v>0.4728407972440945</c:v>
                </c:pt>
                <c:pt idx="3184">
                  <c:v>0.4728407972440945</c:v>
                </c:pt>
                <c:pt idx="3185">
                  <c:v>0.47311761811023623</c:v>
                </c:pt>
                <c:pt idx="3186">
                  <c:v>0.47311761811023623</c:v>
                </c:pt>
                <c:pt idx="3187">
                  <c:v>0.47342519685039369</c:v>
                </c:pt>
                <c:pt idx="3188">
                  <c:v>0.47342519685039369</c:v>
                </c:pt>
                <c:pt idx="3189">
                  <c:v>0.47373277559055121</c:v>
                </c:pt>
                <c:pt idx="3190">
                  <c:v>0.47373277559055121</c:v>
                </c:pt>
                <c:pt idx="3191">
                  <c:v>0.47400959645669294</c:v>
                </c:pt>
                <c:pt idx="3192">
                  <c:v>0.47400959645669294</c:v>
                </c:pt>
                <c:pt idx="3193">
                  <c:v>0.4743171751968504</c:v>
                </c:pt>
                <c:pt idx="3194">
                  <c:v>0.4743171751968504</c:v>
                </c:pt>
                <c:pt idx="3195">
                  <c:v>0.47462475393700782</c:v>
                </c:pt>
                <c:pt idx="3196">
                  <c:v>0.47462475393700782</c:v>
                </c:pt>
                <c:pt idx="3197">
                  <c:v>0.4749015748031496</c:v>
                </c:pt>
                <c:pt idx="3198">
                  <c:v>0.4749015748031496</c:v>
                </c:pt>
                <c:pt idx="3199">
                  <c:v>0.47520915354330706</c:v>
                </c:pt>
                <c:pt idx="3200">
                  <c:v>0.47520915354330706</c:v>
                </c:pt>
                <c:pt idx="3201">
                  <c:v>0.47551673228346458</c:v>
                </c:pt>
                <c:pt idx="3202">
                  <c:v>0.47551673228346458</c:v>
                </c:pt>
                <c:pt idx="3203">
                  <c:v>0.47579355314960631</c:v>
                </c:pt>
                <c:pt idx="3204">
                  <c:v>0.47579355314960631</c:v>
                </c:pt>
                <c:pt idx="3205">
                  <c:v>0.47610113188976377</c:v>
                </c:pt>
                <c:pt idx="3206">
                  <c:v>0.47610113188976377</c:v>
                </c:pt>
                <c:pt idx="3207">
                  <c:v>0.47640871062992129</c:v>
                </c:pt>
                <c:pt idx="3208">
                  <c:v>0.47640871062992129</c:v>
                </c:pt>
                <c:pt idx="3209">
                  <c:v>0.47668553149606302</c:v>
                </c:pt>
                <c:pt idx="3210">
                  <c:v>0.47668553149606302</c:v>
                </c:pt>
                <c:pt idx="3211">
                  <c:v>0.47699311023622049</c:v>
                </c:pt>
                <c:pt idx="3212">
                  <c:v>0.47699311023622049</c:v>
                </c:pt>
                <c:pt idx="3213">
                  <c:v>0.47726993110236221</c:v>
                </c:pt>
                <c:pt idx="3214">
                  <c:v>0.47726993110236221</c:v>
                </c:pt>
                <c:pt idx="3215">
                  <c:v>0.47757750984251968</c:v>
                </c:pt>
                <c:pt idx="3216">
                  <c:v>0.47757750984251968</c:v>
                </c:pt>
                <c:pt idx="3217">
                  <c:v>0.47788508858267714</c:v>
                </c:pt>
                <c:pt idx="3218">
                  <c:v>0.47788508858267714</c:v>
                </c:pt>
                <c:pt idx="3219">
                  <c:v>0.47816190944881892</c:v>
                </c:pt>
                <c:pt idx="3220">
                  <c:v>0.47816190944881892</c:v>
                </c:pt>
                <c:pt idx="3221">
                  <c:v>0.47846948818897639</c:v>
                </c:pt>
                <c:pt idx="3222">
                  <c:v>0.47846948818897639</c:v>
                </c:pt>
                <c:pt idx="3223">
                  <c:v>0.47877706692913385</c:v>
                </c:pt>
                <c:pt idx="3224">
                  <c:v>0.47877706692913385</c:v>
                </c:pt>
                <c:pt idx="3225">
                  <c:v>0.47905388779527558</c:v>
                </c:pt>
                <c:pt idx="3226">
                  <c:v>0.47905388779527558</c:v>
                </c:pt>
                <c:pt idx="3227">
                  <c:v>0.47936146653543305</c:v>
                </c:pt>
                <c:pt idx="3228">
                  <c:v>0.47936146653543305</c:v>
                </c:pt>
                <c:pt idx="3229">
                  <c:v>0.47966904527559057</c:v>
                </c:pt>
                <c:pt idx="3230">
                  <c:v>0.47966904527559057</c:v>
                </c:pt>
                <c:pt idx="3231">
                  <c:v>0.47994586614173229</c:v>
                </c:pt>
                <c:pt idx="3232">
                  <c:v>0.47994586614173229</c:v>
                </c:pt>
                <c:pt idx="3233">
                  <c:v>0.48025344488188976</c:v>
                </c:pt>
                <c:pt idx="3234">
                  <c:v>0.48025344488188976</c:v>
                </c:pt>
                <c:pt idx="3235">
                  <c:v>0.48056102362204722</c:v>
                </c:pt>
                <c:pt idx="3236">
                  <c:v>0.48056102362204722</c:v>
                </c:pt>
                <c:pt idx="3237">
                  <c:v>0.480837844488189</c:v>
                </c:pt>
                <c:pt idx="3238">
                  <c:v>0.480837844488189</c:v>
                </c:pt>
                <c:pt idx="3239">
                  <c:v>0.48114542322834647</c:v>
                </c:pt>
                <c:pt idx="3240">
                  <c:v>0.48114542322834647</c:v>
                </c:pt>
                <c:pt idx="3241">
                  <c:v>0.48145300196850394</c:v>
                </c:pt>
                <c:pt idx="3242">
                  <c:v>0.48145300196850394</c:v>
                </c:pt>
                <c:pt idx="3243">
                  <c:v>0.48172982283464566</c:v>
                </c:pt>
                <c:pt idx="3244">
                  <c:v>0.48172982283464566</c:v>
                </c:pt>
                <c:pt idx="3245">
                  <c:v>0.48203740157480313</c:v>
                </c:pt>
                <c:pt idx="3246">
                  <c:v>0.48203740157480313</c:v>
                </c:pt>
                <c:pt idx="3247">
                  <c:v>0.48234498031496065</c:v>
                </c:pt>
                <c:pt idx="3248">
                  <c:v>0.48234498031496065</c:v>
                </c:pt>
                <c:pt idx="3249">
                  <c:v>0.48262180118110237</c:v>
                </c:pt>
                <c:pt idx="3250">
                  <c:v>0.48262180118110237</c:v>
                </c:pt>
                <c:pt idx="3251">
                  <c:v>0.48292937992125984</c:v>
                </c:pt>
                <c:pt idx="3252">
                  <c:v>0.48292937992125984</c:v>
                </c:pt>
                <c:pt idx="3253">
                  <c:v>0.4832369586614173</c:v>
                </c:pt>
                <c:pt idx="3254">
                  <c:v>0.4832369586614173</c:v>
                </c:pt>
                <c:pt idx="3255">
                  <c:v>0.48351377952755903</c:v>
                </c:pt>
                <c:pt idx="3256">
                  <c:v>0.48351377952755903</c:v>
                </c:pt>
                <c:pt idx="3257">
                  <c:v>0.48382135826771655</c:v>
                </c:pt>
                <c:pt idx="3258">
                  <c:v>0.48382135826771655</c:v>
                </c:pt>
                <c:pt idx="3259">
                  <c:v>0.48412893700787402</c:v>
                </c:pt>
                <c:pt idx="3260">
                  <c:v>0.48412893700787402</c:v>
                </c:pt>
                <c:pt idx="3261">
                  <c:v>0.48440575787401574</c:v>
                </c:pt>
                <c:pt idx="3262">
                  <c:v>0.48440575787401574</c:v>
                </c:pt>
                <c:pt idx="3263">
                  <c:v>0.48471333661417321</c:v>
                </c:pt>
                <c:pt idx="3264">
                  <c:v>0.48471333661417321</c:v>
                </c:pt>
                <c:pt idx="3265">
                  <c:v>0.48502091535433073</c:v>
                </c:pt>
                <c:pt idx="3266">
                  <c:v>0.48502091535433073</c:v>
                </c:pt>
                <c:pt idx="3267">
                  <c:v>0.48529773622047245</c:v>
                </c:pt>
                <c:pt idx="3268">
                  <c:v>0.48529773622047245</c:v>
                </c:pt>
                <c:pt idx="3269">
                  <c:v>0.48560531496062992</c:v>
                </c:pt>
                <c:pt idx="3270">
                  <c:v>0.48560531496062992</c:v>
                </c:pt>
                <c:pt idx="3271">
                  <c:v>0.48591289370078738</c:v>
                </c:pt>
                <c:pt idx="3272">
                  <c:v>0.48591289370078738</c:v>
                </c:pt>
                <c:pt idx="3273">
                  <c:v>0.48618971456692911</c:v>
                </c:pt>
                <c:pt idx="3274">
                  <c:v>0.48618971456692911</c:v>
                </c:pt>
                <c:pt idx="3275">
                  <c:v>0.48649729330708663</c:v>
                </c:pt>
                <c:pt idx="3276">
                  <c:v>0.48649729330708663</c:v>
                </c:pt>
                <c:pt idx="3277">
                  <c:v>0.4867741141732283</c:v>
                </c:pt>
                <c:pt idx="3278">
                  <c:v>0.4867741141732283</c:v>
                </c:pt>
                <c:pt idx="3279">
                  <c:v>0.48708169291338582</c:v>
                </c:pt>
                <c:pt idx="3280">
                  <c:v>0.48708169291338582</c:v>
                </c:pt>
                <c:pt idx="3281">
                  <c:v>0.48738927165354329</c:v>
                </c:pt>
                <c:pt idx="3282">
                  <c:v>0.48738927165354329</c:v>
                </c:pt>
                <c:pt idx="3283">
                  <c:v>0.48766609251968501</c:v>
                </c:pt>
                <c:pt idx="3284">
                  <c:v>0.48766609251968501</c:v>
                </c:pt>
                <c:pt idx="3285">
                  <c:v>0.48797367125984253</c:v>
                </c:pt>
                <c:pt idx="3286">
                  <c:v>0.48797367125984253</c:v>
                </c:pt>
                <c:pt idx="3287">
                  <c:v>0.48828125</c:v>
                </c:pt>
                <c:pt idx="3288">
                  <c:v>0.48828125</c:v>
                </c:pt>
                <c:pt idx="3289">
                  <c:v>0.48855807086614172</c:v>
                </c:pt>
                <c:pt idx="3290">
                  <c:v>0.48855807086614172</c:v>
                </c:pt>
                <c:pt idx="3291">
                  <c:v>0.48886564960629919</c:v>
                </c:pt>
                <c:pt idx="3292">
                  <c:v>0.48886564960629919</c:v>
                </c:pt>
                <c:pt idx="3293">
                  <c:v>0.48917322834645671</c:v>
                </c:pt>
                <c:pt idx="3294">
                  <c:v>0.48917322834645671</c:v>
                </c:pt>
                <c:pt idx="3295">
                  <c:v>0.48945004921259838</c:v>
                </c:pt>
                <c:pt idx="3296">
                  <c:v>0.48945004921259838</c:v>
                </c:pt>
                <c:pt idx="3297">
                  <c:v>0.4897576279527559</c:v>
                </c:pt>
                <c:pt idx="3298">
                  <c:v>0.4897576279527559</c:v>
                </c:pt>
                <c:pt idx="3299">
                  <c:v>0.49006520669291337</c:v>
                </c:pt>
                <c:pt idx="3300">
                  <c:v>0.49006520669291337</c:v>
                </c:pt>
                <c:pt idx="3301">
                  <c:v>0.49034202755905509</c:v>
                </c:pt>
                <c:pt idx="3302">
                  <c:v>0.49034202755905509</c:v>
                </c:pt>
                <c:pt idx="3303">
                  <c:v>0.49064960629921262</c:v>
                </c:pt>
                <c:pt idx="3304">
                  <c:v>0.49064960629921262</c:v>
                </c:pt>
                <c:pt idx="3305">
                  <c:v>0.49095718503937008</c:v>
                </c:pt>
                <c:pt idx="3306">
                  <c:v>0.49095718503937008</c:v>
                </c:pt>
                <c:pt idx="3307">
                  <c:v>0.49123400590551181</c:v>
                </c:pt>
                <c:pt idx="3308">
                  <c:v>0.49123400590551181</c:v>
                </c:pt>
                <c:pt idx="3309">
                  <c:v>0.49154158464566927</c:v>
                </c:pt>
                <c:pt idx="3310">
                  <c:v>0.49154158464566927</c:v>
                </c:pt>
                <c:pt idx="3311">
                  <c:v>0.49184916338582679</c:v>
                </c:pt>
                <c:pt idx="3312">
                  <c:v>0.49184916338582679</c:v>
                </c:pt>
                <c:pt idx="3313">
                  <c:v>0.49212598425196852</c:v>
                </c:pt>
                <c:pt idx="3314">
                  <c:v>0.49212598425196852</c:v>
                </c:pt>
                <c:pt idx="3315">
                  <c:v>0.49243356299212598</c:v>
                </c:pt>
                <c:pt idx="3316">
                  <c:v>0.49243356299212598</c:v>
                </c:pt>
                <c:pt idx="3317">
                  <c:v>0.49274114173228345</c:v>
                </c:pt>
                <c:pt idx="3318">
                  <c:v>0.49274114173228345</c:v>
                </c:pt>
                <c:pt idx="3319">
                  <c:v>0.49301796259842517</c:v>
                </c:pt>
                <c:pt idx="3320">
                  <c:v>0.49301796259842517</c:v>
                </c:pt>
                <c:pt idx="3321">
                  <c:v>0.4933255413385827</c:v>
                </c:pt>
                <c:pt idx="3322">
                  <c:v>0.4933255413385827</c:v>
                </c:pt>
                <c:pt idx="3323">
                  <c:v>0.49363312007874016</c:v>
                </c:pt>
                <c:pt idx="3324">
                  <c:v>0.49363312007874016</c:v>
                </c:pt>
                <c:pt idx="3325">
                  <c:v>0.49390994094488189</c:v>
                </c:pt>
                <c:pt idx="3326">
                  <c:v>0.49390994094488189</c:v>
                </c:pt>
                <c:pt idx="3327">
                  <c:v>0.49421751968503935</c:v>
                </c:pt>
                <c:pt idx="3328">
                  <c:v>0.49421751968503935</c:v>
                </c:pt>
                <c:pt idx="3329">
                  <c:v>0.49452509842519687</c:v>
                </c:pt>
                <c:pt idx="3330">
                  <c:v>0.49452509842519687</c:v>
                </c:pt>
                <c:pt idx="3331">
                  <c:v>0.4948019192913386</c:v>
                </c:pt>
                <c:pt idx="3332">
                  <c:v>0.4948019192913386</c:v>
                </c:pt>
                <c:pt idx="3333">
                  <c:v>0.49510949803149606</c:v>
                </c:pt>
                <c:pt idx="3334">
                  <c:v>0.49510949803149606</c:v>
                </c:pt>
                <c:pt idx="3335">
                  <c:v>0.49541707677165353</c:v>
                </c:pt>
                <c:pt idx="3336">
                  <c:v>0.49541707677165353</c:v>
                </c:pt>
                <c:pt idx="3337">
                  <c:v>0.49569389763779526</c:v>
                </c:pt>
                <c:pt idx="3338">
                  <c:v>0.49569389763779526</c:v>
                </c:pt>
                <c:pt idx="3339">
                  <c:v>0.49600147637795278</c:v>
                </c:pt>
                <c:pt idx="3340">
                  <c:v>0.49600147637795278</c:v>
                </c:pt>
                <c:pt idx="3341">
                  <c:v>0.4962782972440945</c:v>
                </c:pt>
                <c:pt idx="3342">
                  <c:v>0.4962782972440945</c:v>
                </c:pt>
                <c:pt idx="3343">
                  <c:v>0.49658587598425202</c:v>
                </c:pt>
                <c:pt idx="3344">
                  <c:v>0.49658587598425202</c:v>
                </c:pt>
                <c:pt idx="3345">
                  <c:v>0.49689345472440943</c:v>
                </c:pt>
                <c:pt idx="3346">
                  <c:v>0.49689345472440943</c:v>
                </c:pt>
                <c:pt idx="3347">
                  <c:v>0.49704724409448819</c:v>
                </c:pt>
                <c:pt idx="3348">
                  <c:v>0.49704724409448819</c:v>
                </c:pt>
                <c:pt idx="3349">
                  <c:v>0.49717027559055121</c:v>
                </c:pt>
                <c:pt idx="3350">
                  <c:v>0.49717027559055121</c:v>
                </c:pt>
                <c:pt idx="3351">
                  <c:v>0.49747785433070868</c:v>
                </c:pt>
                <c:pt idx="3352">
                  <c:v>0.49747785433070868</c:v>
                </c:pt>
                <c:pt idx="3353">
                  <c:v>0.49778543307086615</c:v>
                </c:pt>
                <c:pt idx="3354">
                  <c:v>0.49778543307086615</c:v>
                </c:pt>
                <c:pt idx="3355">
                  <c:v>0.49806225393700782</c:v>
                </c:pt>
                <c:pt idx="3356">
                  <c:v>0.49806225393700782</c:v>
                </c:pt>
                <c:pt idx="3357">
                  <c:v>0.49836983267716534</c:v>
                </c:pt>
                <c:pt idx="3358">
                  <c:v>0.49836983267716534</c:v>
                </c:pt>
                <c:pt idx="3359">
                  <c:v>0.49867741141732286</c:v>
                </c:pt>
                <c:pt idx="3360">
                  <c:v>0.49867741141732286</c:v>
                </c:pt>
                <c:pt idx="3361">
                  <c:v>0.49895423228346458</c:v>
                </c:pt>
                <c:pt idx="3362">
                  <c:v>0.49895423228346458</c:v>
                </c:pt>
                <c:pt idx="3363">
                  <c:v>0.4992618110236221</c:v>
                </c:pt>
                <c:pt idx="3364">
                  <c:v>0.4992618110236221</c:v>
                </c:pt>
                <c:pt idx="3365">
                  <c:v>0.49956938976377951</c:v>
                </c:pt>
                <c:pt idx="3366">
                  <c:v>0.49956938976377951</c:v>
                </c:pt>
                <c:pt idx="3367">
                  <c:v>0.49984621062992129</c:v>
                </c:pt>
                <c:pt idx="3368">
                  <c:v>0.49984621062992129</c:v>
                </c:pt>
                <c:pt idx="3369">
                  <c:v>0.50015378937007871</c:v>
                </c:pt>
                <c:pt idx="3370">
                  <c:v>0.50015378937007871</c:v>
                </c:pt>
                <c:pt idx="3371">
                  <c:v>0.50046136811023623</c:v>
                </c:pt>
                <c:pt idx="3372">
                  <c:v>0.50046136811023623</c:v>
                </c:pt>
                <c:pt idx="3373">
                  <c:v>0.50073818897637801</c:v>
                </c:pt>
                <c:pt idx="3374">
                  <c:v>0.50073818897637801</c:v>
                </c:pt>
                <c:pt idx="3375">
                  <c:v>0.50104576771653542</c:v>
                </c:pt>
                <c:pt idx="3376">
                  <c:v>0.50104576771653542</c:v>
                </c:pt>
                <c:pt idx="3377">
                  <c:v>0.50135334645669294</c:v>
                </c:pt>
                <c:pt idx="3378">
                  <c:v>0.50135334645669294</c:v>
                </c:pt>
                <c:pt idx="3379">
                  <c:v>0.50163016732283461</c:v>
                </c:pt>
                <c:pt idx="3380">
                  <c:v>0.50163016732283461</c:v>
                </c:pt>
                <c:pt idx="3381">
                  <c:v>0.50193774606299213</c:v>
                </c:pt>
                <c:pt idx="3382">
                  <c:v>0.50193774606299213</c:v>
                </c:pt>
                <c:pt idx="3383">
                  <c:v>0.50224532480314965</c:v>
                </c:pt>
                <c:pt idx="3384">
                  <c:v>0.50224532480314965</c:v>
                </c:pt>
                <c:pt idx="3385">
                  <c:v>0.50252214566929132</c:v>
                </c:pt>
                <c:pt idx="3386">
                  <c:v>0.50252214566929132</c:v>
                </c:pt>
                <c:pt idx="3387">
                  <c:v>0.50282972440944884</c:v>
                </c:pt>
                <c:pt idx="3388">
                  <c:v>0.50282972440944884</c:v>
                </c:pt>
                <c:pt idx="3389">
                  <c:v>0.50313730314960625</c:v>
                </c:pt>
                <c:pt idx="3390">
                  <c:v>0.50313730314960625</c:v>
                </c:pt>
                <c:pt idx="3391">
                  <c:v>0.50341412401574803</c:v>
                </c:pt>
                <c:pt idx="3392">
                  <c:v>0.50341412401574803</c:v>
                </c:pt>
                <c:pt idx="3393">
                  <c:v>0.50372170275590555</c:v>
                </c:pt>
                <c:pt idx="3394">
                  <c:v>0.50372170275590555</c:v>
                </c:pt>
                <c:pt idx="3395">
                  <c:v>0.50402928149606296</c:v>
                </c:pt>
                <c:pt idx="3396">
                  <c:v>0.50402928149606296</c:v>
                </c:pt>
                <c:pt idx="3397">
                  <c:v>0.50430610236220474</c:v>
                </c:pt>
                <c:pt idx="3398">
                  <c:v>0.50430610236220474</c:v>
                </c:pt>
                <c:pt idx="3399">
                  <c:v>0.50461368110236215</c:v>
                </c:pt>
                <c:pt idx="3400">
                  <c:v>0.50461368110236215</c:v>
                </c:pt>
                <c:pt idx="3401">
                  <c:v>0.50492125984251968</c:v>
                </c:pt>
                <c:pt idx="3402">
                  <c:v>0.50492125984251968</c:v>
                </c:pt>
                <c:pt idx="3403">
                  <c:v>0.50519808070866146</c:v>
                </c:pt>
                <c:pt idx="3404">
                  <c:v>0.50519808070866146</c:v>
                </c:pt>
                <c:pt idx="3405">
                  <c:v>0.50550565944881887</c:v>
                </c:pt>
                <c:pt idx="3406">
                  <c:v>0.50550565944881887</c:v>
                </c:pt>
                <c:pt idx="3407">
                  <c:v>0.50578248031496065</c:v>
                </c:pt>
                <c:pt idx="3408">
                  <c:v>0.50578248031496065</c:v>
                </c:pt>
                <c:pt idx="3409">
                  <c:v>0.50609005905511806</c:v>
                </c:pt>
                <c:pt idx="3410">
                  <c:v>0.50609005905511806</c:v>
                </c:pt>
                <c:pt idx="3411">
                  <c:v>0.50639763779527558</c:v>
                </c:pt>
                <c:pt idx="3412">
                  <c:v>0.50639763779527558</c:v>
                </c:pt>
                <c:pt idx="3413">
                  <c:v>0.50667445866141736</c:v>
                </c:pt>
                <c:pt idx="3414">
                  <c:v>0.50667445866141736</c:v>
                </c:pt>
                <c:pt idx="3415">
                  <c:v>0.50698203740157477</c:v>
                </c:pt>
                <c:pt idx="3416">
                  <c:v>0.50698203740157477</c:v>
                </c:pt>
                <c:pt idx="3417">
                  <c:v>0.50728961614173229</c:v>
                </c:pt>
                <c:pt idx="3418">
                  <c:v>0.50728961614173229</c:v>
                </c:pt>
                <c:pt idx="3419">
                  <c:v>0.50756643700787396</c:v>
                </c:pt>
                <c:pt idx="3420">
                  <c:v>0.50756643700787396</c:v>
                </c:pt>
                <c:pt idx="3421">
                  <c:v>0.50787401574803148</c:v>
                </c:pt>
                <c:pt idx="3422">
                  <c:v>0.50787401574803148</c:v>
                </c:pt>
                <c:pt idx="3423">
                  <c:v>0.508181594488189</c:v>
                </c:pt>
                <c:pt idx="3424">
                  <c:v>0.508181594488189</c:v>
                </c:pt>
                <c:pt idx="3425">
                  <c:v>0.50845841535433067</c:v>
                </c:pt>
                <c:pt idx="3426">
                  <c:v>0.50845841535433067</c:v>
                </c:pt>
                <c:pt idx="3427">
                  <c:v>0.50876599409448819</c:v>
                </c:pt>
                <c:pt idx="3428">
                  <c:v>0.50876599409448819</c:v>
                </c:pt>
                <c:pt idx="3429">
                  <c:v>0.50907357283464572</c:v>
                </c:pt>
                <c:pt idx="3430">
                  <c:v>0.50907357283464572</c:v>
                </c:pt>
                <c:pt idx="3431">
                  <c:v>0.50935039370078738</c:v>
                </c:pt>
                <c:pt idx="3432">
                  <c:v>0.50935039370078738</c:v>
                </c:pt>
                <c:pt idx="3433">
                  <c:v>0.50965797244094491</c:v>
                </c:pt>
                <c:pt idx="3434">
                  <c:v>0.50965797244094491</c:v>
                </c:pt>
                <c:pt idx="3435">
                  <c:v>0.50996555118110232</c:v>
                </c:pt>
                <c:pt idx="3436">
                  <c:v>0.50996555118110232</c:v>
                </c:pt>
                <c:pt idx="3437">
                  <c:v>0.5102423720472441</c:v>
                </c:pt>
                <c:pt idx="3438">
                  <c:v>0.5102423720472441</c:v>
                </c:pt>
                <c:pt idx="3439">
                  <c:v>0.51054995078740162</c:v>
                </c:pt>
                <c:pt idx="3440">
                  <c:v>0.51054995078740162</c:v>
                </c:pt>
                <c:pt idx="3441">
                  <c:v>0.51085752952755903</c:v>
                </c:pt>
                <c:pt idx="3442">
                  <c:v>0.51085752952755903</c:v>
                </c:pt>
                <c:pt idx="3443">
                  <c:v>0.51113435039370081</c:v>
                </c:pt>
                <c:pt idx="3444">
                  <c:v>0.51113435039370081</c:v>
                </c:pt>
                <c:pt idx="3445">
                  <c:v>0.51144192913385822</c:v>
                </c:pt>
                <c:pt idx="3446">
                  <c:v>0.51144192913385822</c:v>
                </c:pt>
                <c:pt idx="3447">
                  <c:v>0.51174950787401574</c:v>
                </c:pt>
                <c:pt idx="3448">
                  <c:v>0.51174950787401574</c:v>
                </c:pt>
                <c:pt idx="3449">
                  <c:v>0.51202632874015752</c:v>
                </c:pt>
                <c:pt idx="3450">
                  <c:v>0.51202632874015752</c:v>
                </c:pt>
                <c:pt idx="3451">
                  <c:v>0.51233390748031493</c:v>
                </c:pt>
                <c:pt idx="3452">
                  <c:v>0.51233390748031493</c:v>
                </c:pt>
                <c:pt idx="3453">
                  <c:v>0.51264148622047245</c:v>
                </c:pt>
                <c:pt idx="3454">
                  <c:v>0.51264148622047245</c:v>
                </c:pt>
                <c:pt idx="3455">
                  <c:v>0.51291830708661412</c:v>
                </c:pt>
                <c:pt idx="3456">
                  <c:v>0.51291830708661412</c:v>
                </c:pt>
                <c:pt idx="3457">
                  <c:v>0.51322588582677164</c:v>
                </c:pt>
                <c:pt idx="3458">
                  <c:v>0.51322588582677164</c:v>
                </c:pt>
                <c:pt idx="3459">
                  <c:v>0.51353346456692917</c:v>
                </c:pt>
                <c:pt idx="3460">
                  <c:v>0.51353346456692917</c:v>
                </c:pt>
                <c:pt idx="3461">
                  <c:v>0.51381028543307083</c:v>
                </c:pt>
                <c:pt idx="3462">
                  <c:v>0.51381028543307083</c:v>
                </c:pt>
                <c:pt idx="3463">
                  <c:v>0.51411786417322836</c:v>
                </c:pt>
                <c:pt idx="3464">
                  <c:v>0.51411786417322836</c:v>
                </c:pt>
                <c:pt idx="3465">
                  <c:v>0.51442544291338588</c:v>
                </c:pt>
                <c:pt idx="3466">
                  <c:v>0.51442544291338588</c:v>
                </c:pt>
                <c:pt idx="3467">
                  <c:v>0.51470226377952755</c:v>
                </c:pt>
                <c:pt idx="3468">
                  <c:v>0.51470226377952755</c:v>
                </c:pt>
                <c:pt idx="3469">
                  <c:v>0.51500984251968507</c:v>
                </c:pt>
                <c:pt idx="3470">
                  <c:v>0.51500984251968507</c:v>
                </c:pt>
                <c:pt idx="3471">
                  <c:v>0.51531742125984248</c:v>
                </c:pt>
                <c:pt idx="3472">
                  <c:v>0.51531742125984248</c:v>
                </c:pt>
                <c:pt idx="3473">
                  <c:v>0.51559424212598426</c:v>
                </c:pt>
                <c:pt idx="3474">
                  <c:v>0.51559424212598426</c:v>
                </c:pt>
                <c:pt idx="3475">
                  <c:v>0.51590182086614178</c:v>
                </c:pt>
                <c:pt idx="3476">
                  <c:v>0.51590182086614178</c:v>
                </c:pt>
                <c:pt idx="3477">
                  <c:v>0.51617864173228345</c:v>
                </c:pt>
                <c:pt idx="3478">
                  <c:v>0.51617864173228345</c:v>
                </c:pt>
                <c:pt idx="3479">
                  <c:v>0.51648622047244097</c:v>
                </c:pt>
                <c:pt idx="3480">
                  <c:v>0.51648622047244097</c:v>
                </c:pt>
                <c:pt idx="3481">
                  <c:v>0.51679379921259838</c:v>
                </c:pt>
                <c:pt idx="3482">
                  <c:v>0.51679379921259838</c:v>
                </c:pt>
                <c:pt idx="3483">
                  <c:v>0.51707062007874016</c:v>
                </c:pt>
                <c:pt idx="3484">
                  <c:v>0.51707062007874016</c:v>
                </c:pt>
                <c:pt idx="3485">
                  <c:v>0.51737819881889768</c:v>
                </c:pt>
                <c:pt idx="3486">
                  <c:v>0.51737819881889768</c:v>
                </c:pt>
                <c:pt idx="3487">
                  <c:v>0.51768577755905509</c:v>
                </c:pt>
                <c:pt idx="3488">
                  <c:v>0.51768577755905509</c:v>
                </c:pt>
                <c:pt idx="3489">
                  <c:v>0.51796259842519687</c:v>
                </c:pt>
                <c:pt idx="3490">
                  <c:v>0.51796259842519687</c:v>
                </c:pt>
                <c:pt idx="3491">
                  <c:v>0.51827017716535428</c:v>
                </c:pt>
                <c:pt idx="3492">
                  <c:v>0.51827017716535428</c:v>
                </c:pt>
                <c:pt idx="3493">
                  <c:v>0.51857775590551181</c:v>
                </c:pt>
                <c:pt idx="3494">
                  <c:v>0.51857775590551181</c:v>
                </c:pt>
                <c:pt idx="3495">
                  <c:v>0.51885457677165359</c:v>
                </c:pt>
                <c:pt idx="3496">
                  <c:v>0.51885457677165359</c:v>
                </c:pt>
                <c:pt idx="3497">
                  <c:v>0.519162155511811</c:v>
                </c:pt>
                <c:pt idx="3498">
                  <c:v>0.519162155511811</c:v>
                </c:pt>
                <c:pt idx="3499">
                  <c:v>0.51946973425196852</c:v>
                </c:pt>
                <c:pt idx="3500">
                  <c:v>0.51946973425196852</c:v>
                </c:pt>
                <c:pt idx="3501">
                  <c:v>0.51974655511811019</c:v>
                </c:pt>
                <c:pt idx="3502">
                  <c:v>0.51974655511811019</c:v>
                </c:pt>
                <c:pt idx="3503">
                  <c:v>0.52005413385826771</c:v>
                </c:pt>
                <c:pt idx="3504">
                  <c:v>0.52005413385826771</c:v>
                </c:pt>
                <c:pt idx="3505">
                  <c:v>0.52036171259842523</c:v>
                </c:pt>
                <c:pt idx="3506">
                  <c:v>0.52036171259842523</c:v>
                </c:pt>
                <c:pt idx="3507">
                  <c:v>0.5206385334645669</c:v>
                </c:pt>
                <c:pt idx="3508">
                  <c:v>0.5206385334645669</c:v>
                </c:pt>
                <c:pt idx="3509">
                  <c:v>0.52094611220472442</c:v>
                </c:pt>
                <c:pt idx="3510">
                  <c:v>0.52094611220472442</c:v>
                </c:pt>
                <c:pt idx="3511">
                  <c:v>0.52125369094488194</c:v>
                </c:pt>
                <c:pt idx="3512">
                  <c:v>0.52125369094488194</c:v>
                </c:pt>
                <c:pt idx="3513">
                  <c:v>0.52153051181102361</c:v>
                </c:pt>
                <c:pt idx="3514">
                  <c:v>0.52153051181102361</c:v>
                </c:pt>
                <c:pt idx="3515">
                  <c:v>0.52183809055118113</c:v>
                </c:pt>
                <c:pt idx="3516">
                  <c:v>0.52183809055118113</c:v>
                </c:pt>
                <c:pt idx="3517">
                  <c:v>0.52214566929133854</c:v>
                </c:pt>
                <c:pt idx="3518">
                  <c:v>0.52214566929133854</c:v>
                </c:pt>
                <c:pt idx="3519">
                  <c:v>0.52242249015748032</c:v>
                </c:pt>
                <c:pt idx="3520">
                  <c:v>0.52242249015748032</c:v>
                </c:pt>
                <c:pt idx="3521">
                  <c:v>0.52273006889763785</c:v>
                </c:pt>
                <c:pt idx="3522">
                  <c:v>0.52273006889763785</c:v>
                </c:pt>
                <c:pt idx="3523">
                  <c:v>0.52303764763779526</c:v>
                </c:pt>
                <c:pt idx="3524">
                  <c:v>0.52303764763779526</c:v>
                </c:pt>
                <c:pt idx="3525">
                  <c:v>0.52331446850393704</c:v>
                </c:pt>
                <c:pt idx="3526">
                  <c:v>0.52331446850393704</c:v>
                </c:pt>
                <c:pt idx="3527">
                  <c:v>0.52362204724409445</c:v>
                </c:pt>
                <c:pt idx="3528">
                  <c:v>0.52362204724409445</c:v>
                </c:pt>
                <c:pt idx="3529">
                  <c:v>0.52392962598425197</c:v>
                </c:pt>
                <c:pt idx="3530">
                  <c:v>0.52392962598425197</c:v>
                </c:pt>
                <c:pt idx="3531">
                  <c:v>0.52420644685039375</c:v>
                </c:pt>
                <c:pt idx="3532">
                  <c:v>0.52420644685039375</c:v>
                </c:pt>
                <c:pt idx="3533">
                  <c:v>0.52451402559055116</c:v>
                </c:pt>
                <c:pt idx="3534">
                  <c:v>0.52451402559055116</c:v>
                </c:pt>
                <c:pt idx="3535">
                  <c:v>0.52482160433070868</c:v>
                </c:pt>
                <c:pt idx="3536">
                  <c:v>0.52482160433070868</c:v>
                </c:pt>
                <c:pt idx="3537">
                  <c:v>0.52509842519685035</c:v>
                </c:pt>
                <c:pt idx="3538">
                  <c:v>0.52509842519685035</c:v>
                </c:pt>
                <c:pt idx="3539">
                  <c:v>0.52540600393700787</c:v>
                </c:pt>
                <c:pt idx="3540">
                  <c:v>0.52540600393700787</c:v>
                </c:pt>
                <c:pt idx="3541">
                  <c:v>0.52568282480314965</c:v>
                </c:pt>
                <c:pt idx="3542">
                  <c:v>0.52568282480314965</c:v>
                </c:pt>
                <c:pt idx="3543">
                  <c:v>0.52599040354330706</c:v>
                </c:pt>
                <c:pt idx="3544">
                  <c:v>0.52599040354330706</c:v>
                </c:pt>
                <c:pt idx="3545">
                  <c:v>0.52629798228346458</c:v>
                </c:pt>
                <c:pt idx="3546">
                  <c:v>0.52629798228346458</c:v>
                </c:pt>
                <c:pt idx="3547">
                  <c:v>0.52657480314960625</c:v>
                </c:pt>
                <c:pt idx="3548">
                  <c:v>0.52657480314960625</c:v>
                </c:pt>
                <c:pt idx="3549">
                  <c:v>0.52688238188976377</c:v>
                </c:pt>
                <c:pt idx="3550">
                  <c:v>0.52688238188976377</c:v>
                </c:pt>
                <c:pt idx="3551">
                  <c:v>0.52718996062992129</c:v>
                </c:pt>
                <c:pt idx="3552">
                  <c:v>0.52718996062992129</c:v>
                </c:pt>
                <c:pt idx="3553">
                  <c:v>0.52746678149606296</c:v>
                </c:pt>
                <c:pt idx="3554">
                  <c:v>0.52746678149606296</c:v>
                </c:pt>
                <c:pt idx="3555">
                  <c:v>0.52777436023622049</c:v>
                </c:pt>
                <c:pt idx="3556">
                  <c:v>0.52777436023622049</c:v>
                </c:pt>
                <c:pt idx="3557">
                  <c:v>0.52808193897637801</c:v>
                </c:pt>
                <c:pt idx="3558">
                  <c:v>0.52808193897637801</c:v>
                </c:pt>
                <c:pt idx="3559">
                  <c:v>0.52835875984251968</c:v>
                </c:pt>
                <c:pt idx="3560">
                  <c:v>0.52835875984251968</c:v>
                </c:pt>
                <c:pt idx="3561">
                  <c:v>0.5286663385826772</c:v>
                </c:pt>
                <c:pt idx="3562">
                  <c:v>0.5286663385826772</c:v>
                </c:pt>
                <c:pt idx="3563">
                  <c:v>0.52897391732283461</c:v>
                </c:pt>
                <c:pt idx="3564">
                  <c:v>0.52897391732283461</c:v>
                </c:pt>
                <c:pt idx="3565">
                  <c:v>0.52925073818897639</c:v>
                </c:pt>
                <c:pt idx="3566">
                  <c:v>0.52925073818897639</c:v>
                </c:pt>
                <c:pt idx="3567">
                  <c:v>0.52955831692913391</c:v>
                </c:pt>
                <c:pt idx="3568">
                  <c:v>0.52955831692913391</c:v>
                </c:pt>
                <c:pt idx="3569">
                  <c:v>0.52986589566929132</c:v>
                </c:pt>
                <c:pt idx="3570">
                  <c:v>0.52986589566929132</c:v>
                </c:pt>
                <c:pt idx="3571">
                  <c:v>0.5301427165354331</c:v>
                </c:pt>
                <c:pt idx="3572">
                  <c:v>0.5301427165354331</c:v>
                </c:pt>
                <c:pt idx="3573">
                  <c:v>0.53045029527559051</c:v>
                </c:pt>
                <c:pt idx="3574">
                  <c:v>0.53045029527559051</c:v>
                </c:pt>
                <c:pt idx="3575">
                  <c:v>0.53075787401574803</c:v>
                </c:pt>
                <c:pt idx="3576">
                  <c:v>0.53075787401574803</c:v>
                </c:pt>
                <c:pt idx="3577">
                  <c:v>0.53103469488188981</c:v>
                </c:pt>
                <c:pt idx="3578">
                  <c:v>0.53103469488188981</c:v>
                </c:pt>
                <c:pt idx="3579">
                  <c:v>0.53134227362204722</c:v>
                </c:pt>
                <c:pt idx="3580">
                  <c:v>0.53134227362204722</c:v>
                </c:pt>
                <c:pt idx="3581">
                  <c:v>0.53164985236220474</c:v>
                </c:pt>
                <c:pt idx="3582">
                  <c:v>0.53164985236220474</c:v>
                </c:pt>
                <c:pt idx="3583">
                  <c:v>0.53192667322834641</c:v>
                </c:pt>
                <c:pt idx="3584">
                  <c:v>0.53192667322834641</c:v>
                </c:pt>
                <c:pt idx="3585">
                  <c:v>0.53223425196850394</c:v>
                </c:pt>
                <c:pt idx="3586">
                  <c:v>0.53223425196850394</c:v>
                </c:pt>
                <c:pt idx="3587">
                  <c:v>0.53254183070866146</c:v>
                </c:pt>
                <c:pt idx="3588">
                  <c:v>0.53254183070866146</c:v>
                </c:pt>
                <c:pt idx="3589">
                  <c:v>0.53281865157480313</c:v>
                </c:pt>
                <c:pt idx="3590">
                  <c:v>0.53281865157480313</c:v>
                </c:pt>
                <c:pt idx="3591">
                  <c:v>0.53312623031496065</c:v>
                </c:pt>
                <c:pt idx="3592">
                  <c:v>0.53312623031496065</c:v>
                </c:pt>
                <c:pt idx="3593">
                  <c:v>0.53343380905511806</c:v>
                </c:pt>
                <c:pt idx="3594">
                  <c:v>0.53343380905511806</c:v>
                </c:pt>
                <c:pt idx="3595">
                  <c:v>0.53371062992125984</c:v>
                </c:pt>
                <c:pt idx="3596">
                  <c:v>0.53371062992125984</c:v>
                </c:pt>
                <c:pt idx="3597">
                  <c:v>0.53401820866141736</c:v>
                </c:pt>
                <c:pt idx="3598">
                  <c:v>0.53401820866141736</c:v>
                </c:pt>
                <c:pt idx="3599">
                  <c:v>0.53432578740157477</c:v>
                </c:pt>
                <c:pt idx="3600">
                  <c:v>0.53432578740157477</c:v>
                </c:pt>
                <c:pt idx="3601">
                  <c:v>0.53460260826771655</c:v>
                </c:pt>
                <c:pt idx="3602">
                  <c:v>0.53460260826771655</c:v>
                </c:pt>
                <c:pt idx="3603">
                  <c:v>0.53491018700787396</c:v>
                </c:pt>
                <c:pt idx="3604">
                  <c:v>0.53491018700787396</c:v>
                </c:pt>
                <c:pt idx="3605">
                  <c:v>0.53518700787401574</c:v>
                </c:pt>
                <c:pt idx="3606">
                  <c:v>0.53518700787401574</c:v>
                </c:pt>
                <c:pt idx="3607">
                  <c:v>0.53549458661417326</c:v>
                </c:pt>
                <c:pt idx="3608">
                  <c:v>0.53549458661417326</c:v>
                </c:pt>
                <c:pt idx="3609">
                  <c:v>0.53580216535433067</c:v>
                </c:pt>
                <c:pt idx="3610">
                  <c:v>0.53580216535433067</c:v>
                </c:pt>
                <c:pt idx="3611">
                  <c:v>0.53607898622047245</c:v>
                </c:pt>
                <c:pt idx="3612">
                  <c:v>0.53607898622047245</c:v>
                </c:pt>
                <c:pt idx="3613">
                  <c:v>0.53638656496062997</c:v>
                </c:pt>
                <c:pt idx="3614">
                  <c:v>0.53638656496062997</c:v>
                </c:pt>
                <c:pt idx="3615">
                  <c:v>0.53669414370078738</c:v>
                </c:pt>
                <c:pt idx="3616">
                  <c:v>0.53669414370078738</c:v>
                </c:pt>
                <c:pt idx="3617">
                  <c:v>0.53697096456692917</c:v>
                </c:pt>
                <c:pt idx="3618">
                  <c:v>0.53697096456692917</c:v>
                </c:pt>
                <c:pt idx="3619">
                  <c:v>0.53727854330708658</c:v>
                </c:pt>
                <c:pt idx="3620">
                  <c:v>0.53727854330708658</c:v>
                </c:pt>
                <c:pt idx="3621">
                  <c:v>0.5375861220472441</c:v>
                </c:pt>
                <c:pt idx="3622">
                  <c:v>0.5375861220472441</c:v>
                </c:pt>
                <c:pt idx="3623">
                  <c:v>0.53786294291338588</c:v>
                </c:pt>
                <c:pt idx="3624">
                  <c:v>0.53786294291338588</c:v>
                </c:pt>
                <c:pt idx="3625">
                  <c:v>0.53817052165354329</c:v>
                </c:pt>
                <c:pt idx="3626">
                  <c:v>0.53817052165354329</c:v>
                </c:pt>
                <c:pt idx="3627">
                  <c:v>0.53847810039370081</c:v>
                </c:pt>
                <c:pt idx="3628">
                  <c:v>0.53847810039370081</c:v>
                </c:pt>
                <c:pt idx="3629">
                  <c:v>0.53875492125984248</c:v>
                </c:pt>
                <c:pt idx="3630">
                  <c:v>0.53875492125984248</c:v>
                </c:pt>
                <c:pt idx="3631">
                  <c:v>0.5390625</c:v>
                </c:pt>
                <c:pt idx="3632">
                  <c:v>0.5390625</c:v>
                </c:pt>
                <c:pt idx="3633">
                  <c:v>0.53937007874015752</c:v>
                </c:pt>
                <c:pt idx="3634">
                  <c:v>0.53937007874015752</c:v>
                </c:pt>
                <c:pt idx="3635">
                  <c:v>0.53964689960629919</c:v>
                </c:pt>
                <c:pt idx="3636">
                  <c:v>0.53964689960629919</c:v>
                </c:pt>
                <c:pt idx="3637">
                  <c:v>0.53995447834645671</c:v>
                </c:pt>
                <c:pt idx="3638">
                  <c:v>0.53995447834645671</c:v>
                </c:pt>
                <c:pt idx="3639">
                  <c:v>0.54026205708661412</c:v>
                </c:pt>
                <c:pt idx="3640">
                  <c:v>0.54026205708661412</c:v>
                </c:pt>
                <c:pt idx="3641">
                  <c:v>0.5405388779527559</c:v>
                </c:pt>
                <c:pt idx="3642">
                  <c:v>0.5405388779527559</c:v>
                </c:pt>
                <c:pt idx="3643">
                  <c:v>0.54084645669291342</c:v>
                </c:pt>
                <c:pt idx="3644">
                  <c:v>0.54084645669291342</c:v>
                </c:pt>
                <c:pt idx="3645">
                  <c:v>0.54115403543307083</c:v>
                </c:pt>
                <c:pt idx="3646">
                  <c:v>0.54115403543307083</c:v>
                </c:pt>
                <c:pt idx="3647">
                  <c:v>0.54143085629921262</c:v>
                </c:pt>
                <c:pt idx="3648">
                  <c:v>0.54143085629921262</c:v>
                </c:pt>
                <c:pt idx="3649">
                  <c:v>0.54173843503937003</c:v>
                </c:pt>
                <c:pt idx="3650">
                  <c:v>0.54173843503937003</c:v>
                </c:pt>
                <c:pt idx="3651">
                  <c:v>0.54204601377952755</c:v>
                </c:pt>
                <c:pt idx="3652">
                  <c:v>0.54204601377952755</c:v>
                </c:pt>
                <c:pt idx="3653">
                  <c:v>0.54232283464566933</c:v>
                </c:pt>
                <c:pt idx="3654">
                  <c:v>0.54232283464566933</c:v>
                </c:pt>
                <c:pt idx="3655">
                  <c:v>0.54263041338582674</c:v>
                </c:pt>
                <c:pt idx="3656">
                  <c:v>0.54263041338582674</c:v>
                </c:pt>
                <c:pt idx="3657">
                  <c:v>0.54293799212598426</c:v>
                </c:pt>
                <c:pt idx="3658">
                  <c:v>0.54293799212598426</c:v>
                </c:pt>
                <c:pt idx="3659">
                  <c:v>0.54321481299212604</c:v>
                </c:pt>
                <c:pt idx="3660">
                  <c:v>0.54321481299212604</c:v>
                </c:pt>
                <c:pt idx="3661">
                  <c:v>0.54352239173228345</c:v>
                </c:pt>
                <c:pt idx="3662">
                  <c:v>0.54352239173228345</c:v>
                </c:pt>
                <c:pt idx="3663">
                  <c:v>0.54382997047244097</c:v>
                </c:pt>
                <c:pt idx="3664">
                  <c:v>0.54382997047244097</c:v>
                </c:pt>
                <c:pt idx="3665">
                  <c:v>0.54410679133858264</c:v>
                </c:pt>
                <c:pt idx="3666">
                  <c:v>0.54410679133858264</c:v>
                </c:pt>
                <c:pt idx="3667">
                  <c:v>0.54441437007874016</c:v>
                </c:pt>
                <c:pt idx="3668">
                  <c:v>0.54441437007874016</c:v>
                </c:pt>
                <c:pt idx="3669">
                  <c:v>0.54469119094488194</c:v>
                </c:pt>
                <c:pt idx="3670">
                  <c:v>0.54469119094488194</c:v>
                </c:pt>
                <c:pt idx="3671">
                  <c:v>0.54499876968503935</c:v>
                </c:pt>
                <c:pt idx="3672">
                  <c:v>0.54499876968503935</c:v>
                </c:pt>
                <c:pt idx="3673">
                  <c:v>0.54530634842519687</c:v>
                </c:pt>
                <c:pt idx="3674">
                  <c:v>0.54530634842519687</c:v>
                </c:pt>
                <c:pt idx="3675">
                  <c:v>0.54558316929133854</c:v>
                </c:pt>
                <c:pt idx="3676">
                  <c:v>0.54558316929133854</c:v>
                </c:pt>
                <c:pt idx="3677">
                  <c:v>0.54589074803149606</c:v>
                </c:pt>
                <c:pt idx="3678">
                  <c:v>0.54589074803149606</c:v>
                </c:pt>
                <c:pt idx="3679">
                  <c:v>0.54619832677165359</c:v>
                </c:pt>
                <c:pt idx="3680">
                  <c:v>0.54619832677165359</c:v>
                </c:pt>
                <c:pt idx="3681">
                  <c:v>0.54647514763779526</c:v>
                </c:pt>
                <c:pt idx="3682">
                  <c:v>0.54647514763779526</c:v>
                </c:pt>
                <c:pt idx="3683">
                  <c:v>0.54678272637795278</c:v>
                </c:pt>
                <c:pt idx="3684">
                  <c:v>0.54678272637795278</c:v>
                </c:pt>
                <c:pt idx="3685">
                  <c:v>0.54709030511811019</c:v>
                </c:pt>
                <c:pt idx="3686">
                  <c:v>0.54709030511811019</c:v>
                </c:pt>
                <c:pt idx="3687">
                  <c:v>0.54736712598425197</c:v>
                </c:pt>
                <c:pt idx="3688">
                  <c:v>0.54736712598425197</c:v>
                </c:pt>
                <c:pt idx="3689">
                  <c:v>0.54767470472440949</c:v>
                </c:pt>
                <c:pt idx="3690">
                  <c:v>0.54767470472440949</c:v>
                </c:pt>
                <c:pt idx="3691">
                  <c:v>0.5479822834645669</c:v>
                </c:pt>
                <c:pt idx="3692">
                  <c:v>0.5479822834645669</c:v>
                </c:pt>
                <c:pt idx="3693">
                  <c:v>0.54825910433070868</c:v>
                </c:pt>
                <c:pt idx="3694">
                  <c:v>0.54825910433070868</c:v>
                </c:pt>
                <c:pt idx="3695">
                  <c:v>0.54856668307086609</c:v>
                </c:pt>
                <c:pt idx="3696">
                  <c:v>0.54856668307086609</c:v>
                </c:pt>
                <c:pt idx="3697">
                  <c:v>0.54887426181102361</c:v>
                </c:pt>
                <c:pt idx="3698">
                  <c:v>0.54887426181102361</c:v>
                </c:pt>
                <c:pt idx="3699">
                  <c:v>0.54915108267716539</c:v>
                </c:pt>
                <c:pt idx="3700">
                  <c:v>0.54915108267716539</c:v>
                </c:pt>
                <c:pt idx="3701">
                  <c:v>0.5494586614173228</c:v>
                </c:pt>
                <c:pt idx="3702">
                  <c:v>0.5494586614173228</c:v>
                </c:pt>
                <c:pt idx="3703">
                  <c:v>0.54976624015748032</c:v>
                </c:pt>
                <c:pt idx="3704">
                  <c:v>0.54976624015748032</c:v>
                </c:pt>
                <c:pt idx="3705">
                  <c:v>0.55004306102362199</c:v>
                </c:pt>
                <c:pt idx="3706">
                  <c:v>0.55004306102362199</c:v>
                </c:pt>
                <c:pt idx="3707">
                  <c:v>0.55035063976377951</c:v>
                </c:pt>
                <c:pt idx="3708">
                  <c:v>0.55035063976377951</c:v>
                </c:pt>
                <c:pt idx="3709">
                  <c:v>0.55065821850393704</c:v>
                </c:pt>
                <c:pt idx="3710">
                  <c:v>0.55065821850393704</c:v>
                </c:pt>
                <c:pt idx="3711">
                  <c:v>0.55093503937007871</c:v>
                </c:pt>
                <c:pt idx="3712">
                  <c:v>0.55093503937007871</c:v>
                </c:pt>
                <c:pt idx="3713">
                  <c:v>0.55124261811023623</c:v>
                </c:pt>
                <c:pt idx="3714">
                  <c:v>0.55124261811023623</c:v>
                </c:pt>
                <c:pt idx="3715">
                  <c:v>0.55155019685039375</c:v>
                </c:pt>
                <c:pt idx="3716">
                  <c:v>0.55155019685039375</c:v>
                </c:pt>
                <c:pt idx="3717">
                  <c:v>0.55182701771653542</c:v>
                </c:pt>
                <c:pt idx="3718">
                  <c:v>0.55182701771653542</c:v>
                </c:pt>
                <c:pt idx="3719">
                  <c:v>0.55213459645669294</c:v>
                </c:pt>
                <c:pt idx="3720">
                  <c:v>0.55213459645669294</c:v>
                </c:pt>
                <c:pt idx="3721">
                  <c:v>0.55244217519685035</c:v>
                </c:pt>
                <c:pt idx="3722">
                  <c:v>0.55244217519685035</c:v>
                </c:pt>
                <c:pt idx="3723">
                  <c:v>0.55271899606299213</c:v>
                </c:pt>
                <c:pt idx="3724">
                  <c:v>0.55271899606299213</c:v>
                </c:pt>
                <c:pt idx="3725">
                  <c:v>0.55302657480314965</c:v>
                </c:pt>
                <c:pt idx="3726">
                  <c:v>0.55302657480314965</c:v>
                </c:pt>
                <c:pt idx="3727">
                  <c:v>0.55333415354330706</c:v>
                </c:pt>
                <c:pt idx="3728">
                  <c:v>0.55333415354330706</c:v>
                </c:pt>
                <c:pt idx="3729">
                  <c:v>0.55361097440944884</c:v>
                </c:pt>
                <c:pt idx="3730">
                  <c:v>0.55361097440944884</c:v>
                </c:pt>
                <c:pt idx="3731">
                  <c:v>0.55391855314960625</c:v>
                </c:pt>
                <c:pt idx="3732">
                  <c:v>0.55391855314960625</c:v>
                </c:pt>
                <c:pt idx="3733">
                  <c:v>0.55422613188976377</c:v>
                </c:pt>
                <c:pt idx="3734">
                  <c:v>0.55422613188976377</c:v>
                </c:pt>
                <c:pt idx="3735">
                  <c:v>0.55450295275590555</c:v>
                </c:pt>
                <c:pt idx="3736">
                  <c:v>0.55450295275590555</c:v>
                </c:pt>
                <c:pt idx="3737">
                  <c:v>0.55481053149606296</c:v>
                </c:pt>
                <c:pt idx="3738">
                  <c:v>0.55481053149606296</c:v>
                </c:pt>
                <c:pt idx="3739">
                  <c:v>0.55508735236220474</c:v>
                </c:pt>
                <c:pt idx="3740">
                  <c:v>0.55508735236220474</c:v>
                </c:pt>
                <c:pt idx="3741">
                  <c:v>0.55539493110236215</c:v>
                </c:pt>
                <c:pt idx="3742">
                  <c:v>0.55539493110236215</c:v>
                </c:pt>
                <c:pt idx="3743">
                  <c:v>0.55570250984251968</c:v>
                </c:pt>
                <c:pt idx="3744">
                  <c:v>0.55570250984251968</c:v>
                </c:pt>
                <c:pt idx="3745">
                  <c:v>0.55597933070866146</c:v>
                </c:pt>
                <c:pt idx="3746">
                  <c:v>0.55597933070866146</c:v>
                </c:pt>
                <c:pt idx="3747">
                  <c:v>0.55628690944881887</c:v>
                </c:pt>
                <c:pt idx="3748">
                  <c:v>0.55628690944881887</c:v>
                </c:pt>
                <c:pt idx="3749">
                  <c:v>0.55659448818897639</c:v>
                </c:pt>
                <c:pt idx="3750">
                  <c:v>0.55659448818897639</c:v>
                </c:pt>
                <c:pt idx="3751">
                  <c:v>0.55687130905511806</c:v>
                </c:pt>
                <c:pt idx="3752">
                  <c:v>0.55687130905511806</c:v>
                </c:pt>
                <c:pt idx="3753">
                  <c:v>0.55717888779527558</c:v>
                </c:pt>
                <c:pt idx="3754">
                  <c:v>0.55717888779527558</c:v>
                </c:pt>
                <c:pt idx="3755">
                  <c:v>0.5574864665354331</c:v>
                </c:pt>
                <c:pt idx="3756">
                  <c:v>0.5574864665354331</c:v>
                </c:pt>
                <c:pt idx="3757">
                  <c:v>0.55776328740157477</c:v>
                </c:pt>
                <c:pt idx="3758">
                  <c:v>0.55776328740157477</c:v>
                </c:pt>
                <c:pt idx="3759">
                  <c:v>0.55807086614173229</c:v>
                </c:pt>
                <c:pt idx="3760">
                  <c:v>0.55807086614173229</c:v>
                </c:pt>
                <c:pt idx="3761">
                  <c:v>0.55837844488188981</c:v>
                </c:pt>
                <c:pt idx="3762">
                  <c:v>0.55837844488188981</c:v>
                </c:pt>
                <c:pt idx="3763">
                  <c:v>0.55865526574803148</c:v>
                </c:pt>
                <c:pt idx="3764">
                  <c:v>0.55865526574803148</c:v>
                </c:pt>
                <c:pt idx="3765">
                  <c:v>0.558962844488189</c:v>
                </c:pt>
                <c:pt idx="3766">
                  <c:v>0.558962844488189</c:v>
                </c:pt>
                <c:pt idx="3767">
                  <c:v>0.55927042322834641</c:v>
                </c:pt>
                <c:pt idx="3768">
                  <c:v>0.55927042322834641</c:v>
                </c:pt>
                <c:pt idx="3769">
                  <c:v>0.55954724409448819</c:v>
                </c:pt>
                <c:pt idx="3770">
                  <c:v>0.55954724409448819</c:v>
                </c:pt>
                <c:pt idx="3771">
                  <c:v>0.55985482283464572</c:v>
                </c:pt>
                <c:pt idx="3772">
                  <c:v>0.55985482283464572</c:v>
                </c:pt>
                <c:pt idx="3773">
                  <c:v>0.56016240157480313</c:v>
                </c:pt>
                <c:pt idx="3774">
                  <c:v>0.56016240157480313</c:v>
                </c:pt>
                <c:pt idx="3775">
                  <c:v>0.56043922244094491</c:v>
                </c:pt>
                <c:pt idx="3776">
                  <c:v>0.56043922244094491</c:v>
                </c:pt>
                <c:pt idx="3777">
                  <c:v>0.56074680118110232</c:v>
                </c:pt>
                <c:pt idx="3778">
                  <c:v>0.56074680118110232</c:v>
                </c:pt>
                <c:pt idx="3779">
                  <c:v>0.56105437992125984</c:v>
                </c:pt>
                <c:pt idx="3780">
                  <c:v>0.56105437992125984</c:v>
                </c:pt>
                <c:pt idx="3781">
                  <c:v>0.56133120078740162</c:v>
                </c:pt>
                <c:pt idx="3782">
                  <c:v>0.56133120078740162</c:v>
                </c:pt>
                <c:pt idx="3783">
                  <c:v>0.56163877952755903</c:v>
                </c:pt>
                <c:pt idx="3784">
                  <c:v>0.56163877952755903</c:v>
                </c:pt>
                <c:pt idx="3785">
                  <c:v>0.56194635826771655</c:v>
                </c:pt>
                <c:pt idx="3786">
                  <c:v>0.56194635826771655</c:v>
                </c:pt>
                <c:pt idx="3787">
                  <c:v>0.56222317913385822</c:v>
                </c:pt>
                <c:pt idx="3788">
                  <c:v>0.56222317913385822</c:v>
                </c:pt>
                <c:pt idx="3789">
                  <c:v>0.56253075787401574</c:v>
                </c:pt>
                <c:pt idx="3790">
                  <c:v>0.56253075787401574</c:v>
                </c:pt>
                <c:pt idx="3791">
                  <c:v>0.56283833661417326</c:v>
                </c:pt>
                <c:pt idx="3792">
                  <c:v>0.56283833661417326</c:v>
                </c:pt>
                <c:pt idx="3793">
                  <c:v>0.56311515748031493</c:v>
                </c:pt>
                <c:pt idx="3794">
                  <c:v>0.56311515748031493</c:v>
                </c:pt>
                <c:pt idx="3795">
                  <c:v>0.56342273622047245</c:v>
                </c:pt>
                <c:pt idx="3796">
                  <c:v>0.56342273622047245</c:v>
                </c:pt>
                <c:pt idx="3797">
                  <c:v>0.56373031496062997</c:v>
                </c:pt>
                <c:pt idx="3798">
                  <c:v>0.56373031496062997</c:v>
                </c:pt>
                <c:pt idx="3799">
                  <c:v>0.56400713582677164</c:v>
                </c:pt>
                <c:pt idx="3800">
                  <c:v>0.56400713582677164</c:v>
                </c:pt>
                <c:pt idx="3801">
                  <c:v>0.56431471456692917</c:v>
                </c:pt>
                <c:pt idx="3802">
                  <c:v>0.56431471456692917</c:v>
                </c:pt>
                <c:pt idx="3803">
                  <c:v>0.56459153543307083</c:v>
                </c:pt>
                <c:pt idx="3804">
                  <c:v>0.56459153543307083</c:v>
                </c:pt>
                <c:pt idx="3805">
                  <c:v>0.56489911417322836</c:v>
                </c:pt>
                <c:pt idx="3806">
                  <c:v>0.56489911417322836</c:v>
                </c:pt>
                <c:pt idx="3807">
                  <c:v>0.56520669291338588</c:v>
                </c:pt>
                <c:pt idx="3808">
                  <c:v>0.56520669291338588</c:v>
                </c:pt>
                <c:pt idx="3809">
                  <c:v>0.56548351377952755</c:v>
                </c:pt>
                <c:pt idx="3810">
                  <c:v>0.56548351377952755</c:v>
                </c:pt>
                <c:pt idx="3811">
                  <c:v>0.56579109251968507</c:v>
                </c:pt>
                <c:pt idx="3812">
                  <c:v>0.56579109251968507</c:v>
                </c:pt>
                <c:pt idx="3813">
                  <c:v>0.56609867125984248</c:v>
                </c:pt>
                <c:pt idx="3814">
                  <c:v>0.56609867125984248</c:v>
                </c:pt>
                <c:pt idx="3815">
                  <c:v>0.56637549212598426</c:v>
                </c:pt>
                <c:pt idx="3816">
                  <c:v>0.56637549212598426</c:v>
                </c:pt>
                <c:pt idx="3817">
                  <c:v>0.56668307086614178</c:v>
                </c:pt>
                <c:pt idx="3818">
                  <c:v>0.56668307086614178</c:v>
                </c:pt>
                <c:pt idx="3819">
                  <c:v>0.56699064960629919</c:v>
                </c:pt>
                <c:pt idx="3820">
                  <c:v>0.56699064960629919</c:v>
                </c:pt>
                <c:pt idx="3821">
                  <c:v>0.56726747047244097</c:v>
                </c:pt>
                <c:pt idx="3822">
                  <c:v>0.56726747047244097</c:v>
                </c:pt>
                <c:pt idx="3823">
                  <c:v>0.56757504921259838</c:v>
                </c:pt>
                <c:pt idx="3824">
                  <c:v>0.56757504921259838</c:v>
                </c:pt>
                <c:pt idx="3825">
                  <c:v>0.5678826279527559</c:v>
                </c:pt>
                <c:pt idx="3826">
                  <c:v>0.5678826279527559</c:v>
                </c:pt>
                <c:pt idx="3827">
                  <c:v>0.56815944881889768</c:v>
                </c:pt>
                <c:pt idx="3828">
                  <c:v>0.56815944881889768</c:v>
                </c:pt>
                <c:pt idx="3829">
                  <c:v>0.56846702755905509</c:v>
                </c:pt>
                <c:pt idx="3830">
                  <c:v>0.56846702755905509</c:v>
                </c:pt>
                <c:pt idx="3831">
                  <c:v>0.56877460629921262</c:v>
                </c:pt>
                <c:pt idx="3832">
                  <c:v>0.56877460629921262</c:v>
                </c:pt>
                <c:pt idx="3833">
                  <c:v>0.56905142716535428</c:v>
                </c:pt>
                <c:pt idx="3834">
                  <c:v>0.56905142716535428</c:v>
                </c:pt>
                <c:pt idx="3835">
                  <c:v>0.56935900590551181</c:v>
                </c:pt>
                <c:pt idx="3836">
                  <c:v>0.56935900590551181</c:v>
                </c:pt>
                <c:pt idx="3837">
                  <c:v>0.56966658464566933</c:v>
                </c:pt>
                <c:pt idx="3838">
                  <c:v>0.56966658464566933</c:v>
                </c:pt>
                <c:pt idx="3839">
                  <c:v>0.569943405511811</c:v>
                </c:pt>
                <c:pt idx="3840">
                  <c:v>0.569943405511811</c:v>
                </c:pt>
                <c:pt idx="3841">
                  <c:v>0.57025098425196852</c:v>
                </c:pt>
                <c:pt idx="3842">
                  <c:v>0.57025098425196852</c:v>
                </c:pt>
                <c:pt idx="3843">
                  <c:v>0.57055856299212604</c:v>
                </c:pt>
                <c:pt idx="3844">
                  <c:v>0.57055856299212604</c:v>
                </c:pt>
                <c:pt idx="3845">
                  <c:v>0.57083538385826771</c:v>
                </c:pt>
                <c:pt idx="3846">
                  <c:v>0.57083538385826771</c:v>
                </c:pt>
                <c:pt idx="3847">
                  <c:v>0.57114296259842523</c:v>
                </c:pt>
                <c:pt idx="3848">
                  <c:v>0.57114296259842523</c:v>
                </c:pt>
                <c:pt idx="3849">
                  <c:v>0.57145054133858264</c:v>
                </c:pt>
                <c:pt idx="3850">
                  <c:v>0.57145054133858264</c:v>
                </c:pt>
                <c:pt idx="3851">
                  <c:v>0.57172736220472442</c:v>
                </c:pt>
                <c:pt idx="3852">
                  <c:v>0.57172736220472442</c:v>
                </c:pt>
                <c:pt idx="3853">
                  <c:v>0.57203494094488194</c:v>
                </c:pt>
                <c:pt idx="3854">
                  <c:v>0.57203494094488194</c:v>
                </c:pt>
                <c:pt idx="3855">
                  <c:v>0.57234251968503935</c:v>
                </c:pt>
                <c:pt idx="3856">
                  <c:v>0.57234251968503935</c:v>
                </c:pt>
                <c:pt idx="3857">
                  <c:v>0.57261934055118113</c:v>
                </c:pt>
                <c:pt idx="3858">
                  <c:v>0.57261934055118113</c:v>
                </c:pt>
                <c:pt idx="3859">
                  <c:v>0.57292691929133854</c:v>
                </c:pt>
                <c:pt idx="3860">
                  <c:v>0.57292691929133854</c:v>
                </c:pt>
                <c:pt idx="3861">
                  <c:v>0.57323449803149606</c:v>
                </c:pt>
                <c:pt idx="3862">
                  <c:v>0.57323449803149606</c:v>
                </c:pt>
                <c:pt idx="3863">
                  <c:v>0.57351131889763785</c:v>
                </c:pt>
                <c:pt idx="3864">
                  <c:v>0.57351131889763785</c:v>
                </c:pt>
                <c:pt idx="3865">
                  <c:v>0.57381889763779526</c:v>
                </c:pt>
                <c:pt idx="3866">
                  <c:v>0.57381889763779526</c:v>
                </c:pt>
                <c:pt idx="3867">
                  <c:v>0.57409571850393704</c:v>
                </c:pt>
                <c:pt idx="3868">
                  <c:v>0.57409571850393704</c:v>
                </c:pt>
                <c:pt idx="3869">
                  <c:v>0.57440329724409445</c:v>
                </c:pt>
                <c:pt idx="3870">
                  <c:v>0.57440329724409445</c:v>
                </c:pt>
                <c:pt idx="3871">
                  <c:v>0.57471087598425197</c:v>
                </c:pt>
                <c:pt idx="3872">
                  <c:v>0.57471087598425197</c:v>
                </c:pt>
                <c:pt idx="3873">
                  <c:v>0.57498769685039375</c:v>
                </c:pt>
                <c:pt idx="3874">
                  <c:v>0.57498769685039375</c:v>
                </c:pt>
                <c:pt idx="3875">
                  <c:v>0.57529527559055116</c:v>
                </c:pt>
                <c:pt idx="3876">
                  <c:v>0.57529527559055116</c:v>
                </c:pt>
                <c:pt idx="3877">
                  <c:v>0.57560285433070868</c:v>
                </c:pt>
                <c:pt idx="3878">
                  <c:v>0.57560285433070868</c:v>
                </c:pt>
                <c:pt idx="3879">
                  <c:v>0.57587967519685035</c:v>
                </c:pt>
                <c:pt idx="3880">
                  <c:v>0.57587967519685035</c:v>
                </c:pt>
                <c:pt idx="3881">
                  <c:v>0.57618725393700787</c:v>
                </c:pt>
                <c:pt idx="3882">
                  <c:v>0.57618725393700787</c:v>
                </c:pt>
                <c:pt idx="3883">
                  <c:v>0.57649483267716539</c:v>
                </c:pt>
                <c:pt idx="3884">
                  <c:v>0.57649483267716539</c:v>
                </c:pt>
                <c:pt idx="3885">
                  <c:v>0.57677165354330706</c:v>
                </c:pt>
                <c:pt idx="3886">
                  <c:v>0.57677165354330706</c:v>
                </c:pt>
                <c:pt idx="3887">
                  <c:v>0.57707923228346458</c:v>
                </c:pt>
                <c:pt idx="3888">
                  <c:v>0.57707923228346458</c:v>
                </c:pt>
                <c:pt idx="3889">
                  <c:v>0.57738681102362199</c:v>
                </c:pt>
                <c:pt idx="3890">
                  <c:v>0.57738681102362199</c:v>
                </c:pt>
                <c:pt idx="3891">
                  <c:v>0.57766363188976377</c:v>
                </c:pt>
                <c:pt idx="3892">
                  <c:v>0.57766363188976377</c:v>
                </c:pt>
                <c:pt idx="3893">
                  <c:v>0.57797121062992129</c:v>
                </c:pt>
                <c:pt idx="3894">
                  <c:v>0.57797121062992129</c:v>
                </c:pt>
                <c:pt idx="3895">
                  <c:v>0.57827878937007871</c:v>
                </c:pt>
                <c:pt idx="3896">
                  <c:v>0.57827878937007871</c:v>
                </c:pt>
                <c:pt idx="3897">
                  <c:v>0.57855561023622049</c:v>
                </c:pt>
                <c:pt idx="3898">
                  <c:v>0.57855561023622049</c:v>
                </c:pt>
                <c:pt idx="3899">
                  <c:v>0.57886318897637801</c:v>
                </c:pt>
                <c:pt idx="3900">
                  <c:v>0.57886318897637801</c:v>
                </c:pt>
                <c:pt idx="3901">
                  <c:v>0.57917076771653542</c:v>
                </c:pt>
                <c:pt idx="3902">
                  <c:v>0.57917076771653542</c:v>
                </c:pt>
                <c:pt idx="3903">
                  <c:v>0.5794475885826772</c:v>
                </c:pt>
                <c:pt idx="3904">
                  <c:v>0.5794475885826772</c:v>
                </c:pt>
                <c:pt idx="3905">
                  <c:v>0.57975516732283461</c:v>
                </c:pt>
                <c:pt idx="3906">
                  <c:v>0.57975516732283461</c:v>
                </c:pt>
                <c:pt idx="3907">
                  <c:v>0.58006274606299213</c:v>
                </c:pt>
                <c:pt idx="3908">
                  <c:v>0.58006274606299213</c:v>
                </c:pt>
                <c:pt idx="3909">
                  <c:v>0.58033956692913391</c:v>
                </c:pt>
                <c:pt idx="3910">
                  <c:v>0.58033956692913391</c:v>
                </c:pt>
                <c:pt idx="3911">
                  <c:v>0.58064714566929132</c:v>
                </c:pt>
                <c:pt idx="3912">
                  <c:v>0.58064714566929132</c:v>
                </c:pt>
                <c:pt idx="3913">
                  <c:v>0.58095472440944884</c:v>
                </c:pt>
                <c:pt idx="3914">
                  <c:v>0.58095472440944884</c:v>
                </c:pt>
                <c:pt idx="3915">
                  <c:v>0.58123154527559051</c:v>
                </c:pt>
                <c:pt idx="3916">
                  <c:v>0.58123154527559051</c:v>
                </c:pt>
                <c:pt idx="3917">
                  <c:v>0.58153912401574803</c:v>
                </c:pt>
                <c:pt idx="3918">
                  <c:v>0.58153912401574803</c:v>
                </c:pt>
                <c:pt idx="3919">
                  <c:v>0.58184670275590555</c:v>
                </c:pt>
                <c:pt idx="3920">
                  <c:v>0.58184670275590555</c:v>
                </c:pt>
                <c:pt idx="3921">
                  <c:v>0.58212352362204722</c:v>
                </c:pt>
                <c:pt idx="3922">
                  <c:v>0.58212352362204722</c:v>
                </c:pt>
                <c:pt idx="3923">
                  <c:v>0.58243110236220474</c:v>
                </c:pt>
                <c:pt idx="3924">
                  <c:v>0.58243110236220474</c:v>
                </c:pt>
                <c:pt idx="3925">
                  <c:v>0.58273868110236215</c:v>
                </c:pt>
                <c:pt idx="3926">
                  <c:v>0.58273868110236215</c:v>
                </c:pt>
                <c:pt idx="3927">
                  <c:v>0.58301550196850394</c:v>
                </c:pt>
                <c:pt idx="3928">
                  <c:v>0.58301550196850394</c:v>
                </c:pt>
                <c:pt idx="3929">
                  <c:v>0.58332308070866146</c:v>
                </c:pt>
                <c:pt idx="3930">
                  <c:v>0.58332308070866146</c:v>
                </c:pt>
                <c:pt idx="3931">
                  <c:v>0.58359990157480313</c:v>
                </c:pt>
                <c:pt idx="3932">
                  <c:v>0.58359990157480313</c:v>
                </c:pt>
                <c:pt idx="3933">
                  <c:v>0.58390748031496065</c:v>
                </c:pt>
                <c:pt idx="3934">
                  <c:v>0.58390748031496065</c:v>
                </c:pt>
                <c:pt idx="3935">
                  <c:v>0.58421505905511806</c:v>
                </c:pt>
                <c:pt idx="3936">
                  <c:v>0.58421505905511806</c:v>
                </c:pt>
                <c:pt idx="3937">
                  <c:v>0.58449187992125984</c:v>
                </c:pt>
                <c:pt idx="3938">
                  <c:v>0.58449187992125984</c:v>
                </c:pt>
                <c:pt idx="3939">
                  <c:v>0.58479945866141736</c:v>
                </c:pt>
                <c:pt idx="3940">
                  <c:v>0.58479945866141736</c:v>
                </c:pt>
                <c:pt idx="3941">
                  <c:v>0.58510703740157477</c:v>
                </c:pt>
                <c:pt idx="3942">
                  <c:v>0.58510703740157477</c:v>
                </c:pt>
                <c:pt idx="3943">
                  <c:v>0.58538385826771655</c:v>
                </c:pt>
                <c:pt idx="3944">
                  <c:v>0.58538385826771655</c:v>
                </c:pt>
                <c:pt idx="3945">
                  <c:v>0.58569143700787396</c:v>
                </c:pt>
                <c:pt idx="3946">
                  <c:v>0.58569143700787396</c:v>
                </c:pt>
                <c:pt idx="3947">
                  <c:v>0.58599901574803148</c:v>
                </c:pt>
                <c:pt idx="3948">
                  <c:v>0.58599901574803148</c:v>
                </c:pt>
                <c:pt idx="3949">
                  <c:v>0.58627583661417326</c:v>
                </c:pt>
                <c:pt idx="3950">
                  <c:v>0.58627583661417326</c:v>
                </c:pt>
                <c:pt idx="3951">
                  <c:v>0.58658341535433067</c:v>
                </c:pt>
                <c:pt idx="3952">
                  <c:v>0.58658341535433067</c:v>
                </c:pt>
                <c:pt idx="3953">
                  <c:v>0.58689099409448819</c:v>
                </c:pt>
                <c:pt idx="3954">
                  <c:v>0.58689099409448819</c:v>
                </c:pt>
                <c:pt idx="3955">
                  <c:v>0.58716781496062997</c:v>
                </c:pt>
                <c:pt idx="3956">
                  <c:v>0.58716781496062997</c:v>
                </c:pt>
                <c:pt idx="3957">
                  <c:v>0.58747539370078738</c:v>
                </c:pt>
                <c:pt idx="3958">
                  <c:v>0.58747539370078738</c:v>
                </c:pt>
                <c:pt idx="3959">
                  <c:v>0.58778297244094491</c:v>
                </c:pt>
                <c:pt idx="3960">
                  <c:v>0.58778297244094491</c:v>
                </c:pt>
                <c:pt idx="3961">
                  <c:v>0.58805979330708658</c:v>
                </c:pt>
                <c:pt idx="3962">
                  <c:v>0.58805979330708658</c:v>
                </c:pt>
                <c:pt idx="3963">
                  <c:v>0.5883673720472441</c:v>
                </c:pt>
                <c:pt idx="3964">
                  <c:v>0.5883673720472441</c:v>
                </c:pt>
                <c:pt idx="3965">
                  <c:v>0.58867495078740162</c:v>
                </c:pt>
                <c:pt idx="3966">
                  <c:v>0.58867495078740162</c:v>
                </c:pt>
                <c:pt idx="3967">
                  <c:v>0.58895177165354329</c:v>
                </c:pt>
                <c:pt idx="3968">
                  <c:v>0.58895177165354329</c:v>
                </c:pt>
                <c:pt idx="3969">
                  <c:v>0.58925935039370081</c:v>
                </c:pt>
                <c:pt idx="3970">
                  <c:v>0.58925935039370081</c:v>
                </c:pt>
                <c:pt idx="3971">
                  <c:v>0.58956692913385822</c:v>
                </c:pt>
                <c:pt idx="3972">
                  <c:v>0.58956692913385822</c:v>
                </c:pt>
                <c:pt idx="3973">
                  <c:v>0.58984375</c:v>
                </c:pt>
                <c:pt idx="3974">
                  <c:v>0.58984375</c:v>
                </c:pt>
                <c:pt idx="3975">
                  <c:v>0.59015132874015752</c:v>
                </c:pt>
                <c:pt idx="3976">
                  <c:v>0.59015132874015752</c:v>
                </c:pt>
                <c:pt idx="3977">
                  <c:v>0.59045890748031493</c:v>
                </c:pt>
                <c:pt idx="3978">
                  <c:v>0.59045890748031493</c:v>
                </c:pt>
                <c:pt idx="3979">
                  <c:v>0.59073572834645671</c:v>
                </c:pt>
                <c:pt idx="3980">
                  <c:v>0.59073572834645671</c:v>
                </c:pt>
                <c:pt idx="3981">
                  <c:v>0.59104330708661412</c:v>
                </c:pt>
                <c:pt idx="3982">
                  <c:v>0.59104330708661412</c:v>
                </c:pt>
                <c:pt idx="3983">
                  <c:v>0.59135088582677164</c:v>
                </c:pt>
                <c:pt idx="3984">
                  <c:v>0.59135088582677164</c:v>
                </c:pt>
                <c:pt idx="3985">
                  <c:v>0.59162770669291342</c:v>
                </c:pt>
                <c:pt idx="3986">
                  <c:v>0.59162770669291342</c:v>
                </c:pt>
                <c:pt idx="3987">
                  <c:v>0.59193528543307083</c:v>
                </c:pt>
                <c:pt idx="3988">
                  <c:v>0.59193528543307083</c:v>
                </c:pt>
                <c:pt idx="3989">
                  <c:v>0.59224286417322836</c:v>
                </c:pt>
                <c:pt idx="3990">
                  <c:v>0.59224286417322836</c:v>
                </c:pt>
                <c:pt idx="3991">
                  <c:v>0.59251968503937003</c:v>
                </c:pt>
                <c:pt idx="3992">
                  <c:v>0.59251968503937003</c:v>
                </c:pt>
                <c:pt idx="3993">
                  <c:v>0.59282726377952755</c:v>
                </c:pt>
                <c:pt idx="3994">
                  <c:v>0.59282726377952755</c:v>
                </c:pt>
                <c:pt idx="3995">
                  <c:v>0.59313484251968507</c:v>
                </c:pt>
                <c:pt idx="3996">
                  <c:v>0.59313484251968507</c:v>
                </c:pt>
              </c:numCache>
            </c:numRef>
          </c:xVal>
          <c:yVal>
            <c:numRef>
              <c:f>データ!$B$2:$B$3998</c:f>
              <c:numCache>
                <c:formatCode>General</c:formatCode>
                <c:ptCount val="399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5.0000000000000001E-3</c:v>
                </c:pt>
                <c:pt idx="119">
                  <c:v>5.0000000000000001E-3</c:v>
                </c:pt>
                <c:pt idx="120">
                  <c:v>5.0000000000000001E-3</c:v>
                </c:pt>
                <c:pt idx="121">
                  <c:v>5.0000000000000001E-3</c:v>
                </c:pt>
                <c:pt idx="122">
                  <c:v>5.0000000000000001E-3</c:v>
                </c:pt>
                <c:pt idx="123">
                  <c:v>5.0000000000000001E-3</c:v>
                </c:pt>
                <c:pt idx="124">
                  <c:v>5.0000000000000001E-3</c:v>
                </c:pt>
                <c:pt idx="125">
                  <c:v>5.0000000000000001E-3</c:v>
                </c:pt>
                <c:pt idx="126">
                  <c:v>5.0000000000000001E-3</c:v>
                </c:pt>
                <c:pt idx="127">
                  <c:v>5.0000000000000001E-3</c:v>
                </c:pt>
                <c:pt idx="128">
                  <c:v>5.0000000000000001E-3</c:v>
                </c:pt>
                <c:pt idx="129">
                  <c:v>5.0000000000000001E-3</c:v>
                </c:pt>
                <c:pt idx="130">
                  <c:v>5.0000000000000001E-3</c:v>
                </c:pt>
                <c:pt idx="131">
                  <c:v>5.0000000000000001E-3</c:v>
                </c:pt>
                <c:pt idx="132">
                  <c:v>5.0000000000000001E-3</c:v>
                </c:pt>
                <c:pt idx="133">
                  <c:v>5.0000000000000001E-3</c:v>
                </c:pt>
                <c:pt idx="134">
                  <c:v>5.0000000000000001E-3</c:v>
                </c:pt>
                <c:pt idx="135">
                  <c:v>5.0000000000000001E-3</c:v>
                </c:pt>
                <c:pt idx="136">
                  <c:v>5.0000000000000001E-3</c:v>
                </c:pt>
                <c:pt idx="137">
                  <c:v>5.0000000000000001E-3</c:v>
                </c:pt>
                <c:pt idx="138">
                  <c:v>5.0000000000000001E-3</c:v>
                </c:pt>
                <c:pt idx="139">
                  <c:v>5.0000000000000001E-3</c:v>
                </c:pt>
                <c:pt idx="140">
                  <c:v>5.0000000000000001E-3</c:v>
                </c:pt>
                <c:pt idx="141">
                  <c:v>5.0000000000000001E-3</c:v>
                </c:pt>
                <c:pt idx="142">
                  <c:v>5.0000000000000001E-3</c:v>
                </c:pt>
                <c:pt idx="143">
                  <c:v>5.0000000000000001E-3</c:v>
                </c:pt>
                <c:pt idx="144">
                  <c:v>5.0000000000000001E-3</c:v>
                </c:pt>
                <c:pt idx="145">
                  <c:v>5.0000000000000001E-3</c:v>
                </c:pt>
                <c:pt idx="146">
                  <c:v>5.0000000000000001E-3</c:v>
                </c:pt>
                <c:pt idx="147">
                  <c:v>5.0000000000000001E-3</c:v>
                </c:pt>
                <c:pt idx="148">
                  <c:v>5.0000000000000001E-3</c:v>
                </c:pt>
                <c:pt idx="149">
                  <c:v>5.0000000000000001E-3</c:v>
                </c:pt>
                <c:pt idx="150">
                  <c:v>5.0000000000000001E-3</c:v>
                </c:pt>
                <c:pt idx="151">
                  <c:v>5.0000000000000001E-3</c:v>
                </c:pt>
                <c:pt idx="152">
                  <c:v>5.0000000000000001E-3</c:v>
                </c:pt>
                <c:pt idx="153">
                  <c:v>5.0000000000000001E-3</c:v>
                </c:pt>
                <c:pt idx="154">
                  <c:v>5.0000000000000001E-3</c:v>
                </c:pt>
                <c:pt idx="155">
                  <c:v>5.0000000000000001E-3</c:v>
                </c:pt>
                <c:pt idx="156">
                  <c:v>5.0000000000000001E-3</c:v>
                </c:pt>
                <c:pt idx="157">
                  <c:v>5.0000000000000001E-3</c:v>
                </c:pt>
                <c:pt idx="158">
                  <c:v>0.01</c:v>
                </c:pt>
                <c:pt idx="159">
                  <c:v>0.01</c:v>
                </c:pt>
                <c:pt idx="160">
                  <c:v>0.01</c:v>
                </c:pt>
                <c:pt idx="161">
                  <c:v>0.01</c:v>
                </c:pt>
                <c:pt idx="162">
                  <c:v>0.01</c:v>
                </c:pt>
                <c:pt idx="163">
                  <c:v>0.01</c:v>
                </c:pt>
                <c:pt idx="164">
                  <c:v>0.01</c:v>
                </c:pt>
                <c:pt idx="165">
                  <c:v>0.01</c:v>
                </c:pt>
                <c:pt idx="166">
                  <c:v>0.01</c:v>
                </c:pt>
                <c:pt idx="167">
                  <c:v>0.01</c:v>
                </c:pt>
                <c:pt idx="168">
                  <c:v>0.01</c:v>
                </c:pt>
                <c:pt idx="169">
                  <c:v>0.01</c:v>
                </c:pt>
                <c:pt idx="170">
                  <c:v>0.01</c:v>
                </c:pt>
                <c:pt idx="171">
                  <c:v>0.01</c:v>
                </c:pt>
                <c:pt idx="172">
                  <c:v>1.4999999999999999E-2</c:v>
                </c:pt>
                <c:pt idx="173">
                  <c:v>1.4999999999999999E-2</c:v>
                </c:pt>
                <c:pt idx="174">
                  <c:v>1.4999999999999999E-2</c:v>
                </c:pt>
                <c:pt idx="175">
                  <c:v>1.4999999999999999E-2</c:v>
                </c:pt>
                <c:pt idx="176">
                  <c:v>1.4999999999999999E-2</c:v>
                </c:pt>
                <c:pt idx="177">
                  <c:v>1.4999999999999999E-2</c:v>
                </c:pt>
                <c:pt idx="178">
                  <c:v>1.4999999999999999E-2</c:v>
                </c:pt>
                <c:pt idx="179">
                  <c:v>1.4999999999999999E-2</c:v>
                </c:pt>
                <c:pt idx="180">
                  <c:v>0.02</c:v>
                </c:pt>
                <c:pt idx="181">
                  <c:v>0.02</c:v>
                </c:pt>
                <c:pt idx="182">
                  <c:v>0.02</c:v>
                </c:pt>
                <c:pt idx="183">
                  <c:v>0.02</c:v>
                </c:pt>
                <c:pt idx="184">
                  <c:v>0.02</c:v>
                </c:pt>
                <c:pt idx="185">
                  <c:v>0.02</c:v>
                </c:pt>
                <c:pt idx="186">
                  <c:v>0.02</c:v>
                </c:pt>
                <c:pt idx="187">
                  <c:v>0.02</c:v>
                </c:pt>
                <c:pt idx="188">
                  <c:v>0.02</c:v>
                </c:pt>
                <c:pt idx="189">
                  <c:v>0.02</c:v>
                </c:pt>
                <c:pt idx="190">
                  <c:v>0.02</c:v>
                </c:pt>
                <c:pt idx="191">
                  <c:v>0.02</c:v>
                </c:pt>
                <c:pt idx="192">
                  <c:v>0.02</c:v>
                </c:pt>
                <c:pt idx="193">
                  <c:v>0.02</c:v>
                </c:pt>
                <c:pt idx="194">
                  <c:v>0.02</c:v>
                </c:pt>
                <c:pt idx="195">
                  <c:v>0.02</c:v>
                </c:pt>
                <c:pt idx="196">
                  <c:v>0.02</c:v>
                </c:pt>
                <c:pt idx="197">
                  <c:v>0.02</c:v>
                </c:pt>
                <c:pt idx="198">
                  <c:v>0.02</c:v>
                </c:pt>
                <c:pt idx="199">
                  <c:v>0.02</c:v>
                </c:pt>
                <c:pt idx="200">
                  <c:v>0.02</c:v>
                </c:pt>
                <c:pt idx="201">
                  <c:v>0.02</c:v>
                </c:pt>
                <c:pt idx="202">
                  <c:v>0.02</c:v>
                </c:pt>
                <c:pt idx="203">
                  <c:v>0.02</c:v>
                </c:pt>
                <c:pt idx="204">
                  <c:v>0.02</c:v>
                </c:pt>
                <c:pt idx="205">
                  <c:v>0.02</c:v>
                </c:pt>
                <c:pt idx="206">
                  <c:v>0.02</c:v>
                </c:pt>
                <c:pt idx="207">
                  <c:v>0.02</c:v>
                </c:pt>
                <c:pt idx="208">
                  <c:v>0.02</c:v>
                </c:pt>
                <c:pt idx="209">
                  <c:v>0.02</c:v>
                </c:pt>
                <c:pt idx="210">
                  <c:v>0.02</c:v>
                </c:pt>
                <c:pt idx="211">
                  <c:v>0.02</c:v>
                </c:pt>
                <c:pt idx="212">
                  <c:v>0.02</c:v>
                </c:pt>
                <c:pt idx="213">
                  <c:v>0.02</c:v>
                </c:pt>
                <c:pt idx="214">
                  <c:v>2.5000000000000001E-2</c:v>
                </c:pt>
                <c:pt idx="215">
                  <c:v>2.5000000000000001E-2</c:v>
                </c:pt>
                <c:pt idx="216">
                  <c:v>0.03</c:v>
                </c:pt>
                <c:pt idx="217">
                  <c:v>0.03</c:v>
                </c:pt>
                <c:pt idx="218">
                  <c:v>0.03</c:v>
                </c:pt>
                <c:pt idx="219">
                  <c:v>0.03</c:v>
                </c:pt>
                <c:pt idx="220">
                  <c:v>0.03</c:v>
                </c:pt>
                <c:pt idx="221">
                  <c:v>0.03</c:v>
                </c:pt>
                <c:pt idx="222">
                  <c:v>0.03</c:v>
                </c:pt>
                <c:pt idx="223">
                  <c:v>0.03</c:v>
                </c:pt>
                <c:pt idx="224">
                  <c:v>0.03</c:v>
                </c:pt>
                <c:pt idx="225">
                  <c:v>0.03</c:v>
                </c:pt>
                <c:pt idx="226">
                  <c:v>0.03</c:v>
                </c:pt>
                <c:pt idx="227">
                  <c:v>0.03</c:v>
                </c:pt>
                <c:pt idx="228">
                  <c:v>0.03</c:v>
                </c:pt>
                <c:pt idx="229">
                  <c:v>0.03</c:v>
                </c:pt>
                <c:pt idx="230">
                  <c:v>0.03</c:v>
                </c:pt>
                <c:pt idx="231">
                  <c:v>0.03</c:v>
                </c:pt>
                <c:pt idx="232">
                  <c:v>0.03</c:v>
                </c:pt>
                <c:pt idx="233">
                  <c:v>0.03</c:v>
                </c:pt>
                <c:pt idx="234">
                  <c:v>0.03</c:v>
                </c:pt>
                <c:pt idx="235">
                  <c:v>0.03</c:v>
                </c:pt>
                <c:pt idx="236">
                  <c:v>0.03</c:v>
                </c:pt>
                <c:pt idx="237">
                  <c:v>0.03</c:v>
                </c:pt>
                <c:pt idx="238">
                  <c:v>0.03</c:v>
                </c:pt>
                <c:pt idx="239">
                  <c:v>0.03</c:v>
                </c:pt>
                <c:pt idx="240">
                  <c:v>3.5000000000000003E-2</c:v>
                </c:pt>
                <c:pt idx="241">
                  <c:v>3.5000000000000003E-2</c:v>
                </c:pt>
                <c:pt idx="242">
                  <c:v>0.04</c:v>
                </c:pt>
                <c:pt idx="243">
                  <c:v>0.04</c:v>
                </c:pt>
                <c:pt idx="244">
                  <c:v>0.04</c:v>
                </c:pt>
                <c:pt idx="245">
                  <c:v>0.04</c:v>
                </c:pt>
                <c:pt idx="246">
                  <c:v>0.04</c:v>
                </c:pt>
                <c:pt idx="247">
                  <c:v>0.04</c:v>
                </c:pt>
                <c:pt idx="248">
                  <c:v>0.04</c:v>
                </c:pt>
                <c:pt idx="249">
                  <c:v>0.04</c:v>
                </c:pt>
                <c:pt idx="250">
                  <c:v>0.04</c:v>
                </c:pt>
                <c:pt idx="251">
                  <c:v>0.04</c:v>
                </c:pt>
                <c:pt idx="252">
                  <c:v>0.04</c:v>
                </c:pt>
                <c:pt idx="253">
                  <c:v>0.04</c:v>
                </c:pt>
                <c:pt idx="254">
                  <c:v>0.04</c:v>
                </c:pt>
                <c:pt idx="255">
                  <c:v>0.04</c:v>
                </c:pt>
                <c:pt idx="256">
                  <c:v>4.4999999999999998E-2</c:v>
                </c:pt>
                <c:pt idx="257">
                  <c:v>4.4999999999999998E-2</c:v>
                </c:pt>
                <c:pt idx="258">
                  <c:v>4.4999999999999998E-2</c:v>
                </c:pt>
                <c:pt idx="259">
                  <c:v>4.4999999999999998E-2</c:v>
                </c:pt>
                <c:pt idx="260">
                  <c:v>4.4999999999999998E-2</c:v>
                </c:pt>
                <c:pt idx="261">
                  <c:v>4.4999999999999998E-2</c:v>
                </c:pt>
                <c:pt idx="262">
                  <c:v>4.4999999999999998E-2</c:v>
                </c:pt>
                <c:pt idx="263">
                  <c:v>4.4999999999999998E-2</c:v>
                </c:pt>
                <c:pt idx="264">
                  <c:v>4.4999999999999998E-2</c:v>
                </c:pt>
                <c:pt idx="265">
                  <c:v>4.4999999999999998E-2</c:v>
                </c:pt>
                <c:pt idx="266">
                  <c:v>0.05</c:v>
                </c:pt>
                <c:pt idx="267">
                  <c:v>0.05</c:v>
                </c:pt>
                <c:pt idx="268">
                  <c:v>5.5E-2</c:v>
                </c:pt>
                <c:pt idx="269">
                  <c:v>5.5E-2</c:v>
                </c:pt>
                <c:pt idx="270">
                  <c:v>0.06</c:v>
                </c:pt>
                <c:pt idx="271">
                  <c:v>0.06</c:v>
                </c:pt>
                <c:pt idx="272">
                  <c:v>0.06</c:v>
                </c:pt>
                <c:pt idx="273">
                  <c:v>0.06</c:v>
                </c:pt>
                <c:pt idx="274">
                  <c:v>0.06</c:v>
                </c:pt>
                <c:pt idx="275">
                  <c:v>0.06</c:v>
                </c:pt>
                <c:pt idx="276">
                  <c:v>0.06</c:v>
                </c:pt>
                <c:pt idx="277">
                  <c:v>0.06</c:v>
                </c:pt>
                <c:pt idx="278">
                  <c:v>0.06</c:v>
                </c:pt>
                <c:pt idx="279">
                  <c:v>0.06</c:v>
                </c:pt>
                <c:pt idx="280">
                  <c:v>0.06</c:v>
                </c:pt>
                <c:pt idx="281">
                  <c:v>0.06</c:v>
                </c:pt>
                <c:pt idx="282">
                  <c:v>0.06</c:v>
                </c:pt>
                <c:pt idx="283">
                  <c:v>0.06</c:v>
                </c:pt>
                <c:pt idx="284">
                  <c:v>6.5000000000000002E-2</c:v>
                </c:pt>
                <c:pt idx="285">
                  <c:v>6.5000000000000002E-2</c:v>
                </c:pt>
                <c:pt idx="286">
                  <c:v>6.5000000000000002E-2</c:v>
                </c:pt>
                <c:pt idx="287">
                  <c:v>6.5000000000000002E-2</c:v>
                </c:pt>
                <c:pt idx="288">
                  <c:v>7.0000000000000007E-2</c:v>
                </c:pt>
                <c:pt idx="289">
                  <c:v>7.0000000000000007E-2</c:v>
                </c:pt>
                <c:pt idx="290">
                  <c:v>7.0000000000000007E-2</c:v>
                </c:pt>
                <c:pt idx="291">
                  <c:v>7.0000000000000007E-2</c:v>
                </c:pt>
                <c:pt idx="292">
                  <c:v>7.4999999999999997E-2</c:v>
                </c:pt>
                <c:pt idx="293">
                  <c:v>7.4999999999999997E-2</c:v>
                </c:pt>
                <c:pt idx="294">
                  <c:v>8.5000000000000006E-2</c:v>
                </c:pt>
                <c:pt idx="295">
                  <c:v>8.5000000000000006E-2</c:v>
                </c:pt>
                <c:pt idx="296">
                  <c:v>0.09</c:v>
                </c:pt>
                <c:pt idx="297">
                  <c:v>0.09</c:v>
                </c:pt>
                <c:pt idx="298">
                  <c:v>0.09</c:v>
                </c:pt>
                <c:pt idx="299">
                  <c:v>0.09</c:v>
                </c:pt>
                <c:pt idx="300">
                  <c:v>0.09</c:v>
                </c:pt>
                <c:pt idx="301">
                  <c:v>0.09</c:v>
                </c:pt>
                <c:pt idx="302">
                  <c:v>0.1</c:v>
                </c:pt>
                <c:pt idx="303">
                  <c:v>0.1</c:v>
                </c:pt>
                <c:pt idx="304">
                  <c:v>0.11</c:v>
                </c:pt>
                <c:pt idx="305">
                  <c:v>0.11</c:v>
                </c:pt>
                <c:pt idx="306">
                  <c:v>0.11</c:v>
                </c:pt>
                <c:pt idx="307">
                  <c:v>0.11</c:v>
                </c:pt>
                <c:pt idx="308">
                  <c:v>0.115</c:v>
                </c:pt>
                <c:pt idx="309">
                  <c:v>0.115</c:v>
                </c:pt>
                <c:pt idx="310">
                  <c:v>0.115</c:v>
                </c:pt>
                <c:pt idx="311">
                  <c:v>0.115</c:v>
                </c:pt>
                <c:pt idx="312">
                  <c:v>0.12</c:v>
                </c:pt>
                <c:pt idx="313">
                  <c:v>0.12</c:v>
                </c:pt>
                <c:pt idx="314">
                  <c:v>0.12</c:v>
                </c:pt>
                <c:pt idx="315">
                  <c:v>0.12</c:v>
                </c:pt>
                <c:pt idx="316">
                  <c:v>0.13</c:v>
                </c:pt>
                <c:pt idx="317">
                  <c:v>0.13</c:v>
                </c:pt>
                <c:pt idx="318">
                  <c:v>0.13</c:v>
                </c:pt>
                <c:pt idx="319">
                  <c:v>0.13</c:v>
                </c:pt>
                <c:pt idx="320">
                  <c:v>0.13500000000000001</c:v>
                </c:pt>
                <c:pt idx="321">
                  <c:v>0.13500000000000001</c:v>
                </c:pt>
                <c:pt idx="322">
                  <c:v>0.14499999999999999</c:v>
                </c:pt>
                <c:pt idx="323">
                  <c:v>0.14499999999999999</c:v>
                </c:pt>
                <c:pt idx="324">
                  <c:v>0.14499999999999999</c:v>
                </c:pt>
                <c:pt idx="325">
                  <c:v>0.14499999999999999</c:v>
                </c:pt>
                <c:pt idx="326">
                  <c:v>0.14499999999999999</c:v>
                </c:pt>
                <c:pt idx="327">
                  <c:v>0.14499999999999999</c:v>
                </c:pt>
                <c:pt idx="328">
                  <c:v>0.14499999999999999</c:v>
                </c:pt>
                <c:pt idx="329">
                  <c:v>0.14499999999999999</c:v>
                </c:pt>
                <c:pt idx="330">
                  <c:v>0.14499999999999999</c:v>
                </c:pt>
                <c:pt idx="331">
                  <c:v>0.14499999999999999</c:v>
                </c:pt>
                <c:pt idx="332">
                  <c:v>0.14499999999999999</c:v>
                </c:pt>
                <c:pt idx="333">
                  <c:v>0.14499999999999999</c:v>
                </c:pt>
                <c:pt idx="334">
                  <c:v>0.14499999999999999</c:v>
                </c:pt>
                <c:pt idx="335">
                  <c:v>0.14499999999999999</c:v>
                </c:pt>
                <c:pt idx="336">
                  <c:v>0.14499999999999999</c:v>
                </c:pt>
                <c:pt idx="337">
                  <c:v>0.14499999999999999</c:v>
                </c:pt>
                <c:pt idx="338">
                  <c:v>0.155</c:v>
                </c:pt>
                <c:pt idx="339">
                  <c:v>0.155</c:v>
                </c:pt>
                <c:pt idx="340">
                  <c:v>0.16</c:v>
                </c:pt>
                <c:pt idx="341">
                  <c:v>0.16</c:v>
                </c:pt>
                <c:pt idx="342">
                  <c:v>0.16</c:v>
                </c:pt>
                <c:pt idx="343">
                  <c:v>0.16</c:v>
                </c:pt>
                <c:pt idx="344">
                  <c:v>0.17499999999999999</c:v>
                </c:pt>
                <c:pt idx="345">
                  <c:v>0.17499999999999999</c:v>
                </c:pt>
                <c:pt idx="346">
                  <c:v>0.185</c:v>
                </c:pt>
                <c:pt idx="347">
                  <c:v>0.185</c:v>
                </c:pt>
                <c:pt idx="348">
                  <c:v>0.19</c:v>
                </c:pt>
                <c:pt idx="349">
                  <c:v>0.19</c:v>
                </c:pt>
                <c:pt idx="350">
                  <c:v>0.19500000000000001</c:v>
                </c:pt>
                <c:pt idx="351">
                  <c:v>0.19500000000000001</c:v>
                </c:pt>
                <c:pt idx="352">
                  <c:v>0.19500000000000001</c:v>
                </c:pt>
                <c:pt idx="353">
                  <c:v>0.19500000000000001</c:v>
                </c:pt>
                <c:pt idx="354">
                  <c:v>0.20499999999999999</c:v>
                </c:pt>
                <c:pt idx="355">
                  <c:v>0.20499999999999999</c:v>
                </c:pt>
                <c:pt idx="356">
                  <c:v>0.20499999999999999</c:v>
                </c:pt>
                <c:pt idx="357">
                  <c:v>0.20499999999999999</c:v>
                </c:pt>
                <c:pt idx="358">
                  <c:v>0.215</c:v>
                </c:pt>
                <c:pt idx="359">
                  <c:v>0.215</c:v>
                </c:pt>
                <c:pt idx="360">
                  <c:v>0.215</c:v>
                </c:pt>
                <c:pt idx="361">
                  <c:v>0.215</c:v>
                </c:pt>
                <c:pt idx="362">
                  <c:v>0.215</c:v>
                </c:pt>
                <c:pt idx="363">
                  <c:v>0.215</c:v>
                </c:pt>
                <c:pt idx="364">
                  <c:v>0.22500000000000001</c:v>
                </c:pt>
                <c:pt idx="365">
                  <c:v>0.22500000000000001</c:v>
                </c:pt>
                <c:pt idx="366">
                  <c:v>0.22500000000000001</c:v>
                </c:pt>
                <c:pt idx="367">
                  <c:v>0.22500000000000001</c:v>
                </c:pt>
                <c:pt idx="368">
                  <c:v>0.22500000000000001</c:v>
                </c:pt>
                <c:pt idx="369">
                  <c:v>0.22500000000000001</c:v>
                </c:pt>
                <c:pt idx="370">
                  <c:v>0.23</c:v>
                </c:pt>
                <c:pt idx="371">
                  <c:v>0.23</c:v>
                </c:pt>
                <c:pt idx="372">
                  <c:v>0.23</c:v>
                </c:pt>
                <c:pt idx="373">
                  <c:v>0.23</c:v>
                </c:pt>
                <c:pt idx="374">
                  <c:v>0.23</c:v>
                </c:pt>
                <c:pt idx="375">
                  <c:v>0.23</c:v>
                </c:pt>
                <c:pt idx="376">
                  <c:v>0.24</c:v>
                </c:pt>
                <c:pt idx="377">
                  <c:v>0.24</c:v>
                </c:pt>
                <c:pt idx="378">
                  <c:v>0.245</c:v>
                </c:pt>
                <c:pt idx="379">
                  <c:v>0.245</c:v>
                </c:pt>
                <c:pt idx="380">
                  <c:v>0.26</c:v>
                </c:pt>
                <c:pt idx="381">
                  <c:v>0.26</c:v>
                </c:pt>
                <c:pt idx="382">
                  <c:v>0.26</c:v>
                </c:pt>
                <c:pt idx="383">
                  <c:v>0.26</c:v>
                </c:pt>
                <c:pt idx="384">
                  <c:v>0.26</c:v>
                </c:pt>
                <c:pt idx="385">
                  <c:v>0.26</c:v>
                </c:pt>
                <c:pt idx="386">
                  <c:v>0.26</c:v>
                </c:pt>
                <c:pt idx="387">
                  <c:v>0.26</c:v>
                </c:pt>
                <c:pt idx="388">
                  <c:v>0.26</c:v>
                </c:pt>
                <c:pt idx="389">
                  <c:v>0.26</c:v>
                </c:pt>
                <c:pt idx="390">
                  <c:v>0.26500000000000001</c:v>
                </c:pt>
                <c:pt idx="391">
                  <c:v>0.26500000000000001</c:v>
                </c:pt>
                <c:pt idx="392">
                  <c:v>0.26833333333333337</c:v>
                </c:pt>
                <c:pt idx="393">
                  <c:v>0.26833333333333337</c:v>
                </c:pt>
                <c:pt idx="394">
                  <c:v>0.27833333333333338</c:v>
                </c:pt>
                <c:pt idx="395">
                  <c:v>0.27833333333333338</c:v>
                </c:pt>
                <c:pt idx="396">
                  <c:v>0.28833333333333333</c:v>
                </c:pt>
                <c:pt idx="397">
                  <c:v>0.28833333333333333</c:v>
                </c:pt>
                <c:pt idx="398">
                  <c:v>0.29166666666666669</c:v>
                </c:pt>
                <c:pt idx="399">
                  <c:v>0.29166666666666669</c:v>
                </c:pt>
                <c:pt idx="400">
                  <c:v>0.29666666666666669</c:v>
                </c:pt>
                <c:pt idx="401">
                  <c:v>0.29666666666666669</c:v>
                </c:pt>
                <c:pt idx="402">
                  <c:v>0.30166666666666669</c:v>
                </c:pt>
                <c:pt idx="403">
                  <c:v>0.30166666666666669</c:v>
                </c:pt>
                <c:pt idx="404">
                  <c:v>0.3116666666666667</c:v>
                </c:pt>
                <c:pt idx="405">
                  <c:v>0.3116666666666667</c:v>
                </c:pt>
                <c:pt idx="406">
                  <c:v>0.31666666666666665</c:v>
                </c:pt>
                <c:pt idx="407">
                  <c:v>0.31666666666666665</c:v>
                </c:pt>
                <c:pt idx="408">
                  <c:v>0.32166666666666671</c:v>
                </c:pt>
                <c:pt idx="409">
                  <c:v>0.32166666666666671</c:v>
                </c:pt>
                <c:pt idx="410">
                  <c:v>0.32666666666666672</c:v>
                </c:pt>
                <c:pt idx="411">
                  <c:v>0.32666666666666672</c:v>
                </c:pt>
                <c:pt idx="412">
                  <c:v>0.33166666666666672</c:v>
                </c:pt>
                <c:pt idx="413">
                  <c:v>0.33166666666666672</c:v>
                </c:pt>
                <c:pt idx="414">
                  <c:v>0.33666666666666673</c:v>
                </c:pt>
                <c:pt idx="415">
                  <c:v>0.33666666666666673</c:v>
                </c:pt>
                <c:pt idx="416">
                  <c:v>0.33666666666666673</c:v>
                </c:pt>
                <c:pt idx="417">
                  <c:v>0.33666666666666673</c:v>
                </c:pt>
                <c:pt idx="418">
                  <c:v>0.34166666666666673</c:v>
                </c:pt>
                <c:pt idx="419">
                  <c:v>0.34166666666666673</c:v>
                </c:pt>
                <c:pt idx="420">
                  <c:v>0.34166666666666673</c:v>
                </c:pt>
                <c:pt idx="421">
                  <c:v>0.34166666666666673</c:v>
                </c:pt>
                <c:pt idx="422">
                  <c:v>0.34166666666666673</c:v>
                </c:pt>
                <c:pt idx="423">
                  <c:v>0.34166666666666673</c:v>
                </c:pt>
                <c:pt idx="424">
                  <c:v>0.34666666666666673</c:v>
                </c:pt>
                <c:pt idx="425">
                  <c:v>0.34666666666666673</c:v>
                </c:pt>
                <c:pt idx="426">
                  <c:v>0.34666666666666673</c:v>
                </c:pt>
                <c:pt idx="427">
                  <c:v>0.34666666666666673</c:v>
                </c:pt>
                <c:pt idx="428">
                  <c:v>0.34666666666666673</c:v>
                </c:pt>
                <c:pt idx="429">
                  <c:v>0.34666666666666673</c:v>
                </c:pt>
                <c:pt idx="430">
                  <c:v>0.35416666666666674</c:v>
                </c:pt>
                <c:pt idx="431">
                  <c:v>0.35416666666666674</c:v>
                </c:pt>
                <c:pt idx="432">
                  <c:v>0.36416666666666669</c:v>
                </c:pt>
                <c:pt idx="433">
                  <c:v>0.36416666666666669</c:v>
                </c:pt>
                <c:pt idx="434">
                  <c:v>0.36416666666666669</c:v>
                </c:pt>
                <c:pt idx="435">
                  <c:v>0.36416666666666669</c:v>
                </c:pt>
                <c:pt idx="436">
                  <c:v>0.3741666666666667</c:v>
                </c:pt>
                <c:pt idx="437">
                  <c:v>0.3741666666666667</c:v>
                </c:pt>
                <c:pt idx="438">
                  <c:v>0.38416666666666671</c:v>
                </c:pt>
                <c:pt idx="439">
                  <c:v>0.38416666666666671</c:v>
                </c:pt>
                <c:pt idx="440">
                  <c:v>0.3833333333333333</c:v>
                </c:pt>
                <c:pt idx="441">
                  <c:v>0.3833333333333333</c:v>
                </c:pt>
                <c:pt idx="442">
                  <c:v>0.38833333333333331</c:v>
                </c:pt>
                <c:pt idx="443">
                  <c:v>0.38833333333333331</c:v>
                </c:pt>
                <c:pt idx="444">
                  <c:v>0.38833333333333331</c:v>
                </c:pt>
                <c:pt idx="445">
                  <c:v>0.38833333333333331</c:v>
                </c:pt>
                <c:pt idx="446">
                  <c:v>0.39333333333333331</c:v>
                </c:pt>
                <c:pt idx="447">
                  <c:v>0.39333333333333331</c:v>
                </c:pt>
                <c:pt idx="448">
                  <c:v>0.39833333333333326</c:v>
                </c:pt>
                <c:pt idx="449">
                  <c:v>0.39833333333333326</c:v>
                </c:pt>
                <c:pt idx="450">
                  <c:v>0.39833333333333326</c:v>
                </c:pt>
                <c:pt idx="451">
                  <c:v>0.39833333333333326</c:v>
                </c:pt>
                <c:pt idx="452">
                  <c:v>0.40833333333333327</c:v>
                </c:pt>
                <c:pt idx="453">
                  <c:v>0.40833333333333327</c:v>
                </c:pt>
                <c:pt idx="454">
                  <c:v>0.41833333333333328</c:v>
                </c:pt>
                <c:pt idx="455">
                  <c:v>0.41833333333333328</c:v>
                </c:pt>
                <c:pt idx="456">
                  <c:v>0.42333333333333328</c:v>
                </c:pt>
                <c:pt idx="457">
                  <c:v>0.42333333333333328</c:v>
                </c:pt>
                <c:pt idx="458">
                  <c:v>0.43333333333333329</c:v>
                </c:pt>
                <c:pt idx="459">
                  <c:v>0.43333333333333329</c:v>
                </c:pt>
                <c:pt idx="460">
                  <c:v>0.44833333333333331</c:v>
                </c:pt>
                <c:pt idx="461">
                  <c:v>0.44833333333333331</c:v>
                </c:pt>
                <c:pt idx="462">
                  <c:v>0.45333333333333331</c:v>
                </c:pt>
                <c:pt idx="463">
                  <c:v>0.45333333333333331</c:v>
                </c:pt>
                <c:pt idx="464">
                  <c:v>0.45833333333333326</c:v>
                </c:pt>
                <c:pt idx="465">
                  <c:v>0.45833333333333326</c:v>
                </c:pt>
                <c:pt idx="466">
                  <c:v>0.46833333333333327</c:v>
                </c:pt>
                <c:pt idx="467">
                  <c:v>0.46833333333333327</c:v>
                </c:pt>
                <c:pt idx="468">
                  <c:v>0.48833333333333329</c:v>
                </c:pt>
                <c:pt idx="469">
                  <c:v>0.48833333333333329</c:v>
                </c:pt>
                <c:pt idx="470">
                  <c:v>0.48833333333333329</c:v>
                </c:pt>
                <c:pt idx="471">
                  <c:v>0.48833333333333329</c:v>
                </c:pt>
                <c:pt idx="472">
                  <c:v>0.5033333333333333</c:v>
                </c:pt>
                <c:pt idx="473">
                  <c:v>0.5033333333333333</c:v>
                </c:pt>
                <c:pt idx="474">
                  <c:v>0.5083333333333333</c:v>
                </c:pt>
                <c:pt idx="475">
                  <c:v>0.5083333333333333</c:v>
                </c:pt>
                <c:pt idx="476">
                  <c:v>0.5083333333333333</c:v>
                </c:pt>
                <c:pt idx="477">
                  <c:v>0.5083333333333333</c:v>
                </c:pt>
                <c:pt idx="478">
                  <c:v>0.51333333333333331</c:v>
                </c:pt>
                <c:pt idx="479">
                  <c:v>0.51333333333333331</c:v>
                </c:pt>
                <c:pt idx="480">
                  <c:v>0.51333333333333331</c:v>
                </c:pt>
                <c:pt idx="481">
                  <c:v>0.51333333333333331</c:v>
                </c:pt>
                <c:pt idx="482">
                  <c:v>0.51333333333333331</c:v>
                </c:pt>
                <c:pt idx="483">
                  <c:v>0.51333333333333331</c:v>
                </c:pt>
                <c:pt idx="484">
                  <c:v>0.51333333333333331</c:v>
                </c:pt>
                <c:pt idx="485">
                  <c:v>0.51333333333333331</c:v>
                </c:pt>
                <c:pt idx="486">
                  <c:v>0.52333333333333332</c:v>
                </c:pt>
                <c:pt idx="487">
                  <c:v>0.52333333333333332</c:v>
                </c:pt>
                <c:pt idx="488">
                  <c:v>0.52833333333333332</c:v>
                </c:pt>
                <c:pt idx="489">
                  <c:v>0.52833333333333332</c:v>
                </c:pt>
                <c:pt idx="490">
                  <c:v>0.52833333333333332</c:v>
                </c:pt>
                <c:pt idx="491">
                  <c:v>0.52833333333333332</c:v>
                </c:pt>
                <c:pt idx="492">
                  <c:v>0.52833333333333332</c:v>
                </c:pt>
                <c:pt idx="493">
                  <c:v>0.52833333333333332</c:v>
                </c:pt>
                <c:pt idx="494">
                  <c:v>0.53833333333333333</c:v>
                </c:pt>
                <c:pt idx="495">
                  <c:v>0.53833333333333333</c:v>
                </c:pt>
                <c:pt idx="496">
                  <c:v>0.54333333333333333</c:v>
                </c:pt>
                <c:pt idx="497">
                  <c:v>0.54333333333333333</c:v>
                </c:pt>
                <c:pt idx="498">
                  <c:v>0.54833333333333334</c:v>
                </c:pt>
                <c:pt idx="499">
                  <c:v>0.54833333333333334</c:v>
                </c:pt>
                <c:pt idx="500">
                  <c:v>0.56333333333333324</c:v>
                </c:pt>
                <c:pt idx="501">
                  <c:v>0.56333333333333324</c:v>
                </c:pt>
                <c:pt idx="502">
                  <c:v>0.56333333333333324</c:v>
                </c:pt>
                <c:pt idx="503">
                  <c:v>0.56333333333333324</c:v>
                </c:pt>
                <c:pt idx="504">
                  <c:v>0.57333333333333325</c:v>
                </c:pt>
                <c:pt idx="505">
                  <c:v>0.57333333333333325</c:v>
                </c:pt>
                <c:pt idx="506">
                  <c:v>0.57333333333333325</c:v>
                </c:pt>
                <c:pt idx="507">
                  <c:v>0.57333333333333325</c:v>
                </c:pt>
                <c:pt idx="508">
                  <c:v>0.57833333333333325</c:v>
                </c:pt>
                <c:pt idx="509">
                  <c:v>0.57833333333333325</c:v>
                </c:pt>
                <c:pt idx="510">
                  <c:v>0.59833333333333327</c:v>
                </c:pt>
                <c:pt idx="511">
                  <c:v>0.59833333333333327</c:v>
                </c:pt>
                <c:pt idx="512">
                  <c:v>0.59833333333333327</c:v>
                </c:pt>
                <c:pt idx="513">
                  <c:v>0.59833333333333327</c:v>
                </c:pt>
                <c:pt idx="514">
                  <c:v>0.60333333333333328</c:v>
                </c:pt>
                <c:pt idx="515">
                  <c:v>0.60333333333333328</c:v>
                </c:pt>
                <c:pt idx="516">
                  <c:v>0.60333333333333328</c:v>
                </c:pt>
                <c:pt idx="517">
                  <c:v>0.60333333333333328</c:v>
                </c:pt>
                <c:pt idx="518">
                  <c:v>0.60333333333333328</c:v>
                </c:pt>
                <c:pt idx="519">
                  <c:v>0.60333333333333328</c:v>
                </c:pt>
                <c:pt idx="520">
                  <c:v>0.60833333333333328</c:v>
                </c:pt>
                <c:pt idx="521">
                  <c:v>0.60833333333333328</c:v>
                </c:pt>
                <c:pt idx="522">
                  <c:v>0.62783333333333335</c:v>
                </c:pt>
                <c:pt idx="523">
                  <c:v>0.62783333333333335</c:v>
                </c:pt>
                <c:pt idx="524">
                  <c:v>0.63283333333333336</c:v>
                </c:pt>
                <c:pt idx="525">
                  <c:v>0.63283333333333336</c:v>
                </c:pt>
                <c:pt idx="526">
                  <c:v>0.63283333333333336</c:v>
                </c:pt>
                <c:pt idx="527">
                  <c:v>0.63283333333333336</c:v>
                </c:pt>
                <c:pt idx="528">
                  <c:v>0.63283333333333336</c:v>
                </c:pt>
                <c:pt idx="529">
                  <c:v>0.63283333333333336</c:v>
                </c:pt>
                <c:pt idx="530">
                  <c:v>0.64283333333333337</c:v>
                </c:pt>
                <c:pt idx="531">
                  <c:v>0.64283333333333337</c:v>
                </c:pt>
                <c:pt idx="532">
                  <c:v>0.64283333333333337</c:v>
                </c:pt>
                <c:pt idx="533">
                  <c:v>0.64283333333333337</c:v>
                </c:pt>
                <c:pt idx="534">
                  <c:v>0.64166666666666672</c:v>
                </c:pt>
                <c:pt idx="535">
                  <c:v>0.64166666666666672</c:v>
                </c:pt>
                <c:pt idx="536">
                  <c:v>0.64666666666666672</c:v>
                </c:pt>
                <c:pt idx="537">
                  <c:v>0.64666666666666672</c:v>
                </c:pt>
                <c:pt idx="538">
                  <c:v>0.64666666666666672</c:v>
                </c:pt>
                <c:pt idx="539">
                  <c:v>0.64666666666666672</c:v>
                </c:pt>
                <c:pt idx="540">
                  <c:v>0.64666666666666672</c:v>
                </c:pt>
                <c:pt idx="541">
                  <c:v>0.64666666666666672</c:v>
                </c:pt>
                <c:pt idx="542">
                  <c:v>0.65166666666666673</c:v>
                </c:pt>
                <c:pt idx="543">
                  <c:v>0.65166666666666673</c:v>
                </c:pt>
                <c:pt idx="544">
                  <c:v>0.65166666666666673</c:v>
                </c:pt>
                <c:pt idx="545">
                  <c:v>0.65166666666666673</c:v>
                </c:pt>
                <c:pt idx="546">
                  <c:v>0.65666666666666673</c:v>
                </c:pt>
                <c:pt idx="547">
                  <c:v>0.65666666666666673</c:v>
                </c:pt>
                <c:pt idx="548">
                  <c:v>0.66166666666666674</c:v>
                </c:pt>
                <c:pt idx="549">
                  <c:v>0.66166666666666674</c:v>
                </c:pt>
                <c:pt idx="550">
                  <c:v>0.66666666666666674</c:v>
                </c:pt>
                <c:pt idx="551">
                  <c:v>0.66666666666666674</c:v>
                </c:pt>
                <c:pt idx="552">
                  <c:v>0.67666666666666675</c:v>
                </c:pt>
                <c:pt idx="553">
                  <c:v>0.67666666666666675</c:v>
                </c:pt>
                <c:pt idx="554">
                  <c:v>0.68666666666666676</c:v>
                </c:pt>
                <c:pt idx="555">
                  <c:v>0.68666666666666676</c:v>
                </c:pt>
                <c:pt idx="556">
                  <c:v>0.68642857142857139</c:v>
                </c:pt>
                <c:pt idx="557">
                  <c:v>0.68642857142857139</c:v>
                </c:pt>
                <c:pt idx="558">
                  <c:v>0.69592857142857145</c:v>
                </c:pt>
                <c:pt idx="559">
                  <c:v>0.69592857142857145</c:v>
                </c:pt>
                <c:pt idx="560">
                  <c:v>0.70092857142857146</c:v>
                </c:pt>
                <c:pt idx="561">
                  <c:v>0.70092857142857146</c:v>
                </c:pt>
                <c:pt idx="562">
                  <c:v>0.71592857142857147</c:v>
                </c:pt>
                <c:pt idx="563">
                  <c:v>0.71592857142857147</c:v>
                </c:pt>
                <c:pt idx="564">
                  <c:v>0.71592857142857147</c:v>
                </c:pt>
                <c:pt idx="565">
                  <c:v>0.71592857142857147</c:v>
                </c:pt>
                <c:pt idx="566">
                  <c:v>0.71592857142857147</c:v>
                </c:pt>
                <c:pt idx="567">
                  <c:v>0.71592857142857147</c:v>
                </c:pt>
                <c:pt idx="568">
                  <c:v>0.72592857142857137</c:v>
                </c:pt>
                <c:pt idx="569">
                  <c:v>0.72592857142857137</c:v>
                </c:pt>
                <c:pt idx="570">
                  <c:v>0.72592857142857137</c:v>
                </c:pt>
                <c:pt idx="571">
                  <c:v>0.72592857142857137</c:v>
                </c:pt>
                <c:pt idx="572">
                  <c:v>0.73092857142857137</c:v>
                </c:pt>
                <c:pt idx="573">
                  <c:v>0.73092857142857137</c:v>
                </c:pt>
                <c:pt idx="574">
                  <c:v>0.74592857142857139</c:v>
                </c:pt>
                <c:pt idx="575">
                  <c:v>0.74592857142857139</c:v>
                </c:pt>
                <c:pt idx="576">
                  <c:v>0.74592857142857139</c:v>
                </c:pt>
                <c:pt idx="577">
                  <c:v>0.74592857142857139</c:v>
                </c:pt>
                <c:pt idx="578">
                  <c:v>0.75092857142857139</c:v>
                </c:pt>
                <c:pt idx="579">
                  <c:v>0.75092857142857139</c:v>
                </c:pt>
                <c:pt idx="580">
                  <c:v>0.75592857142857139</c:v>
                </c:pt>
                <c:pt idx="581">
                  <c:v>0.75592857142857139</c:v>
                </c:pt>
                <c:pt idx="582">
                  <c:v>0.7609285714285714</c:v>
                </c:pt>
                <c:pt idx="583">
                  <c:v>0.7609285714285714</c:v>
                </c:pt>
                <c:pt idx="584">
                  <c:v>0.7659285714285714</c:v>
                </c:pt>
                <c:pt idx="585">
                  <c:v>0.7659285714285714</c:v>
                </c:pt>
                <c:pt idx="586">
                  <c:v>0.78092857142857142</c:v>
                </c:pt>
                <c:pt idx="587">
                  <c:v>0.78092857142857142</c:v>
                </c:pt>
                <c:pt idx="588">
                  <c:v>0.79092857142857143</c:v>
                </c:pt>
                <c:pt idx="589">
                  <c:v>0.79092857142857143</c:v>
                </c:pt>
                <c:pt idx="590">
                  <c:v>0.80592857142857155</c:v>
                </c:pt>
                <c:pt idx="591">
                  <c:v>0.80592857142857155</c:v>
                </c:pt>
                <c:pt idx="592">
                  <c:v>0.80542857142857149</c:v>
                </c:pt>
                <c:pt idx="593">
                  <c:v>0.80542857142857149</c:v>
                </c:pt>
                <c:pt idx="594">
                  <c:v>0.80542857142857149</c:v>
                </c:pt>
                <c:pt idx="595">
                  <c:v>0.80542857142857149</c:v>
                </c:pt>
                <c:pt idx="596">
                  <c:v>0.81025000000000003</c:v>
                </c:pt>
                <c:pt idx="597">
                  <c:v>0.81025000000000003</c:v>
                </c:pt>
                <c:pt idx="598">
                  <c:v>0.82025000000000003</c:v>
                </c:pt>
                <c:pt idx="599">
                  <c:v>0.82025000000000003</c:v>
                </c:pt>
                <c:pt idx="600">
                  <c:v>0.82525000000000004</c:v>
                </c:pt>
                <c:pt idx="601">
                  <c:v>0.82525000000000004</c:v>
                </c:pt>
                <c:pt idx="602">
                  <c:v>0.82858333333333334</c:v>
                </c:pt>
                <c:pt idx="603">
                  <c:v>0.82858333333333334</c:v>
                </c:pt>
                <c:pt idx="604">
                  <c:v>0.83158333333333334</c:v>
                </c:pt>
                <c:pt idx="605">
                  <c:v>0.83158333333333334</c:v>
                </c:pt>
                <c:pt idx="606">
                  <c:v>0.83158333333333334</c:v>
                </c:pt>
                <c:pt idx="607">
                  <c:v>0.83158333333333334</c:v>
                </c:pt>
                <c:pt idx="608">
                  <c:v>0.83158333333333334</c:v>
                </c:pt>
                <c:pt idx="609">
                  <c:v>0.83158333333333334</c:v>
                </c:pt>
                <c:pt idx="610">
                  <c:v>0.83158333333333334</c:v>
                </c:pt>
                <c:pt idx="611">
                  <c:v>0.83158333333333334</c:v>
                </c:pt>
                <c:pt idx="612">
                  <c:v>0.83991666666666676</c:v>
                </c:pt>
                <c:pt idx="613">
                  <c:v>0.83991666666666676</c:v>
                </c:pt>
                <c:pt idx="614">
                  <c:v>0.84991666666666676</c:v>
                </c:pt>
                <c:pt idx="615">
                  <c:v>0.84991666666666676</c:v>
                </c:pt>
                <c:pt idx="616">
                  <c:v>0.85491666666666677</c:v>
                </c:pt>
                <c:pt idx="617">
                  <c:v>0.85491666666666677</c:v>
                </c:pt>
                <c:pt idx="618">
                  <c:v>0.85825000000000007</c:v>
                </c:pt>
                <c:pt idx="619">
                  <c:v>0.85825000000000007</c:v>
                </c:pt>
                <c:pt idx="620">
                  <c:v>0.85825000000000007</c:v>
                </c:pt>
                <c:pt idx="621">
                  <c:v>0.85825000000000007</c:v>
                </c:pt>
                <c:pt idx="622">
                  <c:v>0.87158333333333327</c:v>
                </c:pt>
                <c:pt idx="623">
                  <c:v>0.87158333333333327</c:v>
                </c:pt>
                <c:pt idx="624">
                  <c:v>0.86991666666666656</c:v>
                </c:pt>
                <c:pt idx="625">
                  <c:v>0.86991666666666656</c:v>
                </c:pt>
                <c:pt idx="626">
                  <c:v>0.87167857142857164</c:v>
                </c:pt>
                <c:pt idx="627">
                  <c:v>0.87167857142857164</c:v>
                </c:pt>
                <c:pt idx="628">
                  <c:v>0.87084523809523817</c:v>
                </c:pt>
                <c:pt idx="629">
                  <c:v>0.87084523809523817</c:v>
                </c:pt>
                <c:pt idx="630">
                  <c:v>0.87417857142857158</c:v>
                </c:pt>
                <c:pt idx="631">
                  <c:v>0.87417857142857158</c:v>
                </c:pt>
                <c:pt idx="632">
                  <c:v>0.87384523809523829</c:v>
                </c:pt>
                <c:pt idx="633">
                  <c:v>0.87384523809523829</c:v>
                </c:pt>
                <c:pt idx="634">
                  <c:v>0.87884523809523829</c:v>
                </c:pt>
                <c:pt idx="635">
                  <c:v>0.87884523809523829</c:v>
                </c:pt>
                <c:pt idx="636">
                  <c:v>0.88384523809523829</c:v>
                </c:pt>
                <c:pt idx="637">
                  <c:v>0.88384523809523829</c:v>
                </c:pt>
                <c:pt idx="638">
                  <c:v>0.89134523809523813</c:v>
                </c:pt>
                <c:pt idx="639">
                  <c:v>0.89134523809523813</c:v>
                </c:pt>
                <c:pt idx="640">
                  <c:v>0.89584523809523819</c:v>
                </c:pt>
                <c:pt idx="641">
                  <c:v>0.89584523809523819</c:v>
                </c:pt>
                <c:pt idx="642">
                  <c:v>0.89834523809523814</c:v>
                </c:pt>
                <c:pt idx="643">
                  <c:v>0.89834523809523814</c:v>
                </c:pt>
                <c:pt idx="644">
                  <c:v>0.90334523809523803</c:v>
                </c:pt>
                <c:pt idx="645">
                  <c:v>0.90334523809523803</c:v>
                </c:pt>
                <c:pt idx="646">
                  <c:v>0.90334523809523803</c:v>
                </c:pt>
                <c:pt idx="647">
                  <c:v>0.90334523809523803</c:v>
                </c:pt>
                <c:pt idx="648">
                  <c:v>0.91534523809523816</c:v>
                </c:pt>
                <c:pt idx="649">
                  <c:v>0.91534523809523816</c:v>
                </c:pt>
                <c:pt idx="650">
                  <c:v>0.92534523809523817</c:v>
                </c:pt>
                <c:pt idx="651">
                  <c:v>0.92534523809523817</c:v>
                </c:pt>
                <c:pt idx="652">
                  <c:v>0.92534523809523817</c:v>
                </c:pt>
                <c:pt idx="653">
                  <c:v>0.92534523809523817</c:v>
                </c:pt>
                <c:pt idx="654">
                  <c:v>0.93284523809523823</c:v>
                </c:pt>
                <c:pt idx="655">
                  <c:v>0.93284523809523823</c:v>
                </c:pt>
                <c:pt idx="656">
                  <c:v>0.93284523809523823</c:v>
                </c:pt>
                <c:pt idx="657">
                  <c:v>0.93284523809523823</c:v>
                </c:pt>
                <c:pt idx="658">
                  <c:v>0.93284523809523823</c:v>
                </c:pt>
                <c:pt idx="659">
                  <c:v>0.93284523809523823</c:v>
                </c:pt>
                <c:pt idx="660">
                  <c:v>0.94284523809523824</c:v>
                </c:pt>
                <c:pt idx="661">
                  <c:v>0.94284523809523824</c:v>
                </c:pt>
                <c:pt idx="662">
                  <c:v>0.94284523809523824</c:v>
                </c:pt>
                <c:pt idx="663">
                  <c:v>0.94284523809523824</c:v>
                </c:pt>
                <c:pt idx="664">
                  <c:v>0.94284523809523824</c:v>
                </c:pt>
                <c:pt idx="665">
                  <c:v>0.94284523809523824</c:v>
                </c:pt>
                <c:pt idx="666">
                  <c:v>0.95284523809523802</c:v>
                </c:pt>
                <c:pt idx="667">
                  <c:v>0.95284523809523802</c:v>
                </c:pt>
                <c:pt idx="668">
                  <c:v>0.95284523809523802</c:v>
                </c:pt>
                <c:pt idx="669">
                  <c:v>0.95284523809523802</c:v>
                </c:pt>
                <c:pt idx="670">
                  <c:v>0.95234523809523819</c:v>
                </c:pt>
                <c:pt idx="671">
                  <c:v>0.95234523809523819</c:v>
                </c:pt>
                <c:pt idx="672">
                  <c:v>0.95220634920634939</c:v>
                </c:pt>
                <c:pt idx="673">
                  <c:v>0.95220634920634939</c:v>
                </c:pt>
                <c:pt idx="674">
                  <c:v>0.9515396825396828</c:v>
                </c:pt>
                <c:pt idx="675">
                  <c:v>0.9515396825396828</c:v>
                </c:pt>
                <c:pt idx="676">
                  <c:v>0.9515396825396828</c:v>
                </c:pt>
                <c:pt idx="677">
                  <c:v>0.9515396825396828</c:v>
                </c:pt>
                <c:pt idx="678">
                  <c:v>0.9515396825396828</c:v>
                </c:pt>
                <c:pt idx="679">
                  <c:v>0.9515396825396828</c:v>
                </c:pt>
                <c:pt idx="680">
                  <c:v>0.96153968253968281</c:v>
                </c:pt>
                <c:pt idx="681">
                  <c:v>0.96153968253968281</c:v>
                </c:pt>
                <c:pt idx="682">
                  <c:v>0.97153968253968281</c:v>
                </c:pt>
                <c:pt idx="683">
                  <c:v>0.97153968253968281</c:v>
                </c:pt>
                <c:pt idx="684">
                  <c:v>0.97130158730158755</c:v>
                </c:pt>
                <c:pt idx="685">
                  <c:v>0.97130158730158755</c:v>
                </c:pt>
                <c:pt idx="686">
                  <c:v>0.97130158730158755</c:v>
                </c:pt>
                <c:pt idx="687">
                  <c:v>0.97130158730158755</c:v>
                </c:pt>
                <c:pt idx="688">
                  <c:v>0.97130158730158755</c:v>
                </c:pt>
                <c:pt idx="689">
                  <c:v>0.97130158730158755</c:v>
                </c:pt>
                <c:pt idx="690">
                  <c:v>0.97130158730158755</c:v>
                </c:pt>
                <c:pt idx="691">
                  <c:v>0.97130158730158755</c:v>
                </c:pt>
                <c:pt idx="692">
                  <c:v>0.98058730158730201</c:v>
                </c:pt>
                <c:pt idx="693">
                  <c:v>0.98058730158730201</c:v>
                </c:pt>
                <c:pt idx="694">
                  <c:v>0.98225396825396838</c:v>
                </c:pt>
                <c:pt idx="695">
                  <c:v>0.98225396825396838</c:v>
                </c:pt>
                <c:pt idx="696">
                  <c:v>0.98225396825396838</c:v>
                </c:pt>
                <c:pt idx="697">
                  <c:v>0.98225396825396838</c:v>
                </c:pt>
                <c:pt idx="698">
                  <c:v>0.99225396825396839</c:v>
                </c:pt>
                <c:pt idx="699">
                  <c:v>0.99225396825396839</c:v>
                </c:pt>
                <c:pt idx="700">
                  <c:v>0.99214285714285722</c:v>
                </c:pt>
                <c:pt idx="701">
                  <c:v>0.99214285714285722</c:v>
                </c:pt>
                <c:pt idx="702">
                  <c:v>0.9967261904761906</c:v>
                </c:pt>
                <c:pt idx="703">
                  <c:v>0.9967261904761906</c:v>
                </c:pt>
                <c:pt idx="704">
                  <c:v>0.9967261904761906</c:v>
                </c:pt>
                <c:pt idx="705">
                  <c:v>0.9967261904761906</c:v>
                </c:pt>
                <c:pt idx="706">
                  <c:v>0.99589285714285725</c:v>
                </c:pt>
                <c:pt idx="707">
                  <c:v>0.99589285714285725</c:v>
                </c:pt>
                <c:pt idx="708">
                  <c:v>0.99580194805194822</c:v>
                </c:pt>
                <c:pt idx="709">
                  <c:v>0.99580194805194822</c:v>
                </c:pt>
                <c:pt idx="710">
                  <c:v>0.99746861471861481</c:v>
                </c:pt>
                <c:pt idx="711">
                  <c:v>0.99746861471861481</c:v>
                </c:pt>
                <c:pt idx="712">
                  <c:v>1.002468614718615</c:v>
                </c:pt>
                <c:pt idx="713">
                  <c:v>1.002468614718615</c:v>
                </c:pt>
                <c:pt idx="714">
                  <c:v>1.002468614718615</c:v>
                </c:pt>
                <c:pt idx="715">
                  <c:v>1.002468614718615</c:v>
                </c:pt>
                <c:pt idx="716">
                  <c:v>1.0088971861471865</c:v>
                </c:pt>
                <c:pt idx="717">
                  <c:v>1.0088971861471865</c:v>
                </c:pt>
                <c:pt idx="718">
                  <c:v>1.0088971861471865</c:v>
                </c:pt>
                <c:pt idx="719">
                  <c:v>1.0088971861471865</c:v>
                </c:pt>
                <c:pt idx="720">
                  <c:v>1.0183971861471861</c:v>
                </c:pt>
                <c:pt idx="721">
                  <c:v>1.0183971861471861</c:v>
                </c:pt>
                <c:pt idx="722">
                  <c:v>1.0190638528138529</c:v>
                </c:pt>
                <c:pt idx="723">
                  <c:v>1.0190638528138529</c:v>
                </c:pt>
                <c:pt idx="724">
                  <c:v>1.0189880952380954</c:v>
                </c:pt>
                <c:pt idx="725">
                  <c:v>1.0189880952380954</c:v>
                </c:pt>
                <c:pt idx="726">
                  <c:v>1.0179880952380955</c:v>
                </c:pt>
                <c:pt idx="727">
                  <c:v>1.0179880952380955</c:v>
                </c:pt>
                <c:pt idx="728">
                  <c:v>1.0171547619047621</c:v>
                </c:pt>
                <c:pt idx="729">
                  <c:v>1.0171547619047621</c:v>
                </c:pt>
                <c:pt idx="730">
                  <c:v>1.0209880952380954</c:v>
                </c:pt>
                <c:pt idx="731">
                  <c:v>1.0209880952380954</c:v>
                </c:pt>
                <c:pt idx="732">
                  <c:v>1.0209880952380954</c:v>
                </c:pt>
                <c:pt idx="733">
                  <c:v>1.0209880952380954</c:v>
                </c:pt>
                <c:pt idx="734">
                  <c:v>1.0209880952380954</c:v>
                </c:pt>
                <c:pt idx="735">
                  <c:v>1.0209880952380954</c:v>
                </c:pt>
                <c:pt idx="736">
                  <c:v>1.0221190476190478</c:v>
                </c:pt>
                <c:pt idx="737">
                  <c:v>1.0221190476190478</c:v>
                </c:pt>
                <c:pt idx="738">
                  <c:v>1.024119047619048</c:v>
                </c:pt>
                <c:pt idx="739">
                  <c:v>1.024119047619048</c:v>
                </c:pt>
                <c:pt idx="740">
                  <c:v>1.0291190476190477</c:v>
                </c:pt>
                <c:pt idx="741">
                  <c:v>1.0291190476190477</c:v>
                </c:pt>
                <c:pt idx="742">
                  <c:v>1.0341190476190478</c:v>
                </c:pt>
                <c:pt idx="743">
                  <c:v>1.0341190476190478</c:v>
                </c:pt>
                <c:pt idx="744">
                  <c:v>1.0339404761904765</c:v>
                </c:pt>
                <c:pt idx="745">
                  <c:v>1.0339404761904765</c:v>
                </c:pt>
                <c:pt idx="746">
                  <c:v>1.0381071428571431</c:v>
                </c:pt>
                <c:pt idx="747">
                  <c:v>1.0381071428571431</c:v>
                </c:pt>
                <c:pt idx="748">
                  <c:v>1.0382976190476194</c:v>
                </c:pt>
                <c:pt idx="749">
                  <c:v>1.0382976190476194</c:v>
                </c:pt>
                <c:pt idx="750">
                  <c:v>1.053369047619048</c:v>
                </c:pt>
                <c:pt idx="751">
                  <c:v>1.053369047619048</c:v>
                </c:pt>
                <c:pt idx="752">
                  <c:v>1.0517023809523816</c:v>
                </c:pt>
                <c:pt idx="753">
                  <c:v>1.0517023809523816</c:v>
                </c:pt>
                <c:pt idx="754">
                  <c:v>1.0517023809523816</c:v>
                </c:pt>
                <c:pt idx="755">
                  <c:v>1.0517023809523816</c:v>
                </c:pt>
                <c:pt idx="756">
                  <c:v>1.0567023809523814</c:v>
                </c:pt>
                <c:pt idx="757">
                  <c:v>1.0567023809523814</c:v>
                </c:pt>
                <c:pt idx="758">
                  <c:v>1.0603049450549455</c:v>
                </c:pt>
                <c:pt idx="759">
                  <c:v>1.0603049450549455</c:v>
                </c:pt>
                <c:pt idx="760">
                  <c:v>1.0603049450549455</c:v>
                </c:pt>
                <c:pt idx="761">
                  <c:v>1.0603049450549455</c:v>
                </c:pt>
                <c:pt idx="762">
                  <c:v>1.061178571428572</c:v>
                </c:pt>
                <c:pt idx="763">
                  <c:v>1.061178571428572</c:v>
                </c:pt>
                <c:pt idx="764">
                  <c:v>1.061178571428572</c:v>
                </c:pt>
                <c:pt idx="765">
                  <c:v>1.061178571428572</c:v>
                </c:pt>
                <c:pt idx="766">
                  <c:v>1.0603452380952385</c:v>
                </c:pt>
                <c:pt idx="767">
                  <c:v>1.0603452380952385</c:v>
                </c:pt>
                <c:pt idx="768">
                  <c:v>1.0616785714285719</c:v>
                </c:pt>
                <c:pt idx="769">
                  <c:v>1.0616785714285719</c:v>
                </c:pt>
                <c:pt idx="770">
                  <c:v>1.0616785714285719</c:v>
                </c:pt>
                <c:pt idx="771">
                  <c:v>1.0616785714285719</c:v>
                </c:pt>
                <c:pt idx="772">
                  <c:v>1.0613452380952386</c:v>
                </c:pt>
                <c:pt idx="773">
                  <c:v>1.0613452380952386</c:v>
                </c:pt>
                <c:pt idx="774">
                  <c:v>1.0591587301587306</c:v>
                </c:pt>
                <c:pt idx="775">
                  <c:v>1.0591587301587306</c:v>
                </c:pt>
                <c:pt idx="776">
                  <c:v>1.0586587301587309</c:v>
                </c:pt>
                <c:pt idx="777">
                  <c:v>1.0586587301587309</c:v>
                </c:pt>
                <c:pt idx="778">
                  <c:v>1.0617539682539689</c:v>
                </c:pt>
                <c:pt idx="779">
                  <c:v>1.0617539682539689</c:v>
                </c:pt>
                <c:pt idx="780">
                  <c:v>1.0666150793650799</c:v>
                </c:pt>
                <c:pt idx="781">
                  <c:v>1.0666150793650799</c:v>
                </c:pt>
                <c:pt idx="782">
                  <c:v>1.0686150793650802</c:v>
                </c:pt>
                <c:pt idx="783">
                  <c:v>1.0686150793650802</c:v>
                </c:pt>
                <c:pt idx="784">
                  <c:v>1.0732817460317463</c:v>
                </c:pt>
                <c:pt idx="785">
                  <c:v>1.0732817460317463</c:v>
                </c:pt>
                <c:pt idx="786">
                  <c:v>1.07293253968254</c:v>
                </c:pt>
                <c:pt idx="787">
                  <c:v>1.07293253968254</c:v>
                </c:pt>
                <c:pt idx="788">
                  <c:v>1.0794325396825402</c:v>
                </c:pt>
                <c:pt idx="789">
                  <c:v>1.0794325396825402</c:v>
                </c:pt>
                <c:pt idx="790">
                  <c:v>1.0790277777777784</c:v>
                </c:pt>
                <c:pt idx="791">
                  <c:v>1.0790277777777784</c:v>
                </c:pt>
                <c:pt idx="792">
                  <c:v>1.0801230158730164</c:v>
                </c:pt>
                <c:pt idx="793">
                  <c:v>1.0801230158730164</c:v>
                </c:pt>
                <c:pt idx="794">
                  <c:v>1.0809444444444449</c:v>
                </c:pt>
                <c:pt idx="795">
                  <c:v>1.0809444444444449</c:v>
                </c:pt>
                <c:pt idx="796">
                  <c:v>1.0909087301587308</c:v>
                </c:pt>
                <c:pt idx="797">
                  <c:v>1.0909087301587308</c:v>
                </c:pt>
                <c:pt idx="798">
                  <c:v>1.0919206349206356</c:v>
                </c:pt>
                <c:pt idx="799">
                  <c:v>1.0919206349206356</c:v>
                </c:pt>
                <c:pt idx="800">
                  <c:v>1.0994206349206357</c:v>
                </c:pt>
                <c:pt idx="801">
                  <c:v>1.0994206349206357</c:v>
                </c:pt>
                <c:pt idx="802">
                  <c:v>1.1017003968253971</c:v>
                </c:pt>
                <c:pt idx="803">
                  <c:v>1.1017003968253971</c:v>
                </c:pt>
                <c:pt idx="804">
                  <c:v>1.1013670634920638</c:v>
                </c:pt>
                <c:pt idx="805">
                  <c:v>1.1013670634920638</c:v>
                </c:pt>
                <c:pt idx="806">
                  <c:v>1.1022956349206354</c:v>
                </c:pt>
                <c:pt idx="807">
                  <c:v>1.1022956349206354</c:v>
                </c:pt>
                <c:pt idx="808">
                  <c:v>1.1022956349206354</c:v>
                </c:pt>
                <c:pt idx="809">
                  <c:v>1.1022956349206354</c:v>
                </c:pt>
                <c:pt idx="810">
                  <c:v>1.1006289682539687</c:v>
                </c:pt>
                <c:pt idx="811">
                  <c:v>1.1006289682539687</c:v>
                </c:pt>
                <c:pt idx="812">
                  <c:v>1.1018789682539687</c:v>
                </c:pt>
                <c:pt idx="813">
                  <c:v>1.1018789682539687</c:v>
                </c:pt>
                <c:pt idx="814">
                  <c:v>1.1017003968253971</c:v>
                </c:pt>
                <c:pt idx="815">
                  <c:v>1.1017003968253971</c:v>
                </c:pt>
                <c:pt idx="816">
                  <c:v>1.1012440476190479</c:v>
                </c:pt>
                <c:pt idx="817">
                  <c:v>1.1012440476190479</c:v>
                </c:pt>
                <c:pt idx="818">
                  <c:v>1.1004265873015877</c:v>
                </c:pt>
                <c:pt idx="819">
                  <c:v>1.1004265873015877</c:v>
                </c:pt>
                <c:pt idx="820">
                  <c:v>1.1056884920634926</c:v>
                </c:pt>
                <c:pt idx="821">
                  <c:v>1.1056884920634926</c:v>
                </c:pt>
                <c:pt idx="822">
                  <c:v>1.1056884920634926</c:v>
                </c:pt>
                <c:pt idx="823">
                  <c:v>1.1056884920634926</c:v>
                </c:pt>
                <c:pt idx="824">
                  <c:v>1.1091051587301597</c:v>
                </c:pt>
                <c:pt idx="825">
                  <c:v>1.1091051587301597</c:v>
                </c:pt>
                <c:pt idx="826">
                  <c:v>1.1091051587301597</c:v>
                </c:pt>
                <c:pt idx="827">
                  <c:v>1.1091051587301597</c:v>
                </c:pt>
                <c:pt idx="828">
                  <c:v>1.1134265873015881</c:v>
                </c:pt>
                <c:pt idx="829">
                  <c:v>1.1134265873015881</c:v>
                </c:pt>
                <c:pt idx="830">
                  <c:v>1.1127916666666675</c:v>
                </c:pt>
                <c:pt idx="831">
                  <c:v>1.1127916666666675</c:v>
                </c:pt>
                <c:pt idx="832">
                  <c:v>1.1117003968253976</c:v>
                </c:pt>
                <c:pt idx="833">
                  <c:v>1.1117003968253976</c:v>
                </c:pt>
                <c:pt idx="834">
                  <c:v>1.1111289682539689</c:v>
                </c:pt>
                <c:pt idx="835">
                  <c:v>1.1111289682539689</c:v>
                </c:pt>
                <c:pt idx="836">
                  <c:v>1.1121805555555562</c:v>
                </c:pt>
                <c:pt idx="837">
                  <c:v>1.1121805555555562</c:v>
                </c:pt>
                <c:pt idx="838">
                  <c:v>1.1114414098972931</c:v>
                </c:pt>
                <c:pt idx="839">
                  <c:v>1.1114414098972931</c:v>
                </c:pt>
                <c:pt idx="840">
                  <c:v>1.1120445845004676</c:v>
                </c:pt>
                <c:pt idx="841">
                  <c:v>1.1120445845004676</c:v>
                </c:pt>
                <c:pt idx="842">
                  <c:v>1.1115564892623724</c:v>
                </c:pt>
                <c:pt idx="843">
                  <c:v>1.1115564892623724</c:v>
                </c:pt>
                <c:pt idx="844">
                  <c:v>1.1163562728121557</c:v>
                </c:pt>
                <c:pt idx="845">
                  <c:v>1.1163562728121557</c:v>
                </c:pt>
                <c:pt idx="846">
                  <c:v>1.1151185383244211</c:v>
                </c:pt>
                <c:pt idx="847">
                  <c:v>1.1151185383244211</c:v>
                </c:pt>
                <c:pt idx="848">
                  <c:v>1.115263689526848</c:v>
                </c:pt>
                <c:pt idx="849">
                  <c:v>1.115263689526848</c:v>
                </c:pt>
                <c:pt idx="850">
                  <c:v>1.1148827371458956</c:v>
                </c:pt>
                <c:pt idx="851">
                  <c:v>1.1148827371458956</c:v>
                </c:pt>
                <c:pt idx="852">
                  <c:v>1.113811308574467</c:v>
                </c:pt>
                <c:pt idx="853">
                  <c:v>1.113811308574467</c:v>
                </c:pt>
                <c:pt idx="854">
                  <c:v>1.1196525784157367</c:v>
                </c:pt>
                <c:pt idx="855">
                  <c:v>1.1196525784157367</c:v>
                </c:pt>
                <c:pt idx="856">
                  <c:v>1.117997816510975</c:v>
                </c:pt>
                <c:pt idx="857">
                  <c:v>1.117997816510975</c:v>
                </c:pt>
                <c:pt idx="858">
                  <c:v>1.1175692450824035</c:v>
                </c:pt>
                <c:pt idx="859">
                  <c:v>1.1175692450824035</c:v>
                </c:pt>
                <c:pt idx="860">
                  <c:v>1.1160259550391136</c:v>
                </c:pt>
                <c:pt idx="861">
                  <c:v>1.1160259550391136</c:v>
                </c:pt>
                <c:pt idx="862">
                  <c:v>1.1159783359914943</c:v>
                </c:pt>
                <c:pt idx="863">
                  <c:v>1.1159783359914943</c:v>
                </c:pt>
                <c:pt idx="864">
                  <c:v>1.117172780435939</c:v>
                </c:pt>
                <c:pt idx="865">
                  <c:v>1.117172780435939</c:v>
                </c:pt>
                <c:pt idx="866">
                  <c:v>1.1195825928457517</c:v>
                </c:pt>
                <c:pt idx="867">
                  <c:v>1.1195825928457517</c:v>
                </c:pt>
                <c:pt idx="868">
                  <c:v>1.1177095769727354</c:v>
                </c:pt>
                <c:pt idx="869">
                  <c:v>1.1177095769727354</c:v>
                </c:pt>
                <c:pt idx="870">
                  <c:v>1.118578624591783</c:v>
                </c:pt>
                <c:pt idx="871">
                  <c:v>1.118578624591783</c:v>
                </c:pt>
                <c:pt idx="872">
                  <c:v>1.1178004860636446</c:v>
                </c:pt>
                <c:pt idx="873">
                  <c:v>1.1178004860636446</c:v>
                </c:pt>
                <c:pt idx="874">
                  <c:v>1.117621914635073</c:v>
                </c:pt>
                <c:pt idx="875">
                  <c:v>1.117621914635073</c:v>
                </c:pt>
                <c:pt idx="876">
                  <c:v>1.1197556142687728</c:v>
                </c:pt>
                <c:pt idx="877">
                  <c:v>1.1197556142687728</c:v>
                </c:pt>
                <c:pt idx="878">
                  <c:v>1.118622497385656</c:v>
                </c:pt>
                <c:pt idx="879">
                  <c:v>1.118622497385656</c:v>
                </c:pt>
                <c:pt idx="880">
                  <c:v>1.1174875767507355</c:v>
                </c:pt>
                <c:pt idx="881">
                  <c:v>1.1174875767507355</c:v>
                </c:pt>
                <c:pt idx="882">
                  <c:v>1.1171340413972002</c:v>
                </c:pt>
                <c:pt idx="883">
                  <c:v>1.1171340413972002</c:v>
                </c:pt>
                <c:pt idx="884">
                  <c:v>1.1189558307189893</c:v>
                </c:pt>
                <c:pt idx="885">
                  <c:v>1.1189558307189893</c:v>
                </c:pt>
                <c:pt idx="886">
                  <c:v>1.1187538105169692</c:v>
                </c:pt>
                <c:pt idx="887">
                  <c:v>1.1187538105169692</c:v>
                </c:pt>
                <c:pt idx="888">
                  <c:v>1.119277370290529</c:v>
                </c:pt>
                <c:pt idx="889">
                  <c:v>1.119277370290529</c:v>
                </c:pt>
                <c:pt idx="890">
                  <c:v>1.1211821321952911</c:v>
                </c:pt>
                <c:pt idx="891">
                  <c:v>1.1211821321952911</c:v>
                </c:pt>
                <c:pt idx="892">
                  <c:v>1.1204995925127512</c:v>
                </c:pt>
                <c:pt idx="893">
                  <c:v>1.1204995925127512</c:v>
                </c:pt>
                <c:pt idx="894">
                  <c:v>1.1209548594680181</c:v>
                </c:pt>
                <c:pt idx="895">
                  <c:v>1.1209548594680181</c:v>
                </c:pt>
                <c:pt idx="896">
                  <c:v>1.1257167642299231</c:v>
                </c:pt>
                <c:pt idx="897">
                  <c:v>1.1257167642299231</c:v>
                </c:pt>
                <c:pt idx="898">
                  <c:v>1.1249917947549537</c:v>
                </c:pt>
                <c:pt idx="899">
                  <c:v>1.1249917947549537</c:v>
                </c:pt>
                <c:pt idx="900">
                  <c:v>1.1261806475688061</c:v>
                </c:pt>
                <c:pt idx="901">
                  <c:v>1.1261806475688061</c:v>
                </c:pt>
                <c:pt idx="902">
                  <c:v>1.1263557069865129</c:v>
                </c:pt>
                <c:pt idx="903">
                  <c:v>1.1263557069865129</c:v>
                </c:pt>
                <c:pt idx="904">
                  <c:v>1.1261771355579413</c:v>
                </c:pt>
                <c:pt idx="905">
                  <c:v>1.1261771355579413</c:v>
                </c:pt>
                <c:pt idx="906">
                  <c:v>1.1309953173761231</c:v>
                </c:pt>
                <c:pt idx="907">
                  <c:v>1.1309953173761231</c:v>
                </c:pt>
                <c:pt idx="908">
                  <c:v>1.1352709306517363</c:v>
                </c:pt>
                <c:pt idx="909">
                  <c:v>1.1352709306517363</c:v>
                </c:pt>
                <c:pt idx="910">
                  <c:v>1.1371280735088791</c:v>
                </c:pt>
                <c:pt idx="911">
                  <c:v>1.1371280735088791</c:v>
                </c:pt>
                <c:pt idx="912">
                  <c:v>1.1424284398092457</c:v>
                </c:pt>
                <c:pt idx="913">
                  <c:v>1.1424284398092457</c:v>
                </c:pt>
                <c:pt idx="914">
                  <c:v>1.1443509633641218</c:v>
                </c:pt>
                <c:pt idx="915">
                  <c:v>1.1443509633641218</c:v>
                </c:pt>
                <c:pt idx="916">
                  <c:v>1.1450580340711924</c:v>
                </c:pt>
                <c:pt idx="917">
                  <c:v>1.1450580340711924</c:v>
                </c:pt>
                <c:pt idx="918">
                  <c:v>1.1455718258349843</c:v>
                </c:pt>
                <c:pt idx="919">
                  <c:v>1.1455718258349843</c:v>
                </c:pt>
                <c:pt idx="920">
                  <c:v>1.1450632788264374</c:v>
                </c:pt>
                <c:pt idx="921">
                  <c:v>1.1450632788264374</c:v>
                </c:pt>
                <c:pt idx="922">
                  <c:v>1.1431328203959787</c:v>
                </c:pt>
                <c:pt idx="923">
                  <c:v>1.1431328203959787</c:v>
                </c:pt>
                <c:pt idx="924">
                  <c:v>1.1434993427625011</c:v>
                </c:pt>
                <c:pt idx="925">
                  <c:v>1.1434993427625011</c:v>
                </c:pt>
                <c:pt idx="926">
                  <c:v>1.1431421999053579</c:v>
                </c:pt>
                <c:pt idx="927">
                  <c:v>1.1431421999053579</c:v>
                </c:pt>
                <c:pt idx="928">
                  <c:v>1.1429977610109194</c:v>
                </c:pt>
                <c:pt idx="929">
                  <c:v>1.1429977610109194</c:v>
                </c:pt>
                <c:pt idx="930">
                  <c:v>1.1414781694913281</c:v>
                </c:pt>
                <c:pt idx="931">
                  <c:v>1.1414781694913281</c:v>
                </c:pt>
                <c:pt idx="932">
                  <c:v>1.1410766543398128</c:v>
                </c:pt>
                <c:pt idx="933">
                  <c:v>1.1410766543398128</c:v>
                </c:pt>
                <c:pt idx="934">
                  <c:v>1.143485023748182</c:v>
                </c:pt>
                <c:pt idx="935">
                  <c:v>1.143485023748182</c:v>
                </c:pt>
                <c:pt idx="936">
                  <c:v>1.1420966343597925</c:v>
                </c:pt>
                <c:pt idx="937">
                  <c:v>1.1420966343597925</c:v>
                </c:pt>
                <c:pt idx="938">
                  <c:v>1.1428436789818373</c:v>
                </c:pt>
                <c:pt idx="939">
                  <c:v>1.1428436789818373</c:v>
                </c:pt>
                <c:pt idx="940">
                  <c:v>1.1427349543731125</c:v>
                </c:pt>
                <c:pt idx="941">
                  <c:v>1.1427349543731125</c:v>
                </c:pt>
                <c:pt idx="942">
                  <c:v>1.1431415200296784</c:v>
                </c:pt>
                <c:pt idx="943">
                  <c:v>1.1431415200296784</c:v>
                </c:pt>
                <c:pt idx="944">
                  <c:v>1.1435249056499059</c:v>
                </c:pt>
                <c:pt idx="945">
                  <c:v>1.1435249056499059</c:v>
                </c:pt>
                <c:pt idx="946">
                  <c:v>1.14626732989233</c:v>
                </c:pt>
                <c:pt idx="947">
                  <c:v>1.14626732989233</c:v>
                </c:pt>
                <c:pt idx="948">
                  <c:v>1.1468875985125988</c:v>
                </c:pt>
                <c:pt idx="949">
                  <c:v>1.1468875985125988</c:v>
                </c:pt>
                <c:pt idx="950">
                  <c:v>1.1471076284826287</c:v>
                </c:pt>
                <c:pt idx="951">
                  <c:v>1.1471076284826287</c:v>
                </c:pt>
                <c:pt idx="952">
                  <c:v>1.1461552475302479</c:v>
                </c:pt>
                <c:pt idx="953">
                  <c:v>1.1461552475302479</c:v>
                </c:pt>
                <c:pt idx="954">
                  <c:v>1.1454463730713731</c:v>
                </c:pt>
                <c:pt idx="955">
                  <c:v>1.1454463730713731</c:v>
                </c:pt>
                <c:pt idx="956">
                  <c:v>1.1454817266067268</c:v>
                </c:pt>
                <c:pt idx="957">
                  <c:v>1.1454817266067268</c:v>
                </c:pt>
                <c:pt idx="958">
                  <c:v>1.1452139804639807</c:v>
                </c:pt>
                <c:pt idx="959">
                  <c:v>1.1452139804639807</c:v>
                </c:pt>
                <c:pt idx="960">
                  <c:v>1.14696805971806</c:v>
                </c:pt>
                <c:pt idx="961">
                  <c:v>1.14696805971806</c:v>
                </c:pt>
                <c:pt idx="962">
                  <c:v>1.149997534328417</c:v>
                </c:pt>
                <c:pt idx="963">
                  <c:v>1.149997534328417</c:v>
                </c:pt>
                <c:pt idx="964">
                  <c:v>1.1501945734004559</c:v>
                </c:pt>
                <c:pt idx="965">
                  <c:v>1.1501945734004559</c:v>
                </c:pt>
                <c:pt idx="966">
                  <c:v>1.1490697815256641</c:v>
                </c:pt>
                <c:pt idx="967">
                  <c:v>1.1490697815256641</c:v>
                </c:pt>
                <c:pt idx="968">
                  <c:v>1.1489858376917199</c:v>
                </c:pt>
                <c:pt idx="969">
                  <c:v>1.1489858376917199</c:v>
                </c:pt>
                <c:pt idx="970">
                  <c:v>1.1482068764568765</c:v>
                </c:pt>
                <c:pt idx="971">
                  <c:v>1.1482068764568765</c:v>
                </c:pt>
                <c:pt idx="972">
                  <c:v>1.1502566410197987</c:v>
                </c:pt>
                <c:pt idx="973">
                  <c:v>1.1502566410197987</c:v>
                </c:pt>
                <c:pt idx="974">
                  <c:v>1.1501824096955675</c:v>
                </c:pt>
                <c:pt idx="975">
                  <c:v>1.1501824096955675</c:v>
                </c:pt>
                <c:pt idx="976">
                  <c:v>1.1506957297088871</c:v>
                </c:pt>
                <c:pt idx="977">
                  <c:v>1.1506957297088871</c:v>
                </c:pt>
                <c:pt idx="978">
                  <c:v>1.149539594177752</c:v>
                </c:pt>
                <c:pt idx="979">
                  <c:v>1.149539594177752</c:v>
                </c:pt>
                <c:pt idx="980">
                  <c:v>1.1497583198964778</c:v>
                </c:pt>
                <c:pt idx="981">
                  <c:v>1.1497583198964778</c:v>
                </c:pt>
                <c:pt idx="982">
                  <c:v>1.1491447897068603</c:v>
                </c:pt>
                <c:pt idx="983">
                  <c:v>1.1491447897068603</c:v>
                </c:pt>
                <c:pt idx="984">
                  <c:v>1.1486874692495399</c:v>
                </c:pt>
                <c:pt idx="985">
                  <c:v>1.1486874692495399</c:v>
                </c:pt>
                <c:pt idx="986">
                  <c:v>1.1483712976760154</c:v>
                </c:pt>
                <c:pt idx="987">
                  <c:v>1.1483712976760154</c:v>
                </c:pt>
                <c:pt idx="988">
                  <c:v>1.148019351634441</c:v>
                </c:pt>
                <c:pt idx="989">
                  <c:v>1.148019351634441</c:v>
                </c:pt>
                <c:pt idx="990">
                  <c:v>1.1474775878426773</c:v>
                </c:pt>
                <c:pt idx="991">
                  <c:v>1.1474775878426773</c:v>
                </c:pt>
                <c:pt idx="992">
                  <c:v>1.1507746241397137</c:v>
                </c:pt>
                <c:pt idx="993">
                  <c:v>1.1507746241397137</c:v>
                </c:pt>
                <c:pt idx="994">
                  <c:v>1.1508519079669977</c:v>
                </c:pt>
                <c:pt idx="995">
                  <c:v>1.1508519079669977</c:v>
                </c:pt>
                <c:pt idx="996">
                  <c:v>1.1494610488261383</c:v>
                </c:pt>
                <c:pt idx="997">
                  <c:v>1.1494610488261383</c:v>
                </c:pt>
                <c:pt idx="998">
                  <c:v>1.1494458834359729</c:v>
                </c:pt>
                <c:pt idx="999">
                  <c:v>1.1494458834359729</c:v>
                </c:pt>
                <c:pt idx="1000">
                  <c:v>1.1507515777416677</c:v>
                </c:pt>
                <c:pt idx="1001">
                  <c:v>1.1507515777416677</c:v>
                </c:pt>
                <c:pt idx="1002">
                  <c:v>1.1562311471918252</c:v>
                </c:pt>
                <c:pt idx="1003">
                  <c:v>1.1562311471918252</c:v>
                </c:pt>
                <c:pt idx="1004">
                  <c:v>1.1550909581325184</c:v>
                </c:pt>
                <c:pt idx="1005">
                  <c:v>1.1550909581325184</c:v>
                </c:pt>
                <c:pt idx="1006">
                  <c:v>1.1537638408054014</c:v>
                </c:pt>
                <c:pt idx="1007">
                  <c:v>1.1537638408054014</c:v>
                </c:pt>
                <c:pt idx="1008">
                  <c:v>1.151528265422229</c:v>
                </c:pt>
                <c:pt idx="1009">
                  <c:v>1.151528265422229</c:v>
                </c:pt>
                <c:pt idx="1010">
                  <c:v>1.1508940662880298</c:v>
                </c:pt>
                <c:pt idx="1011">
                  <c:v>1.1508940662880298</c:v>
                </c:pt>
                <c:pt idx="1012">
                  <c:v>1.1512777946597612</c:v>
                </c:pt>
                <c:pt idx="1013">
                  <c:v>1.1512777946597612</c:v>
                </c:pt>
                <c:pt idx="1014">
                  <c:v>1.1508008105327769</c:v>
                </c:pt>
                <c:pt idx="1015">
                  <c:v>1.1508008105327769</c:v>
                </c:pt>
                <c:pt idx="1016">
                  <c:v>1.1512819669154677</c:v>
                </c:pt>
                <c:pt idx="1017">
                  <c:v>1.1512819669154677</c:v>
                </c:pt>
                <c:pt idx="1018">
                  <c:v>1.1541912284056115</c:v>
                </c:pt>
                <c:pt idx="1019">
                  <c:v>1.1541912284056115</c:v>
                </c:pt>
                <c:pt idx="1020">
                  <c:v>1.1543700120402776</c:v>
                </c:pt>
                <c:pt idx="1021">
                  <c:v>1.1543700120402776</c:v>
                </c:pt>
                <c:pt idx="1022">
                  <c:v>1.1539455365158022</c:v>
                </c:pt>
                <c:pt idx="1023">
                  <c:v>1.1539455365158022</c:v>
                </c:pt>
                <c:pt idx="1024">
                  <c:v>1.152793141525172</c:v>
                </c:pt>
                <c:pt idx="1025">
                  <c:v>1.152793141525172</c:v>
                </c:pt>
                <c:pt idx="1026">
                  <c:v>1.1528083464784571</c:v>
                </c:pt>
                <c:pt idx="1027">
                  <c:v>1.1528083464784571</c:v>
                </c:pt>
                <c:pt idx="1028">
                  <c:v>1.159369504416853</c:v>
                </c:pt>
                <c:pt idx="1029">
                  <c:v>1.159369504416853</c:v>
                </c:pt>
                <c:pt idx="1030">
                  <c:v>1.158587471090702</c:v>
                </c:pt>
                <c:pt idx="1031">
                  <c:v>1.158587471090702</c:v>
                </c:pt>
                <c:pt idx="1032">
                  <c:v>1.1567174787417758</c:v>
                </c:pt>
                <c:pt idx="1033">
                  <c:v>1.1567174787417758</c:v>
                </c:pt>
                <c:pt idx="1034">
                  <c:v>1.1568062869923488</c:v>
                </c:pt>
                <c:pt idx="1035">
                  <c:v>1.1568062869923488</c:v>
                </c:pt>
                <c:pt idx="1036">
                  <c:v>1.1572987571125279</c:v>
                </c:pt>
                <c:pt idx="1037">
                  <c:v>1.1572987571125279</c:v>
                </c:pt>
                <c:pt idx="1038">
                  <c:v>1.1565242858407654</c:v>
                </c:pt>
                <c:pt idx="1039">
                  <c:v>1.1565242858407654</c:v>
                </c:pt>
                <c:pt idx="1040">
                  <c:v>1.1567255246559431</c:v>
                </c:pt>
                <c:pt idx="1041">
                  <c:v>1.1567255246559431</c:v>
                </c:pt>
                <c:pt idx="1042">
                  <c:v>1.1579743648680183</c:v>
                </c:pt>
                <c:pt idx="1043">
                  <c:v>1.1579743648680183</c:v>
                </c:pt>
                <c:pt idx="1044">
                  <c:v>1.1586724168160702</c:v>
                </c:pt>
                <c:pt idx="1045">
                  <c:v>1.1586724168160702</c:v>
                </c:pt>
                <c:pt idx="1046">
                  <c:v>1.1581297346014841</c:v>
                </c:pt>
                <c:pt idx="1047">
                  <c:v>1.1581297346014841</c:v>
                </c:pt>
                <c:pt idx="1048">
                  <c:v>1.1607832176853077</c:v>
                </c:pt>
                <c:pt idx="1049">
                  <c:v>1.1607832176853077</c:v>
                </c:pt>
                <c:pt idx="1050">
                  <c:v>1.1595283188174059</c:v>
                </c:pt>
                <c:pt idx="1051">
                  <c:v>1.1595283188174059</c:v>
                </c:pt>
                <c:pt idx="1052">
                  <c:v>1.1586995201221213</c:v>
                </c:pt>
                <c:pt idx="1053">
                  <c:v>1.1586995201221213</c:v>
                </c:pt>
                <c:pt idx="1054">
                  <c:v>1.1568343122305975</c:v>
                </c:pt>
                <c:pt idx="1055">
                  <c:v>1.1568343122305975</c:v>
                </c:pt>
                <c:pt idx="1056">
                  <c:v>1.158398991058821</c:v>
                </c:pt>
                <c:pt idx="1057">
                  <c:v>1.158398991058821</c:v>
                </c:pt>
                <c:pt idx="1058">
                  <c:v>1.1593922755521056</c:v>
                </c:pt>
                <c:pt idx="1059">
                  <c:v>1.1593922755521056</c:v>
                </c:pt>
                <c:pt idx="1060">
                  <c:v>1.1593568110166408</c:v>
                </c:pt>
                <c:pt idx="1061">
                  <c:v>1.1593568110166408</c:v>
                </c:pt>
                <c:pt idx="1062">
                  <c:v>1.161417943511597</c:v>
                </c:pt>
                <c:pt idx="1063">
                  <c:v>1.161417943511597</c:v>
                </c:pt>
                <c:pt idx="1064">
                  <c:v>1.1673073382585768</c:v>
                </c:pt>
                <c:pt idx="1065">
                  <c:v>1.1673073382585768</c:v>
                </c:pt>
                <c:pt idx="1066">
                  <c:v>1.1683402329954189</c:v>
                </c:pt>
                <c:pt idx="1067">
                  <c:v>1.1683402329954189</c:v>
                </c:pt>
                <c:pt idx="1068">
                  <c:v>1.168364424876809</c:v>
                </c:pt>
                <c:pt idx="1069">
                  <c:v>1.168364424876809</c:v>
                </c:pt>
                <c:pt idx="1070">
                  <c:v>1.1672728263738332</c:v>
                </c:pt>
                <c:pt idx="1071">
                  <c:v>1.1672728263738332</c:v>
                </c:pt>
                <c:pt idx="1072">
                  <c:v>1.1670151069690551</c:v>
                </c:pt>
                <c:pt idx="1073">
                  <c:v>1.1670151069690551</c:v>
                </c:pt>
                <c:pt idx="1074">
                  <c:v>1.1736276438130169</c:v>
                </c:pt>
                <c:pt idx="1075">
                  <c:v>1.1736276438130169</c:v>
                </c:pt>
                <c:pt idx="1076">
                  <c:v>1.1723923041612681</c:v>
                </c:pt>
                <c:pt idx="1077">
                  <c:v>1.1723923041612681</c:v>
                </c:pt>
                <c:pt idx="1078">
                  <c:v>1.1728077139149129</c:v>
                </c:pt>
                <c:pt idx="1079">
                  <c:v>1.1728077139149129</c:v>
                </c:pt>
                <c:pt idx="1080">
                  <c:v>1.1736725973974438</c:v>
                </c:pt>
                <c:pt idx="1081">
                  <c:v>1.1736725973974438</c:v>
                </c:pt>
                <c:pt idx="1082">
                  <c:v>1.173904434789498</c:v>
                </c:pt>
                <c:pt idx="1083">
                  <c:v>1.173904434789498</c:v>
                </c:pt>
                <c:pt idx="1084">
                  <c:v>1.1730703196442371</c:v>
                </c:pt>
                <c:pt idx="1085">
                  <c:v>1.1730703196442371</c:v>
                </c:pt>
                <c:pt idx="1086">
                  <c:v>1.1722868647949929</c:v>
                </c:pt>
                <c:pt idx="1087">
                  <c:v>1.1722868647949929</c:v>
                </c:pt>
                <c:pt idx="1088">
                  <c:v>1.1743470713570503</c:v>
                </c:pt>
                <c:pt idx="1089">
                  <c:v>1.1743470713570503</c:v>
                </c:pt>
                <c:pt idx="1090">
                  <c:v>1.1750204282289365</c:v>
                </c:pt>
                <c:pt idx="1091">
                  <c:v>1.1750204282289365</c:v>
                </c:pt>
                <c:pt idx="1092">
                  <c:v>1.1742059494071049</c:v>
                </c:pt>
                <c:pt idx="1093">
                  <c:v>1.1742059494071049</c:v>
                </c:pt>
                <c:pt idx="1094">
                  <c:v>1.1747974567346735</c:v>
                </c:pt>
                <c:pt idx="1095">
                  <c:v>1.1747974567346735</c:v>
                </c:pt>
                <c:pt idx="1096">
                  <c:v>1.1744338018137428</c:v>
                </c:pt>
                <c:pt idx="1097">
                  <c:v>1.1744338018137428</c:v>
                </c:pt>
                <c:pt idx="1098">
                  <c:v>1.1888715341020946</c:v>
                </c:pt>
                <c:pt idx="1099">
                  <c:v>1.1888715341020946</c:v>
                </c:pt>
                <c:pt idx="1100">
                  <c:v>1.1898893111867379</c:v>
                </c:pt>
                <c:pt idx="1101">
                  <c:v>1.1898893111867379</c:v>
                </c:pt>
                <c:pt idx="1102">
                  <c:v>1.1886685782433977</c:v>
                </c:pt>
                <c:pt idx="1103">
                  <c:v>1.1886685782433977</c:v>
                </c:pt>
                <c:pt idx="1104">
                  <c:v>1.1872638521028891</c:v>
                </c:pt>
                <c:pt idx="1105">
                  <c:v>1.1872638521028891</c:v>
                </c:pt>
                <c:pt idx="1106">
                  <c:v>1.1864502937519803</c:v>
                </c:pt>
                <c:pt idx="1107">
                  <c:v>1.1864502937519803</c:v>
                </c:pt>
                <c:pt idx="1108">
                  <c:v>1.1877856754669287</c:v>
                </c:pt>
                <c:pt idx="1109">
                  <c:v>1.1877856754669287</c:v>
                </c:pt>
                <c:pt idx="1110">
                  <c:v>1.187523827293316</c:v>
                </c:pt>
                <c:pt idx="1111">
                  <c:v>1.187523827293316</c:v>
                </c:pt>
                <c:pt idx="1112">
                  <c:v>1.187496094326975</c:v>
                </c:pt>
                <c:pt idx="1113">
                  <c:v>1.187496094326975</c:v>
                </c:pt>
                <c:pt idx="1114">
                  <c:v>1.1871807632647735</c:v>
                </c:pt>
                <c:pt idx="1115">
                  <c:v>1.1871807632647735</c:v>
                </c:pt>
                <c:pt idx="1116">
                  <c:v>1.1864383081794394</c:v>
                </c:pt>
                <c:pt idx="1117">
                  <c:v>1.1864383081794394</c:v>
                </c:pt>
                <c:pt idx="1118">
                  <c:v>1.1861746735493863</c:v>
                </c:pt>
                <c:pt idx="1119">
                  <c:v>1.1861746735493863</c:v>
                </c:pt>
                <c:pt idx="1120">
                  <c:v>1.1911285428389975</c:v>
                </c:pt>
                <c:pt idx="1121">
                  <c:v>1.1911285428389975</c:v>
                </c:pt>
                <c:pt idx="1122">
                  <c:v>1.1918729302063156</c:v>
                </c:pt>
                <c:pt idx="1123">
                  <c:v>1.1918729302063156</c:v>
                </c:pt>
                <c:pt idx="1124">
                  <c:v>1.1906059125419532</c:v>
                </c:pt>
                <c:pt idx="1125">
                  <c:v>1.1906059125419532</c:v>
                </c:pt>
                <c:pt idx="1126">
                  <c:v>1.1907906698580062</c:v>
                </c:pt>
                <c:pt idx="1127">
                  <c:v>1.1907906698580062</c:v>
                </c:pt>
                <c:pt idx="1128">
                  <c:v>1.1921781306391903</c:v>
                </c:pt>
                <c:pt idx="1129">
                  <c:v>1.1921781306391903</c:v>
                </c:pt>
                <c:pt idx="1130">
                  <c:v>1.1905792911663438</c:v>
                </c:pt>
                <c:pt idx="1131">
                  <c:v>1.1905792911663438</c:v>
                </c:pt>
                <c:pt idx="1132">
                  <c:v>1.1940961128957337</c:v>
                </c:pt>
                <c:pt idx="1133">
                  <c:v>1.1940961128957337</c:v>
                </c:pt>
                <c:pt idx="1134">
                  <c:v>1.1963695809683328</c:v>
                </c:pt>
                <c:pt idx="1135">
                  <c:v>1.1963695809683328</c:v>
                </c:pt>
                <c:pt idx="1136">
                  <c:v>1.1949935012951505</c:v>
                </c:pt>
                <c:pt idx="1137">
                  <c:v>1.1949935012951505</c:v>
                </c:pt>
                <c:pt idx="1138">
                  <c:v>1.1958572106920236</c:v>
                </c:pt>
                <c:pt idx="1139">
                  <c:v>1.1958572106920236</c:v>
                </c:pt>
                <c:pt idx="1140">
                  <c:v>1.1985971224516292</c:v>
                </c:pt>
                <c:pt idx="1141">
                  <c:v>1.1985971224516292</c:v>
                </c:pt>
                <c:pt idx="1142">
                  <c:v>1.198238959903601</c:v>
                </c:pt>
                <c:pt idx="1143">
                  <c:v>1.198238959903601</c:v>
                </c:pt>
                <c:pt idx="1144">
                  <c:v>1.1978201574552496</c:v>
                </c:pt>
                <c:pt idx="1145">
                  <c:v>1.1978201574552496</c:v>
                </c:pt>
                <c:pt idx="1146">
                  <c:v>1.1975729654334415</c:v>
                </c:pt>
                <c:pt idx="1147">
                  <c:v>1.1975729654334415</c:v>
                </c:pt>
                <c:pt idx="1148">
                  <c:v>1.1975111756058194</c:v>
                </c:pt>
                <c:pt idx="1149">
                  <c:v>1.1975111756058194</c:v>
                </c:pt>
                <c:pt idx="1150">
                  <c:v>1.1978464836512734</c:v>
                </c:pt>
                <c:pt idx="1151">
                  <c:v>1.1978464836512734</c:v>
                </c:pt>
                <c:pt idx="1152">
                  <c:v>1.1979553860630143</c:v>
                </c:pt>
                <c:pt idx="1153">
                  <c:v>1.1979553860630143</c:v>
                </c:pt>
                <c:pt idx="1154">
                  <c:v>1.1984773640728208</c:v>
                </c:pt>
                <c:pt idx="1155">
                  <c:v>1.1984773640728208</c:v>
                </c:pt>
                <c:pt idx="1156">
                  <c:v>1.1983781742086652</c:v>
                </c:pt>
                <c:pt idx="1157">
                  <c:v>1.1983781742086652</c:v>
                </c:pt>
                <c:pt idx="1158">
                  <c:v>1.1960705763626474</c:v>
                </c:pt>
                <c:pt idx="1159">
                  <c:v>1.1960705763626474</c:v>
                </c:pt>
                <c:pt idx="1160">
                  <c:v>1.1965688387604252</c:v>
                </c:pt>
                <c:pt idx="1161">
                  <c:v>1.1965688387604252</c:v>
                </c:pt>
                <c:pt idx="1162">
                  <c:v>1.1966506585211822</c:v>
                </c:pt>
                <c:pt idx="1163">
                  <c:v>1.1966506585211822</c:v>
                </c:pt>
                <c:pt idx="1164">
                  <c:v>1.1983403708617026</c:v>
                </c:pt>
                <c:pt idx="1165">
                  <c:v>1.1983403708617026</c:v>
                </c:pt>
                <c:pt idx="1166">
                  <c:v>1.2012008580438145</c:v>
                </c:pt>
                <c:pt idx="1167">
                  <c:v>1.2012008580438145</c:v>
                </c:pt>
                <c:pt idx="1168">
                  <c:v>1.2019642167652469</c:v>
                </c:pt>
                <c:pt idx="1169">
                  <c:v>1.2019642167652469</c:v>
                </c:pt>
                <c:pt idx="1170">
                  <c:v>1.2009115130425383</c:v>
                </c:pt>
                <c:pt idx="1171">
                  <c:v>1.2009115130425383</c:v>
                </c:pt>
                <c:pt idx="1172">
                  <c:v>1.2005061952823788</c:v>
                </c:pt>
                <c:pt idx="1173">
                  <c:v>1.2005061952823788</c:v>
                </c:pt>
                <c:pt idx="1174">
                  <c:v>1.2017131235851448</c:v>
                </c:pt>
                <c:pt idx="1175">
                  <c:v>1.2017131235851448</c:v>
                </c:pt>
                <c:pt idx="1176">
                  <c:v>1.2051068456809719</c:v>
                </c:pt>
                <c:pt idx="1177">
                  <c:v>1.2051068456809719</c:v>
                </c:pt>
                <c:pt idx="1178">
                  <c:v>1.2055550746851049</c:v>
                </c:pt>
                <c:pt idx="1179">
                  <c:v>1.2055550746851049</c:v>
                </c:pt>
                <c:pt idx="1180">
                  <c:v>1.2065065305058662</c:v>
                </c:pt>
                <c:pt idx="1181">
                  <c:v>1.2065065305058662</c:v>
                </c:pt>
                <c:pt idx="1182">
                  <c:v>1.2050748823405453</c:v>
                </c:pt>
                <c:pt idx="1183">
                  <c:v>1.2050748823405453</c:v>
                </c:pt>
                <c:pt idx="1184">
                  <c:v>1.2040165087359811</c:v>
                </c:pt>
                <c:pt idx="1185">
                  <c:v>1.2040165087359811</c:v>
                </c:pt>
                <c:pt idx="1186">
                  <c:v>1.204059021664645</c:v>
                </c:pt>
                <c:pt idx="1187">
                  <c:v>1.204059021664645</c:v>
                </c:pt>
                <c:pt idx="1188">
                  <c:v>1.207615779089632</c:v>
                </c:pt>
                <c:pt idx="1189">
                  <c:v>1.207615779089632</c:v>
                </c:pt>
                <c:pt idx="1190">
                  <c:v>1.2079816460101669</c:v>
                </c:pt>
                <c:pt idx="1191">
                  <c:v>1.2079816460101669</c:v>
                </c:pt>
                <c:pt idx="1192">
                  <c:v>1.2097528399516675</c:v>
                </c:pt>
                <c:pt idx="1193">
                  <c:v>1.2097528399516675</c:v>
                </c:pt>
                <c:pt idx="1194">
                  <c:v>1.2082116140326724</c:v>
                </c:pt>
                <c:pt idx="1195">
                  <c:v>1.2082116140326724</c:v>
                </c:pt>
                <c:pt idx="1196">
                  <c:v>1.2096470879303296</c:v>
                </c:pt>
                <c:pt idx="1197">
                  <c:v>1.2096470879303296</c:v>
                </c:pt>
                <c:pt idx="1198">
                  <c:v>1.2109878303832684</c:v>
                </c:pt>
                <c:pt idx="1199">
                  <c:v>1.2109878303832684</c:v>
                </c:pt>
                <c:pt idx="1200">
                  <c:v>1.2178186309896111</c:v>
                </c:pt>
                <c:pt idx="1201">
                  <c:v>1.2178186309896111</c:v>
                </c:pt>
                <c:pt idx="1202">
                  <c:v>1.2189928663872458</c:v>
                </c:pt>
                <c:pt idx="1203">
                  <c:v>1.2189928663872458</c:v>
                </c:pt>
                <c:pt idx="1204">
                  <c:v>1.2193982429328969</c:v>
                </c:pt>
                <c:pt idx="1205">
                  <c:v>1.2193982429328969</c:v>
                </c:pt>
                <c:pt idx="1206">
                  <c:v>1.219798119242433</c:v>
                </c:pt>
                <c:pt idx="1207">
                  <c:v>1.219798119242433</c:v>
                </c:pt>
                <c:pt idx="1208">
                  <c:v>1.2190467592834018</c:v>
                </c:pt>
                <c:pt idx="1209">
                  <c:v>1.2190467592834018</c:v>
                </c:pt>
                <c:pt idx="1210">
                  <c:v>1.218289883219783</c:v>
                </c:pt>
                <c:pt idx="1211">
                  <c:v>1.218289883219783</c:v>
                </c:pt>
                <c:pt idx="1212">
                  <c:v>1.2178044452679959</c:v>
                </c:pt>
                <c:pt idx="1213">
                  <c:v>1.2178044452679959</c:v>
                </c:pt>
                <c:pt idx="1214">
                  <c:v>1.2161789953766062</c:v>
                </c:pt>
                <c:pt idx="1215">
                  <c:v>1.2161789953766062</c:v>
                </c:pt>
                <c:pt idx="1216">
                  <c:v>1.2238605266519245</c:v>
                </c:pt>
                <c:pt idx="1217">
                  <c:v>1.2238605266519245</c:v>
                </c:pt>
                <c:pt idx="1218">
                  <c:v>1.2238129807143341</c:v>
                </c:pt>
                <c:pt idx="1219">
                  <c:v>1.2238129807143341</c:v>
                </c:pt>
                <c:pt idx="1220">
                  <c:v>1.224448845329777</c:v>
                </c:pt>
                <c:pt idx="1221">
                  <c:v>1.224448845329777</c:v>
                </c:pt>
                <c:pt idx="1222">
                  <c:v>1.2236206480507503</c:v>
                </c:pt>
                <c:pt idx="1223">
                  <c:v>1.2236206480507503</c:v>
                </c:pt>
                <c:pt idx="1224">
                  <c:v>1.2249468544337965</c:v>
                </c:pt>
                <c:pt idx="1225">
                  <c:v>1.2249468544337965</c:v>
                </c:pt>
                <c:pt idx="1226">
                  <c:v>1.2282307949408291</c:v>
                </c:pt>
                <c:pt idx="1227">
                  <c:v>1.2282307949408291</c:v>
                </c:pt>
                <c:pt idx="1228">
                  <c:v>1.2269162216121861</c:v>
                </c:pt>
                <c:pt idx="1229">
                  <c:v>1.2269162216121861</c:v>
                </c:pt>
                <c:pt idx="1230">
                  <c:v>1.2257034988497519</c:v>
                </c:pt>
                <c:pt idx="1231">
                  <c:v>1.2257034988497519</c:v>
                </c:pt>
                <c:pt idx="1232">
                  <c:v>1.2256630825853696</c:v>
                </c:pt>
                <c:pt idx="1233">
                  <c:v>1.2256630825853696</c:v>
                </c:pt>
                <c:pt idx="1234">
                  <c:v>1.2370523594016882</c:v>
                </c:pt>
                <c:pt idx="1235">
                  <c:v>1.2370523594016882</c:v>
                </c:pt>
                <c:pt idx="1236">
                  <c:v>1.2421122344411355</c:v>
                </c:pt>
                <c:pt idx="1237">
                  <c:v>1.2421122344411355</c:v>
                </c:pt>
                <c:pt idx="1238">
                  <c:v>1.2436024657847071</c:v>
                </c:pt>
                <c:pt idx="1239">
                  <c:v>1.2436024657847071</c:v>
                </c:pt>
                <c:pt idx="1240">
                  <c:v>1.2430334039804041</c:v>
                </c:pt>
                <c:pt idx="1241">
                  <c:v>1.2430334039804041</c:v>
                </c:pt>
                <c:pt idx="1242">
                  <c:v>1.2422722196678455</c:v>
                </c:pt>
                <c:pt idx="1243">
                  <c:v>1.2422722196678455</c:v>
                </c:pt>
                <c:pt idx="1244">
                  <c:v>1.2444527283014692</c:v>
                </c:pt>
                <c:pt idx="1245">
                  <c:v>1.2444527283014692</c:v>
                </c:pt>
                <c:pt idx="1246">
                  <c:v>1.2436236514505177</c:v>
                </c:pt>
                <c:pt idx="1247">
                  <c:v>1.2436236514505177</c:v>
                </c:pt>
                <c:pt idx="1248">
                  <c:v>1.2440130946068104</c:v>
                </c:pt>
                <c:pt idx="1249">
                  <c:v>1.2440130946068104</c:v>
                </c:pt>
                <c:pt idx="1250">
                  <c:v>1.2444560965671243</c:v>
                </c:pt>
                <c:pt idx="1251">
                  <c:v>1.2444560965671243</c:v>
                </c:pt>
                <c:pt idx="1252">
                  <c:v>1.2452676465014605</c:v>
                </c:pt>
                <c:pt idx="1253">
                  <c:v>1.2452676465014605</c:v>
                </c:pt>
                <c:pt idx="1254">
                  <c:v>1.2453951492057149</c:v>
                </c:pt>
                <c:pt idx="1255">
                  <c:v>1.2453951492057149</c:v>
                </c:pt>
                <c:pt idx="1256">
                  <c:v>1.2448034252726168</c:v>
                </c:pt>
                <c:pt idx="1257">
                  <c:v>1.2448034252726168</c:v>
                </c:pt>
                <c:pt idx="1258">
                  <c:v>1.2458963961826277</c:v>
                </c:pt>
                <c:pt idx="1259">
                  <c:v>1.2458963961826277</c:v>
                </c:pt>
                <c:pt idx="1260">
                  <c:v>1.2486895795003718</c:v>
                </c:pt>
                <c:pt idx="1261">
                  <c:v>1.2486895795003718</c:v>
                </c:pt>
                <c:pt idx="1262">
                  <c:v>1.2480134521745003</c:v>
                </c:pt>
                <c:pt idx="1263">
                  <c:v>1.2480134521745003</c:v>
                </c:pt>
                <c:pt idx="1264">
                  <c:v>1.2480181855426695</c:v>
                </c:pt>
                <c:pt idx="1265">
                  <c:v>1.2480181855426695</c:v>
                </c:pt>
                <c:pt idx="1266">
                  <c:v>1.2467600618617731</c:v>
                </c:pt>
                <c:pt idx="1267">
                  <c:v>1.2467600618617731</c:v>
                </c:pt>
                <c:pt idx="1268">
                  <c:v>1.2469258380100099</c:v>
                </c:pt>
                <c:pt idx="1269">
                  <c:v>1.2469258380100099</c:v>
                </c:pt>
                <c:pt idx="1270">
                  <c:v>1.2510777030342251</c:v>
                </c:pt>
                <c:pt idx="1271">
                  <c:v>1.2510777030342251</c:v>
                </c:pt>
                <c:pt idx="1272">
                  <c:v>1.2504987663720148</c:v>
                </c:pt>
                <c:pt idx="1273">
                  <c:v>1.2504987663720148</c:v>
                </c:pt>
                <c:pt idx="1274">
                  <c:v>1.2497067174288532</c:v>
                </c:pt>
                <c:pt idx="1275">
                  <c:v>1.2497067174288532</c:v>
                </c:pt>
                <c:pt idx="1276">
                  <c:v>1.2511038709795306</c:v>
                </c:pt>
                <c:pt idx="1277">
                  <c:v>1.2511038709795306</c:v>
                </c:pt>
                <c:pt idx="1278">
                  <c:v>1.2519615307325531</c:v>
                </c:pt>
                <c:pt idx="1279">
                  <c:v>1.2519615307325531</c:v>
                </c:pt>
                <c:pt idx="1280">
                  <c:v>1.2563469203664741</c:v>
                </c:pt>
                <c:pt idx="1281">
                  <c:v>1.2563469203664741</c:v>
                </c:pt>
                <c:pt idx="1282">
                  <c:v>1.2578298235096366</c:v>
                </c:pt>
                <c:pt idx="1283">
                  <c:v>1.2578298235096366</c:v>
                </c:pt>
                <c:pt idx="1284">
                  <c:v>1.2592951160863215</c:v>
                </c:pt>
                <c:pt idx="1285">
                  <c:v>1.2592951160863215</c:v>
                </c:pt>
                <c:pt idx="1286">
                  <c:v>1.2574097652575424</c:v>
                </c:pt>
                <c:pt idx="1287">
                  <c:v>1.2574097652575424</c:v>
                </c:pt>
                <c:pt idx="1288">
                  <c:v>1.2579951496181767</c:v>
                </c:pt>
                <c:pt idx="1289">
                  <c:v>1.2579951496181767</c:v>
                </c:pt>
                <c:pt idx="1290">
                  <c:v>1.2570379558542568</c:v>
                </c:pt>
                <c:pt idx="1291">
                  <c:v>1.2570379558542568</c:v>
                </c:pt>
                <c:pt idx="1292">
                  <c:v>1.2579337620828983</c:v>
                </c:pt>
                <c:pt idx="1293">
                  <c:v>1.2579337620828983</c:v>
                </c:pt>
                <c:pt idx="1294">
                  <c:v>1.2581750336083668</c:v>
                </c:pt>
                <c:pt idx="1295">
                  <c:v>1.2581750336083668</c:v>
                </c:pt>
                <c:pt idx="1296">
                  <c:v>1.2578371176302443</c:v>
                </c:pt>
                <c:pt idx="1297">
                  <c:v>1.2578371176302443</c:v>
                </c:pt>
                <c:pt idx="1298">
                  <c:v>1.2586180536736209</c:v>
                </c:pt>
                <c:pt idx="1299">
                  <c:v>1.2586180536736209</c:v>
                </c:pt>
                <c:pt idx="1300">
                  <c:v>1.2579380749140283</c:v>
                </c:pt>
                <c:pt idx="1301">
                  <c:v>1.2579380749140283</c:v>
                </c:pt>
                <c:pt idx="1302">
                  <c:v>1.2598814421794606</c:v>
                </c:pt>
                <c:pt idx="1303">
                  <c:v>1.2598814421794606</c:v>
                </c:pt>
                <c:pt idx="1304">
                  <c:v>1.2602628344144788</c:v>
                </c:pt>
                <c:pt idx="1305">
                  <c:v>1.2602628344144788</c:v>
                </c:pt>
                <c:pt idx="1306">
                  <c:v>1.2634009147520562</c:v>
                </c:pt>
                <c:pt idx="1307">
                  <c:v>1.2634009147520562</c:v>
                </c:pt>
                <c:pt idx="1308">
                  <c:v>1.2633738527951122</c:v>
                </c:pt>
                <c:pt idx="1309">
                  <c:v>1.2633738527951122</c:v>
                </c:pt>
                <c:pt idx="1310">
                  <c:v>1.2640439402179238</c:v>
                </c:pt>
                <c:pt idx="1311">
                  <c:v>1.2640439402179238</c:v>
                </c:pt>
                <c:pt idx="1312">
                  <c:v>1.2632138343805761</c:v>
                </c:pt>
                <c:pt idx="1313">
                  <c:v>1.2632138343805761</c:v>
                </c:pt>
                <c:pt idx="1314">
                  <c:v>1.2628551057501509</c:v>
                </c:pt>
                <c:pt idx="1315">
                  <c:v>1.2628551057501509</c:v>
                </c:pt>
                <c:pt idx="1316">
                  <c:v>1.2626141066715122</c:v>
                </c:pt>
                <c:pt idx="1317">
                  <c:v>1.2626141066715122</c:v>
                </c:pt>
                <c:pt idx="1318">
                  <c:v>1.2672499367773442</c:v>
                </c:pt>
                <c:pt idx="1319">
                  <c:v>1.2672499367773442</c:v>
                </c:pt>
                <c:pt idx="1320">
                  <c:v>1.2704125042967365</c:v>
                </c:pt>
                <c:pt idx="1321">
                  <c:v>1.2704125042967365</c:v>
                </c:pt>
                <c:pt idx="1322">
                  <c:v>1.27078780386561</c:v>
                </c:pt>
                <c:pt idx="1323">
                  <c:v>1.27078780386561</c:v>
                </c:pt>
                <c:pt idx="1324">
                  <c:v>1.2711128081978045</c:v>
                </c:pt>
                <c:pt idx="1325">
                  <c:v>1.2711128081978045</c:v>
                </c:pt>
                <c:pt idx="1326">
                  <c:v>1.2720730315852595</c:v>
                </c:pt>
                <c:pt idx="1327">
                  <c:v>1.2720730315852595</c:v>
                </c:pt>
                <c:pt idx="1328">
                  <c:v>1.2715083141184889</c:v>
                </c:pt>
                <c:pt idx="1329">
                  <c:v>1.2715083141184889</c:v>
                </c:pt>
                <c:pt idx="1330">
                  <c:v>1.2706342899720615</c:v>
                </c:pt>
                <c:pt idx="1331">
                  <c:v>1.2706342899720615</c:v>
                </c:pt>
                <c:pt idx="1332">
                  <c:v>1.2711800719506059</c:v>
                </c:pt>
                <c:pt idx="1333">
                  <c:v>1.2711800719506059</c:v>
                </c:pt>
                <c:pt idx="1334">
                  <c:v>1.2738444500358388</c:v>
                </c:pt>
                <c:pt idx="1335">
                  <c:v>1.2738444500358388</c:v>
                </c:pt>
                <c:pt idx="1336">
                  <c:v>1.2745727339677493</c:v>
                </c:pt>
                <c:pt idx="1337">
                  <c:v>1.2745727339677493</c:v>
                </c:pt>
                <c:pt idx="1338">
                  <c:v>1.2750707350484978</c:v>
                </c:pt>
                <c:pt idx="1339">
                  <c:v>1.2750707350484978</c:v>
                </c:pt>
                <c:pt idx="1340">
                  <c:v>1.2777076020770124</c:v>
                </c:pt>
                <c:pt idx="1341">
                  <c:v>1.2777076020770124</c:v>
                </c:pt>
                <c:pt idx="1342">
                  <c:v>1.2768415792579382</c:v>
                </c:pt>
                <c:pt idx="1343">
                  <c:v>1.2768415792579382</c:v>
                </c:pt>
                <c:pt idx="1344">
                  <c:v>1.2752545041637524</c:v>
                </c:pt>
                <c:pt idx="1345">
                  <c:v>1.2752545041637524</c:v>
                </c:pt>
                <c:pt idx="1346">
                  <c:v>1.2760075992651303</c:v>
                </c:pt>
                <c:pt idx="1347">
                  <c:v>1.2760075992651303</c:v>
                </c:pt>
                <c:pt idx="1348">
                  <c:v>1.2758275150421716</c:v>
                </c:pt>
                <c:pt idx="1349">
                  <c:v>1.2758275150421716</c:v>
                </c:pt>
                <c:pt idx="1350">
                  <c:v>1.2760108905257259</c:v>
                </c:pt>
                <c:pt idx="1351">
                  <c:v>1.2760108905257259</c:v>
                </c:pt>
                <c:pt idx="1352">
                  <c:v>1.2769482849604024</c:v>
                </c:pt>
                <c:pt idx="1353">
                  <c:v>1.2769482849604024</c:v>
                </c:pt>
                <c:pt idx="1354">
                  <c:v>1.2771702305247072</c:v>
                </c:pt>
                <c:pt idx="1355">
                  <c:v>1.2771702305247072</c:v>
                </c:pt>
                <c:pt idx="1356">
                  <c:v>1.2778277619285987</c:v>
                </c:pt>
                <c:pt idx="1357">
                  <c:v>1.2778277619285987</c:v>
                </c:pt>
                <c:pt idx="1358">
                  <c:v>1.2822628919854062</c:v>
                </c:pt>
                <c:pt idx="1359">
                  <c:v>1.2822628919854062</c:v>
                </c:pt>
                <c:pt idx="1360">
                  <c:v>1.2823215143113205</c:v>
                </c:pt>
                <c:pt idx="1361">
                  <c:v>1.2823215143113205</c:v>
                </c:pt>
                <c:pt idx="1362">
                  <c:v>1.2845509504517685</c:v>
                </c:pt>
                <c:pt idx="1363">
                  <c:v>1.2845509504517685</c:v>
                </c:pt>
                <c:pt idx="1364">
                  <c:v>1.2846149715507418</c:v>
                </c:pt>
                <c:pt idx="1365">
                  <c:v>1.2846149715507418</c:v>
                </c:pt>
                <c:pt idx="1366">
                  <c:v>1.2850809191093051</c:v>
                </c:pt>
                <c:pt idx="1367">
                  <c:v>1.2850809191093051</c:v>
                </c:pt>
                <c:pt idx="1368">
                  <c:v>1.2874166016760622</c:v>
                </c:pt>
                <c:pt idx="1369">
                  <c:v>1.2874166016760622</c:v>
                </c:pt>
                <c:pt idx="1370">
                  <c:v>1.2867229768000572</c:v>
                </c:pt>
                <c:pt idx="1371">
                  <c:v>1.2867229768000572</c:v>
                </c:pt>
                <c:pt idx="1372">
                  <c:v>1.2924220759058815</c:v>
                </c:pt>
                <c:pt idx="1373">
                  <c:v>1.2924220759058815</c:v>
                </c:pt>
                <c:pt idx="1374">
                  <c:v>1.2935348260700741</c:v>
                </c:pt>
                <c:pt idx="1375">
                  <c:v>1.2935348260700741</c:v>
                </c:pt>
                <c:pt idx="1376">
                  <c:v>1.2935723445927001</c:v>
                </c:pt>
                <c:pt idx="1377">
                  <c:v>1.2935723445927001</c:v>
                </c:pt>
                <c:pt idx="1378">
                  <c:v>1.3047725989693597</c:v>
                </c:pt>
                <c:pt idx="1379">
                  <c:v>1.3047725989693597</c:v>
                </c:pt>
                <c:pt idx="1380">
                  <c:v>1.3096171288108951</c:v>
                </c:pt>
                <c:pt idx="1381">
                  <c:v>1.3096171288108951</c:v>
                </c:pt>
                <c:pt idx="1382">
                  <c:v>1.3091037548227715</c:v>
                </c:pt>
                <c:pt idx="1383">
                  <c:v>1.3091037548227715</c:v>
                </c:pt>
                <c:pt idx="1384">
                  <c:v>1.3100066073780636</c:v>
                </c:pt>
                <c:pt idx="1385">
                  <c:v>1.3100066073780636</c:v>
                </c:pt>
                <c:pt idx="1386">
                  <c:v>1.3083552091861828</c:v>
                </c:pt>
                <c:pt idx="1387">
                  <c:v>1.3083552091861828</c:v>
                </c:pt>
                <c:pt idx="1388">
                  <c:v>1.3075285594278301</c:v>
                </c:pt>
                <c:pt idx="1389">
                  <c:v>1.3075285594278301</c:v>
                </c:pt>
                <c:pt idx="1390">
                  <c:v>1.3080429365182114</c:v>
                </c:pt>
                <c:pt idx="1391">
                  <c:v>1.3080429365182114</c:v>
                </c:pt>
                <c:pt idx="1392">
                  <c:v>1.3078430119066615</c:v>
                </c:pt>
                <c:pt idx="1393">
                  <c:v>1.3078430119066615</c:v>
                </c:pt>
                <c:pt idx="1394">
                  <c:v>1.3122344536676225</c:v>
                </c:pt>
                <c:pt idx="1395">
                  <c:v>1.3122344536676225</c:v>
                </c:pt>
                <c:pt idx="1396">
                  <c:v>1.3142485562184911</c:v>
                </c:pt>
                <c:pt idx="1397">
                  <c:v>1.3142485562184911</c:v>
                </c:pt>
                <c:pt idx="1398">
                  <c:v>1.3144693847010138</c:v>
                </c:pt>
                <c:pt idx="1399">
                  <c:v>1.3144693847010138</c:v>
                </c:pt>
                <c:pt idx="1400">
                  <c:v>1.3147726853008377</c:v>
                </c:pt>
                <c:pt idx="1401">
                  <c:v>1.3147726853008377</c:v>
                </c:pt>
                <c:pt idx="1402">
                  <c:v>1.314778858238272</c:v>
                </c:pt>
                <c:pt idx="1403">
                  <c:v>1.314778858238272</c:v>
                </c:pt>
                <c:pt idx="1404">
                  <c:v>1.3162429613023181</c:v>
                </c:pt>
                <c:pt idx="1405">
                  <c:v>1.3162429613023181</c:v>
                </c:pt>
                <c:pt idx="1406">
                  <c:v>1.3161122531591465</c:v>
                </c:pt>
                <c:pt idx="1407">
                  <c:v>1.3161122531591465</c:v>
                </c:pt>
                <c:pt idx="1408">
                  <c:v>1.3152524270440378</c:v>
                </c:pt>
                <c:pt idx="1409">
                  <c:v>1.3152524270440378</c:v>
                </c:pt>
                <c:pt idx="1410">
                  <c:v>1.317921132585067</c:v>
                </c:pt>
                <c:pt idx="1411">
                  <c:v>1.317921132585067</c:v>
                </c:pt>
                <c:pt idx="1412">
                  <c:v>1.3204483807018412</c:v>
                </c:pt>
                <c:pt idx="1413">
                  <c:v>1.3204483807018412</c:v>
                </c:pt>
                <c:pt idx="1414">
                  <c:v>1.3199906323319659</c:v>
                </c:pt>
                <c:pt idx="1415">
                  <c:v>1.3199906323319659</c:v>
                </c:pt>
                <c:pt idx="1416">
                  <c:v>1.3237615635278257</c:v>
                </c:pt>
                <c:pt idx="1417">
                  <c:v>1.3237615635278257</c:v>
                </c:pt>
                <c:pt idx="1418">
                  <c:v>1.323027874550649</c:v>
                </c:pt>
                <c:pt idx="1419">
                  <c:v>1.323027874550649</c:v>
                </c:pt>
                <c:pt idx="1420">
                  <c:v>1.3223225767580409</c:v>
                </c:pt>
                <c:pt idx="1421">
                  <c:v>1.3223225767580409</c:v>
                </c:pt>
                <c:pt idx="1422">
                  <c:v>1.3216426794878573</c:v>
                </c:pt>
                <c:pt idx="1423">
                  <c:v>1.3216426794878573</c:v>
                </c:pt>
                <c:pt idx="1424">
                  <c:v>1.3240810078988112</c:v>
                </c:pt>
                <c:pt idx="1425">
                  <c:v>1.3240810078988112</c:v>
                </c:pt>
                <c:pt idx="1426">
                  <c:v>1.3314768397887184</c:v>
                </c:pt>
                <c:pt idx="1427">
                  <c:v>1.3314768397887184</c:v>
                </c:pt>
                <c:pt idx="1428">
                  <c:v>1.3322656926119427</c:v>
                </c:pt>
                <c:pt idx="1429">
                  <c:v>1.3322656926119427</c:v>
                </c:pt>
                <c:pt idx="1430">
                  <c:v>1.3321704255557449</c:v>
                </c:pt>
                <c:pt idx="1431">
                  <c:v>1.3321704255557449</c:v>
                </c:pt>
                <c:pt idx="1432">
                  <c:v>1.3317209466565654</c:v>
                </c:pt>
                <c:pt idx="1433">
                  <c:v>1.3317209466565654</c:v>
                </c:pt>
                <c:pt idx="1434">
                  <c:v>1.3315005832896569</c:v>
                </c:pt>
                <c:pt idx="1435">
                  <c:v>1.3315005832896569</c:v>
                </c:pt>
                <c:pt idx="1436">
                  <c:v>1.3334462788583148</c:v>
                </c:pt>
                <c:pt idx="1437">
                  <c:v>1.3334462788583148</c:v>
                </c:pt>
                <c:pt idx="1438">
                  <c:v>1.3349928831223414</c:v>
                </c:pt>
                <c:pt idx="1439">
                  <c:v>1.3349928831223414</c:v>
                </c:pt>
                <c:pt idx="1440">
                  <c:v>1.3342900550637309</c:v>
                </c:pt>
                <c:pt idx="1441">
                  <c:v>1.3342900550637309</c:v>
                </c:pt>
                <c:pt idx="1442">
                  <c:v>1.3329195042770048</c:v>
                </c:pt>
                <c:pt idx="1443">
                  <c:v>1.3329195042770048</c:v>
                </c:pt>
                <c:pt idx="1444">
                  <c:v>1.332740290829173</c:v>
                </c:pt>
                <c:pt idx="1445">
                  <c:v>1.332740290829173</c:v>
                </c:pt>
                <c:pt idx="1446">
                  <c:v>1.3315029065040629</c:v>
                </c:pt>
                <c:pt idx="1447">
                  <c:v>1.3315029065040629</c:v>
                </c:pt>
                <c:pt idx="1448">
                  <c:v>1.3331759313311855</c:v>
                </c:pt>
                <c:pt idx="1449">
                  <c:v>1.3331759313311855</c:v>
                </c:pt>
                <c:pt idx="1450">
                  <c:v>1.334125058003774</c:v>
                </c:pt>
                <c:pt idx="1451">
                  <c:v>1.334125058003774</c:v>
                </c:pt>
                <c:pt idx="1452">
                  <c:v>1.3330992469211975</c:v>
                </c:pt>
                <c:pt idx="1453">
                  <c:v>1.3330992469211975</c:v>
                </c:pt>
                <c:pt idx="1454">
                  <c:v>1.3353457922249743</c:v>
                </c:pt>
                <c:pt idx="1455">
                  <c:v>1.3353457922249743</c:v>
                </c:pt>
                <c:pt idx="1456">
                  <c:v>1.3371247729786957</c:v>
                </c:pt>
                <c:pt idx="1457">
                  <c:v>1.3371247729786957</c:v>
                </c:pt>
                <c:pt idx="1458">
                  <c:v>1.337023293836207</c:v>
                </c:pt>
                <c:pt idx="1459">
                  <c:v>1.337023293836207</c:v>
                </c:pt>
                <c:pt idx="1460">
                  <c:v>1.3380664891661258</c:v>
                </c:pt>
                <c:pt idx="1461">
                  <c:v>1.3380664891661258</c:v>
                </c:pt>
                <c:pt idx="1462">
                  <c:v>1.3378225175524625</c:v>
                </c:pt>
                <c:pt idx="1463">
                  <c:v>1.3378225175524625</c:v>
                </c:pt>
                <c:pt idx="1464">
                  <c:v>1.34569056705266</c:v>
                </c:pt>
                <c:pt idx="1465">
                  <c:v>1.34569056705266</c:v>
                </c:pt>
                <c:pt idx="1466">
                  <c:v>1.3498380966028429</c:v>
                </c:pt>
                <c:pt idx="1467">
                  <c:v>1.3498380966028429</c:v>
                </c:pt>
                <c:pt idx="1468">
                  <c:v>1.3511862810823356</c:v>
                </c:pt>
                <c:pt idx="1469">
                  <c:v>1.3511862810823356</c:v>
                </c:pt>
                <c:pt idx="1470">
                  <c:v>1.3512781868989676</c:v>
                </c:pt>
                <c:pt idx="1471">
                  <c:v>1.3512781868989676</c:v>
                </c:pt>
                <c:pt idx="1472">
                  <c:v>1.3548669167309664</c:v>
                </c:pt>
                <c:pt idx="1473">
                  <c:v>1.3548669167309664</c:v>
                </c:pt>
                <c:pt idx="1474">
                  <c:v>1.3537638562359795</c:v>
                </c:pt>
                <c:pt idx="1475">
                  <c:v>1.3537638562359795</c:v>
                </c:pt>
                <c:pt idx="1476">
                  <c:v>1.356826074270653</c:v>
                </c:pt>
                <c:pt idx="1477">
                  <c:v>1.356826074270653</c:v>
                </c:pt>
                <c:pt idx="1478">
                  <c:v>1.3591395551512422</c:v>
                </c:pt>
                <c:pt idx="1479">
                  <c:v>1.3591395551512422</c:v>
                </c:pt>
                <c:pt idx="1480">
                  <c:v>1.359830652972573</c:v>
                </c:pt>
                <c:pt idx="1481">
                  <c:v>1.359830652972573</c:v>
                </c:pt>
                <c:pt idx="1482">
                  <c:v>1.3609684823244601</c:v>
                </c:pt>
                <c:pt idx="1483">
                  <c:v>1.3609684823244601</c:v>
                </c:pt>
                <c:pt idx="1484">
                  <c:v>1.3694614618071357</c:v>
                </c:pt>
                <c:pt idx="1485">
                  <c:v>1.3694614618071357</c:v>
                </c:pt>
                <c:pt idx="1486">
                  <c:v>1.3700509512065049</c:v>
                </c:pt>
                <c:pt idx="1487">
                  <c:v>1.3700509512065049</c:v>
                </c:pt>
                <c:pt idx="1488">
                  <c:v>1.369739362954479</c:v>
                </c:pt>
                <c:pt idx="1489">
                  <c:v>1.369739362954479</c:v>
                </c:pt>
                <c:pt idx="1490">
                  <c:v>1.3700656074076307</c:v>
                </c:pt>
                <c:pt idx="1491">
                  <c:v>1.3700656074076307</c:v>
                </c:pt>
                <c:pt idx="1492">
                  <c:v>1.3695523880162364</c:v>
                </c:pt>
                <c:pt idx="1493">
                  <c:v>1.3695523880162364</c:v>
                </c:pt>
                <c:pt idx="1494">
                  <c:v>1.370232961515863</c:v>
                </c:pt>
                <c:pt idx="1495">
                  <c:v>1.370232961515863</c:v>
                </c:pt>
                <c:pt idx="1496">
                  <c:v>1.3709459990296349</c:v>
                </c:pt>
                <c:pt idx="1497">
                  <c:v>1.3709459990296349</c:v>
                </c:pt>
                <c:pt idx="1498">
                  <c:v>1.3720131512014648</c:v>
                </c:pt>
                <c:pt idx="1499">
                  <c:v>1.3720131512014648</c:v>
                </c:pt>
                <c:pt idx="1500">
                  <c:v>1.3720694930283128</c:v>
                </c:pt>
                <c:pt idx="1501">
                  <c:v>1.3720694930283128</c:v>
                </c:pt>
                <c:pt idx="1502">
                  <c:v>1.3733827143316659</c:v>
                </c:pt>
                <c:pt idx="1503">
                  <c:v>1.3733827143316659</c:v>
                </c:pt>
                <c:pt idx="1504">
                  <c:v>1.378212971819857</c:v>
                </c:pt>
                <c:pt idx="1505">
                  <c:v>1.378212971819857</c:v>
                </c:pt>
                <c:pt idx="1506">
                  <c:v>1.3789277846322263</c:v>
                </c:pt>
                <c:pt idx="1507">
                  <c:v>1.3789277846322263</c:v>
                </c:pt>
                <c:pt idx="1508">
                  <c:v>1.3793157991169482</c:v>
                </c:pt>
                <c:pt idx="1509">
                  <c:v>1.3793157991169482</c:v>
                </c:pt>
                <c:pt idx="1510">
                  <c:v>1.3804612571058936</c:v>
                </c:pt>
                <c:pt idx="1511">
                  <c:v>1.3804612571058936</c:v>
                </c:pt>
                <c:pt idx="1512">
                  <c:v>1.3794357546158733</c:v>
                </c:pt>
                <c:pt idx="1513">
                  <c:v>1.3794357546158733</c:v>
                </c:pt>
                <c:pt idx="1514">
                  <c:v>1.3794304157266142</c:v>
                </c:pt>
                <c:pt idx="1515">
                  <c:v>1.3794304157266142</c:v>
                </c:pt>
                <c:pt idx="1516">
                  <c:v>1.3797614275033692</c:v>
                </c:pt>
                <c:pt idx="1517">
                  <c:v>1.3797614275033692</c:v>
                </c:pt>
                <c:pt idx="1518">
                  <c:v>1.3801820354769323</c:v>
                </c:pt>
                <c:pt idx="1519">
                  <c:v>1.3801820354769323</c:v>
                </c:pt>
                <c:pt idx="1520">
                  <c:v>1.3804327643386305</c:v>
                </c:pt>
                <c:pt idx="1521">
                  <c:v>1.3804327643386305</c:v>
                </c:pt>
                <c:pt idx="1522">
                  <c:v>1.379776658073063</c:v>
                </c:pt>
                <c:pt idx="1523">
                  <c:v>1.379776658073063</c:v>
                </c:pt>
                <c:pt idx="1524">
                  <c:v>1.3786593979497694</c:v>
                </c:pt>
                <c:pt idx="1525">
                  <c:v>1.3786593979497694</c:v>
                </c:pt>
                <c:pt idx="1526">
                  <c:v>1.3779251238661825</c:v>
                </c:pt>
                <c:pt idx="1527">
                  <c:v>1.3779251238661825</c:v>
                </c:pt>
                <c:pt idx="1528">
                  <c:v>1.3775442471492212</c:v>
                </c:pt>
                <c:pt idx="1529">
                  <c:v>1.3775442471492212</c:v>
                </c:pt>
                <c:pt idx="1530">
                  <c:v>1.378851348770826</c:v>
                </c:pt>
                <c:pt idx="1531">
                  <c:v>1.378851348770826</c:v>
                </c:pt>
                <c:pt idx="1532">
                  <c:v>1.3798864994123954</c:v>
                </c:pt>
                <c:pt idx="1533">
                  <c:v>1.3798864994123954</c:v>
                </c:pt>
                <c:pt idx="1534">
                  <c:v>1.3797555463498608</c:v>
                </c:pt>
                <c:pt idx="1535">
                  <c:v>1.3797555463498608</c:v>
                </c:pt>
                <c:pt idx="1536">
                  <c:v>1.3800845311507934</c:v>
                </c:pt>
                <c:pt idx="1537">
                  <c:v>1.3800845311507934</c:v>
                </c:pt>
                <c:pt idx="1538">
                  <c:v>1.3797587670082945</c:v>
                </c:pt>
                <c:pt idx="1539">
                  <c:v>1.3797587670082945</c:v>
                </c:pt>
                <c:pt idx="1540">
                  <c:v>1.3795788115453087</c:v>
                </c:pt>
                <c:pt idx="1541">
                  <c:v>1.3795788115453087</c:v>
                </c:pt>
                <c:pt idx="1542">
                  <c:v>1.3840239043854572</c:v>
                </c:pt>
                <c:pt idx="1543">
                  <c:v>1.3840239043854572</c:v>
                </c:pt>
                <c:pt idx="1544">
                  <c:v>1.3837480795609329</c:v>
                </c:pt>
                <c:pt idx="1545">
                  <c:v>1.3837480795609329</c:v>
                </c:pt>
                <c:pt idx="1546">
                  <c:v>1.3861658012065596</c:v>
                </c:pt>
                <c:pt idx="1547">
                  <c:v>1.3861658012065596</c:v>
                </c:pt>
                <c:pt idx="1548">
                  <c:v>1.3857363997433227</c:v>
                </c:pt>
                <c:pt idx="1549">
                  <c:v>1.3857363997433227</c:v>
                </c:pt>
                <c:pt idx="1550">
                  <c:v>1.385716302377237</c:v>
                </c:pt>
                <c:pt idx="1551">
                  <c:v>1.385716302377237</c:v>
                </c:pt>
                <c:pt idx="1552">
                  <c:v>1.3873086671171038</c:v>
                </c:pt>
                <c:pt idx="1553">
                  <c:v>1.3873086671171038</c:v>
                </c:pt>
                <c:pt idx="1554">
                  <c:v>1.3874062531100069</c:v>
                </c:pt>
                <c:pt idx="1555">
                  <c:v>1.3874062531100069</c:v>
                </c:pt>
                <c:pt idx="1556">
                  <c:v>1.3884658466512654</c:v>
                </c:pt>
                <c:pt idx="1557">
                  <c:v>1.3884658466512654</c:v>
                </c:pt>
                <c:pt idx="1558">
                  <c:v>1.3914320908883533</c:v>
                </c:pt>
                <c:pt idx="1559">
                  <c:v>1.3914320908883533</c:v>
                </c:pt>
                <c:pt idx="1560">
                  <c:v>1.4046160535513892</c:v>
                </c:pt>
                <c:pt idx="1561">
                  <c:v>1.4046160535513892</c:v>
                </c:pt>
                <c:pt idx="1562">
                  <c:v>1.4049231108643805</c:v>
                </c:pt>
                <c:pt idx="1563">
                  <c:v>1.4049231108643805</c:v>
                </c:pt>
                <c:pt idx="1564">
                  <c:v>1.4042837539436892</c:v>
                </c:pt>
                <c:pt idx="1565">
                  <c:v>1.4042837539436892</c:v>
                </c:pt>
                <c:pt idx="1566">
                  <c:v>1.4035382066796782</c:v>
                </c:pt>
                <c:pt idx="1567">
                  <c:v>1.4035382066796782</c:v>
                </c:pt>
                <c:pt idx="1568">
                  <c:v>1.4037037861344035</c:v>
                </c:pt>
                <c:pt idx="1569">
                  <c:v>1.4037037861344035</c:v>
                </c:pt>
                <c:pt idx="1570">
                  <c:v>1.4075270710054284</c:v>
                </c:pt>
                <c:pt idx="1571">
                  <c:v>1.4075270710054284</c:v>
                </c:pt>
                <c:pt idx="1572">
                  <c:v>1.4138246230918594</c:v>
                </c:pt>
                <c:pt idx="1573">
                  <c:v>1.4138246230918594</c:v>
                </c:pt>
                <c:pt idx="1574">
                  <c:v>1.414496168896656</c:v>
                </c:pt>
                <c:pt idx="1575">
                  <c:v>1.414496168896656</c:v>
                </c:pt>
                <c:pt idx="1576">
                  <c:v>1.4151592850878389</c:v>
                </c:pt>
                <c:pt idx="1577">
                  <c:v>1.4151592850878389</c:v>
                </c:pt>
                <c:pt idx="1578">
                  <c:v>1.4156263854882769</c:v>
                </c:pt>
                <c:pt idx="1579">
                  <c:v>1.4156263854882769</c:v>
                </c:pt>
                <c:pt idx="1580">
                  <c:v>1.4204488748293218</c:v>
                </c:pt>
                <c:pt idx="1581">
                  <c:v>1.4204488748293218</c:v>
                </c:pt>
                <c:pt idx="1582">
                  <c:v>1.4189507660777734</c:v>
                </c:pt>
                <c:pt idx="1583">
                  <c:v>1.4189507660777734</c:v>
                </c:pt>
                <c:pt idx="1584">
                  <c:v>1.417632109924182</c:v>
                </c:pt>
                <c:pt idx="1585">
                  <c:v>1.417632109924182</c:v>
                </c:pt>
                <c:pt idx="1586">
                  <c:v>1.4237646003547051</c:v>
                </c:pt>
                <c:pt idx="1587">
                  <c:v>1.4237646003547051</c:v>
                </c:pt>
                <c:pt idx="1588">
                  <c:v>1.4245467421096385</c:v>
                </c:pt>
                <c:pt idx="1589">
                  <c:v>1.4245467421096385</c:v>
                </c:pt>
                <c:pt idx="1590">
                  <c:v>1.4240514592015632</c:v>
                </c:pt>
                <c:pt idx="1591">
                  <c:v>1.4240514592015632</c:v>
                </c:pt>
                <c:pt idx="1592">
                  <c:v>1.4460196665674845</c:v>
                </c:pt>
                <c:pt idx="1593">
                  <c:v>1.4460196665674845</c:v>
                </c:pt>
                <c:pt idx="1594">
                  <c:v>1.4467998416343455</c:v>
                </c:pt>
                <c:pt idx="1595">
                  <c:v>1.4467998416343455</c:v>
                </c:pt>
                <c:pt idx="1596">
                  <c:v>1.4465011891568329</c:v>
                </c:pt>
                <c:pt idx="1597">
                  <c:v>1.4465011891568329</c:v>
                </c:pt>
                <c:pt idx="1598">
                  <c:v>1.4454135567678634</c:v>
                </c:pt>
                <c:pt idx="1599">
                  <c:v>1.4454135567678634</c:v>
                </c:pt>
                <c:pt idx="1600">
                  <c:v>1.4444709167401748</c:v>
                </c:pt>
                <c:pt idx="1601">
                  <c:v>1.4444709167401748</c:v>
                </c:pt>
                <c:pt idx="1602">
                  <c:v>1.4436523057680424</c:v>
                </c:pt>
                <c:pt idx="1603">
                  <c:v>1.4436523057680424</c:v>
                </c:pt>
                <c:pt idx="1604">
                  <c:v>1.4430173244764628</c:v>
                </c:pt>
                <c:pt idx="1605">
                  <c:v>1.4430173244764628</c:v>
                </c:pt>
                <c:pt idx="1606">
                  <c:v>1.4420899835037515</c:v>
                </c:pt>
                <c:pt idx="1607">
                  <c:v>1.4420899835037515</c:v>
                </c:pt>
                <c:pt idx="1608">
                  <c:v>1.4432972604944985</c:v>
                </c:pt>
                <c:pt idx="1609">
                  <c:v>1.4432972604944985</c:v>
                </c:pt>
                <c:pt idx="1610">
                  <c:v>1.44426425158182</c:v>
                </c:pt>
                <c:pt idx="1611">
                  <c:v>1.44426425158182</c:v>
                </c:pt>
                <c:pt idx="1612">
                  <c:v>1.4432569550287466</c:v>
                </c:pt>
                <c:pt idx="1613">
                  <c:v>1.4432569550287466</c:v>
                </c:pt>
                <c:pt idx="1614">
                  <c:v>1.4446426806501851</c:v>
                </c:pt>
                <c:pt idx="1615">
                  <c:v>1.4446426806501851</c:v>
                </c:pt>
                <c:pt idx="1616">
                  <c:v>1.4453821310339785</c:v>
                </c:pt>
                <c:pt idx="1617">
                  <c:v>1.4453821310339785</c:v>
                </c:pt>
                <c:pt idx="1618">
                  <c:v>1.4528511531243959</c:v>
                </c:pt>
                <c:pt idx="1619">
                  <c:v>1.4528511531243959</c:v>
                </c:pt>
                <c:pt idx="1620">
                  <c:v>1.4517020954173474</c:v>
                </c:pt>
                <c:pt idx="1621">
                  <c:v>1.4517020954173474</c:v>
                </c:pt>
                <c:pt idx="1622">
                  <c:v>1.4565862667579703</c:v>
                </c:pt>
                <c:pt idx="1623">
                  <c:v>1.4565862667579703</c:v>
                </c:pt>
                <c:pt idx="1624">
                  <c:v>1.4556096761134965</c:v>
                </c:pt>
                <c:pt idx="1625">
                  <c:v>1.4556096761134965</c:v>
                </c:pt>
                <c:pt idx="1626">
                  <c:v>1.4553598702343484</c:v>
                </c:pt>
                <c:pt idx="1627">
                  <c:v>1.4553598702343484</c:v>
                </c:pt>
                <c:pt idx="1628">
                  <c:v>1.4591901135035703</c:v>
                </c:pt>
                <c:pt idx="1629">
                  <c:v>1.4591901135035703</c:v>
                </c:pt>
                <c:pt idx="1630">
                  <c:v>1.4628759056844285</c:v>
                </c:pt>
                <c:pt idx="1631">
                  <c:v>1.4628759056844285</c:v>
                </c:pt>
                <c:pt idx="1632">
                  <c:v>1.4645936051435089</c:v>
                </c:pt>
                <c:pt idx="1633">
                  <c:v>1.4645936051435089</c:v>
                </c:pt>
                <c:pt idx="1634">
                  <c:v>1.4662892480891361</c:v>
                </c:pt>
                <c:pt idx="1635">
                  <c:v>1.4662892480891361</c:v>
                </c:pt>
                <c:pt idx="1636">
                  <c:v>1.4675073574909976</c:v>
                </c:pt>
                <c:pt idx="1637">
                  <c:v>1.4675073574909976</c:v>
                </c:pt>
                <c:pt idx="1638">
                  <c:v>1.4684439088189929</c:v>
                </c:pt>
                <c:pt idx="1639">
                  <c:v>1.4684439088189929</c:v>
                </c:pt>
                <c:pt idx="1640">
                  <c:v>1.4774605860768071</c:v>
                </c:pt>
                <c:pt idx="1641">
                  <c:v>1.4774605860768071</c:v>
                </c:pt>
                <c:pt idx="1642">
                  <c:v>1.477483176617431</c:v>
                </c:pt>
                <c:pt idx="1643">
                  <c:v>1.477483176617431</c:v>
                </c:pt>
                <c:pt idx="1644">
                  <c:v>1.4805399193572035</c:v>
                </c:pt>
                <c:pt idx="1645">
                  <c:v>1.4805399193572035</c:v>
                </c:pt>
                <c:pt idx="1646">
                  <c:v>1.4802838941129839</c:v>
                </c:pt>
                <c:pt idx="1647">
                  <c:v>1.4802838941129839</c:v>
                </c:pt>
                <c:pt idx="1648">
                  <c:v>1.479691277258474</c:v>
                </c:pt>
                <c:pt idx="1649">
                  <c:v>1.479691277258474</c:v>
                </c:pt>
                <c:pt idx="1650">
                  <c:v>1.479751379907045</c:v>
                </c:pt>
                <c:pt idx="1651">
                  <c:v>1.479751379907045</c:v>
                </c:pt>
                <c:pt idx="1652">
                  <c:v>1.4784957284957911</c:v>
                </c:pt>
                <c:pt idx="1653">
                  <c:v>1.4784957284957911</c:v>
                </c:pt>
                <c:pt idx="1654">
                  <c:v>1.4780044758472866</c:v>
                </c:pt>
                <c:pt idx="1655">
                  <c:v>1.4780044758472866</c:v>
                </c:pt>
                <c:pt idx="1656">
                  <c:v>1.4778987634350111</c:v>
                </c:pt>
                <c:pt idx="1657">
                  <c:v>1.4778987634350111</c:v>
                </c:pt>
                <c:pt idx="1658">
                  <c:v>1.4774899436529425</c:v>
                </c:pt>
                <c:pt idx="1659">
                  <c:v>1.4774899436529425</c:v>
                </c:pt>
                <c:pt idx="1660">
                  <c:v>1.485712831747247</c:v>
                </c:pt>
                <c:pt idx="1661">
                  <c:v>1.485712831747247</c:v>
                </c:pt>
                <c:pt idx="1662">
                  <c:v>1.4866316139232252</c:v>
                </c:pt>
                <c:pt idx="1663">
                  <c:v>1.4866316139232252</c:v>
                </c:pt>
                <c:pt idx="1664">
                  <c:v>1.487620859440163</c:v>
                </c:pt>
                <c:pt idx="1665">
                  <c:v>1.487620859440163</c:v>
                </c:pt>
                <c:pt idx="1666">
                  <c:v>1.4871114526534961</c:v>
                </c:pt>
                <c:pt idx="1667">
                  <c:v>1.4871114526534961</c:v>
                </c:pt>
                <c:pt idx="1668">
                  <c:v>1.4890714409292785</c:v>
                </c:pt>
                <c:pt idx="1669">
                  <c:v>1.4890714409292785</c:v>
                </c:pt>
                <c:pt idx="1670">
                  <c:v>1.4900742801526159</c:v>
                </c:pt>
                <c:pt idx="1671">
                  <c:v>1.4900742801526159</c:v>
                </c:pt>
                <c:pt idx="1672">
                  <c:v>1.4898161478205028</c:v>
                </c:pt>
                <c:pt idx="1673">
                  <c:v>1.4898161478205028</c:v>
                </c:pt>
                <c:pt idx="1674">
                  <c:v>1.4892839617166089</c:v>
                </c:pt>
                <c:pt idx="1675">
                  <c:v>1.4892839617166089</c:v>
                </c:pt>
                <c:pt idx="1676">
                  <c:v>1.4898838254935305</c:v>
                </c:pt>
                <c:pt idx="1677">
                  <c:v>1.4898838254935305</c:v>
                </c:pt>
                <c:pt idx="1678">
                  <c:v>1.4926353648661708</c:v>
                </c:pt>
                <c:pt idx="1679">
                  <c:v>1.4926353648661708</c:v>
                </c:pt>
                <c:pt idx="1680">
                  <c:v>1.4971483627480948</c:v>
                </c:pt>
                <c:pt idx="1681">
                  <c:v>1.4971483627480948</c:v>
                </c:pt>
                <c:pt idx="1682">
                  <c:v>1.4966638381366597</c:v>
                </c:pt>
                <c:pt idx="1683">
                  <c:v>1.4966638381366597</c:v>
                </c:pt>
                <c:pt idx="1684">
                  <c:v>1.4963499217017691</c:v>
                </c:pt>
                <c:pt idx="1685">
                  <c:v>1.4963499217017691</c:v>
                </c:pt>
                <c:pt idx="1686">
                  <c:v>1.4996457387407924</c:v>
                </c:pt>
                <c:pt idx="1687">
                  <c:v>1.4996457387407924</c:v>
                </c:pt>
                <c:pt idx="1688">
                  <c:v>1.4984452074327606</c:v>
                </c:pt>
                <c:pt idx="1689">
                  <c:v>1.4984452074327606</c:v>
                </c:pt>
                <c:pt idx="1690">
                  <c:v>1.4984208385868385</c:v>
                </c:pt>
                <c:pt idx="1691">
                  <c:v>1.4984208385868385</c:v>
                </c:pt>
                <c:pt idx="1692">
                  <c:v>1.4993102538619687</c:v>
                </c:pt>
                <c:pt idx="1693">
                  <c:v>1.4993102538619687</c:v>
                </c:pt>
                <c:pt idx="1694">
                  <c:v>1.5067336839587622</c:v>
                </c:pt>
                <c:pt idx="1695">
                  <c:v>1.5067336839587622</c:v>
                </c:pt>
                <c:pt idx="1696">
                  <c:v>1.5053106846250497</c:v>
                </c:pt>
                <c:pt idx="1697">
                  <c:v>1.5053106846250497</c:v>
                </c:pt>
                <c:pt idx="1698">
                  <c:v>1.5061442324163528</c:v>
                </c:pt>
                <c:pt idx="1699">
                  <c:v>1.5061442324163528</c:v>
                </c:pt>
                <c:pt idx="1700">
                  <c:v>1.5085835934418643</c:v>
                </c:pt>
                <c:pt idx="1701">
                  <c:v>1.5085835934418643</c:v>
                </c:pt>
                <c:pt idx="1702">
                  <c:v>1.5086526028572895</c:v>
                </c:pt>
                <c:pt idx="1703">
                  <c:v>1.5086526028572895</c:v>
                </c:pt>
                <c:pt idx="1704">
                  <c:v>1.5088536616427477</c:v>
                </c:pt>
                <c:pt idx="1705">
                  <c:v>1.5088536616427477</c:v>
                </c:pt>
                <c:pt idx="1706">
                  <c:v>1.5082410743631185</c:v>
                </c:pt>
                <c:pt idx="1707">
                  <c:v>1.5082410743631185</c:v>
                </c:pt>
                <c:pt idx="1708">
                  <c:v>1.5066473996363501</c:v>
                </c:pt>
                <c:pt idx="1709">
                  <c:v>1.5066473996363501</c:v>
                </c:pt>
                <c:pt idx="1710">
                  <c:v>1.5063029835661077</c:v>
                </c:pt>
                <c:pt idx="1711">
                  <c:v>1.5063029835661077</c:v>
                </c:pt>
                <c:pt idx="1712">
                  <c:v>1.5075220492769881</c:v>
                </c:pt>
                <c:pt idx="1713">
                  <c:v>1.5075220492769881</c:v>
                </c:pt>
                <c:pt idx="1714">
                  <c:v>1.5088827145158279</c:v>
                </c:pt>
                <c:pt idx="1715">
                  <c:v>1.5088827145158279</c:v>
                </c:pt>
                <c:pt idx="1716">
                  <c:v>1.5087249958831088</c:v>
                </c:pt>
                <c:pt idx="1717">
                  <c:v>1.5087249958831088</c:v>
                </c:pt>
                <c:pt idx="1718">
                  <c:v>1.5101219445166538</c:v>
                </c:pt>
                <c:pt idx="1719">
                  <c:v>1.5101219445166538</c:v>
                </c:pt>
                <c:pt idx="1720">
                  <c:v>1.5104238822783691</c:v>
                </c:pt>
                <c:pt idx="1721">
                  <c:v>1.5104238822783691</c:v>
                </c:pt>
                <c:pt idx="1722">
                  <c:v>1.5136286993098074</c:v>
                </c:pt>
                <c:pt idx="1723">
                  <c:v>1.5136286993098074</c:v>
                </c:pt>
                <c:pt idx="1724">
                  <c:v>1.512567274299137</c:v>
                </c:pt>
                <c:pt idx="1725">
                  <c:v>1.512567274299137</c:v>
                </c:pt>
                <c:pt idx="1726">
                  <c:v>1.5175672442700741</c:v>
                </c:pt>
                <c:pt idx="1727">
                  <c:v>1.5175672442700741</c:v>
                </c:pt>
                <c:pt idx="1728">
                  <c:v>1.5177275707995244</c:v>
                </c:pt>
                <c:pt idx="1729">
                  <c:v>1.5177275707995244</c:v>
                </c:pt>
                <c:pt idx="1730">
                  <c:v>1.517362131007177</c:v>
                </c:pt>
                <c:pt idx="1731">
                  <c:v>1.517362131007177</c:v>
                </c:pt>
                <c:pt idx="1732">
                  <c:v>1.5172705706135807</c:v>
                </c:pt>
                <c:pt idx="1733">
                  <c:v>1.5172705706135807</c:v>
                </c:pt>
                <c:pt idx="1734">
                  <c:v>1.517726363798493</c:v>
                </c:pt>
                <c:pt idx="1735">
                  <c:v>1.517726363798493</c:v>
                </c:pt>
                <c:pt idx="1736">
                  <c:v>1.5213983133701408</c:v>
                </c:pt>
                <c:pt idx="1737">
                  <c:v>1.5213983133701408</c:v>
                </c:pt>
                <c:pt idx="1738">
                  <c:v>1.5230061277378479</c:v>
                </c:pt>
                <c:pt idx="1739">
                  <c:v>1.5230061277378479</c:v>
                </c:pt>
                <c:pt idx="1740">
                  <c:v>1.5225352701661521</c:v>
                </c:pt>
                <c:pt idx="1741">
                  <c:v>1.5225352701661521</c:v>
                </c:pt>
                <c:pt idx="1742">
                  <c:v>1.5225744109681969</c:v>
                </c:pt>
                <c:pt idx="1743">
                  <c:v>1.5225744109681969</c:v>
                </c:pt>
                <c:pt idx="1744">
                  <c:v>1.5224869211981249</c:v>
                </c:pt>
                <c:pt idx="1745">
                  <c:v>1.5224869211981249</c:v>
                </c:pt>
                <c:pt idx="1746">
                  <c:v>1.5220632303214294</c:v>
                </c:pt>
                <c:pt idx="1747">
                  <c:v>1.5220632303214294</c:v>
                </c:pt>
                <c:pt idx="1748">
                  <c:v>1.5223427038463653</c:v>
                </c:pt>
                <c:pt idx="1749">
                  <c:v>1.5223427038463653</c:v>
                </c:pt>
                <c:pt idx="1750">
                  <c:v>1.5217303653330136</c:v>
                </c:pt>
                <c:pt idx="1751">
                  <c:v>1.5217303653330136</c:v>
                </c:pt>
                <c:pt idx="1752">
                  <c:v>1.5218681910777745</c:v>
                </c:pt>
                <c:pt idx="1753">
                  <c:v>1.5218681910777745</c:v>
                </c:pt>
                <c:pt idx="1754">
                  <c:v>1.5212470814313701</c:v>
                </c:pt>
                <c:pt idx="1755">
                  <c:v>1.5212470814313701</c:v>
                </c:pt>
                <c:pt idx="1756">
                  <c:v>1.5207235549745719</c:v>
                </c:pt>
                <c:pt idx="1757">
                  <c:v>1.5207235549745719</c:v>
                </c:pt>
                <c:pt idx="1758">
                  <c:v>1.5202303204982224</c:v>
                </c:pt>
                <c:pt idx="1759">
                  <c:v>1.5202303204982224</c:v>
                </c:pt>
                <c:pt idx="1760">
                  <c:v>1.5214828040992814</c:v>
                </c:pt>
                <c:pt idx="1761">
                  <c:v>1.5214828040992814</c:v>
                </c:pt>
                <c:pt idx="1762">
                  <c:v>1.5224441847109476</c:v>
                </c:pt>
                <c:pt idx="1763">
                  <c:v>1.5224441847109476</c:v>
                </c:pt>
                <c:pt idx="1764">
                  <c:v>1.5237620353434118</c:v>
                </c:pt>
                <c:pt idx="1765">
                  <c:v>1.5237620353434118</c:v>
                </c:pt>
                <c:pt idx="1766">
                  <c:v>1.523545087881981</c:v>
                </c:pt>
                <c:pt idx="1767">
                  <c:v>1.523545087881981</c:v>
                </c:pt>
                <c:pt idx="1768">
                  <c:v>1.5235605304859576</c:v>
                </c:pt>
                <c:pt idx="1769">
                  <c:v>1.5235605304859576</c:v>
                </c:pt>
                <c:pt idx="1770">
                  <c:v>1.5228443010531729</c:v>
                </c:pt>
                <c:pt idx="1771">
                  <c:v>1.5228443010531729</c:v>
                </c:pt>
                <c:pt idx="1772">
                  <c:v>1.5238171970602026</c:v>
                </c:pt>
                <c:pt idx="1773">
                  <c:v>1.5238171970602026</c:v>
                </c:pt>
                <c:pt idx="1774">
                  <c:v>1.523704123280242</c:v>
                </c:pt>
                <c:pt idx="1775">
                  <c:v>1.523704123280242</c:v>
                </c:pt>
                <c:pt idx="1776">
                  <c:v>1.5227427450624589</c:v>
                </c:pt>
                <c:pt idx="1777">
                  <c:v>1.5227427450624589</c:v>
                </c:pt>
                <c:pt idx="1778">
                  <c:v>1.525212574593003</c:v>
                </c:pt>
                <c:pt idx="1779">
                  <c:v>1.525212574593003</c:v>
                </c:pt>
                <c:pt idx="1780">
                  <c:v>1.5240927508541489</c:v>
                </c:pt>
                <c:pt idx="1781">
                  <c:v>1.5240927508541489</c:v>
                </c:pt>
                <c:pt idx="1782">
                  <c:v>1.5256757665745695</c:v>
                </c:pt>
                <c:pt idx="1783">
                  <c:v>1.5256757665745695</c:v>
                </c:pt>
                <c:pt idx="1784">
                  <c:v>1.5249225577856456</c:v>
                </c:pt>
                <c:pt idx="1785">
                  <c:v>1.5249225577856456</c:v>
                </c:pt>
                <c:pt idx="1786">
                  <c:v>1.5254212582973803</c:v>
                </c:pt>
                <c:pt idx="1787">
                  <c:v>1.5254212582973803</c:v>
                </c:pt>
                <c:pt idx="1788">
                  <c:v>1.5253223079024991</c:v>
                </c:pt>
                <c:pt idx="1789">
                  <c:v>1.5253223079024991</c:v>
                </c:pt>
                <c:pt idx="1790">
                  <c:v>1.5240087807670988</c:v>
                </c:pt>
                <c:pt idx="1791">
                  <c:v>1.5240087807670988</c:v>
                </c:pt>
                <c:pt idx="1792">
                  <c:v>1.5240643501098936</c:v>
                </c:pt>
                <c:pt idx="1793">
                  <c:v>1.5240643501098936</c:v>
                </c:pt>
                <c:pt idx="1794">
                  <c:v>1.5550335156750803</c:v>
                </c:pt>
                <c:pt idx="1795">
                  <c:v>1.5550335156750803</c:v>
                </c:pt>
                <c:pt idx="1796">
                  <c:v>1.5568369767713188</c:v>
                </c:pt>
                <c:pt idx="1797">
                  <c:v>1.5568369767713188</c:v>
                </c:pt>
                <c:pt idx="1798">
                  <c:v>1.5571378764072534</c:v>
                </c:pt>
                <c:pt idx="1799">
                  <c:v>1.5571378764072534</c:v>
                </c:pt>
                <c:pt idx="1800">
                  <c:v>1.5568834817833044</c:v>
                </c:pt>
                <c:pt idx="1801">
                  <c:v>1.5568834817833044</c:v>
                </c:pt>
                <c:pt idx="1802">
                  <c:v>1.5572678611695343</c:v>
                </c:pt>
                <c:pt idx="1803">
                  <c:v>1.5572678611695343</c:v>
                </c:pt>
                <c:pt idx="1804">
                  <c:v>1.5592033328075237</c:v>
                </c:pt>
                <c:pt idx="1805">
                  <c:v>1.5592033328075237</c:v>
                </c:pt>
                <c:pt idx="1806">
                  <c:v>1.5597702203940085</c:v>
                </c:pt>
                <c:pt idx="1807">
                  <c:v>1.5597702203940085</c:v>
                </c:pt>
                <c:pt idx="1808">
                  <c:v>1.5633745025226105</c:v>
                </c:pt>
                <c:pt idx="1809">
                  <c:v>1.5633745025226105</c:v>
                </c:pt>
                <c:pt idx="1810">
                  <c:v>1.5649426750703188</c:v>
                </c:pt>
                <c:pt idx="1811">
                  <c:v>1.5649426750703188</c:v>
                </c:pt>
                <c:pt idx="1812">
                  <c:v>1.5649790432976731</c:v>
                </c:pt>
                <c:pt idx="1813">
                  <c:v>1.5649790432976731</c:v>
                </c:pt>
                <c:pt idx="1814">
                  <c:v>1.5662286152910934</c:v>
                </c:pt>
                <c:pt idx="1815">
                  <c:v>1.5662286152910934</c:v>
                </c:pt>
                <c:pt idx="1816">
                  <c:v>1.569271369151964</c:v>
                </c:pt>
                <c:pt idx="1817">
                  <c:v>1.569271369151964</c:v>
                </c:pt>
                <c:pt idx="1818">
                  <c:v>1.5758983274583871</c:v>
                </c:pt>
                <c:pt idx="1819">
                  <c:v>1.5758983274583871</c:v>
                </c:pt>
                <c:pt idx="1820">
                  <c:v>1.5770069767927746</c:v>
                </c:pt>
                <c:pt idx="1821">
                  <c:v>1.5770069767927746</c:v>
                </c:pt>
                <c:pt idx="1822">
                  <c:v>1.5759407147539226</c:v>
                </c:pt>
                <c:pt idx="1823">
                  <c:v>1.5759407147539226</c:v>
                </c:pt>
                <c:pt idx="1824">
                  <c:v>1.5772947848172607</c:v>
                </c:pt>
                <c:pt idx="1825">
                  <c:v>1.5772947848172607</c:v>
                </c:pt>
                <c:pt idx="1826">
                  <c:v>1.5777382971415292</c:v>
                </c:pt>
                <c:pt idx="1827">
                  <c:v>1.5777382971415292</c:v>
                </c:pt>
                <c:pt idx="1828">
                  <c:v>1.5795072899221461</c:v>
                </c:pt>
                <c:pt idx="1829">
                  <c:v>1.5795072899221461</c:v>
                </c:pt>
                <c:pt idx="1830">
                  <c:v>1.5791771455291701</c:v>
                </c:pt>
                <c:pt idx="1831">
                  <c:v>1.5791771455291701</c:v>
                </c:pt>
                <c:pt idx="1832">
                  <c:v>1.5778091661589131</c:v>
                </c:pt>
                <c:pt idx="1833">
                  <c:v>1.5778091661589131</c:v>
                </c:pt>
                <c:pt idx="1834">
                  <c:v>1.5777113865964538</c:v>
                </c:pt>
                <c:pt idx="1835">
                  <c:v>1.5777113865964538</c:v>
                </c:pt>
                <c:pt idx="1836">
                  <c:v>1.5783165889852111</c:v>
                </c:pt>
                <c:pt idx="1837">
                  <c:v>1.5783165889852111</c:v>
                </c:pt>
                <c:pt idx="1838">
                  <c:v>1.5808181166012509</c:v>
                </c:pt>
                <c:pt idx="1839">
                  <c:v>1.5808181166012509</c:v>
                </c:pt>
                <c:pt idx="1840">
                  <c:v>1.5821114472101263</c:v>
                </c:pt>
                <c:pt idx="1841">
                  <c:v>1.5821114472101263</c:v>
                </c:pt>
                <c:pt idx="1842">
                  <c:v>1.5827397846730398</c:v>
                </c:pt>
                <c:pt idx="1843">
                  <c:v>1.5827397846730398</c:v>
                </c:pt>
                <c:pt idx="1844">
                  <c:v>1.587792265431667</c:v>
                </c:pt>
                <c:pt idx="1845">
                  <c:v>1.587792265431667</c:v>
                </c:pt>
                <c:pt idx="1846">
                  <c:v>1.5887586790997028</c:v>
                </c:pt>
                <c:pt idx="1847">
                  <c:v>1.5887586790997028</c:v>
                </c:pt>
                <c:pt idx="1848">
                  <c:v>1.5910598178679032</c:v>
                </c:pt>
                <c:pt idx="1849">
                  <c:v>1.5910598178679032</c:v>
                </c:pt>
                <c:pt idx="1850">
                  <c:v>1.5936290658064838</c:v>
                </c:pt>
                <c:pt idx="1851">
                  <c:v>1.5936290658064838</c:v>
                </c:pt>
                <c:pt idx="1852">
                  <c:v>1.5939103900573608</c:v>
                </c:pt>
                <c:pt idx="1853">
                  <c:v>1.5939103900573608</c:v>
                </c:pt>
                <c:pt idx="1854">
                  <c:v>1.5936080246677002</c:v>
                </c:pt>
                <c:pt idx="1855">
                  <c:v>1.5936080246677002</c:v>
                </c:pt>
                <c:pt idx="1856">
                  <c:v>1.5949283750623469</c:v>
                </c:pt>
                <c:pt idx="1857">
                  <c:v>1.5949283750623469</c:v>
                </c:pt>
                <c:pt idx="1858">
                  <c:v>1.5954318694352587</c:v>
                </c:pt>
                <c:pt idx="1859">
                  <c:v>1.5954318694352587</c:v>
                </c:pt>
                <c:pt idx="1860">
                  <c:v>1.6002716573582625</c:v>
                </c:pt>
                <c:pt idx="1861">
                  <c:v>1.6002716573582625</c:v>
                </c:pt>
                <c:pt idx="1862">
                  <c:v>1.6013519022483871</c:v>
                </c:pt>
                <c:pt idx="1863">
                  <c:v>1.6013519022483871</c:v>
                </c:pt>
                <c:pt idx="1864">
                  <c:v>1.6024300925028749</c:v>
                </c:pt>
                <c:pt idx="1865">
                  <c:v>1.6024300925028749</c:v>
                </c:pt>
                <c:pt idx="1866">
                  <c:v>1.606026181416341</c:v>
                </c:pt>
                <c:pt idx="1867">
                  <c:v>1.606026181416341</c:v>
                </c:pt>
                <c:pt idx="1868">
                  <c:v>1.6136481672419642</c:v>
                </c:pt>
                <c:pt idx="1869">
                  <c:v>1.6136481672419642</c:v>
                </c:pt>
                <c:pt idx="1870">
                  <c:v>1.6167281171532002</c:v>
                </c:pt>
                <c:pt idx="1871">
                  <c:v>1.6167281171532002</c:v>
                </c:pt>
                <c:pt idx="1872">
                  <c:v>1.6189284163418929</c:v>
                </c:pt>
                <c:pt idx="1873">
                  <c:v>1.6189284163418929</c:v>
                </c:pt>
                <c:pt idx="1874">
                  <c:v>1.6182703229610755</c:v>
                </c:pt>
                <c:pt idx="1875">
                  <c:v>1.6182703229610755</c:v>
                </c:pt>
                <c:pt idx="1876">
                  <c:v>1.6214964684721742</c:v>
                </c:pt>
                <c:pt idx="1877">
                  <c:v>1.6214964684721742</c:v>
                </c:pt>
                <c:pt idx="1878">
                  <c:v>1.6195465737155184</c:v>
                </c:pt>
                <c:pt idx="1879">
                  <c:v>1.6195465737155184</c:v>
                </c:pt>
                <c:pt idx="1880">
                  <c:v>1.6197880615454097</c:v>
                </c:pt>
                <c:pt idx="1881">
                  <c:v>1.6197880615454097</c:v>
                </c:pt>
                <c:pt idx="1882">
                  <c:v>1.6206746622298911</c:v>
                </c:pt>
                <c:pt idx="1883">
                  <c:v>1.6206746622298911</c:v>
                </c:pt>
                <c:pt idx="1884">
                  <c:v>1.6228786649195803</c:v>
                </c:pt>
                <c:pt idx="1885">
                  <c:v>1.6228786649195803</c:v>
                </c:pt>
                <c:pt idx="1886">
                  <c:v>1.6238404257804817</c:v>
                </c:pt>
                <c:pt idx="1887">
                  <c:v>1.6238404257804817</c:v>
                </c:pt>
                <c:pt idx="1888">
                  <c:v>1.626482704359391</c:v>
                </c:pt>
                <c:pt idx="1889">
                  <c:v>1.626482704359391</c:v>
                </c:pt>
                <c:pt idx="1890">
                  <c:v>1.6251129412566192</c:v>
                </c:pt>
                <c:pt idx="1891">
                  <c:v>1.6251129412566192</c:v>
                </c:pt>
                <c:pt idx="1892">
                  <c:v>1.6258139642306733</c:v>
                </c:pt>
                <c:pt idx="1893">
                  <c:v>1.6258139642306733</c:v>
                </c:pt>
                <c:pt idx="1894">
                  <c:v>1.6262120288190838</c:v>
                </c:pt>
                <c:pt idx="1895">
                  <c:v>1.6262120288190838</c:v>
                </c:pt>
                <c:pt idx="1896">
                  <c:v>1.6314807928685595</c:v>
                </c:pt>
                <c:pt idx="1897">
                  <c:v>1.6314807928685595</c:v>
                </c:pt>
                <c:pt idx="1898">
                  <c:v>1.6313615641644574</c:v>
                </c:pt>
                <c:pt idx="1899">
                  <c:v>1.6313615641644574</c:v>
                </c:pt>
                <c:pt idx="1900">
                  <c:v>1.6307124316663777</c:v>
                </c:pt>
                <c:pt idx="1901">
                  <c:v>1.6307124316663777</c:v>
                </c:pt>
                <c:pt idx="1902">
                  <c:v>1.6340991801462443</c:v>
                </c:pt>
                <c:pt idx="1903">
                  <c:v>1.6340991801462443</c:v>
                </c:pt>
                <c:pt idx="1904">
                  <c:v>1.6391599446331202</c:v>
                </c:pt>
                <c:pt idx="1905">
                  <c:v>1.6391599446331202</c:v>
                </c:pt>
                <c:pt idx="1906">
                  <c:v>1.6435245209933675</c:v>
                </c:pt>
                <c:pt idx="1907">
                  <c:v>1.6435245209933675</c:v>
                </c:pt>
                <c:pt idx="1908">
                  <c:v>1.6450617449675726</c:v>
                </c:pt>
                <c:pt idx="1909">
                  <c:v>1.6450617449675726</c:v>
                </c:pt>
                <c:pt idx="1910">
                  <c:v>1.6455469200885269</c:v>
                </c:pt>
                <c:pt idx="1911">
                  <c:v>1.6455469200885269</c:v>
                </c:pt>
                <c:pt idx="1912">
                  <c:v>1.6457779516418554</c:v>
                </c:pt>
                <c:pt idx="1913">
                  <c:v>1.6457779516418554</c:v>
                </c:pt>
                <c:pt idx="1914">
                  <c:v>1.6484415643951811</c:v>
                </c:pt>
                <c:pt idx="1915">
                  <c:v>1.6484415643951811</c:v>
                </c:pt>
                <c:pt idx="1916">
                  <c:v>1.6519925195061227</c:v>
                </c:pt>
                <c:pt idx="1917">
                  <c:v>1.6519925195061227</c:v>
                </c:pt>
                <c:pt idx="1918">
                  <c:v>1.6529418897114616</c:v>
                </c:pt>
                <c:pt idx="1919">
                  <c:v>1.6529418897114616</c:v>
                </c:pt>
                <c:pt idx="1920">
                  <c:v>1.6624058349919673</c:v>
                </c:pt>
                <c:pt idx="1921">
                  <c:v>1.6624058349919673</c:v>
                </c:pt>
                <c:pt idx="1922">
                  <c:v>1.6616303000827124</c:v>
                </c:pt>
                <c:pt idx="1923">
                  <c:v>1.6616303000827124</c:v>
                </c:pt>
                <c:pt idx="1924">
                  <c:v>1.6618559344442685</c:v>
                </c:pt>
                <c:pt idx="1925">
                  <c:v>1.6618559344442685</c:v>
                </c:pt>
                <c:pt idx="1926">
                  <c:v>1.6684209888080008</c:v>
                </c:pt>
                <c:pt idx="1927">
                  <c:v>1.6684209888080008</c:v>
                </c:pt>
                <c:pt idx="1928">
                  <c:v>1.6794776211834148</c:v>
                </c:pt>
                <c:pt idx="1929">
                  <c:v>1.6794776211834148</c:v>
                </c:pt>
                <c:pt idx="1930">
                  <c:v>1.6811105519101488</c:v>
                </c:pt>
                <c:pt idx="1931">
                  <c:v>1.6811105519101488</c:v>
                </c:pt>
                <c:pt idx="1932">
                  <c:v>1.6812111625997053</c:v>
                </c:pt>
                <c:pt idx="1933">
                  <c:v>1.6812111625997053</c:v>
                </c:pt>
                <c:pt idx="1934">
                  <c:v>1.6814695318244459</c:v>
                </c:pt>
                <c:pt idx="1935">
                  <c:v>1.6814695318244459</c:v>
                </c:pt>
                <c:pt idx="1936">
                  <c:v>1.683156488582136</c:v>
                </c:pt>
                <c:pt idx="1937">
                  <c:v>1.683156488582136</c:v>
                </c:pt>
                <c:pt idx="1938">
                  <c:v>1.6880857997634846</c:v>
                </c:pt>
                <c:pt idx="1939">
                  <c:v>1.6880857997634846</c:v>
                </c:pt>
                <c:pt idx="1940">
                  <c:v>1.6880911594314461</c:v>
                </c:pt>
                <c:pt idx="1941">
                  <c:v>1.6880911594314461</c:v>
                </c:pt>
                <c:pt idx="1942">
                  <c:v>1.6894766152265557</c:v>
                </c:pt>
                <c:pt idx="1943">
                  <c:v>1.6894766152265557</c:v>
                </c:pt>
                <c:pt idx="1944">
                  <c:v>1.6952889764258043</c:v>
                </c:pt>
                <c:pt idx="1945">
                  <c:v>1.6952889764258043</c:v>
                </c:pt>
                <c:pt idx="1946">
                  <c:v>1.698466928649158</c:v>
                </c:pt>
                <c:pt idx="1947">
                  <c:v>1.698466928649158</c:v>
                </c:pt>
                <c:pt idx="1948">
                  <c:v>1.6996573910007975</c:v>
                </c:pt>
                <c:pt idx="1949">
                  <c:v>1.6996573910007975</c:v>
                </c:pt>
                <c:pt idx="1950">
                  <c:v>1.7034816299577529</c:v>
                </c:pt>
                <c:pt idx="1951">
                  <c:v>1.7034816299577529</c:v>
                </c:pt>
                <c:pt idx="1952">
                  <c:v>1.7044051663426649</c:v>
                </c:pt>
                <c:pt idx="1953">
                  <c:v>1.7044051663426649</c:v>
                </c:pt>
                <c:pt idx="1954">
                  <c:v>1.7095168302586736</c:v>
                </c:pt>
                <c:pt idx="1955">
                  <c:v>1.7095168302586736</c:v>
                </c:pt>
                <c:pt idx="1956">
                  <c:v>1.7119641042294993</c:v>
                </c:pt>
                <c:pt idx="1957">
                  <c:v>1.7119641042294993</c:v>
                </c:pt>
                <c:pt idx="1958">
                  <c:v>1.7122107982230397</c:v>
                </c:pt>
                <c:pt idx="1959">
                  <c:v>1.7122107982230397</c:v>
                </c:pt>
                <c:pt idx="1960">
                  <c:v>1.7138418139675109</c:v>
                </c:pt>
                <c:pt idx="1961">
                  <c:v>1.7138418139675109</c:v>
                </c:pt>
                <c:pt idx="1962">
                  <c:v>1.7152370335778793</c:v>
                </c:pt>
                <c:pt idx="1963">
                  <c:v>1.7152370335778793</c:v>
                </c:pt>
                <c:pt idx="1964">
                  <c:v>1.7192255442450743</c:v>
                </c:pt>
                <c:pt idx="1965">
                  <c:v>1.7192255442450743</c:v>
                </c:pt>
                <c:pt idx="1966">
                  <c:v>1.7267315350490156</c:v>
                </c:pt>
                <c:pt idx="1967">
                  <c:v>1.7267315350490156</c:v>
                </c:pt>
                <c:pt idx="1968">
                  <c:v>1.7260234804257979</c:v>
                </c:pt>
                <c:pt idx="1969">
                  <c:v>1.7260234804257979</c:v>
                </c:pt>
                <c:pt idx="1970">
                  <c:v>1.7292798716589166</c:v>
                </c:pt>
                <c:pt idx="1971">
                  <c:v>1.7292798716589166</c:v>
                </c:pt>
                <c:pt idx="1972">
                  <c:v>1.7354658768330582</c:v>
                </c:pt>
                <c:pt idx="1973">
                  <c:v>1.7354658768330582</c:v>
                </c:pt>
                <c:pt idx="1974">
                  <c:v>1.7348144211950809</c:v>
                </c:pt>
                <c:pt idx="1975">
                  <c:v>1.7348144211950809</c:v>
                </c:pt>
                <c:pt idx="1976">
                  <c:v>1.7378093101717154</c:v>
                </c:pt>
                <c:pt idx="1977">
                  <c:v>1.7378093101717154</c:v>
                </c:pt>
                <c:pt idx="1978">
                  <c:v>1.740471239352507</c:v>
                </c:pt>
                <c:pt idx="1979">
                  <c:v>1.740471239352507</c:v>
                </c:pt>
                <c:pt idx="1980">
                  <c:v>1.7412878994925276</c:v>
                </c:pt>
                <c:pt idx="1981">
                  <c:v>1.7412878994925276</c:v>
                </c:pt>
                <c:pt idx="1982">
                  <c:v>1.7408551472592371</c:v>
                </c:pt>
                <c:pt idx="1983">
                  <c:v>1.7408551472592371</c:v>
                </c:pt>
                <c:pt idx="1984">
                  <c:v>1.7435259812222741</c:v>
                </c:pt>
                <c:pt idx="1985">
                  <c:v>1.7435259812222741</c:v>
                </c:pt>
                <c:pt idx="1986">
                  <c:v>1.7449045595475812</c:v>
                </c:pt>
                <c:pt idx="1987">
                  <c:v>1.7449045595475812</c:v>
                </c:pt>
                <c:pt idx="1988">
                  <c:v>1.7459366237412215</c:v>
                </c:pt>
                <c:pt idx="1989">
                  <c:v>1.7459366237412215</c:v>
                </c:pt>
                <c:pt idx="1990">
                  <c:v>1.7483918382808823</c:v>
                </c:pt>
                <c:pt idx="1991">
                  <c:v>1.7483918382808823</c:v>
                </c:pt>
                <c:pt idx="1992">
                  <c:v>1.7488311808959494</c:v>
                </c:pt>
                <c:pt idx="1993">
                  <c:v>1.7488311808959494</c:v>
                </c:pt>
                <c:pt idx="1994">
                  <c:v>1.7498676149926446</c:v>
                </c:pt>
                <c:pt idx="1995">
                  <c:v>1.7498676149926446</c:v>
                </c:pt>
                <c:pt idx="1996">
                  <c:v>1.7518676367336647</c:v>
                </c:pt>
                <c:pt idx="1997">
                  <c:v>1.7518676367336647</c:v>
                </c:pt>
                <c:pt idx="1998">
                  <c:v>1.7545178172778726</c:v>
                </c:pt>
                <c:pt idx="1999">
                  <c:v>1.7545178172778726</c:v>
                </c:pt>
                <c:pt idx="2000">
                  <c:v>1.7546799708591048</c:v>
                </c:pt>
                <c:pt idx="2001">
                  <c:v>1.7546799708591048</c:v>
                </c:pt>
                <c:pt idx="2002">
                  <c:v>1.7556351992181189</c:v>
                </c:pt>
                <c:pt idx="2003">
                  <c:v>1.7556351992181189</c:v>
                </c:pt>
                <c:pt idx="2004">
                  <c:v>1.7555108192249549</c:v>
                </c:pt>
                <c:pt idx="2005">
                  <c:v>1.7555108192249549</c:v>
                </c:pt>
                <c:pt idx="2006">
                  <c:v>1.7583116007135364</c:v>
                </c:pt>
                <c:pt idx="2007">
                  <c:v>1.7583116007135364</c:v>
                </c:pt>
                <c:pt idx="2008">
                  <c:v>1.7585098202399252</c:v>
                </c:pt>
                <c:pt idx="2009">
                  <c:v>1.7585098202399252</c:v>
                </c:pt>
                <c:pt idx="2010">
                  <c:v>1.7593392543124764</c:v>
                </c:pt>
                <c:pt idx="2011">
                  <c:v>1.7593392543124764</c:v>
                </c:pt>
                <c:pt idx="2012">
                  <c:v>1.7658678606017759</c:v>
                </c:pt>
                <c:pt idx="2013">
                  <c:v>1.7658678606017759</c:v>
                </c:pt>
                <c:pt idx="2014">
                  <c:v>1.7709590367230676</c:v>
                </c:pt>
                <c:pt idx="2015">
                  <c:v>1.7709590367230676</c:v>
                </c:pt>
                <c:pt idx="2016">
                  <c:v>1.7702176841135873</c:v>
                </c:pt>
                <c:pt idx="2017">
                  <c:v>1.7702176841135873</c:v>
                </c:pt>
                <c:pt idx="2018">
                  <c:v>1.7713701404032234</c:v>
                </c:pt>
                <c:pt idx="2019">
                  <c:v>1.7713701404032234</c:v>
                </c:pt>
                <c:pt idx="2020">
                  <c:v>1.7740900432925693</c:v>
                </c:pt>
                <c:pt idx="2021">
                  <c:v>1.7740900432925693</c:v>
                </c:pt>
                <c:pt idx="2022">
                  <c:v>1.7734681775816667</c:v>
                </c:pt>
                <c:pt idx="2023">
                  <c:v>1.7734681775816667</c:v>
                </c:pt>
                <c:pt idx="2024">
                  <c:v>1.7747126115420873</c:v>
                </c:pt>
                <c:pt idx="2025">
                  <c:v>1.7747126115420873</c:v>
                </c:pt>
                <c:pt idx="2026">
                  <c:v>1.7757948143577098</c:v>
                </c:pt>
                <c:pt idx="2027">
                  <c:v>1.7757948143577098</c:v>
                </c:pt>
                <c:pt idx="2028">
                  <c:v>1.7781952626367117</c:v>
                </c:pt>
                <c:pt idx="2029">
                  <c:v>1.7781952626367117</c:v>
                </c:pt>
                <c:pt idx="2030">
                  <c:v>1.7782039758571364</c:v>
                </c:pt>
                <c:pt idx="2031">
                  <c:v>1.7782039758571364</c:v>
                </c:pt>
                <c:pt idx="2032">
                  <c:v>1.7806045197946028</c:v>
                </c:pt>
                <c:pt idx="2033">
                  <c:v>1.7806045197946028</c:v>
                </c:pt>
                <c:pt idx="2034">
                  <c:v>1.7832306803128164</c:v>
                </c:pt>
                <c:pt idx="2035">
                  <c:v>1.7832306803128164</c:v>
                </c:pt>
                <c:pt idx="2036">
                  <c:v>1.811616634260182</c:v>
                </c:pt>
                <c:pt idx="2037">
                  <c:v>1.811616634260182</c:v>
                </c:pt>
                <c:pt idx="2038">
                  <c:v>1.8130583726874221</c:v>
                </c:pt>
                <c:pt idx="2039">
                  <c:v>1.8130583726874221</c:v>
                </c:pt>
                <c:pt idx="2040">
                  <c:v>1.8126842529423035</c:v>
                </c:pt>
                <c:pt idx="2041">
                  <c:v>1.8126842529423035</c:v>
                </c:pt>
                <c:pt idx="2042">
                  <c:v>1.814423174549344</c:v>
                </c:pt>
                <c:pt idx="2043">
                  <c:v>1.814423174549344</c:v>
                </c:pt>
                <c:pt idx="2044">
                  <c:v>1.8178718179371187</c:v>
                </c:pt>
                <c:pt idx="2045">
                  <c:v>1.8178718179371187</c:v>
                </c:pt>
                <c:pt idx="2046">
                  <c:v>1.8209440460087376</c:v>
                </c:pt>
                <c:pt idx="2047">
                  <c:v>1.8209440460087376</c:v>
                </c:pt>
                <c:pt idx="2048">
                  <c:v>1.8210236789107139</c:v>
                </c:pt>
                <c:pt idx="2049">
                  <c:v>1.8210236789107139</c:v>
                </c:pt>
                <c:pt idx="2050">
                  <c:v>1.827595074352778</c:v>
                </c:pt>
                <c:pt idx="2051">
                  <c:v>1.827595074352778</c:v>
                </c:pt>
                <c:pt idx="2052">
                  <c:v>1.829660669108041</c:v>
                </c:pt>
                <c:pt idx="2053">
                  <c:v>1.829660669108041</c:v>
                </c:pt>
                <c:pt idx="2054">
                  <c:v>1.8321518116217368</c:v>
                </c:pt>
                <c:pt idx="2055">
                  <c:v>1.8321518116217368</c:v>
                </c:pt>
                <c:pt idx="2056">
                  <c:v>1.8440203045556216</c:v>
                </c:pt>
                <c:pt idx="2057">
                  <c:v>1.8440203045556216</c:v>
                </c:pt>
                <c:pt idx="2058">
                  <c:v>1.845258883766276</c:v>
                </c:pt>
                <c:pt idx="2059">
                  <c:v>1.845258883766276</c:v>
                </c:pt>
                <c:pt idx="2060">
                  <c:v>1.847427389065402</c:v>
                </c:pt>
                <c:pt idx="2061">
                  <c:v>1.847427389065402</c:v>
                </c:pt>
                <c:pt idx="2062">
                  <c:v>1.8504919683403185</c:v>
                </c:pt>
                <c:pt idx="2063">
                  <c:v>1.8504919683403185</c:v>
                </c:pt>
                <c:pt idx="2064">
                  <c:v>1.8510596324406421</c:v>
                </c:pt>
                <c:pt idx="2065">
                  <c:v>1.8510596324406421</c:v>
                </c:pt>
                <c:pt idx="2066">
                  <c:v>1.8532237933279765</c:v>
                </c:pt>
                <c:pt idx="2067">
                  <c:v>1.8532237933279765</c:v>
                </c:pt>
                <c:pt idx="2068">
                  <c:v>1.8533350036460932</c:v>
                </c:pt>
                <c:pt idx="2069">
                  <c:v>1.8533350036460932</c:v>
                </c:pt>
                <c:pt idx="2070">
                  <c:v>1.8560621429943001</c:v>
                </c:pt>
                <c:pt idx="2071">
                  <c:v>1.8560621429943001</c:v>
                </c:pt>
                <c:pt idx="2072">
                  <c:v>1.8566635763687709</c:v>
                </c:pt>
                <c:pt idx="2073">
                  <c:v>1.8566635763687709</c:v>
                </c:pt>
                <c:pt idx="2074">
                  <c:v>1.8719901414749305</c:v>
                </c:pt>
                <c:pt idx="2075">
                  <c:v>1.8719901414749305</c:v>
                </c:pt>
                <c:pt idx="2076">
                  <c:v>1.872035797065172</c:v>
                </c:pt>
                <c:pt idx="2077">
                  <c:v>1.872035797065172</c:v>
                </c:pt>
                <c:pt idx="2078">
                  <c:v>1.8720747719195523</c:v>
                </c:pt>
                <c:pt idx="2079">
                  <c:v>1.8720747719195523</c:v>
                </c:pt>
                <c:pt idx="2080">
                  <c:v>1.8754588296628072</c:v>
                </c:pt>
                <c:pt idx="2081">
                  <c:v>1.8754588296628072</c:v>
                </c:pt>
                <c:pt idx="2082">
                  <c:v>1.8774746984510733</c:v>
                </c:pt>
                <c:pt idx="2083">
                  <c:v>1.8774746984510733</c:v>
                </c:pt>
                <c:pt idx="2084">
                  <c:v>1.8840881244786392</c:v>
                </c:pt>
                <c:pt idx="2085">
                  <c:v>1.8840881244786392</c:v>
                </c:pt>
                <c:pt idx="2086">
                  <c:v>1.8840942363367976</c:v>
                </c:pt>
                <c:pt idx="2087">
                  <c:v>1.8840942363367976</c:v>
                </c:pt>
                <c:pt idx="2088">
                  <c:v>1.8891681173426336</c:v>
                </c:pt>
                <c:pt idx="2089">
                  <c:v>1.8891681173426336</c:v>
                </c:pt>
                <c:pt idx="2090">
                  <c:v>1.8893884420789595</c:v>
                </c:pt>
                <c:pt idx="2091">
                  <c:v>1.8893884420789595</c:v>
                </c:pt>
                <c:pt idx="2092">
                  <c:v>1.8880234713949864</c:v>
                </c:pt>
                <c:pt idx="2093">
                  <c:v>1.8880234713949864</c:v>
                </c:pt>
                <c:pt idx="2094">
                  <c:v>1.8884363622703015</c:v>
                </c:pt>
                <c:pt idx="2095">
                  <c:v>1.8884363622703015</c:v>
                </c:pt>
                <c:pt idx="2096">
                  <c:v>1.890140691410868</c:v>
                </c:pt>
                <c:pt idx="2097">
                  <c:v>1.890140691410868</c:v>
                </c:pt>
                <c:pt idx="2098">
                  <c:v>1.891920979688996</c:v>
                </c:pt>
                <c:pt idx="2099">
                  <c:v>1.891920979688996</c:v>
                </c:pt>
                <c:pt idx="2100">
                  <c:v>1.8956151264596823</c:v>
                </c:pt>
                <c:pt idx="2101">
                  <c:v>1.8956151264596823</c:v>
                </c:pt>
                <c:pt idx="2102">
                  <c:v>1.897125596525945</c:v>
                </c:pt>
                <c:pt idx="2103">
                  <c:v>1.897125596525945</c:v>
                </c:pt>
                <c:pt idx="2104">
                  <c:v>1.9043446366873236</c:v>
                </c:pt>
                <c:pt idx="2105">
                  <c:v>1.9043446366873236</c:v>
                </c:pt>
                <c:pt idx="2106">
                  <c:v>1.9067315285497668</c:v>
                </c:pt>
                <c:pt idx="2107">
                  <c:v>1.9067315285497668</c:v>
                </c:pt>
                <c:pt idx="2108">
                  <c:v>1.9054330405685809</c:v>
                </c:pt>
                <c:pt idx="2109">
                  <c:v>1.9054330405685809</c:v>
                </c:pt>
                <c:pt idx="2110">
                  <c:v>1.9149892343944901</c:v>
                </c:pt>
                <c:pt idx="2111">
                  <c:v>1.9149892343944901</c:v>
                </c:pt>
                <c:pt idx="2112">
                  <c:v>1.9123269282505633</c:v>
                </c:pt>
                <c:pt idx="2113">
                  <c:v>1.9123269282505633</c:v>
                </c:pt>
                <c:pt idx="2114">
                  <c:v>1.9252153996120516</c:v>
                </c:pt>
                <c:pt idx="2115">
                  <c:v>1.9252153996120516</c:v>
                </c:pt>
                <c:pt idx="2116">
                  <c:v>1.9260070335492456</c:v>
                </c:pt>
                <c:pt idx="2117">
                  <c:v>1.9260070335492456</c:v>
                </c:pt>
                <c:pt idx="2118">
                  <c:v>1.9327909415459823</c:v>
                </c:pt>
                <c:pt idx="2119">
                  <c:v>1.9327909415459823</c:v>
                </c:pt>
                <c:pt idx="2120">
                  <c:v>1.9344279057808729</c:v>
                </c:pt>
                <c:pt idx="2121">
                  <c:v>1.9344279057808729</c:v>
                </c:pt>
                <c:pt idx="2122">
                  <c:v>1.9358977116284612</c:v>
                </c:pt>
                <c:pt idx="2123">
                  <c:v>1.9358977116284612</c:v>
                </c:pt>
                <c:pt idx="2124">
                  <c:v>1.9462412960214091</c:v>
                </c:pt>
                <c:pt idx="2125">
                  <c:v>1.9462412960214091</c:v>
                </c:pt>
                <c:pt idx="2126">
                  <c:v>1.9484414359275783</c:v>
                </c:pt>
                <c:pt idx="2127">
                  <c:v>1.9484414359275783</c:v>
                </c:pt>
                <c:pt idx="2128">
                  <c:v>1.9491957637596276</c:v>
                </c:pt>
                <c:pt idx="2129">
                  <c:v>1.9491957637596276</c:v>
                </c:pt>
                <c:pt idx="2130">
                  <c:v>1.949855188043238</c:v>
                </c:pt>
                <c:pt idx="2131">
                  <c:v>1.949855188043238</c:v>
                </c:pt>
                <c:pt idx="2132">
                  <c:v>1.9512560747598904</c:v>
                </c:pt>
                <c:pt idx="2133">
                  <c:v>1.9512560747598904</c:v>
                </c:pt>
                <c:pt idx="2134">
                  <c:v>1.9492152672489989</c:v>
                </c:pt>
                <c:pt idx="2135">
                  <c:v>1.9492152672489989</c:v>
                </c:pt>
                <c:pt idx="2136">
                  <c:v>1.9515418167599303</c:v>
                </c:pt>
                <c:pt idx="2137">
                  <c:v>1.9515418167599303</c:v>
                </c:pt>
                <c:pt idx="2138">
                  <c:v>1.9509128302927303</c:v>
                </c:pt>
                <c:pt idx="2139">
                  <c:v>1.9509128302927303</c:v>
                </c:pt>
                <c:pt idx="2140">
                  <c:v>1.948482713764605</c:v>
                </c:pt>
                <c:pt idx="2141">
                  <c:v>1.948482713764605</c:v>
                </c:pt>
                <c:pt idx="2142">
                  <c:v>1.9553124876448615</c:v>
                </c:pt>
                <c:pt idx="2143">
                  <c:v>1.9553124876448615</c:v>
                </c:pt>
                <c:pt idx="2144">
                  <c:v>1.9594747971464757</c:v>
                </c:pt>
                <c:pt idx="2145">
                  <c:v>1.9594747971464757</c:v>
                </c:pt>
                <c:pt idx="2146">
                  <c:v>1.9613951345007143</c:v>
                </c:pt>
                <c:pt idx="2147">
                  <c:v>1.9613951345007143</c:v>
                </c:pt>
                <c:pt idx="2148">
                  <c:v>1.9641455157366083</c:v>
                </c:pt>
                <c:pt idx="2149">
                  <c:v>1.9641455157366083</c:v>
                </c:pt>
                <c:pt idx="2150">
                  <c:v>1.9741297022675317</c:v>
                </c:pt>
                <c:pt idx="2151">
                  <c:v>1.9741297022675317</c:v>
                </c:pt>
                <c:pt idx="2152">
                  <c:v>1.9762608722162704</c:v>
                </c:pt>
                <c:pt idx="2153">
                  <c:v>1.9762608722162704</c:v>
                </c:pt>
                <c:pt idx="2154">
                  <c:v>1.9904258165603577</c:v>
                </c:pt>
                <c:pt idx="2155">
                  <c:v>1.9904258165603577</c:v>
                </c:pt>
                <c:pt idx="2156">
                  <c:v>1.9923981007353353</c:v>
                </c:pt>
                <c:pt idx="2157">
                  <c:v>1.9923981007353353</c:v>
                </c:pt>
                <c:pt idx="2158">
                  <c:v>1.99163553512855</c:v>
                </c:pt>
                <c:pt idx="2159">
                  <c:v>1.99163553512855</c:v>
                </c:pt>
                <c:pt idx="2160">
                  <c:v>1.9916406334103331</c:v>
                </c:pt>
                <c:pt idx="2161">
                  <c:v>1.9916406334103331</c:v>
                </c:pt>
                <c:pt idx="2162">
                  <c:v>1.9925336545067407</c:v>
                </c:pt>
                <c:pt idx="2163">
                  <c:v>1.9925336545067407</c:v>
                </c:pt>
                <c:pt idx="2164">
                  <c:v>1.9978284751950639</c:v>
                </c:pt>
                <c:pt idx="2165">
                  <c:v>1.9978284751950639</c:v>
                </c:pt>
                <c:pt idx="2166">
                  <c:v>1.99622692586402</c:v>
                </c:pt>
                <c:pt idx="2167">
                  <c:v>1.99622692586402</c:v>
                </c:pt>
                <c:pt idx="2168">
                  <c:v>1.9991071077572244</c:v>
                </c:pt>
                <c:pt idx="2169">
                  <c:v>1.9991071077572244</c:v>
                </c:pt>
                <c:pt idx="2170">
                  <c:v>1.996930927353846</c:v>
                </c:pt>
                <c:pt idx="2171">
                  <c:v>1.996930927353846</c:v>
                </c:pt>
                <c:pt idx="2172">
                  <c:v>1.9974377498002935</c:v>
                </c:pt>
                <c:pt idx="2173">
                  <c:v>1.9974377498002935</c:v>
                </c:pt>
                <c:pt idx="2174">
                  <c:v>2.0012882520819826</c:v>
                </c:pt>
                <c:pt idx="2175">
                  <c:v>2.0012882520819826</c:v>
                </c:pt>
                <c:pt idx="2176">
                  <c:v>2.0033781811316955</c:v>
                </c:pt>
                <c:pt idx="2177">
                  <c:v>2.0033781811316955</c:v>
                </c:pt>
                <c:pt idx="2178">
                  <c:v>2.0040102529353376</c:v>
                </c:pt>
                <c:pt idx="2179">
                  <c:v>2.0040102529353376</c:v>
                </c:pt>
                <c:pt idx="2180">
                  <c:v>2.0116059110909061</c:v>
                </c:pt>
                <c:pt idx="2181">
                  <c:v>2.0116059110909061</c:v>
                </c:pt>
                <c:pt idx="2182">
                  <c:v>2.013227465318014</c:v>
                </c:pt>
                <c:pt idx="2183">
                  <c:v>2.013227465318014</c:v>
                </c:pt>
                <c:pt idx="2184">
                  <c:v>2.0151427742763888</c:v>
                </c:pt>
                <c:pt idx="2185">
                  <c:v>2.0151427742763888</c:v>
                </c:pt>
                <c:pt idx="2186">
                  <c:v>2.0221831336369984</c:v>
                </c:pt>
                <c:pt idx="2187">
                  <c:v>2.0221831336369984</c:v>
                </c:pt>
                <c:pt idx="2188">
                  <c:v>2.023359557548837</c:v>
                </c:pt>
                <c:pt idx="2189">
                  <c:v>2.023359557548837</c:v>
                </c:pt>
                <c:pt idx="2190">
                  <c:v>2.0322991366063077</c:v>
                </c:pt>
                <c:pt idx="2191">
                  <c:v>2.0322991366063077</c:v>
                </c:pt>
                <c:pt idx="2192">
                  <c:v>2.0367008979587156</c:v>
                </c:pt>
                <c:pt idx="2193">
                  <c:v>2.0367008979587156</c:v>
                </c:pt>
                <c:pt idx="2194">
                  <c:v>2.035472512543743</c:v>
                </c:pt>
                <c:pt idx="2195">
                  <c:v>2.035472512543743</c:v>
                </c:pt>
                <c:pt idx="2196">
                  <c:v>2.0466946077779675</c:v>
                </c:pt>
                <c:pt idx="2197">
                  <c:v>2.0466946077779675</c:v>
                </c:pt>
                <c:pt idx="2198">
                  <c:v>2.0508343174829342</c:v>
                </c:pt>
                <c:pt idx="2199">
                  <c:v>2.0508343174829342</c:v>
                </c:pt>
                <c:pt idx="2200">
                  <c:v>2.0548057189121955</c:v>
                </c:pt>
                <c:pt idx="2201">
                  <c:v>2.0548057189121955</c:v>
                </c:pt>
                <c:pt idx="2202">
                  <c:v>2.0567143768499823</c:v>
                </c:pt>
                <c:pt idx="2203">
                  <c:v>2.0567143768499823</c:v>
                </c:pt>
                <c:pt idx="2204">
                  <c:v>2.0554753054965498</c:v>
                </c:pt>
                <c:pt idx="2205">
                  <c:v>2.0554753054965498</c:v>
                </c:pt>
                <c:pt idx="2206">
                  <c:v>2.0602609827683769</c:v>
                </c:pt>
                <c:pt idx="2207">
                  <c:v>2.0602609827683769</c:v>
                </c:pt>
                <c:pt idx="2208">
                  <c:v>2.0599452302404337</c:v>
                </c:pt>
                <c:pt idx="2209">
                  <c:v>2.0599452302404337</c:v>
                </c:pt>
                <c:pt idx="2210">
                  <c:v>2.0633192131958178</c:v>
                </c:pt>
                <c:pt idx="2211">
                  <c:v>2.0633192131958178</c:v>
                </c:pt>
                <c:pt idx="2212">
                  <c:v>2.0640402849890815</c:v>
                </c:pt>
                <c:pt idx="2213">
                  <c:v>2.0640402849890815</c:v>
                </c:pt>
                <c:pt idx="2214">
                  <c:v>2.0721555116415749</c:v>
                </c:pt>
                <c:pt idx="2215">
                  <c:v>2.0721555116415749</c:v>
                </c:pt>
                <c:pt idx="2216">
                  <c:v>2.0824315515180332</c:v>
                </c:pt>
                <c:pt idx="2217">
                  <c:v>2.0824315515180332</c:v>
                </c:pt>
                <c:pt idx="2218">
                  <c:v>2.0901540870007684</c:v>
                </c:pt>
                <c:pt idx="2219">
                  <c:v>2.0901540870007684</c:v>
                </c:pt>
                <c:pt idx="2220">
                  <c:v>2.0935700028290096</c:v>
                </c:pt>
                <c:pt idx="2221">
                  <c:v>2.0935700028290096</c:v>
                </c:pt>
                <c:pt idx="2222">
                  <c:v>2.1059487603925762</c:v>
                </c:pt>
                <c:pt idx="2223">
                  <c:v>2.1059487603925762</c:v>
                </c:pt>
                <c:pt idx="2224">
                  <c:v>2.1181430292887455</c:v>
                </c:pt>
                <c:pt idx="2225">
                  <c:v>2.1181430292887455</c:v>
                </c:pt>
                <c:pt idx="2226">
                  <c:v>2.1209934588891231</c:v>
                </c:pt>
                <c:pt idx="2227">
                  <c:v>2.1209934588891231</c:v>
                </c:pt>
                <c:pt idx="2228">
                  <c:v>2.1267581646423279</c:v>
                </c:pt>
                <c:pt idx="2229">
                  <c:v>2.1267581646423279</c:v>
                </c:pt>
                <c:pt idx="2230">
                  <c:v>2.1332949879610692</c:v>
                </c:pt>
                <c:pt idx="2231">
                  <c:v>2.1332949879610692</c:v>
                </c:pt>
                <c:pt idx="2232">
                  <c:v>2.1347501913947977</c:v>
                </c:pt>
                <c:pt idx="2233">
                  <c:v>2.1347501913947977</c:v>
                </c:pt>
                <c:pt idx="2234">
                  <c:v>2.1392360152609844</c:v>
                </c:pt>
                <c:pt idx="2235">
                  <c:v>2.1392360152609844</c:v>
                </c:pt>
                <c:pt idx="2236">
                  <c:v>2.1431151501984669</c:v>
                </c:pt>
                <c:pt idx="2237">
                  <c:v>2.1431151501984669</c:v>
                </c:pt>
                <c:pt idx="2238">
                  <c:v>2.1483458354542844</c:v>
                </c:pt>
                <c:pt idx="2239">
                  <c:v>2.1483458354542844</c:v>
                </c:pt>
                <c:pt idx="2240">
                  <c:v>2.1793129325726213</c:v>
                </c:pt>
                <c:pt idx="2241">
                  <c:v>2.1793129325726213</c:v>
                </c:pt>
                <c:pt idx="2242">
                  <c:v>2.1807912275942107</c:v>
                </c:pt>
                <c:pt idx="2243">
                  <c:v>2.1807912275942107</c:v>
                </c:pt>
                <c:pt idx="2244">
                  <c:v>2.1781448351660107</c:v>
                </c:pt>
                <c:pt idx="2245">
                  <c:v>2.1781448351660107</c:v>
                </c:pt>
                <c:pt idx="2246">
                  <c:v>2.191449236581438</c:v>
                </c:pt>
                <c:pt idx="2247">
                  <c:v>2.191449236581438</c:v>
                </c:pt>
                <c:pt idx="2248">
                  <c:v>2.2023530195039625</c:v>
                </c:pt>
                <c:pt idx="2249">
                  <c:v>2.2023530195039625</c:v>
                </c:pt>
                <c:pt idx="2250">
                  <c:v>2.2068287341295227</c:v>
                </c:pt>
                <c:pt idx="2251">
                  <c:v>2.2068287341295227</c:v>
                </c:pt>
                <c:pt idx="2252">
                  <c:v>2.2096685094927597</c:v>
                </c:pt>
                <c:pt idx="2253">
                  <c:v>2.2096685094927597</c:v>
                </c:pt>
                <c:pt idx="2254">
                  <c:v>2.2126226899277204</c:v>
                </c:pt>
                <c:pt idx="2255">
                  <c:v>2.2126226899277204</c:v>
                </c:pt>
                <c:pt idx="2256">
                  <c:v>2.2166158915603851</c:v>
                </c:pt>
                <c:pt idx="2257">
                  <c:v>2.2166158915603851</c:v>
                </c:pt>
                <c:pt idx="2258">
                  <c:v>2.2189120856706572</c:v>
                </c:pt>
                <c:pt idx="2259">
                  <c:v>2.2189120856706572</c:v>
                </c:pt>
                <c:pt idx="2260">
                  <c:v>2.2212394477741459</c:v>
                </c:pt>
                <c:pt idx="2261">
                  <c:v>2.2212394477741459</c:v>
                </c:pt>
                <c:pt idx="2262">
                  <c:v>2.2231412061675355</c:v>
                </c:pt>
                <c:pt idx="2263">
                  <c:v>2.2231412061675355</c:v>
                </c:pt>
                <c:pt idx="2264">
                  <c:v>2.2250333209564452</c:v>
                </c:pt>
                <c:pt idx="2265">
                  <c:v>2.2250333209564452</c:v>
                </c:pt>
                <c:pt idx="2266">
                  <c:v>2.2249692118810027</c:v>
                </c:pt>
                <c:pt idx="2267">
                  <c:v>2.2249692118810027</c:v>
                </c:pt>
                <c:pt idx="2268">
                  <c:v>2.2285881074216571</c:v>
                </c:pt>
                <c:pt idx="2269">
                  <c:v>2.2285881074216571</c:v>
                </c:pt>
                <c:pt idx="2270">
                  <c:v>2.2334055119143224</c:v>
                </c:pt>
                <c:pt idx="2271">
                  <c:v>2.2334055119143224</c:v>
                </c:pt>
                <c:pt idx="2272">
                  <c:v>2.2391037006618579</c:v>
                </c:pt>
                <c:pt idx="2273">
                  <c:v>2.2391037006618579</c:v>
                </c:pt>
                <c:pt idx="2274">
                  <c:v>2.2404745605826992</c:v>
                </c:pt>
                <c:pt idx="2275">
                  <c:v>2.2404745605826992</c:v>
                </c:pt>
                <c:pt idx="2276">
                  <c:v>2.2569725800659439</c:v>
                </c:pt>
                <c:pt idx="2277">
                  <c:v>2.2569725800659439</c:v>
                </c:pt>
                <c:pt idx="2278">
                  <c:v>2.2825721608628116</c:v>
                </c:pt>
                <c:pt idx="2279">
                  <c:v>2.2825721608628116</c:v>
                </c:pt>
                <c:pt idx="2280">
                  <c:v>2.2826273462995932</c:v>
                </c:pt>
                <c:pt idx="2281">
                  <c:v>2.2826273462995932</c:v>
                </c:pt>
                <c:pt idx="2282">
                  <c:v>2.2826353544961093</c:v>
                </c:pt>
                <c:pt idx="2283">
                  <c:v>2.2826353544961093</c:v>
                </c:pt>
                <c:pt idx="2284">
                  <c:v>2.2832252000002882</c:v>
                </c:pt>
                <c:pt idx="2285">
                  <c:v>2.2832252000002882</c:v>
                </c:pt>
                <c:pt idx="2286">
                  <c:v>2.2899819911889061</c:v>
                </c:pt>
                <c:pt idx="2287">
                  <c:v>2.2899819911889061</c:v>
                </c:pt>
                <c:pt idx="2288">
                  <c:v>2.2912137028189306</c:v>
                </c:pt>
                <c:pt idx="2289">
                  <c:v>2.2912137028189306</c:v>
                </c:pt>
                <c:pt idx="2290">
                  <c:v>2.2955657923325701</c:v>
                </c:pt>
                <c:pt idx="2291">
                  <c:v>2.2955657923325701</c:v>
                </c:pt>
                <c:pt idx="2292">
                  <c:v>2.299137630031824</c:v>
                </c:pt>
                <c:pt idx="2293">
                  <c:v>2.299137630031824</c:v>
                </c:pt>
                <c:pt idx="2294">
                  <c:v>2.2988432019714322</c:v>
                </c:pt>
                <c:pt idx="2295">
                  <c:v>2.2988432019714322</c:v>
                </c:pt>
                <c:pt idx="2296">
                  <c:v>2.2998406631299448</c:v>
                </c:pt>
                <c:pt idx="2297">
                  <c:v>2.2998406631299448</c:v>
                </c:pt>
                <c:pt idx="2298">
                  <c:v>2.3027368013297216</c:v>
                </c:pt>
                <c:pt idx="2299">
                  <c:v>2.3027368013297216</c:v>
                </c:pt>
                <c:pt idx="2300">
                  <c:v>2.3078275776552162</c:v>
                </c:pt>
                <c:pt idx="2301">
                  <c:v>2.3078275776552162</c:v>
                </c:pt>
                <c:pt idx="2302">
                  <c:v>2.313305166587678</c:v>
                </c:pt>
                <c:pt idx="2303">
                  <c:v>2.313305166587678</c:v>
                </c:pt>
                <c:pt idx="2304">
                  <c:v>2.3160141645678789</c:v>
                </c:pt>
                <c:pt idx="2305">
                  <c:v>2.3160141645678789</c:v>
                </c:pt>
                <c:pt idx="2306">
                  <c:v>2.3228548526144124</c:v>
                </c:pt>
                <c:pt idx="2307">
                  <c:v>2.3228548526144124</c:v>
                </c:pt>
                <c:pt idx="2308">
                  <c:v>2.3231836076958521</c:v>
                </c:pt>
                <c:pt idx="2309">
                  <c:v>2.3231836076958521</c:v>
                </c:pt>
                <c:pt idx="2310">
                  <c:v>2.3339186996940109</c:v>
                </c:pt>
                <c:pt idx="2311">
                  <c:v>2.3339186996940109</c:v>
                </c:pt>
                <c:pt idx="2312">
                  <c:v>2.3376712871268737</c:v>
                </c:pt>
                <c:pt idx="2313">
                  <c:v>2.3376712871268737</c:v>
                </c:pt>
                <c:pt idx="2314">
                  <c:v>2.3379950602802428</c:v>
                </c:pt>
                <c:pt idx="2315">
                  <c:v>2.3379950602802428</c:v>
                </c:pt>
                <c:pt idx="2316">
                  <c:v>2.3346834674575532</c:v>
                </c:pt>
                <c:pt idx="2317">
                  <c:v>2.3346834674575532</c:v>
                </c:pt>
                <c:pt idx="2318">
                  <c:v>2.3345420698854933</c:v>
                </c:pt>
                <c:pt idx="2319">
                  <c:v>2.3345420698854933</c:v>
                </c:pt>
                <c:pt idx="2320">
                  <c:v>2.3386934112778515</c:v>
                </c:pt>
                <c:pt idx="2321">
                  <c:v>2.3386934112778515</c:v>
                </c:pt>
                <c:pt idx="2322">
                  <c:v>2.3439112045024162</c:v>
                </c:pt>
                <c:pt idx="2323">
                  <c:v>2.3439112045024162</c:v>
                </c:pt>
                <c:pt idx="2324">
                  <c:v>2.3465529298504029</c:v>
                </c:pt>
                <c:pt idx="2325">
                  <c:v>2.3465529298504029</c:v>
                </c:pt>
                <c:pt idx="2326">
                  <c:v>2.3474631858254038</c:v>
                </c:pt>
                <c:pt idx="2327">
                  <c:v>2.3474631858254038</c:v>
                </c:pt>
                <c:pt idx="2328">
                  <c:v>2.3499532106304919</c:v>
                </c:pt>
                <c:pt idx="2329">
                  <c:v>2.3499532106304919</c:v>
                </c:pt>
                <c:pt idx="2330">
                  <c:v>2.3548127373582957</c:v>
                </c:pt>
                <c:pt idx="2331">
                  <c:v>2.3548127373582957</c:v>
                </c:pt>
                <c:pt idx="2332">
                  <c:v>2.354506610232574</c:v>
                </c:pt>
                <c:pt idx="2333">
                  <c:v>2.354506610232574</c:v>
                </c:pt>
                <c:pt idx="2334">
                  <c:v>2.3566811299006143</c:v>
                </c:pt>
                <c:pt idx="2335">
                  <c:v>2.3566811299006143</c:v>
                </c:pt>
                <c:pt idx="2336">
                  <c:v>2.370840017350337</c:v>
                </c:pt>
                <c:pt idx="2337">
                  <c:v>2.370840017350337</c:v>
                </c:pt>
                <c:pt idx="2338">
                  <c:v>2.410888892847272</c:v>
                </c:pt>
                <c:pt idx="2339">
                  <c:v>2.410888892847272</c:v>
                </c:pt>
                <c:pt idx="2340">
                  <c:v>2.4156064177643124</c:v>
                </c:pt>
                <c:pt idx="2341">
                  <c:v>2.4156064177643124</c:v>
                </c:pt>
                <c:pt idx="2342">
                  <c:v>2.4189402376862623</c:v>
                </c:pt>
                <c:pt idx="2343">
                  <c:v>2.4189402376862623</c:v>
                </c:pt>
                <c:pt idx="2344">
                  <c:v>2.4232531879443786</c:v>
                </c:pt>
                <c:pt idx="2345">
                  <c:v>2.4232531879443786</c:v>
                </c:pt>
                <c:pt idx="2346">
                  <c:v>2.4305073046251362</c:v>
                </c:pt>
                <c:pt idx="2347">
                  <c:v>2.4305073046251362</c:v>
                </c:pt>
                <c:pt idx="2348">
                  <c:v>2.4388836191526329</c:v>
                </c:pt>
                <c:pt idx="2349">
                  <c:v>2.4388836191526329</c:v>
                </c:pt>
                <c:pt idx="2350">
                  <c:v>2.4473058864842794</c:v>
                </c:pt>
                <c:pt idx="2351">
                  <c:v>2.4473058864842794</c:v>
                </c:pt>
                <c:pt idx="2352">
                  <c:v>2.4515717761886844</c:v>
                </c:pt>
                <c:pt idx="2353">
                  <c:v>2.4515717761886844</c:v>
                </c:pt>
                <c:pt idx="2354">
                  <c:v>2.4639491296963807</c:v>
                </c:pt>
                <c:pt idx="2355">
                  <c:v>2.4639491296963807</c:v>
                </c:pt>
                <c:pt idx="2356">
                  <c:v>2.4633533806893779</c:v>
                </c:pt>
                <c:pt idx="2357">
                  <c:v>2.4633533806893779</c:v>
                </c:pt>
                <c:pt idx="2358">
                  <c:v>2.4695354168383155</c:v>
                </c:pt>
                <c:pt idx="2359">
                  <c:v>2.4695354168383155</c:v>
                </c:pt>
                <c:pt idx="2360">
                  <c:v>2.4711443972797538</c:v>
                </c:pt>
                <c:pt idx="2361">
                  <c:v>2.4711443972797538</c:v>
                </c:pt>
                <c:pt idx="2362">
                  <c:v>2.4740080968076592</c:v>
                </c:pt>
                <c:pt idx="2363">
                  <c:v>2.4740080968076592</c:v>
                </c:pt>
                <c:pt idx="2364">
                  <c:v>2.4843232618813418</c:v>
                </c:pt>
                <c:pt idx="2365">
                  <c:v>2.4843232618813418</c:v>
                </c:pt>
                <c:pt idx="2366">
                  <c:v>2.4863076618977171</c:v>
                </c:pt>
                <c:pt idx="2367">
                  <c:v>2.4863076618977171</c:v>
                </c:pt>
                <c:pt idx="2368">
                  <c:v>2.5121944287607056</c:v>
                </c:pt>
                <c:pt idx="2369">
                  <c:v>2.5121944287607056</c:v>
                </c:pt>
                <c:pt idx="2370">
                  <c:v>2.5140240804264455</c:v>
                </c:pt>
                <c:pt idx="2371">
                  <c:v>2.5140240804264455</c:v>
                </c:pt>
                <c:pt idx="2372">
                  <c:v>2.5233562024389462</c:v>
                </c:pt>
                <c:pt idx="2373">
                  <c:v>2.5233562024389462</c:v>
                </c:pt>
                <c:pt idx="2374">
                  <c:v>2.5362471236232071</c:v>
                </c:pt>
                <c:pt idx="2375">
                  <c:v>2.5362471236232071</c:v>
                </c:pt>
                <c:pt idx="2376">
                  <c:v>2.5450372216382298</c:v>
                </c:pt>
                <c:pt idx="2377">
                  <c:v>2.5450372216382298</c:v>
                </c:pt>
                <c:pt idx="2378">
                  <c:v>2.551063503024539</c:v>
                </c:pt>
                <c:pt idx="2379">
                  <c:v>2.551063503024539</c:v>
                </c:pt>
                <c:pt idx="2380">
                  <c:v>2.5531488622346545</c:v>
                </c:pt>
                <c:pt idx="2381">
                  <c:v>2.5531488622346545</c:v>
                </c:pt>
                <c:pt idx="2382">
                  <c:v>2.5547155240840982</c:v>
                </c:pt>
                <c:pt idx="2383">
                  <c:v>2.5547155240840982</c:v>
                </c:pt>
                <c:pt idx="2384">
                  <c:v>2.5557312305246871</c:v>
                </c:pt>
                <c:pt idx="2385">
                  <c:v>2.5557312305246871</c:v>
                </c:pt>
                <c:pt idx="2386">
                  <c:v>2.5669180651214623</c:v>
                </c:pt>
                <c:pt idx="2387">
                  <c:v>2.5669180651214623</c:v>
                </c:pt>
                <c:pt idx="2388">
                  <c:v>2.5647144850878298</c:v>
                </c:pt>
                <c:pt idx="2389">
                  <c:v>2.5647144850878298</c:v>
                </c:pt>
                <c:pt idx="2390">
                  <c:v>2.5648780333881969</c:v>
                </c:pt>
                <c:pt idx="2391">
                  <c:v>2.5648780333881969</c:v>
                </c:pt>
                <c:pt idx="2392">
                  <c:v>2.57361409059004</c:v>
                </c:pt>
                <c:pt idx="2393">
                  <c:v>2.57361409059004</c:v>
                </c:pt>
                <c:pt idx="2394">
                  <c:v>2.595710337077175</c:v>
                </c:pt>
                <c:pt idx="2395">
                  <c:v>2.595710337077175</c:v>
                </c:pt>
                <c:pt idx="2396">
                  <c:v>2.5964998790966471</c:v>
                </c:pt>
                <c:pt idx="2397">
                  <c:v>2.5964998790966471</c:v>
                </c:pt>
                <c:pt idx="2398">
                  <c:v>2.606409642613829</c:v>
                </c:pt>
                <c:pt idx="2399">
                  <c:v>2.606409642613829</c:v>
                </c:pt>
                <c:pt idx="2400">
                  <c:v>2.6163800595222555</c:v>
                </c:pt>
                <c:pt idx="2401">
                  <c:v>2.6163800595222555</c:v>
                </c:pt>
                <c:pt idx="2402">
                  <c:v>2.6166762559706478</c:v>
                </c:pt>
                <c:pt idx="2403">
                  <c:v>2.6166762559706478</c:v>
                </c:pt>
                <c:pt idx="2404">
                  <c:v>2.6158785385595178</c:v>
                </c:pt>
                <c:pt idx="2405">
                  <c:v>2.6158785385595178</c:v>
                </c:pt>
                <c:pt idx="2406">
                  <c:v>2.6175710738143225</c:v>
                </c:pt>
                <c:pt idx="2407">
                  <c:v>2.6175710738143225</c:v>
                </c:pt>
                <c:pt idx="2408">
                  <c:v>2.6418595642041591</c:v>
                </c:pt>
                <c:pt idx="2409">
                  <c:v>2.6418595642041591</c:v>
                </c:pt>
                <c:pt idx="2410">
                  <c:v>2.7250285018874068</c:v>
                </c:pt>
                <c:pt idx="2411">
                  <c:v>2.7250285018874068</c:v>
                </c:pt>
                <c:pt idx="2412">
                  <c:v>2.7272084380606589</c:v>
                </c:pt>
                <c:pt idx="2413">
                  <c:v>2.7272084380606589</c:v>
                </c:pt>
                <c:pt idx="2414">
                  <c:v>2.7449959170467264</c:v>
                </c:pt>
                <c:pt idx="2415">
                  <c:v>2.7449959170467264</c:v>
                </c:pt>
                <c:pt idx="2416">
                  <c:v>2.7441207881160516</c:v>
                </c:pt>
                <c:pt idx="2417">
                  <c:v>2.7441207881160516</c:v>
                </c:pt>
                <c:pt idx="2418">
                  <c:v>2.753983833413276</c:v>
                </c:pt>
                <c:pt idx="2419">
                  <c:v>2.753983833413276</c:v>
                </c:pt>
                <c:pt idx="2420">
                  <c:v>2.7635865535122068</c:v>
                </c:pt>
                <c:pt idx="2421">
                  <c:v>2.7635865535122068</c:v>
                </c:pt>
                <c:pt idx="2422">
                  <c:v>2.7782325500766074</c:v>
                </c:pt>
                <c:pt idx="2423">
                  <c:v>2.7782325500766074</c:v>
                </c:pt>
                <c:pt idx="2424">
                  <c:v>2.7790271814437841</c:v>
                </c:pt>
                <c:pt idx="2425">
                  <c:v>2.7790271814437841</c:v>
                </c:pt>
                <c:pt idx="2426">
                  <c:v>2.790421737389964</c:v>
                </c:pt>
                <c:pt idx="2427">
                  <c:v>2.790421737389964</c:v>
                </c:pt>
                <c:pt idx="2428">
                  <c:v>2.7929308770168033</c:v>
                </c:pt>
                <c:pt idx="2429">
                  <c:v>2.7929308770168033</c:v>
                </c:pt>
                <c:pt idx="2430">
                  <c:v>2.7932559604432772</c:v>
                </c:pt>
                <c:pt idx="2431">
                  <c:v>2.7932559604432772</c:v>
                </c:pt>
                <c:pt idx="2432">
                  <c:v>2.803453562575557</c:v>
                </c:pt>
                <c:pt idx="2433">
                  <c:v>2.803453562575557</c:v>
                </c:pt>
                <c:pt idx="2434">
                  <c:v>2.8035455974957091</c:v>
                </c:pt>
                <c:pt idx="2435">
                  <c:v>2.8035455974957091</c:v>
                </c:pt>
                <c:pt idx="2436">
                  <c:v>2.8042519273852129</c:v>
                </c:pt>
                <c:pt idx="2437">
                  <c:v>2.8042519273852129</c:v>
                </c:pt>
                <c:pt idx="2438">
                  <c:v>2.8022132360035412</c:v>
                </c:pt>
                <c:pt idx="2439">
                  <c:v>2.8022132360035412</c:v>
                </c:pt>
                <c:pt idx="2440">
                  <c:v>2.8060936632500448</c:v>
                </c:pt>
                <c:pt idx="2441">
                  <c:v>2.8060936632500448</c:v>
                </c:pt>
                <c:pt idx="2442">
                  <c:v>2.8083239574000505</c:v>
                </c:pt>
                <c:pt idx="2443">
                  <c:v>2.8083239574000505</c:v>
                </c:pt>
                <c:pt idx="2444">
                  <c:v>2.8109244638486239</c:v>
                </c:pt>
                <c:pt idx="2445">
                  <c:v>2.8109244638486239</c:v>
                </c:pt>
                <c:pt idx="2446">
                  <c:v>2.8104274172996768</c:v>
                </c:pt>
                <c:pt idx="2447">
                  <c:v>2.8104274172996768</c:v>
                </c:pt>
                <c:pt idx="2448">
                  <c:v>2.8177068675267027</c:v>
                </c:pt>
                <c:pt idx="2449">
                  <c:v>2.8177068675267027</c:v>
                </c:pt>
                <c:pt idx="2450">
                  <c:v>2.8319103919454887</c:v>
                </c:pt>
                <c:pt idx="2451">
                  <c:v>2.8319103919454887</c:v>
                </c:pt>
                <c:pt idx="2452">
                  <c:v>2.833570807100052</c:v>
                </c:pt>
                <c:pt idx="2453">
                  <c:v>2.833570807100052</c:v>
                </c:pt>
                <c:pt idx="2454">
                  <c:v>2.8342416946197018</c:v>
                </c:pt>
                <c:pt idx="2455">
                  <c:v>2.8342416946197018</c:v>
                </c:pt>
                <c:pt idx="2456">
                  <c:v>2.8419072230605575</c:v>
                </c:pt>
                <c:pt idx="2457">
                  <c:v>2.8419072230605575</c:v>
                </c:pt>
                <c:pt idx="2458">
                  <c:v>2.8449517020641668</c:v>
                </c:pt>
                <c:pt idx="2459">
                  <c:v>2.8449517020641668</c:v>
                </c:pt>
                <c:pt idx="2460">
                  <c:v>2.8553750762875074</c:v>
                </c:pt>
                <c:pt idx="2461">
                  <c:v>2.8553750762875074</c:v>
                </c:pt>
                <c:pt idx="2462">
                  <c:v>2.8982916278432604</c:v>
                </c:pt>
                <c:pt idx="2463">
                  <c:v>2.8982916278432604</c:v>
                </c:pt>
                <c:pt idx="2464">
                  <c:v>2.8973460354079492</c:v>
                </c:pt>
                <c:pt idx="2465">
                  <c:v>2.8973460354079492</c:v>
                </c:pt>
                <c:pt idx="2466">
                  <c:v>2.9036839465094682</c:v>
                </c:pt>
                <c:pt idx="2467">
                  <c:v>2.9036839465094682</c:v>
                </c:pt>
                <c:pt idx="2468">
                  <c:v>2.9159835442214019</c:v>
                </c:pt>
                <c:pt idx="2469">
                  <c:v>2.9159835442214019</c:v>
                </c:pt>
                <c:pt idx="2470">
                  <c:v>2.9184096398432389</c:v>
                </c:pt>
                <c:pt idx="2471">
                  <c:v>2.9184096398432389</c:v>
                </c:pt>
                <c:pt idx="2472">
                  <c:v>2.9299838351499123</c:v>
                </c:pt>
                <c:pt idx="2473">
                  <c:v>2.9299838351499123</c:v>
                </c:pt>
                <c:pt idx="2474">
                  <c:v>2.9228582069677622</c:v>
                </c:pt>
                <c:pt idx="2475">
                  <c:v>2.9228582069677622</c:v>
                </c:pt>
                <c:pt idx="2476">
                  <c:v>2.9203527467114569</c:v>
                </c:pt>
                <c:pt idx="2477">
                  <c:v>2.9203527467114569</c:v>
                </c:pt>
                <c:pt idx="2478">
                  <c:v>2.9274455225261726</c:v>
                </c:pt>
                <c:pt idx="2479">
                  <c:v>2.9274455225261726</c:v>
                </c:pt>
                <c:pt idx="2480">
                  <c:v>2.9689912951563016</c:v>
                </c:pt>
                <c:pt idx="2481">
                  <c:v>2.9689912951563016</c:v>
                </c:pt>
                <c:pt idx="2482">
                  <c:v>3.0116772221463863</c:v>
                </c:pt>
                <c:pt idx="2483">
                  <c:v>3.0116772221463863</c:v>
                </c:pt>
                <c:pt idx="2484">
                  <c:v>3.0062664379663002</c:v>
                </c:pt>
                <c:pt idx="2485">
                  <c:v>3.0062664379663002</c:v>
                </c:pt>
                <c:pt idx="2486">
                  <c:v>3.0091117627979398</c:v>
                </c:pt>
                <c:pt idx="2487">
                  <c:v>3.0091117627979398</c:v>
                </c:pt>
                <c:pt idx="2488">
                  <c:v>3.0213999822746032</c:v>
                </c:pt>
                <c:pt idx="2489">
                  <c:v>3.0213999822746032</c:v>
                </c:pt>
                <c:pt idx="2490">
                  <c:v>3.0441976242752431</c:v>
                </c:pt>
                <c:pt idx="2491">
                  <c:v>3.0441976242752431</c:v>
                </c:pt>
                <c:pt idx="2492">
                  <c:v>3.048369950721816</c:v>
                </c:pt>
                <c:pt idx="2493">
                  <c:v>3.048369950721816</c:v>
                </c:pt>
                <c:pt idx="2494">
                  <c:v>3.0550823063823613</c:v>
                </c:pt>
                <c:pt idx="2495">
                  <c:v>3.0550823063823613</c:v>
                </c:pt>
                <c:pt idx="2496">
                  <c:v>3.0808263028157294</c:v>
                </c:pt>
                <c:pt idx="2497">
                  <c:v>3.0808263028157294</c:v>
                </c:pt>
                <c:pt idx="2498">
                  <c:v>3.0864239884079634</c:v>
                </c:pt>
                <c:pt idx="2499">
                  <c:v>3.0864239884079634</c:v>
                </c:pt>
                <c:pt idx="2500">
                  <c:v>3.0882463500586943</c:v>
                </c:pt>
                <c:pt idx="2501">
                  <c:v>3.0882463500586943</c:v>
                </c:pt>
                <c:pt idx="2502">
                  <c:v>3.0964170769244963</c:v>
                </c:pt>
                <c:pt idx="2503">
                  <c:v>3.0964170769244963</c:v>
                </c:pt>
                <c:pt idx="2504">
                  <c:v>3.0932153217551916</c:v>
                </c:pt>
                <c:pt idx="2505">
                  <c:v>3.0932153217551916</c:v>
                </c:pt>
                <c:pt idx="2506">
                  <c:v>3.0947494248076182</c:v>
                </c:pt>
                <c:pt idx="2507">
                  <c:v>3.0947494248076182</c:v>
                </c:pt>
                <c:pt idx="2508">
                  <c:v>3.0971392969430398</c:v>
                </c:pt>
                <c:pt idx="2509">
                  <c:v>3.0971392969430398</c:v>
                </c:pt>
                <c:pt idx="2510">
                  <c:v>3.1021041338801223</c:v>
                </c:pt>
                <c:pt idx="2511">
                  <c:v>3.1021041338801223</c:v>
                </c:pt>
                <c:pt idx="2512">
                  <c:v>3.1061152146823812</c:v>
                </c:pt>
                <c:pt idx="2513">
                  <c:v>3.1061152146823812</c:v>
                </c:pt>
                <c:pt idx="2514">
                  <c:v>3.1106021192656108</c:v>
                </c:pt>
                <c:pt idx="2515">
                  <c:v>3.1106021192656108</c:v>
                </c:pt>
                <c:pt idx="2516">
                  <c:v>3.1151014770246195</c:v>
                </c:pt>
                <c:pt idx="2517">
                  <c:v>3.1151014770246195</c:v>
                </c:pt>
                <c:pt idx="2518">
                  <c:v>3.1139853371100674</c:v>
                </c:pt>
                <c:pt idx="2519">
                  <c:v>3.1139853371100674</c:v>
                </c:pt>
                <c:pt idx="2520">
                  <c:v>3.1446301096622613</c:v>
                </c:pt>
                <c:pt idx="2521">
                  <c:v>3.1446301096622613</c:v>
                </c:pt>
                <c:pt idx="2522">
                  <c:v>3.1487336464401197</c:v>
                </c:pt>
                <c:pt idx="2523">
                  <c:v>3.1487336464401197</c:v>
                </c:pt>
                <c:pt idx="2524">
                  <c:v>3.1482850193508267</c:v>
                </c:pt>
                <c:pt idx="2525">
                  <c:v>3.1482850193508267</c:v>
                </c:pt>
                <c:pt idx="2526">
                  <c:v>3.1745711254625757</c:v>
                </c:pt>
                <c:pt idx="2527">
                  <c:v>3.1745711254625757</c:v>
                </c:pt>
                <c:pt idx="2528">
                  <c:v>3.1793913684259292</c:v>
                </c:pt>
                <c:pt idx="2529">
                  <c:v>3.1793913684259292</c:v>
                </c:pt>
                <c:pt idx="2530">
                  <c:v>3.1820066900984409</c:v>
                </c:pt>
                <c:pt idx="2531">
                  <c:v>3.1820066900984409</c:v>
                </c:pt>
                <c:pt idx="2532">
                  <c:v>3.1855339222545935</c:v>
                </c:pt>
                <c:pt idx="2533">
                  <c:v>3.1855339222545935</c:v>
                </c:pt>
                <c:pt idx="2534">
                  <c:v>3.1938112840649211</c:v>
                </c:pt>
                <c:pt idx="2535">
                  <c:v>3.1938112840649211</c:v>
                </c:pt>
                <c:pt idx="2536">
                  <c:v>3.1947128189206069</c:v>
                </c:pt>
                <c:pt idx="2537">
                  <c:v>3.1947128189206069</c:v>
                </c:pt>
                <c:pt idx="2538">
                  <c:v>3.1962861730512162</c:v>
                </c:pt>
                <c:pt idx="2539">
                  <c:v>3.1962861730512162</c:v>
                </c:pt>
                <c:pt idx="2540">
                  <c:v>3.1966257644224738</c:v>
                </c:pt>
                <c:pt idx="2541">
                  <c:v>3.1966257644224738</c:v>
                </c:pt>
                <c:pt idx="2542">
                  <c:v>3.1979304392805279</c:v>
                </c:pt>
                <c:pt idx="2543">
                  <c:v>3.1979304392805279</c:v>
                </c:pt>
                <c:pt idx="2544">
                  <c:v>3.4299462972744781</c:v>
                </c:pt>
                <c:pt idx="2545">
                  <c:v>3.4299462972744781</c:v>
                </c:pt>
                <c:pt idx="2546">
                  <c:v>3.4354807244318488</c:v>
                </c:pt>
                <c:pt idx="2547">
                  <c:v>3.4354807244318488</c:v>
                </c:pt>
                <c:pt idx="2548">
                  <c:v>3.4535796641860235</c:v>
                </c:pt>
                <c:pt idx="2549">
                  <c:v>3.4535796641860235</c:v>
                </c:pt>
                <c:pt idx="2550">
                  <c:v>3.4733547550326045</c:v>
                </c:pt>
                <c:pt idx="2551">
                  <c:v>3.4733547550326045</c:v>
                </c:pt>
                <c:pt idx="2552">
                  <c:v>3.4782994394920195</c:v>
                </c:pt>
                <c:pt idx="2553">
                  <c:v>3.4782994394920195</c:v>
                </c:pt>
                <c:pt idx="2554">
                  <c:v>3.4815248463511166</c:v>
                </c:pt>
                <c:pt idx="2555">
                  <c:v>3.4815248463511166</c:v>
                </c:pt>
                <c:pt idx="2556">
                  <c:v>3.5020087639539867</c:v>
                </c:pt>
                <c:pt idx="2557">
                  <c:v>3.5020087639539867</c:v>
                </c:pt>
                <c:pt idx="2558">
                  <c:v>3.5012023290734207</c:v>
                </c:pt>
                <c:pt idx="2559">
                  <c:v>3.5012023290734207</c:v>
                </c:pt>
                <c:pt idx="2560">
                  <c:v>3.5123659973086809</c:v>
                </c:pt>
                <c:pt idx="2561">
                  <c:v>3.5123659973086809</c:v>
                </c:pt>
                <c:pt idx="2562">
                  <c:v>3.521844455581399</c:v>
                </c:pt>
                <c:pt idx="2563">
                  <c:v>3.521844455581399</c:v>
                </c:pt>
                <c:pt idx="2564">
                  <c:v>3.5502367397510732</c:v>
                </c:pt>
                <c:pt idx="2565">
                  <c:v>3.5502367397510732</c:v>
                </c:pt>
                <c:pt idx="2566">
                  <c:v>3.5840135536140445</c:v>
                </c:pt>
                <c:pt idx="2567">
                  <c:v>3.5840135536140445</c:v>
                </c:pt>
                <c:pt idx="2568">
                  <c:v>3.5892498057826225</c:v>
                </c:pt>
                <c:pt idx="2569">
                  <c:v>3.5892498057826225</c:v>
                </c:pt>
                <c:pt idx="2570">
                  <c:v>3.5982230908682435</c:v>
                </c:pt>
                <c:pt idx="2571">
                  <c:v>3.5982230908682435</c:v>
                </c:pt>
                <c:pt idx="2572">
                  <c:v>3.6190797267385686</c:v>
                </c:pt>
                <c:pt idx="2573">
                  <c:v>3.6190797267385686</c:v>
                </c:pt>
                <c:pt idx="2574">
                  <c:v>3.6205597937514322</c:v>
                </c:pt>
                <c:pt idx="2575">
                  <c:v>3.6205597937514322</c:v>
                </c:pt>
                <c:pt idx="2576">
                  <c:v>3.6229013459530073</c:v>
                </c:pt>
                <c:pt idx="2577">
                  <c:v>3.6229013459530073</c:v>
                </c:pt>
                <c:pt idx="2578">
                  <c:v>3.6595220366903782</c:v>
                </c:pt>
                <c:pt idx="2579">
                  <c:v>3.6595220366903782</c:v>
                </c:pt>
                <c:pt idx="2580">
                  <c:v>3.6625756106757423</c:v>
                </c:pt>
                <c:pt idx="2581">
                  <c:v>3.6625756106757423</c:v>
                </c:pt>
                <c:pt idx="2582">
                  <c:v>3.6633081702007857</c:v>
                </c:pt>
                <c:pt idx="2583">
                  <c:v>3.6633081702007857</c:v>
                </c:pt>
                <c:pt idx="2584">
                  <c:v>3.6794552267738672</c:v>
                </c:pt>
                <c:pt idx="2585">
                  <c:v>3.6794552267738672</c:v>
                </c:pt>
                <c:pt idx="2586">
                  <c:v>3.6836906023628657</c:v>
                </c:pt>
                <c:pt idx="2587">
                  <c:v>3.6836906023628657</c:v>
                </c:pt>
                <c:pt idx="2588">
                  <c:v>3.6770382405980468</c:v>
                </c:pt>
                <c:pt idx="2589">
                  <c:v>3.6770382405980468</c:v>
                </c:pt>
                <c:pt idx="2590">
                  <c:v>3.6825088154798911</c:v>
                </c:pt>
                <c:pt idx="2591">
                  <c:v>3.6825088154798911</c:v>
                </c:pt>
                <c:pt idx="2592">
                  <c:v>3.6912319867700649</c:v>
                </c:pt>
                <c:pt idx="2593">
                  <c:v>3.6912319867700649</c:v>
                </c:pt>
                <c:pt idx="2594">
                  <c:v>3.6942519553980251</c:v>
                </c:pt>
                <c:pt idx="2595">
                  <c:v>3.6942519553980251</c:v>
                </c:pt>
                <c:pt idx="2596">
                  <c:v>3.7013328845102262</c:v>
                </c:pt>
                <c:pt idx="2597">
                  <c:v>3.7013328845102262</c:v>
                </c:pt>
                <c:pt idx="2598">
                  <c:v>3.705939787344648</c:v>
                </c:pt>
                <c:pt idx="2599">
                  <c:v>3.705939787344648</c:v>
                </c:pt>
                <c:pt idx="2600">
                  <c:v>3.7101978560129214</c:v>
                </c:pt>
                <c:pt idx="2601">
                  <c:v>3.7101978560129214</c:v>
                </c:pt>
                <c:pt idx="2602">
                  <c:v>3.7407034254996665</c:v>
                </c:pt>
                <c:pt idx="2603">
                  <c:v>3.7407034254996665</c:v>
                </c:pt>
                <c:pt idx="2604">
                  <c:v>3.747270682063871</c:v>
                </c:pt>
                <c:pt idx="2605">
                  <c:v>3.747270682063871</c:v>
                </c:pt>
                <c:pt idx="2606">
                  <c:v>3.7460859456434612</c:v>
                </c:pt>
                <c:pt idx="2607">
                  <c:v>3.7460859456434612</c:v>
                </c:pt>
                <c:pt idx="2608">
                  <c:v>3.7477499935748182</c:v>
                </c:pt>
                <c:pt idx="2609">
                  <c:v>3.7477499935748182</c:v>
                </c:pt>
                <c:pt idx="2610">
                  <c:v>3.794440033516687</c:v>
                </c:pt>
                <c:pt idx="2611">
                  <c:v>3.794440033516687</c:v>
                </c:pt>
                <c:pt idx="2612">
                  <c:v>3.8002378320830759</c:v>
                </c:pt>
                <c:pt idx="2613">
                  <c:v>3.8002378320830759</c:v>
                </c:pt>
                <c:pt idx="2614">
                  <c:v>3.801437950855453</c:v>
                </c:pt>
                <c:pt idx="2615">
                  <c:v>3.801437950855453</c:v>
                </c:pt>
                <c:pt idx="2616">
                  <c:v>3.8190875249926761</c:v>
                </c:pt>
                <c:pt idx="2617">
                  <c:v>3.8190875249926761</c:v>
                </c:pt>
                <c:pt idx="2618">
                  <c:v>3.8407073212163105</c:v>
                </c:pt>
                <c:pt idx="2619">
                  <c:v>3.8407073212163105</c:v>
                </c:pt>
                <c:pt idx="2620">
                  <c:v>3.832730181472515</c:v>
                </c:pt>
                <c:pt idx="2621">
                  <c:v>3.832730181472515</c:v>
                </c:pt>
                <c:pt idx="2622">
                  <c:v>3.8340760879055762</c:v>
                </c:pt>
                <c:pt idx="2623">
                  <c:v>3.8340760879055762</c:v>
                </c:pt>
                <c:pt idx="2624">
                  <c:v>3.8422532579732818</c:v>
                </c:pt>
                <c:pt idx="2625">
                  <c:v>3.8422532579732818</c:v>
                </c:pt>
                <c:pt idx="2626">
                  <c:v>3.8574311276886659</c:v>
                </c:pt>
                <c:pt idx="2627">
                  <c:v>3.8574311276886659</c:v>
                </c:pt>
                <c:pt idx="2628">
                  <c:v>3.8940385163175057</c:v>
                </c:pt>
                <c:pt idx="2629">
                  <c:v>3.8940385163175057</c:v>
                </c:pt>
                <c:pt idx="2630">
                  <c:v>3.916727249035981</c:v>
                </c:pt>
                <c:pt idx="2631">
                  <c:v>3.916727249035981</c:v>
                </c:pt>
                <c:pt idx="2632">
                  <c:v>3.9515269942010822</c:v>
                </c:pt>
                <c:pt idx="2633">
                  <c:v>3.9515269942010822</c:v>
                </c:pt>
                <c:pt idx="2634">
                  <c:v>3.9650692201725617</c:v>
                </c:pt>
                <c:pt idx="2635">
                  <c:v>3.9650692201725617</c:v>
                </c:pt>
                <c:pt idx="2636">
                  <c:v>3.9794697449671572</c:v>
                </c:pt>
                <c:pt idx="2637">
                  <c:v>3.9794697449671572</c:v>
                </c:pt>
                <c:pt idx="2638">
                  <c:v>4.0065318321874921</c:v>
                </c:pt>
                <c:pt idx="2639">
                  <c:v>4.0065318321874921</c:v>
                </c:pt>
                <c:pt idx="2640">
                  <c:v>4.1020578493546589</c:v>
                </c:pt>
                <c:pt idx="2641">
                  <c:v>4.1020578493546589</c:v>
                </c:pt>
                <c:pt idx="2642">
                  <c:v>4.1123034801655498</c:v>
                </c:pt>
                <c:pt idx="2643">
                  <c:v>4.1123034801655498</c:v>
                </c:pt>
                <c:pt idx="2644">
                  <c:v>4.1312817024626067</c:v>
                </c:pt>
                <c:pt idx="2645">
                  <c:v>4.1312817024626067</c:v>
                </c:pt>
                <c:pt idx="2646">
                  <c:v>4.1335394346463659</c:v>
                </c:pt>
                <c:pt idx="2647">
                  <c:v>4.1335394346463659</c:v>
                </c:pt>
                <c:pt idx="2648">
                  <c:v>4.1333991995255088</c:v>
                </c:pt>
                <c:pt idx="2649">
                  <c:v>4.1333991995255088</c:v>
                </c:pt>
                <c:pt idx="2650">
                  <c:v>4.1666182162244461</c:v>
                </c:pt>
                <c:pt idx="2651">
                  <c:v>4.1666182162244461</c:v>
                </c:pt>
                <c:pt idx="2652">
                  <c:v>4.1917847876195431</c:v>
                </c:pt>
                <c:pt idx="2653">
                  <c:v>4.1917847876195431</c:v>
                </c:pt>
                <c:pt idx="2654">
                  <c:v>4.2291625436702232</c:v>
                </c:pt>
                <c:pt idx="2655">
                  <c:v>4.2291625436702232</c:v>
                </c:pt>
                <c:pt idx="2656">
                  <c:v>4.2294961554090351</c:v>
                </c:pt>
                <c:pt idx="2657">
                  <c:v>4.2294961554090351</c:v>
                </c:pt>
                <c:pt idx="2658">
                  <c:v>4.236177027152964</c:v>
                </c:pt>
                <c:pt idx="2659">
                  <c:v>4.236177027152964</c:v>
                </c:pt>
                <c:pt idx="2660">
                  <c:v>4.2346866971023731</c:v>
                </c:pt>
                <c:pt idx="2661">
                  <c:v>4.2346866971023731</c:v>
                </c:pt>
                <c:pt idx="2662">
                  <c:v>4.2467589267408608</c:v>
                </c:pt>
                <c:pt idx="2663">
                  <c:v>4.2467589267408608</c:v>
                </c:pt>
                <c:pt idx="2664">
                  <c:v>4.3002425478764223</c:v>
                </c:pt>
                <c:pt idx="2665">
                  <c:v>4.3002425478764223</c:v>
                </c:pt>
                <c:pt idx="2666">
                  <c:v>4.308562726523359</c:v>
                </c:pt>
                <c:pt idx="2667">
                  <c:v>4.308562726523359</c:v>
                </c:pt>
                <c:pt idx="2668">
                  <c:v>4.3117500581234482</c:v>
                </c:pt>
                <c:pt idx="2669">
                  <c:v>4.3117500581234482</c:v>
                </c:pt>
                <c:pt idx="2670">
                  <c:v>4.3183089530036369</c:v>
                </c:pt>
                <c:pt idx="2671">
                  <c:v>4.3183089530036369</c:v>
                </c:pt>
                <c:pt idx="2672">
                  <c:v>4.3360554837222995</c:v>
                </c:pt>
                <c:pt idx="2673">
                  <c:v>4.3360554837222995</c:v>
                </c:pt>
                <c:pt idx="2674">
                  <c:v>4.3941263116568257</c:v>
                </c:pt>
                <c:pt idx="2675">
                  <c:v>4.3941263116568257</c:v>
                </c:pt>
                <c:pt idx="2676">
                  <c:v>4.4116087548619909</c:v>
                </c:pt>
                <c:pt idx="2677">
                  <c:v>4.4116087548619909</c:v>
                </c:pt>
                <c:pt idx="2678">
                  <c:v>4.415984274656001</c:v>
                </c:pt>
                <c:pt idx="2679">
                  <c:v>4.415984274656001</c:v>
                </c:pt>
                <c:pt idx="2680">
                  <c:v>4.4474279923955349</c:v>
                </c:pt>
                <c:pt idx="2681">
                  <c:v>4.4474279923955349</c:v>
                </c:pt>
                <c:pt idx="2682">
                  <c:v>4.4506124144138823</c:v>
                </c:pt>
                <c:pt idx="2683">
                  <c:v>4.4506124144138823</c:v>
                </c:pt>
                <c:pt idx="2684">
                  <c:v>4.4612061552827669</c:v>
                </c:pt>
                <c:pt idx="2685">
                  <c:v>4.4612061552827669</c:v>
                </c:pt>
                <c:pt idx="2686">
                  <c:v>4.4659061157801068</c:v>
                </c:pt>
                <c:pt idx="2687">
                  <c:v>4.4659061157801068</c:v>
                </c:pt>
                <c:pt idx="2688">
                  <c:v>4.4843925322124196</c:v>
                </c:pt>
                <c:pt idx="2689">
                  <c:v>4.4843925322124196</c:v>
                </c:pt>
                <c:pt idx="2690">
                  <c:v>4.4834031279309485</c:v>
                </c:pt>
                <c:pt idx="2691">
                  <c:v>4.4834031279309485</c:v>
                </c:pt>
                <c:pt idx="2692">
                  <c:v>4.4917670452178138</c:v>
                </c:pt>
                <c:pt idx="2693">
                  <c:v>4.4917670452178138</c:v>
                </c:pt>
                <c:pt idx="2694">
                  <c:v>4.4940828097637509</c:v>
                </c:pt>
                <c:pt idx="2695">
                  <c:v>4.4940828097637509</c:v>
                </c:pt>
                <c:pt idx="2696">
                  <c:v>4.4957143992700495</c:v>
                </c:pt>
                <c:pt idx="2697">
                  <c:v>4.4957143992700495</c:v>
                </c:pt>
                <c:pt idx="2698">
                  <c:v>4.5251146223244181</c:v>
                </c:pt>
                <c:pt idx="2699">
                  <c:v>4.5251146223244181</c:v>
                </c:pt>
                <c:pt idx="2700">
                  <c:v>4.5398243842593082</c:v>
                </c:pt>
                <c:pt idx="2701">
                  <c:v>4.5398243842593082</c:v>
                </c:pt>
                <c:pt idx="2702">
                  <c:v>4.544742829320132</c:v>
                </c:pt>
                <c:pt idx="2703">
                  <c:v>4.544742829320132</c:v>
                </c:pt>
                <c:pt idx="2704">
                  <c:v>4.8408034642232911</c:v>
                </c:pt>
                <c:pt idx="2705">
                  <c:v>4.8408034642232911</c:v>
                </c:pt>
                <c:pt idx="2706">
                  <c:v>4.8397319816373434</c:v>
                </c:pt>
                <c:pt idx="2707">
                  <c:v>4.8397319816373434</c:v>
                </c:pt>
                <c:pt idx="2708">
                  <c:v>4.9029708917159347</c:v>
                </c:pt>
                <c:pt idx="2709">
                  <c:v>4.9029708917159347</c:v>
                </c:pt>
                <c:pt idx="2710">
                  <c:v>4.9113460133197302</c:v>
                </c:pt>
                <c:pt idx="2711">
                  <c:v>4.9113460133197302</c:v>
                </c:pt>
                <c:pt idx="2712">
                  <c:v>4.9652220218006367</c:v>
                </c:pt>
                <c:pt idx="2713">
                  <c:v>4.9652220218006367</c:v>
                </c:pt>
                <c:pt idx="2714">
                  <c:v>4.959799134129864</c:v>
                </c:pt>
                <c:pt idx="2715">
                  <c:v>4.959799134129864</c:v>
                </c:pt>
                <c:pt idx="2716">
                  <c:v>4.9728145213933281</c:v>
                </c:pt>
                <c:pt idx="2717">
                  <c:v>4.9728145213933281</c:v>
                </c:pt>
                <c:pt idx="2718">
                  <c:v>4.9862135807864449</c:v>
                </c:pt>
                <c:pt idx="2719">
                  <c:v>4.9862135807864449</c:v>
                </c:pt>
                <c:pt idx="2720">
                  <c:v>5.0242362718240328</c:v>
                </c:pt>
                <c:pt idx="2721">
                  <c:v>5.0242362718240328</c:v>
                </c:pt>
                <c:pt idx="2722">
                  <c:v>5.0240695800549169</c:v>
                </c:pt>
                <c:pt idx="2723">
                  <c:v>5.0240695800549169</c:v>
                </c:pt>
                <c:pt idx="2724">
                  <c:v>5.045402877726457</c:v>
                </c:pt>
                <c:pt idx="2725">
                  <c:v>5.045402877726457</c:v>
                </c:pt>
                <c:pt idx="2726">
                  <c:v>5.0369976771038409</c:v>
                </c:pt>
                <c:pt idx="2727">
                  <c:v>5.0369976771038409</c:v>
                </c:pt>
                <c:pt idx="2728">
                  <c:v>5.0354538024605695</c:v>
                </c:pt>
                <c:pt idx="2729">
                  <c:v>5.0354538024605695</c:v>
                </c:pt>
                <c:pt idx="2730">
                  <c:v>5.1254178447206256</c:v>
                </c:pt>
                <c:pt idx="2731">
                  <c:v>5.1254178447206256</c:v>
                </c:pt>
                <c:pt idx="2732">
                  <c:v>5.1317842114629331</c:v>
                </c:pt>
                <c:pt idx="2733">
                  <c:v>5.1317842114629331</c:v>
                </c:pt>
                <c:pt idx="2734">
                  <c:v>5.1892526931316869</c:v>
                </c:pt>
                <c:pt idx="2735">
                  <c:v>5.1892526931316869</c:v>
                </c:pt>
                <c:pt idx="2736">
                  <c:v>5.1894753810248746</c:v>
                </c:pt>
                <c:pt idx="2737">
                  <c:v>5.1894753810248746</c:v>
                </c:pt>
                <c:pt idx="2738">
                  <c:v>5.194939430728172</c:v>
                </c:pt>
                <c:pt idx="2739">
                  <c:v>5.194939430728172</c:v>
                </c:pt>
                <c:pt idx="2740">
                  <c:v>5.2669436280925286</c:v>
                </c:pt>
                <c:pt idx="2741">
                  <c:v>5.2669436280925286</c:v>
                </c:pt>
                <c:pt idx="2742">
                  <c:v>5.2901724896211313</c:v>
                </c:pt>
                <c:pt idx="2743">
                  <c:v>5.2901724896211313</c:v>
                </c:pt>
                <c:pt idx="2744">
                  <c:v>5.2956018588805804</c:v>
                </c:pt>
                <c:pt idx="2745">
                  <c:v>5.2956018588805804</c:v>
                </c:pt>
                <c:pt idx="2746">
                  <c:v>5.3252427845190535</c:v>
                </c:pt>
                <c:pt idx="2747">
                  <c:v>5.3252427845190535</c:v>
                </c:pt>
                <c:pt idx="2748">
                  <c:v>5.3322172571364463</c:v>
                </c:pt>
                <c:pt idx="2749">
                  <c:v>5.3322172571364463</c:v>
                </c:pt>
                <c:pt idx="2750">
                  <c:v>5.335123794248581</c:v>
                </c:pt>
                <c:pt idx="2751">
                  <c:v>5.335123794248581</c:v>
                </c:pt>
                <c:pt idx="2752">
                  <c:v>5.3713554304690794</c:v>
                </c:pt>
                <c:pt idx="2753">
                  <c:v>5.3713554304690794</c:v>
                </c:pt>
                <c:pt idx="2754">
                  <c:v>5.3930677876329671</c:v>
                </c:pt>
                <c:pt idx="2755">
                  <c:v>5.3930677876329671</c:v>
                </c:pt>
                <c:pt idx="2756">
                  <c:v>5.4205887884622364</c:v>
                </c:pt>
                <c:pt idx="2757">
                  <c:v>5.4205887884622364</c:v>
                </c:pt>
                <c:pt idx="2758">
                  <c:v>5.42686849372331</c:v>
                </c:pt>
                <c:pt idx="2759">
                  <c:v>5.42686849372331</c:v>
                </c:pt>
                <c:pt idx="2760">
                  <c:v>5.443825486840792</c:v>
                </c:pt>
                <c:pt idx="2761">
                  <c:v>5.443825486840792</c:v>
                </c:pt>
                <c:pt idx="2762">
                  <c:v>5.4648472813750502</c:v>
                </c:pt>
                <c:pt idx="2763">
                  <c:v>5.4648472813750502</c:v>
                </c:pt>
                <c:pt idx="2764">
                  <c:v>5.7396926327158475</c:v>
                </c:pt>
                <c:pt idx="2765">
                  <c:v>5.7396926327158475</c:v>
                </c:pt>
                <c:pt idx="2766">
                  <c:v>5.7676111955394846</c:v>
                </c:pt>
                <c:pt idx="2767">
                  <c:v>5.7676111955394846</c:v>
                </c:pt>
                <c:pt idx="2768">
                  <c:v>5.8647289061411243</c:v>
                </c:pt>
                <c:pt idx="2769">
                  <c:v>5.8647289061411243</c:v>
                </c:pt>
                <c:pt idx="2770">
                  <c:v>5.88037197693974</c:v>
                </c:pt>
                <c:pt idx="2771">
                  <c:v>5.88037197693974</c:v>
                </c:pt>
                <c:pt idx="2772">
                  <c:v>5.8852528866867511</c:v>
                </c:pt>
                <c:pt idx="2773">
                  <c:v>5.8852528866867511</c:v>
                </c:pt>
                <c:pt idx="2774">
                  <c:v>5.8869895127337575</c:v>
                </c:pt>
                <c:pt idx="2775">
                  <c:v>5.8869895127337575</c:v>
                </c:pt>
                <c:pt idx="2776">
                  <c:v>5.9019477580925646</c:v>
                </c:pt>
                <c:pt idx="2777">
                  <c:v>5.9019477580925646</c:v>
                </c:pt>
                <c:pt idx="2778">
                  <c:v>5.894850277281412</c:v>
                </c:pt>
                <c:pt idx="2779">
                  <c:v>5.894850277281412</c:v>
                </c:pt>
                <c:pt idx="2780">
                  <c:v>5.899200919716117</c:v>
                </c:pt>
                <c:pt idx="2781">
                  <c:v>5.899200919716117</c:v>
                </c:pt>
                <c:pt idx="2782">
                  <c:v>5.9674928082910057</c:v>
                </c:pt>
                <c:pt idx="2783">
                  <c:v>5.9674928082910057</c:v>
                </c:pt>
                <c:pt idx="2784">
                  <c:v>5.9659226504742469</c:v>
                </c:pt>
                <c:pt idx="2785">
                  <c:v>5.9659226504742469</c:v>
                </c:pt>
                <c:pt idx="2786">
                  <c:v>7.0209244956394903</c:v>
                </c:pt>
                <c:pt idx="2787">
                  <c:v>7.0209244956394903</c:v>
                </c:pt>
                <c:pt idx="2788">
                  <c:v>7.0442745117708485</c:v>
                </c:pt>
                <c:pt idx="2789">
                  <c:v>7.0442745117708485</c:v>
                </c:pt>
                <c:pt idx="2790">
                  <c:v>7.0698566674371861</c:v>
                </c:pt>
                <c:pt idx="2791">
                  <c:v>7.0698566674371861</c:v>
                </c:pt>
                <c:pt idx="2792">
                  <c:v>7.081318227861586</c:v>
                </c:pt>
                <c:pt idx="2793">
                  <c:v>7.081318227861586</c:v>
                </c:pt>
                <c:pt idx="2794">
                  <c:v>7.0876283332766867</c:v>
                </c:pt>
                <c:pt idx="2795">
                  <c:v>7.0876283332766867</c:v>
                </c:pt>
                <c:pt idx="2796">
                  <c:v>7.095243905697795</c:v>
                </c:pt>
                <c:pt idx="2797">
                  <c:v>7.095243905697795</c:v>
                </c:pt>
                <c:pt idx="2798">
                  <c:v>7.0927248807622485</c:v>
                </c:pt>
                <c:pt idx="2799">
                  <c:v>7.0927248807622485</c:v>
                </c:pt>
                <c:pt idx="2800">
                  <c:v>7.2415219933383188</c:v>
                </c:pt>
                <c:pt idx="2801">
                  <c:v>7.2415219933383188</c:v>
                </c:pt>
                <c:pt idx="2802">
                  <c:v>7.2538328303374797</c:v>
                </c:pt>
                <c:pt idx="2803">
                  <c:v>7.2538328303374797</c:v>
                </c:pt>
                <c:pt idx="2804">
                  <c:v>7.2581539907489336</c:v>
                </c:pt>
                <c:pt idx="2805">
                  <c:v>7.2581539907489336</c:v>
                </c:pt>
                <c:pt idx="2806">
                  <c:v>7.3699255425812478</c:v>
                </c:pt>
                <c:pt idx="2807">
                  <c:v>7.3699255425812478</c:v>
                </c:pt>
                <c:pt idx="2808">
                  <c:v>7.5119231052954341</c:v>
                </c:pt>
                <c:pt idx="2809">
                  <c:v>7.5119231052954341</c:v>
                </c:pt>
                <c:pt idx="2810">
                  <c:v>7.5279162155784629</c:v>
                </c:pt>
                <c:pt idx="2811">
                  <c:v>7.5279162155784629</c:v>
                </c:pt>
                <c:pt idx="2812">
                  <c:v>7.517070698307343</c:v>
                </c:pt>
                <c:pt idx="2813">
                  <c:v>7.517070698307343</c:v>
                </c:pt>
                <c:pt idx="2814">
                  <c:v>7.5310135161506491</c:v>
                </c:pt>
                <c:pt idx="2815">
                  <c:v>7.5310135161506491</c:v>
                </c:pt>
                <c:pt idx="2816">
                  <c:v>7.5805942339234882</c:v>
                </c:pt>
                <c:pt idx="2817">
                  <c:v>7.5805942339234882</c:v>
                </c:pt>
                <c:pt idx="2818">
                  <c:v>7.5817311024258807</c:v>
                </c:pt>
                <c:pt idx="2819">
                  <c:v>7.5817311024258807</c:v>
                </c:pt>
                <c:pt idx="2820">
                  <c:v>7.5880443318277697</c:v>
                </c:pt>
                <c:pt idx="2821">
                  <c:v>7.5880443318277697</c:v>
                </c:pt>
                <c:pt idx="2822">
                  <c:v>7.6261881711536015</c:v>
                </c:pt>
                <c:pt idx="2823">
                  <c:v>7.6261881711536015</c:v>
                </c:pt>
                <c:pt idx="2824">
                  <c:v>7.6151903035653277</c:v>
                </c:pt>
                <c:pt idx="2825">
                  <c:v>7.6151903035653277</c:v>
                </c:pt>
                <c:pt idx="2826">
                  <c:v>7.7904919048062791</c:v>
                </c:pt>
                <c:pt idx="2827">
                  <c:v>7.7904919048062791</c:v>
                </c:pt>
                <c:pt idx="2828">
                  <c:v>7.9105520598685901</c:v>
                </c:pt>
                <c:pt idx="2829">
                  <c:v>7.9105520598685901</c:v>
                </c:pt>
                <c:pt idx="2830">
                  <c:v>7.9608848142629043</c:v>
                </c:pt>
                <c:pt idx="2831">
                  <c:v>7.9608848142629043</c:v>
                </c:pt>
                <c:pt idx="2832">
                  <c:v>7.9731919917013609</c:v>
                </c:pt>
                <c:pt idx="2833">
                  <c:v>7.9731919917013609</c:v>
                </c:pt>
                <c:pt idx="2834">
                  <c:v>7.970813946772064</c:v>
                </c:pt>
                <c:pt idx="2835">
                  <c:v>7.970813946772064</c:v>
                </c:pt>
                <c:pt idx="2836">
                  <c:v>8.0049024898946204</c:v>
                </c:pt>
                <c:pt idx="2837">
                  <c:v>8.0049024898946204</c:v>
                </c:pt>
                <c:pt idx="2838">
                  <c:v>7.9975370740092719</c:v>
                </c:pt>
                <c:pt idx="2839">
                  <c:v>7.9975370740092719</c:v>
                </c:pt>
                <c:pt idx="2840">
                  <c:v>7.9779131919553166</c:v>
                </c:pt>
                <c:pt idx="2841">
                  <c:v>7.9779131919553166</c:v>
                </c:pt>
                <c:pt idx="2842">
                  <c:v>7.9761863579621322</c:v>
                </c:pt>
                <c:pt idx="2843">
                  <c:v>7.9761863579621322</c:v>
                </c:pt>
                <c:pt idx="2844">
                  <c:v>7.9549853983559942</c:v>
                </c:pt>
                <c:pt idx="2845">
                  <c:v>7.9549853983559942</c:v>
                </c:pt>
                <c:pt idx="2846">
                  <c:v>8.1571810021163067</c:v>
                </c:pt>
                <c:pt idx="2847">
                  <c:v>8.1571810021163067</c:v>
                </c:pt>
                <c:pt idx="2848">
                  <c:v>8.1512779371498176</c:v>
                </c:pt>
                <c:pt idx="2849">
                  <c:v>8.1512779371498176</c:v>
                </c:pt>
                <c:pt idx="2850">
                  <c:v>8.1656567221786407</c:v>
                </c:pt>
                <c:pt idx="2851">
                  <c:v>8.1656567221786407</c:v>
                </c:pt>
                <c:pt idx="2852">
                  <c:v>8.1558879751756255</c:v>
                </c:pt>
                <c:pt idx="2853">
                  <c:v>8.1558879751756255</c:v>
                </c:pt>
                <c:pt idx="2854">
                  <c:v>8.1555507106730118</c:v>
                </c:pt>
                <c:pt idx="2855">
                  <c:v>8.1555507106730118</c:v>
                </c:pt>
                <c:pt idx="2856">
                  <c:v>8.1674276661769891</c:v>
                </c:pt>
                <c:pt idx="2857">
                  <c:v>8.1674276661769891</c:v>
                </c:pt>
                <c:pt idx="2858">
                  <c:v>8.1780111568635316</c:v>
                </c:pt>
                <c:pt idx="2859">
                  <c:v>8.1780111568635316</c:v>
                </c:pt>
                <c:pt idx="2860">
                  <c:v>8.2468855098920919</c:v>
                </c:pt>
                <c:pt idx="2861">
                  <c:v>8.2468855098920919</c:v>
                </c:pt>
                <c:pt idx="2862">
                  <c:v>8.3135886872000917</c:v>
                </c:pt>
                <c:pt idx="2863">
                  <c:v>8.3135886872000917</c:v>
                </c:pt>
                <c:pt idx="2864">
                  <c:v>8.5257613646854775</c:v>
                </c:pt>
                <c:pt idx="2865">
                  <c:v>8.5257613646854775</c:v>
                </c:pt>
                <c:pt idx="2866">
                  <c:v>8.5855885736642783</c:v>
                </c:pt>
                <c:pt idx="2867">
                  <c:v>8.5855885736642783</c:v>
                </c:pt>
                <c:pt idx="2868">
                  <c:v>8.5758069658787068</c:v>
                </c:pt>
                <c:pt idx="2869">
                  <c:v>8.5758069658787068</c:v>
                </c:pt>
                <c:pt idx="2870">
                  <c:v>8.582417892756979</c:v>
                </c:pt>
                <c:pt idx="2871">
                  <c:v>8.582417892756979</c:v>
                </c:pt>
                <c:pt idx="2872">
                  <c:v>8.6965841442379102</c:v>
                </c:pt>
                <c:pt idx="2873">
                  <c:v>8.6965841442379102</c:v>
                </c:pt>
                <c:pt idx="2874">
                  <c:v>8.9735282119752391</c:v>
                </c:pt>
                <c:pt idx="2875">
                  <c:v>8.9735282119752391</c:v>
                </c:pt>
                <c:pt idx="2876">
                  <c:v>8.9843814582305139</c:v>
                </c:pt>
                <c:pt idx="2877">
                  <c:v>8.9843814582305139</c:v>
                </c:pt>
                <c:pt idx="2878">
                  <c:v>9.0030491255395901</c:v>
                </c:pt>
                <c:pt idx="2879">
                  <c:v>9.0030491255395901</c:v>
                </c:pt>
                <c:pt idx="2880">
                  <c:v>9.0183555300377112</c:v>
                </c:pt>
                <c:pt idx="2881">
                  <c:v>9.0183555300377112</c:v>
                </c:pt>
                <c:pt idx="2882">
                  <c:v>9.1342542220373808</c:v>
                </c:pt>
                <c:pt idx="2883">
                  <c:v>9.1342542220373808</c:v>
                </c:pt>
                <c:pt idx="2884">
                  <c:v>9.1531302307672835</c:v>
                </c:pt>
                <c:pt idx="2885">
                  <c:v>9.1531302307672835</c:v>
                </c:pt>
                <c:pt idx="2886">
                  <c:v>9.1679294247215175</c:v>
                </c:pt>
                <c:pt idx="2887">
                  <c:v>9.1679294247215175</c:v>
                </c:pt>
                <c:pt idx="2888">
                  <c:v>9.2329944414503249</c:v>
                </c:pt>
                <c:pt idx="2889">
                  <c:v>9.2329944414503249</c:v>
                </c:pt>
                <c:pt idx="2890">
                  <c:v>9.2631140628665278</c:v>
                </c:pt>
                <c:pt idx="2891">
                  <c:v>9.2631140628665278</c:v>
                </c:pt>
                <c:pt idx="2892">
                  <c:v>9.3863142374988886</c:v>
                </c:pt>
                <c:pt idx="2893">
                  <c:v>9.3863142374988886</c:v>
                </c:pt>
                <c:pt idx="2894">
                  <c:v>9.3974982239174807</c:v>
                </c:pt>
                <c:pt idx="2895">
                  <c:v>9.3974982239174807</c:v>
                </c:pt>
                <c:pt idx="2896">
                  <c:v>9.4894845071523957</c:v>
                </c:pt>
                <c:pt idx="2897">
                  <c:v>9.4894845071523957</c:v>
                </c:pt>
                <c:pt idx="2898">
                  <c:v>9.4868553336020156</c:v>
                </c:pt>
                <c:pt idx="2899">
                  <c:v>9.4868553336020156</c:v>
                </c:pt>
                <c:pt idx="2900">
                  <c:v>9.9952444460889893</c:v>
                </c:pt>
                <c:pt idx="2901">
                  <c:v>9.9952444460889893</c:v>
                </c:pt>
                <c:pt idx="2902">
                  <c:v>10.034544900832852</c:v>
                </c:pt>
                <c:pt idx="2903">
                  <c:v>10.034544900832852</c:v>
                </c:pt>
                <c:pt idx="2904">
                  <c:v>10.048842633195628</c:v>
                </c:pt>
                <c:pt idx="2905">
                  <c:v>10.048842633195628</c:v>
                </c:pt>
                <c:pt idx="2906">
                  <c:v>10.800672148432851</c:v>
                </c:pt>
                <c:pt idx="2907">
                  <c:v>10.800672148432851</c:v>
                </c:pt>
                <c:pt idx="2908">
                  <c:v>10.815276211286388</c:v>
                </c:pt>
                <c:pt idx="2909">
                  <c:v>10.815276211286388</c:v>
                </c:pt>
                <c:pt idx="2910">
                  <c:v>10.853660496925734</c:v>
                </c:pt>
                <c:pt idx="2911">
                  <c:v>10.853660496925734</c:v>
                </c:pt>
                <c:pt idx="2912">
                  <c:v>10.841186598941036</c:v>
                </c:pt>
                <c:pt idx="2913">
                  <c:v>10.841186598941036</c:v>
                </c:pt>
                <c:pt idx="2914">
                  <c:v>11.111018529138796</c:v>
                </c:pt>
                <c:pt idx="2915">
                  <c:v>11.111018529138796</c:v>
                </c:pt>
                <c:pt idx="2916">
                  <c:v>11.314922671533706</c:v>
                </c:pt>
                <c:pt idx="2917">
                  <c:v>11.314922671533706</c:v>
                </c:pt>
                <c:pt idx="2918">
                  <c:v>11.31268693647176</c:v>
                </c:pt>
                <c:pt idx="2919">
                  <c:v>11.31268693647176</c:v>
                </c:pt>
                <c:pt idx="2920">
                  <c:v>11.44095686099072</c:v>
                </c:pt>
                <c:pt idx="2921">
                  <c:v>11.44095686099072</c:v>
                </c:pt>
                <c:pt idx="2922">
                  <c:v>11.50489320246535</c:v>
                </c:pt>
                <c:pt idx="2923">
                  <c:v>11.50489320246535</c:v>
                </c:pt>
                <c:pt idx="2924">
                  <c:v>11.541475262382988</c:v>
                </c:pt>
                <c:pt idx="2925">
                  <c:v>11.541475262382988</c:v>
                </c:pt>
                <c:pt idx="2926">
                  <c:v>11.597223868169248</c:v>
                </c:pt>
                <c:pt idx="2927">
                  <c:v>11.597223868169248</c:v>
                </c:pt>
                <c:pt idx="2928">
                  <c:v>11.74915205383776</c:v>
                </c:pt>
                <c:pt idx="2929">
                  <c:v>11.74915205383776</c:v>
                </c:pt>
                <c:pt idx="2930">
                  <c:v>11.76397369941388</c:v>
                </c:pt>
                <c:pt idx="2931">
                  <c:v>11.76397369941388</c:v>
                </c:pt>
                <c:pt idx="2932">
                  <c:v>11.766945979734626</c:v>
                </c:pt>
                <c:pt idx="2933">
                  <c:v>11.766945979734626</c:v>
                </c:pt>
                <c:pt idx="2934">
                  <c:v>11.769828848733791</c:v>
                </c:pt>
                <c:pt idx="2935">
                  <c:v>11.769828848733791</c:v>
                </c:pt>
                <c:pt idx="2936">
                  <c:v>12.038982598155249</c:v>
                </c:pt>
                <c:pt idx="2937">
                  <c:v>12.038982598155249</c:v>
                </c:pt>
                <c:pt idx="2938">
                  <c:v>12.508011648195746</c:v>
                </c:pt>
                <c:pt idx="2939">
                  <c:v>12.508011648195746</c:v>
                </c:pt>
                <c:pt idx="2940">
                  <c:v>12.471615501911501</c:v>
                </c:pt>
                <c:pt idx="2941">
                  <c:v>12.471615501911501</c:v>
                </c:pt>
                <c:pt idx="2942">
                  <c:v>12.512496725939462</c:v>
                </c:pt>
                <c:pt idx="2943">
                  <c:v>12.512496725939462</c:v>
                </c:pt>
                <c:pt idx="2944">
                  <c:v>12.548010591180295</c:v>
                </c:pt>
                <c:pt idx="2945">
                  <c:v>12.548010591180295</c:v>
                </c:pt>
                <c:pt idx="2946">
                  <c:v>12.565968650507893</c:v>
                </c:pt>
                <c:pt idx="2947">
                  <c:v>12.565968650507893</c:v>
                </c:pt>
                <c:pt idx="2948">
                  <c:v>12.652532376763739</c:v>
                </c:pt>
                <c:pt idx="2949">
                  <c:v>12.652532376763739</c:v>
                </c:pt>
                <c:pt idx="2950">
                  <c:v>12.677544347036385</c:v>
                </c:pt>
                <c:pt idx="2951">
                  <c:v>12.677544347036385</c:v>
                </c:pt>
                <c:pt idx="2952">
                  <c:v>12.764121575937043</c:v>
                </c:pt>
                <c:pt idx="2953">
                  <c:v>12.764121575937043</c:v>
                </c:pt>
                <c:pt idx="2954">
                  <c:v>12.810897379946519</c:v>
                </c:pt>
                <c:pt idx="2955">
                  <c:v>12.810897379946519</c:v>
                </c:pt>
                <c:pt idx="2956">
                  <c:v>12.95279633488132</c:v>
                </c:pt>
                <c:pt idx="2957">
                  <c:v>12.95279633488132</c:v>
                </c:pt>
                <c:pt idx="2958">
                  <c:v>13.140246656827635</c:v>
                </c:pt>
                <c:pt idx="2959">
                  <c:v>13.140246656827635</c:v>
                </c:pt>
                <c:pt idx="2960">
                  <c:v>13.208165591896854</c:v>
                </c:pt>
                <c:pt idx="2961">
                  <c:v>13.208165591896854</c:v>
                </c:pt>
                <c:pt idx="2962">
                  <c:v>14.60834975616436</c:v>
                </c:pt>
                <c:pt idx="2963">
                  <c:v>14.60834975616436</c:v>
                </c:pt>
                <c:pt idx="2964">
                  <c:v>15.090217882596017</c:v>
                </c:pt>
                <c:pt idx="2965">
                  <c:v>15.090217882596017</c:v>
                </c:pt>
                <c:pt idx="2966">
                  <c:v>15.075964128510559</c:v>
                </c:pt>
                <c:pt idx="2967">
                  <c:v>15.075964128510559</c:v>
                </c:pt>
                <c:pt idx="2968">
                  <c:v>15.179478616826218</c:v>
                </c:pt>
                <c:pt idx="2969">
                  <c:v>15.179478616826218</c:v>
                </c:pt>
                <c:pt idx="2970">
                  <c:v>15.036077373920801</c:v>
                </c:pt>
                <c:pt idx="2971">
                  <c:v>15.036077373920801</c:v>
                </c:pt>
                <c:pt idx="2972">
                  <c:v>15.369914092237307</c:v>
                </c:pt>
                <c:pt idx="2973">
                  <c:v>15.369914092237307</c:v>
                </c:pt>
                <c:pt idx="2974">
                  <c:v>15.608427467244718</c:v>
                </c:pt>
                <c:pt idx="2975">
                  <c:v>15.608427467244718</c:v>
                </c:pt>
                <c:pt idx="2976">
                  <c:v>15.642584980083116</c:v>
                </c:pt>
                <c:pt idx="2977">
                  <c:v>15.642584980083116</c:v>
                </c:pt>
                <c:pt idx="2978">
                  <c:v>15.707471275384735</c:v>
                </c:pt>
                <c:pt idx="2979">
                  <c:v>15.707471275384735</c:v>
                </c:pt>
                <c:pt idx="2980">
                  <c:v>15.736611370662958</c:v>
                </c:pt>
                <c:pt idx="2981">
                  <c:v>15.736611370662958</c:v>
                </c:pt>
                <c:pt idx="2982">
                  <c:v>16.079134264643731</c:v>
                </c:pt>
                <c:pt idx="2983">
                  <c:v>16.079134264643731</c:v>
                </c:pt>
                <c:pt idx="2984">
                  <c:v>16.073864002115894</c:v>
                </c:pt>
                <c:pt idx="2985">
                  <c:v>16.073864002115894</c:v>
                </c:pt>
                <c:pt idx="2986">
                  <c:v>16.139581440715038</c:v>
                </c:pt>
                <c:pt idx="2987">
                  <c:v>16.139581440715038</c:v>
                </c:pt>
                <c:pt idx="2988">
                  <c:v>16.208890814180769</c:v>
                </c:pt>
                <c:pt idx="2989">
                  <c:v>16.208890814180769</c:v>
                </c:pt>
                <c:pt idx="2990">
                  <c:v>16.232569943683622</c:v>
                </c:pt>
                <c:pt idx="2991">
                  <c:v>16.232569943683622</c:v>
                </c:pt>
                <c:pt idx="2992">
                  <c:v>16.337583953643261</c:v>
                </c:pt>
                <c:pt idx="2993">
                  <c:v>16.337583953643261</c:v>
                </c:pt>
                <c:pt idx="2994">
                  <c:v>16.270326240139774</c:v>
                </c:pt>
                <c:pt idx="2995">
                  <c:v>16.270326240139774</c:v>
                </c:pt>
                <c:pt idx="2996">
                  <c:v>16.51546343718212</c:v>
                </c:pt>
                <c:pt idx="2997">
                  <c:v>16.51546343718212</c:v>
                </c:pt>
                <c:pt idx="2998">
                  <c:v>17.021335459713018</c:v>
                </c:pt>
                <c:pt idx="2999">
                  <c:v>17.021335459713018</c:v>
                </c:pt>
                <c:pt idx="3000">
                  <c:v>16.99342606641066</c:v>
                </c:pt>
                <c:pt idx="3001">
                  <c:v>16.99342606641066</c:v>
                </c:pt>
                <c:pt idx="3002">
                  <c:v>17.246109407136831</c:v>
                </c:pt>
                <c:pt idx="3003">
                  <c:v>17.246109407136831</c:v>
                </c:pt>
                <c:pt idx="3004">
                  <c:v>17.198824716574098</c:v>
                </c:pt>
                <c:pt idx="3005">
                  <c:v>17.198824716574098</c:v>
                </c:pt>
                <c:pt idx="3006">
                  <c:v>17.078577377016078</c:v>
                </c:pt>
                <c:pt idx="3007">
                  <c:v>17.078577377016078</c:v>
                </c:pt>
                <c:pt idx="3008">
                  <c:v>17.166028600096226</c:v>
                </c:pt>
                <c:pt idx="3009">
                  <c:v>17.166028600096226</c:v>
                </c:pt>
                <c:pt idx="3010">
                  <c:v>17.16465290327741</c:v>
                </c:pt>
                <c:pt idx="3011">
                  <c:v>17.16465290327741</c:v>
                </c:pt>
                <c:pt idx="3012">
                  <c:v>17.192590429760347</c:v>
                </c:pt>
                <c:pt idx="3013">
                  <c:v>17.192590429760347</c:v>
                </c:pt>
                <c:pt idx="3014">
                  <c:v>17.347274964445837</c:v>
                </c:pt>
                <c:pt idx="3015">
                  <c:v>17.347274964445837</c:v>
                </c:pt>
                <c:pt idx="3016">
                  <c:v>17.483192233143697</c:v>
                </c:pt>
                <c:pt idx="3017">
                  <c:v>17.483192233143697</c:v>
                </c:pt>
                <c:pt idx="3018">
                  <c:v>17.51702150367586</c:v>
                </c:pt>
                <c:pt idx="3019">
                  <c:v>17.51702150367586</c:v>
                </c:pt>
                <c:pt idx="3020">
                  <c:v>17.634356440246417</c:v>
                </c:pt>
                <c:pt idx="3021">
                  <c:v>17.634356440246417</c:v>
                </c:pt>
                <c:pt idx="3022">
                  <c:v>17.688093348600805</c:v>
                </c:pt>
                <c:pt idx="3023">
                  <c:v>17.688093348600805</c:v>
                </c:pt>
                <c:pt idx="3024">
                  <c:v>17.882451007105221</c:v>
                </c:pt>
                <c:pt idx="3025">
                  <c:v>17.882451007105221</c:v>
                </c:pt>
                <c:pt idx="3026">
                  <c:v>18.219640847747225</c:v>
                </c:pt>
                <c:pt idx="3027">
                  <c:v>18.219640847747225</c:v>
                </c:pt>
                <c:pt idx="3028">
                  <c:v>18.891287573688381</c:v>
                </c:pt>
                <c:pt idx="3029">
                  <c:v>18.891287573688381</c:v>
                </c:pt>
                <c:pt idx="3030">
                  <c:v>19.697190670017783</c:v>
                </c:pt>
                <c:pt idx="3031">
                  <c:v>19.697190670017783</c:v>
                </c:pt>
                <c:pt idx="3032">
                  <c:v>19.865500394411175</c:v>
                </c:pt>
                <c:pt idx="3033">
                  <c:v>19.865500394411175</c:v>
                </c:pt>
                <c:pt idx="3034">
                  <c:v>20.263589684421621</c:v>
                </c:pt>
                <c:pt idx="3035">
                  <c:v>20.263589684421621</c:v>
                </c:pt>
                <c:pt idx="3036">
                  <c:v>20.480003332699638</c:v>
                </c:pt>
                <c:pt idx="3037">
                  <c:v>20.480003332699638</c:v>
                </c:pt>
                <c:pt idx="3038">
                  <c:v>21.110937145267389</c:v>
                </c:pt>
                <c:pt idx="3039">
                  <c:v>21.110937145267389</c:v>
                </c:pt>
                <c:pt idx="3040">
                  <c:v>21.015743396621858</c:v>
                </c:pt>
                <c:pt idx="3041">
                  <c:v>21.015743396621858</c:v>
                </c:pt>
                <c:pt idx="3042">
                  <c:v>21.362397823153387</c:v>
                </c:pt>
                <c:pt idx="3043">
                  <c:v>21.362397823153387</c:v>
                </c:pt>
                <c:pt idx="3044">
                  <c:v>21.711703209923002</c:v>
                </c:pt>
                <c:pt idx="3045">
                  <c:v>21.711703209923002</c:v>
                </c:pt>
                <c:pt idx="3046">
                  <c:v>22.193442602622376</c:v>
                </c:pt>
                <c:pt idx="3047">
                  <c:v>22.193442602622376</c:v>
                </c:pt>
                <c:pt idx="3048">
                  <c:v>22.422144202152278</c:v>
                </c:pt>
                <c:pt idx="3049">
                  <c:v>22.422144202152278</c:v>
                </c:pt>
                <c:pt idx="3050">
                  <c:v>22.436534752840902</c:v>
                </c:pt>
                <c:pt idx="3051">
                  <c:v>22.436534752840902</c:v>
                </c:pt>
                <c:pt idx="3052">
                  <c:v>23.691219591656871</c:v>
                </c:pt>
                <c:pt idx="3053">
                  <c:v>23.691219591656871</c:v>
                </c:pt>
                <c:pt idx="3054">
                  <c:v>23.596081044590523</c:v>
                </c:pt>
                <c:pt idx="3055">
                  <c:v>23.596081044590523</c:v>
                </c:pt>
                <c:pt idx="3056">
                  <c:v>23.594503231919767</c:v>
                </c:pt>
                <c:pt idx="3057">
                  <c:v>23.594503231919767</c:v>
                </c:pt>
                <c:pt idx="3058">
                  <c:v>24.151927329425995</c:v>
                </c:pt>
                <c:pt idx="3059">
                  <c:v>24.151927329425995</c:v>
                </c:pt>
                <c:pt idx="3060">
                  <c:v>24.872424442940787</c:v>
                </c:pt>
                <c:pt idx="3061">
                  <c:v>24.872424442940787</c:v>
                </c:pt>
                <c:pt idx="3062">
                  <c:v>24.882970798602649</c:v>
                </c:pt>
                <c:pt idx="3063">
                  <c:v>24.882970798602649</c:v>
                </c:pt>
                <c:pt idx="3064">
                  <c:v>24.779080573920012</c:v>
                </c:pt>
                <c:pt idx="3065">
                  <c:v>24.779080573920012</c:v>
                </c:pt>
                <c:pt idx="3066">
                  <c:v>24.95864776066443</c:v>
                </c:pt>
                <c:pt idx="3067">
                  <c:v>24.95864776066443</c:v>
                </c:pt>
                <c:pt idx="3068">
                  <c:v>25.049395125291667</c:v>
                </c:pt>
                <c:pt idx="3069">
                  <c:v>25.049395125291667</c:v>
                </c:pt>
                <c:pt idx="3070">
                  <c:v>25.492477975863732</c:v>
                </c:pt>
                <c:pt idx="3071">
                  <c:v>25.492477975863732</c:v>
                </c:pt>
                <c:pt idx="3072">
                  <c:v>25.704220613360068</c:v>
                </c:pt>
                <c:pt idx="3073">
                  <c:v>25.704220613360068</c:v>
                </c:pt>
                <c:pt idx="3074">
                  <c:v>25.70172060792607</c:v>
                </c:pt>
                <c:pt idx="3075">
                  <c:v>25.70172060792607</c:v>
                </c:pt>
                <c:pt idx="3076">
                  <c:v>25.770682891669257</c:v>
                </c:pt>
                <c:pt idx="3077">
                  <c:v>25.770682891669257</c:v>
                </c:pt>
                <c:pt idx="3078">
                  <c:v>28.481512267863408</c:v>
                </c:pt>
                <c:pt idx="3079">
                  <c:v>28.481512267863408</c:v>
                </c:pt>
                <c:pt idx="3080">
                  <c:v>28.41462568789245</c:v>
                </c:pt>
                <c:pt idx="3081">
                  <c:v>28.41462568789245</c:v>
                </c:pt>
                <c:pt idx="3082">
                  <c:v>32.859522982616831</c:v>
                </c:pt>
                <c:pt idx="3083">
                  <c:v>32.859522982616831</c:v>
                </c:pt>
                <c:pt idx="3084">
                  <c:v>32.860315185374276</c:v>
                </c:pt>
                <c:pt idx="3085">
                  <c:v>32.860315185374276</c:v>
                </c:pt>
                <c:pt idx="3086">
                  <c:v>33.410393234988412</c:v>
                </c:pt>
                <c:pt idx="3087">
                  <c:v>33.410393234988412</c:v>
                </c:pt>
                <c:pt idx="3088">
                  <c:v>33.418661802227781</c:v>
                </c:pt>
                <c:pt idx="3089">
                  <c:v>33.418661802227781</c:v>
                </c:pt>
                <c:pt idx="3090">
                  <c:v>33.666124548204436</c:v>
                </c:pt>
                <c:pt idx="3091">
                  <c:v>33.666124548204436</c:v>
                </c:pt>
                <c:pt idx="3092">
                  <c:v>33.735631275185412</c:v>
                </c:pt>
                <c:pt idx="3093">
                  <c:v>33.735631275185412</c:v>
                </c:pt>
                <c:pt idx="3094">
                  <c:v>33.924673380833752</c:v>
                </c:pt>
                <c:pt idx="3095">
                  <c:v>33.924673380833752</c:v>
                </c:pt>
                <c:pt idx="3096">
                  <c:v>33.808028144095822</c:v>
                </c:pt>
                <c:pt idx="3097">
                  <c:v>33.808028144095822</c:v>
                </c:pt>
                <c:pt idx="3098">
                  <c:v>33.821453940333697</c:v>
                </c:pt>
                <c:pt idx="3099">
                  <c:v>33.821453940333697</c:v>
                </c:pt>
                <c:pt idx="3100">
                  <c:v>33.991137366759887</c:v>
                </c:pt>
                <c:pt idx="3101">
                  <c:v>33.991137366759887</c:v>
                </c:pt>
                <c:pt idx="3102">
                  <c:v>35.728151155747121</c:v>
                </c:pt>
                <c:pt idx="3103">
                  <c:v>35.728151155747121</c:v>
                </c:pt>
                <c:pt idx="3104">
                  <c:v>36.215989897234721</c:v>
                </c:pt>
                <c:pt idx="3105">
                  <c:v>36.215989897234721</c:v>
                </c:pt>
                <c:pt idx="3106">
                  <c:v>39.139290068941762</c:v>
                </c:pt>
                <c:pt idx="3107">
                  <c:v>39.139290068941762</c:v>
                </c:pt>
                <c:pt idx="3108">
                  <c:v>39.207752799076879</c:v>
                </c:pt>
                <c:pt idx="3109">
                  <c:v>39.207752799076879</c:v>
                </c:pt>
                <c:pt idx="3110">
                  <c:v>39.328245647961452</c:v>
                </c:pt>
                <c:pt idx="3111">
                  <c:v>39.328245647961452</c:v>
                </c:pt>
                <c:pt idx="3112">
                  <c:v>42.795188215421312</c:v>
                </c:pt>
                <c:pt idx="3113">
                  <c:v>42.795188215421312</c:v>
                </c:pt>
                <c:pt idx="3114">
                  <c:v>42.796110754577093</c:v>
                </c:pt>
                <c:pt idx="3115">
                  <c:v>42.796110754577093</c:v>
                </c:pt>
                <c:pt idx="3116">
                  <c:v>43.03345425118615</c:v>
                </c:pt>
                <c:pt idx="3117">
                  <c:v>43.03345425118615</c:v>
                </c:pt>
                <c:pt idx="3118">
                  <c:v>43.342881210647363</c:v>
                </c:pt>
                <c:pt idx="3119">
                  <c:v>43.342881210647363</c:v>
                </c:pt>
                <c:pt idx="3120">
                  <c:v>44.717101443210787</c:v>
                </c:pt>
                <c:pt idx="3121">
                  <c:v>44.717101443210787</c:v>
                </c:pt>
                <c:pt idx="3122">
                  <c:v>44.67761706827676</c:v>
                </c:pt>
                <c:pt idx="3123">
                  <c:v>44.67761706827676</c:v>
                </c:pt>
                <c:pt idx="3124">
                  <c:v>45.40050360101354</c:v>
                </c:pt>
                <c:pt idx="3125">
                  <c:v>45.40050360101354</c:v>
                </c:pt>
                <c:pt idx="3126">
                  <c:v>45.794682522260139</c:v>
                </c:pt>
                <c:pt idx="3127">
                  <c:v>45.794682522260139</c:v>
                </c:pt>
                <c:pt idx="3128">
                  <c:v>59.48521454381499</c:v>
                </c:pt>
                <c:pt idx="3129">
                  <c:v>59.48521454381499</c:v>
                </c:pt>
                <c:pt idx="3130">
                  <c:v>60.307013703554176</c:v>
                </c:pt>
                <c:pt idx="3131">
                  <c:v>60.307013703554176</c:v>
                </c:pt>
                <c:pt idx="3132">
                  <c:v>60.611312507760367</c:v>
                </c:pt>
                <c:pt idx="3133">
                  <c:v>60.611312507760367</c:v>
                </c:pt>
                <c:pt idx="3134">
                  <c:v>60.720880638463562</c:v>
                </c:pt>
                <c:pt idx="3135">
                  <c:v>60.720880638463562</c:v>
                </c:pt>
                <c:pt idx="3136">
                  <c:v>61.864046812005967</c:v>
                </c:pt>
                <c:pt idx="3137">
                  <c:v>61.864046812005967</c:v>
                </c:pt>
                <c:pt idx="3138">
                  <c:v>63.892111048915496</c:v>
                </c:pt>
                <c:pt idx="3139">
                  <c:v>63.892111048915496</c:v>
                </c:pt>
                <c:pt idx="3140">
                  <c:v>65.14345833642237</c:v>
                </c:pt>
                <c:pt idx="3141">
                  <c:v>65.14345833642237</c:v>
                </c:pt>
                <c:pt idx="3142">
                  <c:v>64.414909287085081</c:v>
                </c:pt>
                <c:pt idx="3143">
                  <c:v>64.414909287085081</c:v>
                </c:pt>
                <c:pt idx="3144">
                  <c:v>64.244780666919084</c:v>
                </c:pt>
                <c:pt idx="3145">
                  <c:v>64.244780666919084</c:v>
                </c:pt>
                <c:pt idx="3146">
                  <c:v>64.820008437485299</c:v>
                </c:pt>
                <c:pt idx="3147">
                  <c:v>64.820008437485299</c:v>
                </c:pt>
                <c:pt idx="3148">
                  <c:v>63.647500863263801</c:v>
                </c:pt>
                <c:pt idx="3149">
                  <c:v>63.647500863263801</c:v>
                </c:pt>
                <c:pt idx="3150">
                  <c:v>63.63181701113291</c:v>
                </c:pt>
                <c:pt idx="3151">
                  <c:v>63.63181701113291</c:v>
                </c:pt>
                <c:pt idx="3152">
                  <c:v>64.274869710937196</c:v>
                </c:pt>
                <c:pt idx="3153">
                  <c:v>64.274869710937196</c:v>
                </c:pt>
                <c:pt idx="3154">
                  <c:v>83.669644376888755</c:v>
                </c:pt>
                <c:pt idx="3155">
                  <c:v>83.669644376888755</c:v>
                </c:pt>
                <c:pt idx="3156">
                  <c:v>87.743720624012354</c:v>
                </c:pt>
                <c:pt idx="3157">
                  <c:v>87.743720624012354</c:v>
                </c:pt>
                <c:pt idx="3158">
                  <c:v>100.35388934841129</c:v>
                </c:pt>
                <c:pt idx="3159">
                  <c:v>100.35388934841129</c:v>
                </c:pt>
                <c:pt idx="3160">
                  <c:v>100.12192631953684</c:v>
                </c:pt>
                <c:pt idx="3161">
                  <c:v>100.12192631953684</c:v>
                </c:pt>
                <c:pt idx="3162">
                  <c:v>101.85775956385942</c:v>
                </c:pt>
                <c:pt idx="3163">
                  <c:v>101.85775956385942</c:v>
                </c:pt>
                <c:pt idx="3164">
                  <c:v>103.2248676822458</c:v>
                </c:pt>
                <c:pt idx="3165">
                  <c:v>103.2248676822458</c:v>
                </c:pt>
                <c:pt idx="3166">
                  <c:v>102.43227537935428</c:v>
                </c:pt>
                <c:pt idx="3167">
                  <c:v>102.43227537935428</c:v>
                </c:pt>
                <c:pt idx="3168">
                  <c:v>113.29425293097036</c:v>
                </c:pt>
                <c:pt idx="3169">
                  <c:v>113.29425293097036</c:v>
                </c:pt>
                <c:pt idx="3170">
                  <c:v>113.57980183172592</c:v>
                </c:pt>
                <c:pt idx="3171">
                  <c:v>113.57980183172592</c:v>
                </c:pt>
                <c:pt idx="3172">
                  <c:v>113.51322848868809</c:v>
                </c:pt>
                <c:pt idx="3173">
                  <c:v>113.51322848868809</c:v>
                </c:pt>
                <c:pt idx="3174">
                  <c:v>114.67937652928588</c:v>
                </c:pt>
                <c:pt idx="3175">
                  <c:v>114.67937652928588</c:v>
                </c:pt>
                <c:pt idx="3176">
                  <c:v>134.24096343728991</c:v>
                </c:pt>
                <c:pt idx="3177">
                  <c:v>134.24096343728991</c:v>
                </c:pt>
                <c:pt idx="3178">
                  <c:v>136.67977773924932</c:v>
                </c:pt>
                <c:pt idx="3179">
                  <c:v>136.67977773924932</c:v>
                </c:pt>
                <c:pt idx="3180">
                  <c:v>146.36307664303982</c:v>
                </c:pt>
                <c:pt idx="3181">
                  <c:v>146.36307664303982</c:v>
                </c:pt>
                <c:pt idx="3182">
                  <c:v>146.5854372376391</c:v>
                </c:pt>
                <c:pt idx="3183">
                  <c:v>146.5854372376391</c:v>
                </c:pt>
                <c:pt idx="3184">
                  <c:v>155.7034476718612</c:v>
                </c:pt>
                <c:pt idx="3185">
                  <c:v>155.7034476718612</c:v>
                </c:pt>
                <c:pt idx="3186">
                  <c:v>159.16153205091044</c:v>
                </c:pt>
                <c:pt idx="3187">
                  <c:v>159.16153205091044</c:v>
                </c:pt>
                <c:pt idx="3188">
                  <c:v>159.07411397794155</c:v>
                </c:pt>
                <c:pt idx="3189">
                  <c:v>159.07411397794155</c:v>
                </c:pt>
                <c:pt idx="3190">
                  <c:v>158.47356711286477</c:v>
                </c:pt>
                <c:pt idx="3191">
                  <c:v>158.47356711286477</c:v>
                </c:pt>
                <c:pt idx="3192">
                  <c:v>182.85300264225529</c:v>
                </c:pt>
                <c:pt idx="3193">
                  <c:v>182.85300264225529</c:v>
                </c:pt>
                <c:pt idx="3194">
                  <c:v>181.37094491535663</c:v>
                </c:pt>
                <c:pt idx="3195">
                  <c:v>181.37094491535663</c:v>
                </c:pt>
                <c:pt idx="3196">
                  <c:v>186.97384860980557</c:v>
                </c:pt>
                <c:pt idx="3197">
                  <c:v>186.97384860980557</c:v>
                </c:pt>
                <c:pt idx="3198">
                  <c:v>186.43240034679823</c:v>
                </c:pt>
                <c:pt idx="3199">
                  <c:v>186.43240034679823</c:v>
                </c:pt>
                <c:pt idx="3200">
                  <c:v>187.71649138671523</c:v>
                </c:pt>
                <c:pt idx="3201">
                  <c:v>187.71649138671523</c:v>
                </c:pt>
                <c:pt idx="3202">
                  <c:v>192.92307480173821</c:v>
                </c:pt>
                <c:pt idx="3203">
                  <c:v>192.92307480173821</c:v>
                </c:pt>
                <c:pt idx="3204">
                  <c:v>195.17754315848077</c:v>
                </c:pt>
                <c:pt idx="3205">
                  <c:v>195.17754315848077</c:v>
                </c:pt>
                <c:pt idx="3206">
                  <c:v>206.32345271319068</c:v>
                </c:pt>
                <c:pt idx="3207">
                  <c:v>206.32345271319068</c:v>
                </c:pt>
                <c:pt idx="3208">
                  <c:v>214.21995700135616</c:v>
                </c:pt>
                <c:pt idx="3209">
                  <c:v>214.21995700135616</c:v>
                </c:pt>
                <c:pt idx="3210">
                  <c:v>221.24567694014459</c:v>
                </c:pt>
                <c:pt idx="3211">
                  <c:v>221.24567694014459</c:v>
                </c:pt>
                <c:pt idx="3212">
                  <c:v>229.68102161848009</c:v>
                </c:pt>
                <c:pt idx="3213">
                  <c:v>229.68102161848009</c:v>
                </c:pt>
                <c:pt idx="3214">
                  <c:v>232.15828034988681</c:v>
                </c:pt>
                <c:pt idx="3215">
                  <c:v>232.15828034988681</c:v>
                </c:pt>
                <c:pt idx="3216">
                  <c:v>256.2062062365552</c:v>
                </c:pt>
                <c:pt idx="3217">
                  <c:v>256.2062062365552</c:v>
                </c:pt>
                <c:pt idx="3218">
                  <c:v>261.5821273046331</c:v>
                </c:pt>
                <c:pt idx="3219">
                  <c:v>261.5821273046331</c:v>
                </c:pt>
                <c:pt idx="3220">
                  <c:v>257.10458772947675</c:v>
                </c:pt>
                <c:pt idx="3221">
                  <c:v>257.10458772947675</c:v>
                </c:pt>
                <c:pt idx="3222">
                  <c:v>267.15930880950242</c:v>
                </c:pt>
                <c:pt idx="3223">
                  <c:v>267.15930880950242</c:v>
                </c:pt>
                <c:pt idx="3224">
                  <c:v>266.04703715817232</c:v>
                </c:pt>
                <c:pt idx="3225">
                  <c:v>266.04703715817232</c:v>
                </c:pt>
                <c:pt idx="3226">
                  <c:v>293.45718425064638</c:v>
                </c:pt>
                <c:pt idx="3227">
                  <c:v>293.45718425064638</c:v>
                </c:pt>
                <c:pt idx="3228">
                  <c:v>294.91921832031329</c:v>
                </c:pt>
                <c:pt idx="3229">
                  <c:v>294.91921832031329</c:v>
                </c:pt>
                <c:pt idx="3230">
                  <c:v>296.81962259254357</c:v>
                </c:pt>
                <c:pt idx="3231">
                  <c:v>296.81962259254357</c:v>
                </c:pt>
                <c:pt idx="3232">
                  <c:v>296.61138432031987</c:v>
                </c:pt>
                <c:pt idx="3233">
                  <c:v>296.61138432031987</c:v>
                </c:pt>
                <c:pt idx="3234">
                  <c:v>295.54971119775274</c:v>
                </c:pt>
                <c:pt idx="3235">
                  <c:v>295.54971119775274</c:v>
                </c:pt>
                <c:pt idx="3236">
                  <c:v>304.59485577581603</c:v>
                </c:pt>
                <c:pt idx="3237">
                  <c:v>304.59485577581603</c:v>
                </c:pt>
                <c:pt idx="3238">
                  <c:v>322.24977697409145</c:v>
                </c:pt>
                <c:pt idx="3239">
                  <c:v>322.24977697409145</c:v>
                </c:pt>
                <c:pt idx="3240">
                  <c:v>321.40350992535491</c:v>
                </c:pt>
                <c:pt idx="3241">
                  <c:v>321.40350992535491</c:v>
                </c:pt>
                <c:pt idx="3242">
                  <c:v>327.17405899147656</c:v>
                </c:pt>
                <c:pt idx="3243">
                  <c:v>327.17405899147656</c:v>
                </c:pt>
                <c:pt idx="3244">
                  <c:v>341.51492919757396</c:v>
                </c:pt>
                <c:pt idx="3245">
                  <c:v>341.51492919757396</c:v>
                </c:pt>
                <c:pt idx="3246">
                  <c:v>337.11866007132829</c:v>
                </c:pt>
                <c:pt idx="3247">
                  <c:v>337.11866007132829</c:v>
                </c:pt>
                <c:pt idx="3248">
                  <c:v>335.12666941050213</c:v>
                </c:pt>
                <c:pt idx="3249">
                  <c:v>335.12666941050213</c:v>
                </c:pt>
                <c:pt idx="3250">
                  <c:v>337.21976809729961</c:v>
                </c:pt>
                <c:pt idx="3251">
                  <c:v>337.21976809729961</c:v>
                </c:pt>
                <c:pt idx="3252">
                  <c:v>362.55545786230471</c:v>
                </c:pt>
                <c:pt idx="3253">
                  <c:v>362.55545786230471</c:v>
                </c:pt>
                <c:pt idx="3254">
                  <c:v>362.60620056076931</c:v>
                </c:pt>
                <c:pt idx="3255">
                  <c:v>362.60620056076931</c:v>
                </c:pt>
                <c:pt idx="3256">
                  <c:v>362.05731670460307</c:v>
                </c:pt>
                <c:pt idx="3257">
                  <c:v>362.05731670460307</c:v>
                </c:pt>
                <c:pt idx="3258">
                  <c:v>357.92342904116128</c:v>
                </c:pt>
                <c:pt idx="3259">
                  <c:v>357.92342904116128</c:v>
                </c:pt>
                <c:pt idx="3260">
                  <c:v>357.2927036922369</c:v>
                </c:pt>
                <c:pt idx="3261">
                  <c:v>357.2927036922369</c:v>
                </c:pt>
                <c:pt idx="3262">
                  <c:v>377.44518555949952</c:v>
                </c:pt>
                <c:pt idx="3263">
                  <c:v>377.44518555949952</c:v>
                </c:pt>
                <c:pt idx="3264">
                  <c:v>396.92483672855991</c:v>
                </c:pt>
                <c:pt idx="3265">
                  <c:v>396.92483672855991</c:v>
                </c:pt>
                <c:pt idx="3266">
                  <c:v>408.20118986491349</c:v>
                </c:pt>
                <c:pt idx="3267">
                  <c:v>408.20118986491349</c:v>
                </c:pt>
                <c:pt idx="3268">
                  <c:v>420.3286963765924</c:v>
                </c:pt>
                <c:pt idx="3269">
                  <c:v>420.3286963765924</c:v>
                </c:pt>
                <c:pt idx="3270">
                  <c:v>422.90125630705785</c:v>
                </c:pt>
                <c:pt idx="3271">
                  <c:v>422.90125630705785</c:v>
                </c:pt>
                <c:pt idx="3272">
                  <c:v>422.5289477399881</c:v>
                </c:pt>
                <c:pt idx="3273">
                  <c:v>422.5289477399881</c:v>
                </c:pt>
                <c:pt idx="3274">
                  <c:v>424.00150184584129</c:v>
                </c:pt>
                <c:pt idx="3275">
                  <c:v>424.00150184584129</c:v>
                </c:pt>
                <c:pt idx="3276">
                  <c:v>425.80258209060776</c:v>
                </c:pt>
                <c:pt idx="3277">
                  <c:v>425.80258209060776</c:v>
                </c:pt>
                <c:pt idx="3278">
                  <c:v>428.60943119949144</c:v>
                </c:pt>
                <c:pt idx="3279">
                  <c:v>428.60943119949144</c:v>
                </c:pt>
                <c:pt idx="3280">
                  <c:v>437.40894411704238</c:v>
                </c:pt>
                <c:pt idx="3281">
                  <c:v>437.40894411704238</c:v>
                </c:pt>
                <c:pt idx="3282">
                  <c:v>428.12257825819972</c:v>
                </c:pt>
                <c:pt idx="3283">
                  <c:v>428.12257825819972</c:v>
                </c:pt>
                <c:pt idx="3284">
                  <c:v>443.12178106924154</c:v>
                </c:pt>
                <c:pt idx="3285">
                  <c:v>443.12178106924154</c:v>
                </c:pt>
                <c:pt idx="3286">
                  <c:v>446.45796186566179</c:v>
                </c:pt>
                <c:pt idx="3287">
                  <c:v>446.45796186566179</c:v>
                </c:pt>
                <c:pt idx="3288">
                  <c:v>449.95718449503875</c:v>
                </c:pt>
                <c:pt idx="3289">
                  <c:v>449.95718449503875</c:v>
                </c:pt>
                <c:pt idx="3290">
                  <c:v>453.14337056641193</c:v>
                </c:pt>
                <c:pt idx="3291">
                  <c:v>453.14337056641193</c:v>
                </c:pt>
                <c:pt idx="3292">
                  <c:v>457.67222451966933</c:v>
                </c:pt>
                <c:pt idx="3293">
                  <c:v>457.67222451966933</c:v>
                </c:pt>
                <c:pt idx="3294">
                  <c:v>476.72321176350744</c:v>
                </c:pt>
                <c:pt idx="3295">
                  <c:v>476.72321176350744</c:v>
                </c:pt>
                <c:pt idx="3296">
                  <c:v>469.53597547252139</c:v>
                </c:pt>
                <c:pt idx="3297">
                  <c:v>469.53597547252139</c:v>
                </c:pt>
                <c:pt idx="3298">
                  <c:v>483.00470229714301</c:v>
                </c:pt>
                <c:pt idx="3299">
                  <c:v>483.00470229714301</c:v>
                </c:pt>
                <c:pt idx="3300">
                  <c:v>484.02262287919228</c:v>
                </c:pt>
                <c:pt idx="3301">
                  <c:v>484.02262287919228</c:v>
                </c:pt>
                <c:pt idx="3302">
                  <c:v>508.16569062750051</c:v>
                </c:pt>
                <c:pt idx="3303">
                  <c:v>508.16569062750051</c:v>
                </c:pt>
                <c:pt idx="3304">
                  <c:v>517.4968220776733</c:v>
                </c:pt>
                <c:pt idx="3305">
                  <c:v>517.4968220776733</c:v>
                </c:pt>
                <c:pt idx="3306">
                  <c:v>516.2835372322885</c:v>
                </c:pt>
                <c:pt idx="3307">
                  <c:v>516.2835372322885</c:v>
                </c:pt>
                <c:pt idx="3308">
                  <c:v>514.80494683596135</c:v>
                </c:pt>
                <c:pt idx="3309">
                  <c:v>514.80494683596135</c:v>
                </c:pt>
                <c:pt idx="3310">
                  <c:v>517.00632364069361</c:v>
                </c:pt>
                <c:pt idx="3311">
                  <c:v>517.00632364069361</c:v>
                </c:pt>
                <c:pt idx="3312">
                  <c:v>518.92336070262991</c:v>
                </c:pt>
                <c:pt idx="3313">
                  <c:v>518.92336070262991</c:v>
                </c:pt>
                <c:pt idx="3314">
                  <c:v>528.65601806718928</c:v>
                </c:pt>
                <c:pt idx="3315">
                  <c:v>528.65601806718928</c:v>
                </c:pt>
                <c:pt idx="3316">
                  <c:v>532.19069900551301</c:v>
                </c:pt>
                <c:pt idx="3317">
                  <c:v>532.19069900551301</c:v>
                </c:pt>
                <c:pt idx="3318">
                  <c:v>532.03587381268483</c:v>
                </c:pt>
                <c:pt idx="3319">
                  <c:v>532.03587381268483</c:v>
                </c:pt>
                <c:pt idx="3320">
                  <c:v>529.63171180506924</c:v>
                </c:pt>
                <c:pt idx="3321">
                  <c:v>529.63171180506924</c:v>
                </c:pt>
                <c:pt idx="3322">
                  <c:v>528.88271606466787</c:v>
                </c:pt>
                <c:pt idx="3323">
                  <c:v>528.88271606466787</c:v>
                </c:pt>
                <c:pt idx="3324">
                  <c:v>530.58550925017767</c:v>
                </c:pt>
                <c:pt idx="3325">
                  <c:v>530.58550925017767</c:v>
                </c:pt>
                <c:pt idx="3326">
                  <c:v>528.96685605267146</c:v>
                </c:pt>
                <c:pt idx="3327">
                  <c:v>528.96685605267146</c:v>
                </c:pt>
                <c:pt idx="3328">
                  <c:v>530.09334078242614</c:v>
                </c:pt>
                <c:pt idx="3329">
                  <c:v>530.09334078242614</c:v>
                </c:pt>
                <c:pt idx="3330">
                  <c:v>526.63384522147453</c:v>
                </c:pt>
                <c:pt idx="3331">
                  <c:v>526.63384522147453</c:v>
                </c:pt>
                <c:pt idx="3332">
                  <c:v>530.44287447352224</c:v>
                </c:pt>
                <c:pt idx="3333">
                  <c:v>530.44287447352224</c:v>
                </c:pt>
                <c:pt idx="3334">
                  <c:v>546.04961350287044</c:v>
                </c:pt>
                <c:pt idx="3335">
                  <c:v>546.04961350287044</c:v>
                </c:pt>
                <c:pt idx="3336">
                  <c:v>566.47708216224669</c:v>
                </c:pt>
                <c:pt idx="3337">
                  <c:v>566.47708216224669</c:v>
                </c:pt>
                <c:pt idx="3338">
                  <c:v>569.20557949184081</c:v>
                </c:pt>
                <c:pt idx="3339">
                  <c:v>569.20557949184081</c:v>
                </c:pt>
                <c:pt idx="3340">
                  <c:v>568.06508211306493</c:v>
                </c:pt>
                <c:pt idx="3341">
                  <c:v>568.06508211306493</c:v>
                </c:pt>
                <c:pt idx="3342">
                  <c:v>580.95447089330025</c:v>
                </c:pt>
                <c:pt idx="3343">
                  <c:v>580.95447089330025</c:v>
                </c:pt>
                <c:pt idx="3344">
                  <c:v>582.55664520727794</c:v>
                </c:pt>
                <c:pt idx="3345">
                  <c:v>582.55664520727794</c:v>
                </c:pt>
                <c:pt idx="3346">
                  <c:v>588.33753804326068</c:v>
                </c:pt>
                <c:pt idx="3347">
                  <c:v>588.33753804326068</c:v>
                </c:pt>
                <c:pt idx="3348">
                  <c:v>599.64872087526089</c:v>
                </c:pt>
                <c:pt idx="3349">
                  <c:v>599.64872087526089</c:v>
                </c:pt>
                <c:pt idx="3350">
                  <c:v>594.00122158223974</c:v>
                </c:pt>
                <c:pt idx="3351">
                  <c:v>594.00122158223974</c:v>
                </c:pt>
                <c:pt idx="3352">
                  <c:v>592.19228343962334</c:v>
                </c:pt>
                <c:pt idx="3353">
                  <c:v>592.19228343962334</c:v>
                </c:pt>
                <c:pt idx="3354">
                  <c:v>592.48632413592213</c:v>
                </c:pt>
                <c:pt idx="3355">
                  <c:v>592.48632413592213</c:v>
                </c:pt>
                <c:pt idx="3356">
                  <c:v>589.72511946411748</c:v>
                </c:pt>
                <c:pt idx="3357">
                  <c:v>589.72511946411748</c:v>
                </c:pt>
                <c:pt idx="3358">
                  <c:v>585.20530467756691</c:v>
                </c:pt>
                <c:pt idx="3359">
                  <c:v>585.20530467756691</c:v>
                </c:pt>
                <c:pt idx="3360">
                  <c:v>586.94632930754665</c:v>
                </c:pt>
                <c:pt idx="3361">
                  <c:v>586.94632930754665</c:v>
                </c:pt>
                <c:pt idx="3362">
                  <c:v>582.71081565665327</c:v>
                </c:pt>
                <c:pt idx="3363">
                  <c:v>582.71081565665327</c:v>
                </c:pt>
                <c:pt idx="3364">
                  <c:v>589.90151908166433</c:v>
                </c:pt>
                <c:pt idx="3365">
                  <c:v>589.90151908166433</c:v>
                </c:pt>
                <c:pt idx="3366">
                  <c:v>592.47646534587022</c:v>
                </c:pt>
                <c:pt idx="3367">
                  <c:v>592.47646534587022</c:v>
                </c:pt>
                <c:pt idx="3368">
                  <c:v>588.29867212269949</c:v>
                </c:pt>
                <c:pt idx="3369">
                  <c:v>588.29867212269949</c:v>
                </c:pt>
                <c:pt idx="3370">
                  <c:v>582.10522201578874</c:v>
                </c:pt>
                <c:pt idx="3371">
                  <c:v>582.10522201578874</c:v>
                </c:pt>
                <c:pt idx="3372">
                  <c:v>574.49721532996136</c:v>
                </c:pt>
                <c:pt idx="3373">
                  <c:v>574.49721532996136</c:v>
                </c:pt>
                <c:pt idx="3374">
                  <c:v>576.47732478937894</c:v>
                </c:pt>
                <c:pt idx="3375">
                  <c:v>576.47732478937894</c:v>
                </c:pt>
                <c:pt idx="3376">
                  <c:v>568.13495494593599</c:v>
                </c:pt>
                <c:pt idx="3377">
                  <c:v>568.13495494593599</c:v>
                </c:pt>
                <c:pt idx="3378">
                  <c:v>574.21037891993399</c:v>
                </c:pt>
                <c:pt idx="3379">
                  <c:v>574.21037891993399</c:v>
                </c:pt>
                <c:pt idx="3380">
                  <c:v>569.48970181535572</c:v>
                </c:pt>
                <c:pt idx="3381">
                  <c:v>569.48970181535572</c:v>
                </c:pt>
                <c:pt idx="3382">
                  <c:v>570.54169873042167</c:v>
                </c:pt>
                <c:pt idx="3383">
                  <c:v>570.54169873042167</c:v>
                </c:pt>
                <c:pt idx="3384">
                  <c:v>574.05241561271066</c:v>
                </c:pt>
                <c:pt idx="3385">
                  <c:v>574.05241561271066</c:v>
                </c:pt>
                <c:pt idx="3386">
                  <c:v>582.53974462749659</c:v>
                </c:pt>
                <c:pt idx="3387">
                  <c:v>582.53974462749659</c:v>
                </c:pt>
                <c:pt idx="3388">
                  <c:v>579.30106704087189</c:v>
                </c:pt>
                <c:pt idx="3389">
                  <c:v>579.30106704087189</c:v>
                </c:pt>
                <c:pt idx="3390">
                  <c:v>575.33082346224614</c:v>
                </c:pt>
                <c:pt idx="3391">
                  <c:v>575.33082346224614</c:v>
                </c:pt>
                <c:pt idx="3392">
                  <c:v>573.80507463294896</c:v>
                </c:pt>
                <c:pt idx="3393">
                  <c:v>573.80507463294896</c:v>
                </c:pt>
                <c:pt idx="3394">
                  <c:v>569.49096931742542</c:v>
                </c:pt>
                <c:pt idx="3395">
                  <c:v>569.49096931742542</c:v>
                </c:pt>
                <c:pt idx="3396">
                  <c:v>572.55176198507729</c:v>
                </c:pt>
                <c:pt idx="3397">
                  <c:v>572.55176198507729</c:v>
                </c:pt>
                <c:pt idx="3398">
                  <c:v>567.96904772095945</c:v>
                </c:pt>
                <c:pt idx="3399">
                  <c:v>567.96904772095945</c:v>
                </c:pt>
                <c:pt idx="3400">
                  <c:v>571.15227103917516</c:v>
                </c:pt>
                <c:pt idx="3401">
                  <c:v>571.15227103917516</c:v>
                </c:pt>
                <c:pt idx="3402">
                  <c:v>559.08675132837789</c:v>
                </c:pt>
                <c:pt idx="3403">
                  <c:v>559.08675132837789</c:v>
                </c:pt>
                <c:pt idx="3404">
                  <c:v>548.63852876305316</c:v>
                </c:pt>
                <c:pt idx="3405">
                  <c:v>548.63852876305316</c:v>
                </c:pt>
                <c:pt idx="3406">
                  <c:v>537.38054004218179</c:v>
                </c:pt>
                <c:pt idx="3407">
                  <c:v>537.38054004218179</c:v>
                </c:pt>
                <c:pt idx="3408">
                  <c:v>531.12893402236364</c:v>
                </c:pt>
                <c:pt idx="3409">
                  <c:v>531.12893402236364</c:v>
                </c:pt>
                <c:pt idx="3410">
                  <c:v>525.77949232761853</c:v>
                </c:pt>
                <c:pt idx="3411">
                  <c:v>525.77949232761853</c:v>
                </c:pt>
                <c:pt idx="3412">
                  <c:v>519.33993541203745</c:v>
                </c:pt>
                <c:pt idx="3413">
                  <c:v>519.33993541203745</c:v>
                </c:pt>
                <c:pt idx="3414">
                  <c:v>522.6767799628301</c:v>
                </c:pt>
                <c:pt idx="3415">
                  <c:v>522.6767799628301</c:v>
                </c:pt>
                <c:pt idx="3416">
                  <c:v>515.17780941125011</c:v>
                </c:pt>
                <c:pt idx="3417">
                  <c:v>515.17780941125011</c:v>
                </c:pt>
                <c:pt idx="3418">
                  <c:v>509.77806323159655</c:v>
                </c:pt>
                <c:pt idx="3419">
                  <c:v>509.77806323159655</c:v>
                </c:pt>
                <c:pt idx="3420">
                  <c:v>508.176820493609</c:v>
                </c:pt>
                <c:pt idx="3421">
                  <c:v>508.176820493609</c:v>
                </c:pt>
                <c:pt idx="3422">
                  <c:v>513.73184264623501</c:v>
                </c:pt>
                <c:pt idx="3423">
                  <c:v>513.73184264623501</c:v>
                </c:pt>
                <c:pt idx="3424">
                  <c:v>505.84811843818699</c:v>
                </c:pt>
                <c:pt idx="3425">
                  <c:v>505.84811843818699</c:v>
                </c:pt>
                <c:pt idx="3426">
                  <c:v>497.40485076062794</c:v>
                </c:pt>
                <c:pt idx="3427">
                  <c:v>497.40485076062794</c:v>
                </c:pt>
                <c:pt idx="3428">
                  <c:v>494.52462002908192</c:v>
                </c:pt>
                <c:pt idx="3429">
                  <c:v>494.52462002908192</c:v>
                </c:pt>
                <c:pt idx="3430">
                  <c:v>489.25958712935642</c:v>
                </c:pt>
                <c:pt idx="3431">
                  <c:v>489.25958712935642</c:v>
                </c:pt>
                <c:pt idx="3432">
                  <c:v>486.24149704779148</c:v>
                </c:pt>
                <c:pt idx="3433">
                  <c:v>486.24149704779148</c:v>
                </c:pt>
                <c:pt idx="3434">
                  <c:v>479.73013301327381</c:v>
                </c:pt>
                <c:pt idx="3435">
                  <c:v>479.73013301327381</c:v>
                </c:pt>
                <c:pt idx="3436">
                  <c:v>470.13773583500074</c:v>
                </c:pt>
                <c:pt idx="3437">
                  <c:v>470.13773583500074</c:v>
                </c:pt>
                <c:pt idx="3438">
                  <c:v>473.36041148100907</c:v>
                </c:pt>
                <c:pt idx="3439">
                  <c:v>473.36041148100907</c:v>
                </c:pt>
                <c:pt idx="3440">
                  <c:v>462.69439635634694</c:v>
                </c:pt>
                <c:pt idx="3441">
                  <c:v>462.69439635634694</c:v>
                </c:pt>
                <c:pt idx="3442">
                  <c:v>455.06621886716749</c:v>
                </c:pt>
                <c:pt idx="3443">
                  <c:v>455.06621886716749</c:v>
                </c:pt>
                <c:pt idx="3444">
                  <c:v>453.08115152752981</c:v>
                </c:pt>
                <c:pt idx="3445">
                  <c:v>453.08115152752981</c:v>
                </c:pt>
                <c:pt idx="3446">
                  <c:v>449.15358931052447</c:v>
                </c:pt>
                <c:pt idx="3447">
                  <c:v>449.15358931052447</c:v>
                </c:pt>
                <c:pt idx="3448">
                  <c:v>445.88179144185978</c:v>
                </c:pt>
                <c:pt idx="3449">
                  <c:v>445.88179144185978</c:v>
                </c:pt>
                <c:pt idx="3450">
                  <c:v>442.23289491672881</c:v>
                </c:pt>
                <c:pt idx="3451">
                  <c:v>442.23289491672881</c:v>
                </c:pt>
                <c:pt idx="3452">
                  <c:v>439.47993139826781</c:v>
                </c:pt>
                <c:pt idx="3453">
                  <c:v>439.47993139826781</c:v>
                </c:pt>
                <c:pt idx="3454">
                  <c:v>431.95071060647763</c:v>
                </c:pt>
                <c:pt idx="3455">
                  <c:v>431.95071060647763</c:v>
                </c:pt>
                <c:pt idx="3456">
                  <c:v>426.72781563591047</c:v>
                </c:pt>
                <c:pt idx="3457">
                  <c:v>426.72781563591047</c:v>
                </c:pt>
                <c:pt idx="3458">
                  <c:v>420.90705224100975</c:v>
                </c:pt>
                <c:pt idx="3459">
                  <c:v>420.90705224100975</c:v>
                </c:pt>
                <c:pt idx="3460">
                  <c:v>415.33674340440302</c:v>
                </c:pt>
                <c:pt idx="3461">
                  <c:v>415.33674340440302</c:v>
                </c:pt>
                <c:pt idx="3462">
                  <c:v>412.02072636855354</c:v>
                </c:pt>
                <c:pt idx="3463">
                  <c:v>412.02072636855354</c:v>
                </c:pt>
                <c:pt idx="3464">
                  <c:v>404.98590693963246</c:v>
                </c:pt>
                <c:pt idx="3465">
                  <c:v>404.98590693963246</c:v>
                </c:pt>
                <c:pt idx="3466">
                  <c:v>401.16857188605422</c:v>
                </c:pt>
                <c:pt idx="3467">
                  <c:v>401.16857188605422</c:v>
                </c:pt>
                <c:pt idx="3468">
                  <c:v>395.2700229480925</c:v>
                </c:pt>
                <c:pt idx="3469">
                  <c:v>395.2700229480925</c:v>
                </c:pt>
                <c:pt idx="3470">
                  <c:v>390.52949992353638</c:v>
                </c:pt>
                <c:pt idx="3471">
                  <c:v>390.52949992353638</c:v>
                </c:pt>
                <c:pt idx="3472">
                  <c:v>388.09354709126609</c:v>
                </c:pt>
                <c:pt idx="3473">
                  <c:v>388.09354709126609</c:v>
                </c:pt>
                <c:pt idx="3474">
                  <c:v>381.27755770179709</c:v>
                </c:pt>
                <c:pt idx="3475">
                  <c:v>381.27755770179709</c:v>
                </c:pt>
                <c:pt idx="3476">
                  <c:v>375.75520461891472</c:v>
                </c:pt>
                <c:pt idx="3477">
                  <c:v>375.75520461891472</c:v>
                </c:pt>
                <c:pt idx="3478">
                  <c:v>374.48493339719607</c:v>
                </c:pt>
                <c:pt idx="3479">
                  <c:v>374.48493339719607</c:v>
                </c:pt>
                <c:pt idx="3480">
                  <c:v>371.00480836589543</c:v>
                </c:pt>
                <c:pt idx="3481">
                  <c:v>371.00480836589543</c:v>
                </c:pt>
                <c:pt idx="3482">
                  <c:v>371.21337543819823</c:v>
                </c:pt>
                <c:pt idx="3483">
                  <c:v>371.21337543819823</c:v>
                </c:pt>
                <c:pt idx="3484">
                  <c:v>367.60096697474449</c:v>
                </c:pt>
                <c:pt idx="3485">
                  <c:v>367.60096697474449</c:v>
                </c:pt>
                <c:pt idx="3486">
                  <c:v>363.73898622080947</c:v>
                </c:pt>
                <c:pt idx="3487">
                  <c:v>363.73898622080947</c:v>
                </c:pt>
                <c:pt idx="3488">
                  <c:v>359.21449653461366</c:v>
                </c:pt>
                <c:pt idx="3489">
                  <c:v>359.21449653461366</c:v>
                </c:pt>
                <c:pt idx="3490">
                  <c:v>353.79080705032857</c:v>
                </c:pt>
                <c:pt idx="3491">
                  <c:v>353.79080705032857</c:v>
                </c:pt>
                <c:pt idx="3492">
                  <c:v>346.44366682036639</c:v>
                </c:pt>
                <c:pt idx="3493">
                  <c:v>346.44366682036639</c:v>
                </c:pt>
                <c:pt idx="3494">
                  <c:v>341.91557699513629</c:v>
                </c:pt>
                <c:pt idx="3495">
                  <c:v>341.91557699513629</c:v>
                </c:pt>
                <c:pt idx="3496">
                  <c:v>336.94951641388712</c:v>
                </c:pt>
                <c:pt idx="3497">
                  <c:v>336.94951641388712</c:v>
                </c:pt>
                <c:pt idx="3498">
                  <c:v>331.14962027308115</c:v>
                </c:pt>
                <c:pt idx="3499">
                  <c:v>331.14962027308115</c:v>
                </c:pt>
                <c:pt idx="3500">
                  <c:v>329.71722775817466</c:v>
                </c:pt>
                <c:pt idx="3501">
                  <c:v>329.71722775817466</c:v>
                </c:pt>
                <c:pt idx="3502">
                  <c:v>327.10851989726575</c:v>
                </c:pt>
                <c:pt idx="3503">
                  <c:v>327.10851989726575</c:v>
                </c:pt>
                <c:pt idx="3504">
                  <c:v>322.64186744867658</c:v>
                </c:pt>
                <c:pt idx="3505">
                  <c:v>322.64186744867658</c:v>
                </c:pt>
                <c:pt idx="3506">
                  <c:v>317.49675670212412</c:v>
                </c:pt>
                <c:pt idx="3507">
                  <c:v>317.49675670212412</c:v>
                </c:pt>
                <c:pt idx="3508">
                  <c:v>313.51915992732143</c:v>
                </c:pt>
                <c:pt idx="3509">
                  <c:v>313.51915992732143</c:v>
                </c:pt>
                <c:pt idx="3510">
                  <c:v>309.63281648281304</c:v>
                </c:pt>
                <c:pt idx="3511">
                  <c:v>309.63281648281304</c:v>
                </c:pt>
                <c:pt idx="3512">
                  <c:v>305.40920616094064</c:v>
                </c:pt>
                <c:pt idx="3513">
                  <c:v>305.40920616094064</c:v>
                </c:pt>
                <c:pt idx="3514">
                  <c:v>300.69604034837164</c:v>
                </c:pt>
                <c:pt idx="3515">
                  <c:v>300.69604034837164</c:v>
                </c:pt>
                <c:pt idx="3516">
                  <c:v>297.77266607632168</c:v>
                </c:pt>
                <c:pt idx="3517">
                  <c:v>297.77266607632168</c:v>
                </c:pt>
                <c:pt idx="3518">
                  <c:v>296.11745071515708</c:v>
                </c:pt>
                <c:pt idx="3519">
                  <c:v>296.11745071515708</c:v>
                </c:pt>
                <c:pt idx="3520">
                  <c:v>294.18791231933994</c:v>
                </c:pt>
                <c:pt idx="3521">
                  <c:v>294.18791231933994</c:v>
                </c:pt>
                <c:pt idx="3522">
                  <c:v>290.47159622125406</c:v>
                </c:pt>
                <c:pt idx="3523">
                  <c:v>290.47159622125406</c:v>
                </c:pt>
                <c:pt idx="3524">
                  <c:v>287.89764876428052</c:v>
                </c:pt>
                <c:pt idx="3525">
                  <c:v>287.89764876428052</c:v>
                </c:pt>
                <c:pt idx="3526">
                  <c:v>283.88770385155027</c:v>
                </c:pt>
                <c:pt idx="3527">
                  <c:v>283.88770385155027</c:v>
                </c:pt>
                <c:pt idx="3528">
                  <c:v>277.96836622245434</c:v>
                </c:pt>
                <c:pt idx="3529">
                  <c:v>277.96836622245434</c:v>
                </c:pt>
                <c:pt idx="3530">
                  <c:v>274.80106489731679</c:v>
                </c:pt>
                <c:pt idx="3531">
                  <c:v>274.80106489731679</c:v>
                </c:pt>
                <c:pt idx="3532">
                  <c:v>270.63586903552812</c:v>
                </c:pt>
                <c:pt idx="3533">
                  <c:v>270.63586903552812</c:v>
                </c:pt>
                <c:pt idx="3534">
                  <c:v>267.45594635401739</c:v>
                </c:pt>
                <c:pt idx="3535">
                  <c:v>267.45594635401739</c:v>
                </c:pt>
                <c:pt idx="3536">
                  <c:v>266.46453295149433</c:v>
                </c:pt>
                <c:pt idx="3537">
                  <c:v>266.46453295149433</c:v>
                </c:pt>
                <c:pt idx="3538">
                  <c:v>263.77025622869502</c:v>
                </c:pt>
                <c:pt idx="3539">
                  <c:v>263.77025622869502</c:v>
                </c:pt>
                <c:pt idx="3540">
                  <c:v>261.21357749594944</c:v>
                </c:pt>
                <c:pt idx="3541">
                  <c:v>261.21357749594944</c:v>
                </c:pt>
                <c:pt idx="3542">
                  <c:v>256.95676823026503</c:v>
                </c:pt>
                <c:pt idx="3543">
                  <c:v>256.95676823026503</c:v>
                </c:pt>
                <c:pt idx="3544">
                  <c:v>253.96298193109652</c:v>
                </c:pt>
                <c:pt idx="3545">
                  <c:v>253.96298193109652</c:v>
                </c:pt>
                <c:pt idx="3546">
                  <c:v>250.47239001436623</c:v>
                </c:pt>
                <c:pt idx="3547">
                  <c:v>250.47239001436623</c:v>
                </c:pt>
                <c:pt idx="3548">
                  <c:v>247.23613606186959</c:v>
                </c:pt>
                <c:pt idx="3549">
                  <c:v>247.23613606186959</c:v>
                </c:pt>
                <c:pt idx="3550">
                  <c:v>243.78234737889159</c:v>
                </c:pt>
                <c:pt idx="3551">
                  <c:v>243.78234737889159</c:v>
                </c:pt>
                <c:pt idx="3552">
                  <c:v>239.830569512853</c:v>
                </c:pt>
                <c:pt idx="3553">
                  <c:v>239.830569512853</c:v>
                </c:pt>
                <c:pt idx="3554">
                  <c:v>237.00796036293571</c:v>
                </c:pt>
                <c:pt idx="3555">
                  <c:v>237.00796036293571</c:v>
                </c:pt>
                <c:pt idx="3556">
                  <c:v>234.29008883477584</c:v>
                </c:pt>
                <c:pt idx="3557">
                  <c:v>234.29008883477584</c:v>
                </c:pt>
                <c:pt idx="3558">
                  <c:v>231.59334654398648</c:v>
                </c:pt>
                <c:pt idx="3559">
                  <c:v>231.59334654398648</c:v>
                </c:pt>
                <c:pt idx="3560">
                  <c:v>228.64291774858791</c:v>
                </c:pt>
                <c:pt idx="3561">
                  <c:v>228.64291774858791</c:v>
                </c:pt>
                <c:pt idx="3562">
                  <c:v>224.96980387668961</c:v>
                </c:pt>
                <c:pt idx="3563">
                  <c:v>224.96980387668961</c:v>
                </c:pt>
                <c:pt idx="3564">
                  <c:v>221.36188124373399</c:v>
                </c:pt>
                <c:pt idx="3565">
                  <c:v>221.36188124373399</c:v>
                </c:pt>
                <c:pt idx="3566">
                  <c:v>219.32989581107859</c:v>
                </c:pt>
                <c:pt idx="3567">
                  <c:v>219.32989581107859</c:v>
                </c:pt>
                <c:pt idx="3568">
                  <c:v>217.80852063177505</c:v>
                </c:pt>
                <c:pt idx="3569">
                  <c:v>217.80852063177505</c:v>
                </c:pt>
                <c:pt idx="3570">
                  <c:v>215.21776427381312</c:v>
                </c:pt>
                <c:pt idx="3571">
                  <c:v>215.21776427381312</c:v>
                </c:pt>
                <c:pt idx="3572">
                  <c:v>212.74559995651265</c:v>
                </c:pt>
                <c:pt idx="3573">
                  <c:v>212.74559995651265</c:v>
                </c:pt>
                <c:pt idx="3574">
                  <c:v>209.79558218988595</c:v>
                </c:pt>
                <c:pt idx="3575">
                  <c:v>209.79558218988595</c:v>
                </c:pt>
                <c:pt idx="3576">
                  <c:v>207.32429091193495</c:v>
                </c:pt>
                <c:pt idx="3577">
                  <c:v>207.32429091193495</c:v>
                </c:pt>
                <c:pt idx="3578">
                  <c:v>205.57344376633463</c:v>
                </c:pt>
                <c:pt idx="3579">
                  <c:v>205.57344376633463</c:v>
                </c:pt>
                <c:pt idx="3580">
                  <c:v>202.67566670986824</c:v>
                </c:pt>
                <c:pt idx="3581">
                  <c:v>202.67566670986824</c:v>
                </c:pt>
                <c:pt idx="3582">
                  <c:v>200.3533425965374</c:v>
                </c:pt>
                <c:pt idx="3583">
                  <c:v>200.3533425965374</c:v>
                </c:pt>
                <c:pt idx="3584">
                  <c:v>197.81889417220884</c:v>
                </c:pt>
                <c:pt idx="3585">
                  <c:v>197.81889417220884</c:v>
                </c:pt>
                <c:pt idx="3586">
                  <c:v>195.82425057716756</c:v>
                </c:pt>
                <c:pt idx="3587">
                  <c:v>195.82425057716756</c:v>
                </c:pt>
                <c:pt idx="3588">
                  <c:v>192.65141893038947</c:v>
                </c:pt>
                <c:pt idx="3589">
                  <c:v>192.65141893038947</c:v>
                </c:pt>
                <c:pt idx="3590">
                  <c:v>190.27562184356745</c:v>
                </c:pt>
                <c:pt idx="3591">
                  <c:v>190.27562184356745</c:v>
                </c:pt>
                <c:pt idx="3592">
                  <c:v>188.03311843733684</c:v>
                </c:pt>
                <c:pt idx="3593">
                  <c:v>188.03311843733684</c:v>
                </c:pt>
                <c:pt idx="3594">
                  <c:v>185.4052036148783</c:v>
                </c:pt>
                <c:pt idx="3595">
                  <c:v>185.4052036148783</c:v>
                </c:pt>
                <c:pt idx="3596">
                  <c:v>183.22708318613243</c:v>
                </c:pt>
                <c:pt idx="3597">
                  <c:v>183.22708318613243</c:v>
                </c:pt>
                <c:pt idx="3598">
                  <c:v>181.38588319847611</c:v>
                </c:pt>
                <c:pt idx="3599">
                  <c:v>181.38588319847611</c:v>
                </c:pt>
                <c:pt idx="3600">
                  <c:v>179.37698006178104</c:v>
                </c:pt>
                <c:pt idx="3601">
                  <c:v>179.37698006178104</c:v>
                </c:pt>
                <c:pt idx="3602">
                  <c:v>177.64027206476982</c:v>
                </c:pt>
                <c:pt idx="3603">
                  <c:v>177.64027206476982</c:v>
                </c:pt>
                <c:pt idx="3604">
                  <c:v>175.5592901262572</c:v>
                </c:pt>
                <c:pt idx="3605">
                  <c:v>175.5592901262572</c:v>
                </c:pt>
                <c:pt idx="3606">
                  <c:v>174.21518306005154</c:v>
                </c:pt>
                <c:pt idx="3607">
                  <c:v>174.21518306005154</c:v>
                </c:pt>
                <c:pt idx="3608">
                  <c:v>172.48039391865143</c:v>
                </c:pt>
                <c:pt idx="3609">
                  <c:v>172.48039391865143</c:v>
                </c:pt>
                <c:pt idx="3610">
                  <c:v>170.14338629506747</c:v>
                </c:pt>
                <c:pt idx="3611">
                  <c:v>170.14338629506747</c:v>
                </c:pt>
                <c:pt idx="3612">
                  <c:v>168.20154678196792</c:v>
                </c:pt>
                <c:pt idx="3613">
                  <c:v>168.20154678196792</c:v>
                </c:pt>
                <c:pt idx="3614">
                  <c:v>166.79264392219093</c:v>
                </c:pt>
                <c:pt idx="3615">
                  <c:v>166.79264392219093</c:v>
                </c:pt>
                <c:pt idx="3616">
                  <c:v>165.13421107135218</c:v>
                </c:pt>
                <c:pt idx="3617">
                  <c:v>165.13421107135218</c:v>
                </c:pt>
                <c:pt idx="3618">
                  <c:v>163.12220831035788</c:v>
                </c:pt>
                <c:pt idx="3619">
                  <c:v>163.12220831035788</c:v>
                </c:pt>
                <c:pt idx="3620">
                  <c:v>160.8386401448906</c:v>
                </c:pt>
                <c:pt idx="3621">
                  <c:v>160.8386401448906</c:v>
                </c:pt>
                <c:pt idx="3622">
                  <c:v>158.60139422738357</c:v>
                </c:pt>
                <c:pt idx="3623">
                  <c:v>158.60139422738357</c:v>
                </c:pt>
                <c:pt idx="3624">
                  <c:v>157.27458222926631</c:v>
                </c:pt>
                <c:pt idx="3625">
                  <c:v>157.27458222926631</c:v>
                </c:pt>
                <c:pt idx="3626">
                  <c:v>156.37644592434123</c:v>
                </c:pt>
                <c:pt idx="3627">
                  <c:v>156.37644592434123</c:v>
                </c:pt>
                <c:pt idx="3628">
                  <c:v>154.55640155380516</c:v>
                </c:pt>
                <c:pt idx="3629">
                  <c:v>154.55640155380516</c:v>
                </c:pt>
                <c:pt idx="3630">
                  <c:v>153.00516540025342</c:v>
                </c:pt>
                <c:pt idx="3631">
                  <c:v>153.00516540025342</c:v>
                </c:pt>
                <c:pt idx="3632">
                  <c:v>151.25647499178339</c:v>
                </c:pt>
                <c:pt idx="3633">
                  <c:v>151.25647499178339</c:v>
                </c:pt>
                <c:pt idx="3634">
                  <c:v>149.34463856484035</c:v>
                </c:pt>
                <c:pt idx="3635">
                  <c:v>149.34463856484035</c:v>
                </c:pt>
                <c:pt idx="3636">
                  <c:v>147.72658550716321</c:v>
                </c:pt>
                <c:pt idx="3637">
                  <c:v>147.72658550716321</c:v>
                </c:pt>
                <c:pt idx="3638">
                  <c:v>145.41434481020411</c:v>
                </c:pt>
                <c:pt idx="3639">
                  <c:v>145.41434481020411</c:v>
                </c:pt>
                <c:pt idx="3640">
                  <c:v>143.51071853994571</c:v>
                </c:pt>
                <c:pt idx="3641">
                  <c:v>143.51071853994571</c:v>
                </c:pt>
                <c:pt idx="3642">
                  <c:v>142.4186996328109</c:v>
                </c:pt>
                <c:pt idx="3643">
                  <c:v>142.4186996328109</c:v>
                </c:pt>
                <c:pt idx="3644">
                  <c:v>140.73264222739175</c:v>
                </c:pt>
                <c:pt idx="3645">
                  <c:v>140.73264222739175</c:v>
                </c:pt>
                <c:pt idx="3646">
                  <c:v>139.32184241096741</c:v>
                </c:pt>
                <c:pt idx="3647">
                  <c:v>139.32184241096741</c:v>
                </c:pt>
                <c:pt idx="3648">
                  <c:v>137.52199722328714</c:v>
                </c:pt>
                <c:pt idx="3649">
                  <c:v>137.52199722328714</c:v>
                </c:pt>
                <c:pt idx="3650">
                  <c:v>135.99164044643362</c:v>
                </c:pt>
                <c:pt idx="3651">
                  <c:v>135.99164044643362</c:v>
                </c:pt>
                <c:pt idx="3652">
                  <c:v>134.68640985218181</c:v>
                </c:pt>
                <c:pt idx="3653">
                  <c:v>134.68640985218181</c:v>
                </c:pt>
                <c:pt idx="3654">
                  <c:v>133.15128586640768</c:v>
                </c:pt>
                <c:pt idx="3655">
                  <c:v>133.15128586640768</c:v>
                </c:pt>
                <c:pt idx="3656">
                  <c:v>131.66198434259971</c:v>
                </c:pt>
                <c:pt idx="3657">
                  <c:v>131.66198434259971</c:v>
                </c:pt>
                <c:pt idx="3658">
                  <c:v>130.28321824703869</c:v>
                </c:pt>
                <c:pt idx="3659">
                  <c:v>130.28321824703869</c:v>
                </c:pt>
                <c:pt idx="3660">
                  <c:v>129.06385795735324</c:v>
                </c:pt>
                <c:pt idx="3661">
                  <c:v>129.06385795735324</c:v>
                </c:pt>
                <c:pt idx="3662">
                  <c:v>127.48272868144799</c:v>
                </c:pt>
                <c:pt idx="3663">
                  <c:v>127.48272868144799</c:v>
                </c:pt>
                <c:pt idx="3664">
                  <c:v>126.18938559205939</c:v>
                </c:pt>
                <c:pt idx="3665">
                  <c:v>126.18938559205939</c:v>
                </c:pt>
                <c:pt idx="3666">
                  <c:v>124.37002859587911</c:v>
                </c:pt>
                <c:pt idx="3667">
                  <c:v>124.37002859587911</c:v>
                </c:pt>
                <c:pt idx="3668">
                  <c:v>123.04437329347668</c:v>
                </c:pt>
                <c:pt idx="3669">
                  <c:v>123.04437329347668</c:v>
                </c:pt>
                <c:pt idx="3670">
                  <c:v>122.09586667244366</c:v>
                </c:pt>
                <c:pt idx="3671">
                  <c:v>122.09586667244366</c:v>
                </c:pt>
                <c:pt idx="3672">
                  <c:v>120.58257868126331</c:v>
                </c:pt>
                <c:pt idx="3673">
                  <c:v>120.58257868126331</c:v>
                </c:pt>
                <c:pt idx="3674">
                  <c:v>119.01615748798812</c:v>
                </c:pt>
                <c:pt idx="3675">
                  <c:v>119.01615748798812</c:v>
                </c:pt>
                <c:pt idx="3676">
                  <c:v>117.57766266758574</c:v>
                </c:pt>
                <c:pt idx="3677">
                  <c:v>117.57766266758574</c:v>
                </c:pt>
                <c:pt idx="3678">
                  <c:v>116.40378268560455</c:v>
                </c:pt>
                <c:pt idx="3679">
                  <c:v>116.40378268560455</c:v>
                </c:pt>
                <c:pt idx="3680">
                  <c:v>115.15473539771496</c:v>
                </c:pt>
                <c:pt idx="3681">
                  <c:v>115.15473539771496</c:v>
                </c:pt>
                <c:pt idx="3682">
                  <c:v>114.1366680948521</c:v>
                </c:pt>
                <c:pt idx="3683">
                  <c:v>114.1366680948521</c:v>
                </c:pt>
                <c:pt idx="3684">
                  <c:v>112.81702152757929</c:v>
                </c:pt>
                <c:pt idx="3685">
                  <c:v>112.81702152757929</c:v>
                </c:pt>
                <c:pt idx="3686">
                  <c:v>111.58160412422676</c:v>
                </c:pt>
                <c:pt idx="3687">
                  <c:v>111.58160412422676</c:v>
                </c:pt>
                <c:pt idx="3688">
                  <c:v>110.34879420367848</c:v>
                </c:pt>
                <c:pt idx="3689">
                  <c:v>110.34879420367848</c:v>
                </c:pt>
                <c:pt idx="3690">
                  <c:v>109.2198213023658</c:v>
                </c:pt>
                <c:pt idx="3691">
                  <c:v>109.2198213023658</c:v>
                </c:pt>
                <c:pt idx="3692">
                  <c:v>108.22612631607112</c:v>
                </c:pt>
                <c:pt idx="3693">
                  <c:v>108.22612631607112</c:v>
                </c:pt>
                <c:pt idx="3694">
                  <c:v>107.07024712409772</c:v>
                </c:pt>
                <c:pt idx="3695">
                  <c:v>107.07024712409772</c:v>
                </c:pt>
                <c:pt idx="3696">
                  <c:v>105.98230641075412</c:v>
                </c:pt>
                <c:pt idx="3697">
                  <c:v>105.98230641075412</c:v>
                </c:pt>
                <c:pt idx="3698">
                  <c:v>104.83140983562576</c:v>
                </c:pt>
                <c:pt idx="3699">
                  <c:v>104.83140983562576</c:v>
                </c:pt>
                <c:pt idx="3700">
                  <c:v>103.92319468718227</c:v>
                </c:pt>
                <c:pt idx="3701">
                  <c:v>103.92319468718227</c:v>
                </c:pt>
                <c:pt idx="3702">
                  <c:v>102.87507989845408</c:v>
                </c:pt>
                <c:pt idx="3703">
                  <c:v>102.87507989845408</c:v>
                </c:pt>
                <c:pt idx="3704">
                  <c:v>101.88998989370816</c:v>
                </c:pt>
                <c:pt idx="3705">
                  <c:v>101.88998989370816</c:v>
                </c:pt>
                <c:pt idx="3706">
                  <c:v>100.91929155479475</c:v>
                </c:pt>
                <c:pt idx="3707">
                  <c:v>100.91929155479475</c:v>
                </c:pt>
                <c:pt idx="3708">
                  <c:v>99.820702709106484</c:v>
                </c:pt>
                <c:pt idx="3709">
                  <c:v>99.820702709106484</c:v>
                </c:pt>
                <c:pt idx="3710">
                  <c:v>99.001002391867559</c:v>
                </c:pt>
                <c:pt idx="3711">
                  <c:v>99.001002391867559</c:v>
                </c:pt>
                <c:pt idx="3712">
                  <c:v>98.039665049942997</c:v>
                </c:pt>
                <c:pt idx="3713">
                  <c:v>98.039665049942997</c:v>
                </c:pt>
                <c:pt idx="3714">
                  <c:v>96.65833015800952</c:v>
                </c:pt>
                <c:pt idx="3715">
                  <c:v>96.65833015800952</c:v>
                </c:pt>
                <c:pt idx="3716">
                  <c:v>95.698473643155282</c:v>
                </c:pt>
                <c:pt idx="3717">
                  <c:v>95.698473643155282</c:v>
                </c:pt>
                <c:pt idx="3718">
                  <c:v>94.993215896220178</c:v>
                </c:pt>
                <c:pt idx="3719">
                  <c:v>94.993215896220178</c:v>
                </c:pt>
                <c:pt idx="3720">
                  <c:v>94.101182994916996</c:v>
                </c:pt>
                <c:pt idx="3721">
                  <c:v>94.101182994916996</c:v>
                </c:pt>
                <c:pt idx="3722">
                  <c:v>92.886631145250433</c:v>
                </c:pt>
                <c:pt idx="3723">
                  <c:v>92.886631145250433</c:v>
                </c:pt>
                <c:pt idx="3724">
                  <c:v>92.102042093360353</c:v>
                </c:pt>
                <c:pt idx="3725">
                  <c:v>92.102042093360353</c:v>
                </c:pt>
                <c:pt idx="3726">
                  <c:v>91.1913812917971</c:v>
                </c:pt>
                <c:pt idx="3727">
                  <c:v>91.1913812917971</c:v>
                </c:pt>
                <c:pt idx="3728">
                  <c:v>90.43749918900312</c:v>
                </c:pt>
                <c:pt idx="3729">
                  <c:v>90.43749918900312</c:v>
                </c:pt>
                <c:pt idx="3730">
                  <c:v>89.704711269664415</c:v>
                </c:pt>
                <c:pt idx="3731">
                  <c:v>89.704711269664415</c:v>
                </c:pt>
                <c:pt idx="3732">
                  <c:v>88.877569846855252</c:v>
                </c:pt>
                <c:pt idx="3733">
                  <c:v>88.877569846855252</c:v>
                </c:pt>
                <c:pt idx="3734">
                  <c:v>87.892024193587403</c:v>
                </c:pt>
                <c:pt idx="3735">
                  <c:v>87.892024193587403</c:v>
                </c:pt>
                <c:pt idx="3736">
                  <c:v>87.14778009308651</c:v>
                </c:pt>
                <c:pt idx="3737">
                  <c:v>87.14778009308651</c:v>
                </c:pt>
                <c:pt idx="3738">
                  <c:v>86.319973368288586</c:v>
                </c:pt>
                <c:pt idx="3739">
                  <c:v>86.319973368288586</c:v>
                </c:pt>
                <c:pt idx="3740">
                  <c:v>85.665999889031028</c:v>
                </c:pt>
                <c:pt idx="3741">
                  <c:v>85.665999889031028</c:v>
                </c:pt>
                <c:pt idx="3742">
                  <c:v>84.915055638557192</c:v>
                </c:pt>
                <c:pt idx="3743">
                  <c:v>84.915055638557192</c:v>
                </c:pt>
                <c:pt idx="3744">
                  <c:v>84.03361746774344</c:v>
                </c:pt>
                <c:pt idx="3745">
                  <c:v>84.03361746774344</c:v>
                </c:pt>
                <c:pt idx="3746">
                  <c:v>83.324330080481374</c:v>
                </c:pt>
                <c:pt idx="3747">
                  <c:v>83.324330080481374</c:v>
                </c:pt>
                <c:pt idx="3748">
                  <c:v>82.452329749549392</c:v>
                </c:pt>
                <c:pt idx="3749">
                  <c:v>82.452329749549392</c:v>
                </c:pt>
                <c:pt idx="3750">
                  <c:v>81.679868141371387</c:v>
                </c:pt>
                <c:pt idx="3751">
                  <c:v>81.679868141371387</c:v>
                </c:pt>
                <c:pt idx="3752">
                  <c:v>81.005624255309343</c:v>
                </c:pt>
                <c:pt idx="3753">
                  <c:v>81.005624255309343</c:v>
                </c:pt>
                <c:pt idx="3754">
                  <c:v>80.271088088316731</c:v>
                </c:pt>
                <c:pt idx="3755">
                  <c:v>80.271088088316731</c:v>
                </c:pt>
                <c:pt idx="3756">
                  <c:v>79.546287529318846</c:v>
                </c:pt>
                <c:pt idx="3757">
                  <c:v>79.546287529318846</c:v>
                </c:pt>
                <c:pt idx="3758">
                  <c:v>78.897963073922512</c:v>
                </c:pt>
                <c:pt idx="3759">
                  <c:v>78.897963073922512</c:v>
                </c:pt>
                <c:pt idx="3760">
                  <c:v>78.240003933181129</c:v>
                </c:pt>
                <c:pt idx="3761">
                  <c:v>78.240003933181129</c:v>
                </c:pt>
                <c:pt idx="3762">
                  <c:v>77.491147751885265</c:v>
                </c:pt>
                <c:pt idx="3763">
                  <c:v>77.491147751885265</c:v>
                </c:pt>
                <c:pt idx="3764">
                  <c:v>76.859338970059127</c:v>
                </c:pt>
                <c:pt idx="3765">
                  <c:v>76.859338970059127</c:v>
                </c:pt>
                <c:pt idx="3766">
                  <c:v>76.19303310618119</c:v>
                </c:pt>
                <c:pt idx="3767">
                  <c:v>76.19303310618119</c:v>
                </c:pt>
                <c:pt idx="3768">
                  <c:v>75.483596587529846</c:v>
                </c:pt>
                <c:pt idx="3769">
                  <c:v>75.483596587529846</c:v>
                </c:pt>
                <c:pt idx="3770">
                  <c:v>74.895338909422975</c:v>
                </c:pt>
                <c:pt idx="3771">
                  <c:v>74.895338909422975</c:v>
                </c:pt>
                <c:pt idx="3772">
                  <c:v>74.119416537465995</c:v>
                </c:pt>
                <c:pt idx="3773">
                  <c:v>74.119416537465995</c:v>
                </c:pt>
                <c:pt idx="3774">
                  <c:v>73.490104516820182</c:v>
                </c:pt>
                <c:pt idx="3775">
                  <c:v>73.490104516820182</c:v>
                </c:pt>
                <c:pt idx="3776">
                  <c:v>72.918407549752686</c:v>
                </c:pt>
                <c:pt idx="3777">
                  <c:v>72.918407549752686</c:v>
                </c:pt>
                <c:pt idx="3778">
                  <c:v>72.227538549862274</c:v>
                </c:pt>
                <c:pt idx="3779">
                  <c:v>72.227538549862274</c:v>
                </c:pt>
                <c:pt idx="3780">
                  <c:v>71.577072436494802</c:v>
                </c:pt>
                <c:pt idx="3781">
                  <c:v>71.577072436494802</c:v>
                </c:pt>
                <c:pt idx="3782">
                  <c:v>71.023649652892615</c:v>
                </c:pt>
                <c:pt idx="3783">
                  <c:v>71.023649652892615</c:v>
                </c:pt>
                <c:pt idx="3784">
                  <c:v>70.47482732135812</c:v>
                </c:pt>
                <c:pt idx="3785">
                  <c:v>70.47482732135812</c:v>
                </c:pt>
                <c:pt idx="3786">
                  <c:v>69.703336944254545</c:v>
                </c:pt>
                <c:pt idx="3787">
                  <c:v>69.703336944254545</c:v>
                </c:pt>
                <c:pt idx="3788">
                  <c:v>69.096134147604275</c:v>
                </c:pt>
                <c:pt idx="3789">
                  <c:v>69.096134147604275</c:v>
                </c:pt>
                <c:pt idx="3790">
                  <c:v>68.39253781745974</c:v>
                </c:pt>
                <c:pt idx="3791">
                  <c:v>68.39253781745974</c:v>
                </c:pt>
                <c:pt idx="3792">
                  <c:v>67.825252923172926</c:v>
                </c:pt>
                <c:pt idx="3793">
                  <c:v>67.825252923172926</c:v>
                </c:pt>
                <c:pt idx="3794">
                  <c:v>67.260531561531181</c:v>
                </c:pt>
                <c:pt idx="3795">
                  <c:v>67.260531561531181</c:v>
                </c:pt>
                <c:pt idx="3796">
                  <c:v>66.695640560696873</c:v>
                </c:pt>
                <c:pt idx="3797">
                  <c:v>66.695640560696873</c:v>
                </c:pt>
                <c:pt idx="3798">
                  <c:v>66.008924790329004</c:v>
                </c:pt>
                <c:pt idx="3799">
                  <c:v>66.008924790329004</c:v>
                </c:pt>
                <c:pt idx="3800">
                  <c:v>65.347786270757339</c:v>
                </c:pt>
                <c:pt idx="3801">
                  <c:v>65.347786270757339</c:v>
                </c:pt>
                <c:pt idx="3802">
                  <c:v>64.805842134746882</c:v>
                </c:pt>
                <c:pt idx="3803">
                  <c:v>64.805842134746882</c:v>
                </c:pt>
                <c:pt idx="3804">
                  <c:v>64.25500313812303</c:v>
                </c:pt>
                <c:pt idx="3805">
                  <c:v>64.25500313812303</c:v>
                </c:pt>
                <c:pt idx="3806">
                  <c:v>63.721661175283792</c:v>
                </c:pt>
                <c:pt idx="3807">
                  <c:v>63.721661175283792</c:v>
                </c:pt>
                <c:pt idx="3808">
                  <c:v>63.184690136074963</c:v>
                </c:pt>
                <c:pt idx="3809">
                  <c:v>63.184690136074963</c:v>
                </c:pt>
                <c:pt idx="3810">
                  <c:v>62.680931171364648</c:v>
                </c:pt>
                <c:pt idx="3811">
                  <c:v>62.680931171364648</c:v>
                </c:pt>
                <c:pt idx="3812">
                  <c:v>62.122197137846221</c:v>
                </c:pt>
                <c:pt idx="3813">
                  <c:v>62.122197137846221</c:v>
                </c:pt>
                <c:pt idx="3814">
                  <c:v>61.575875790207895</c:v>
                </c:pt>
                <c:pt idx="3815">
                  <c:v>61.575875790207895</c:v>
                </c:pt>
                <c:pt idx="3816">
                  <c:v>61.098991707434372</c:v>
                </c:pt>
                <c:pt idx="3817">
                  <c:v>61.098991707434372</c:v>
                </c:pt>
                <c:pt idx="3818">
                  <c:v>60.564205309504466</c:v>
                </c:pt>
                <c:pt idx="3819">
                  <c:v>60.564205309504466</c:v>
                </c:pt>
                <c:pt idx="3820">
                  <c:v>60.059039333173288</c:v>
                </c:pt>
                <c:pt idx="3821">
                  <c:v>60.059039333173288</c:v>
                </c:pt>
                <c:pt idx="3822">
                  <c:v>59.67890368210108</c:v>
                </c:pt>
                <c:pt idx="3823">
                  <c:v>59.67890368210108</c:v>
                </c:pt>
                <c:pt idx="3824">
                  <c:v>59.183276376462508</c:v>
                </c:pt>
                <c:pt idx="3825">
                  <c:v>59.183276376462508</c:v>
                </c:pt>
                <c:pt idx="3826">
                  <c:v>58.744318553148815</c:v>
                </c:pt>
                <c:pt idx="3827">
                  <c:v>58.744318553148815</c:v>
                </c:pt>
                <c:pt idx="3828">
                  <c:v>58.352759362406303</c:v>
                </c:pt>
                <c:pt idx="3829">
                  <c:v>58.352759362406303</c:v>
                </c:pt>
                <c:pt idx="3830">
                  <c:v>57.891716027861278</c:v>
                </c:pt>
                <c:pt idx="3831">
                  <c:v>57.891716027861278</c:v>
                </c:pt>
                <c:pt idx="3832">
                  <c:v>57.409418431673473</c:v>
                </c:pt>
                <c:pt idx="3833">
                  <c:v>57.409418431673473</c:v>
                </c:pt>
                <c:pt idx="3834">
                  <c:v>56.960207111341333</c:v>
                </c:pt>
                <c:pt idx="3835">
                  <c:v>56.960207111341333</c:v>
                </c:pt>
                <c:pt idx="3836">
                  <c:v>56.468388116735966</c:v>
                </c:pt>
                <c:pt idx="3837">
                  <c:v>56.468388116735966</c:v>
                </c:pt>
                <c:pt idx="3838">
                  <c:v>56.025213019059521</c:v>
                </c:pt>
                <c:pt idx="3839">
                  <c:v>56.025213019059521</c:v>
                </c:pt>
                <c:pt idx="3840">
                  <c:v>55.560643451890101</c:v>
                </c:pt>
                <c:pt idx="3841">
                  <c:v>55.560643451890101</c:v>
                </c:pt>
                <c:pt idx="3842">
                  <c:v>55.183310750391485</c:v>
                </c:pt>
                <c:pt idx="3843">
                  <c:v>55.183310750391485</c:v>
                </c:pt>
                <c:pt idx="3844">
                  <c:v>54.720456028208957</c:v>
                </c:pt>
                <c:pt idx="3845">
                  <c:v>54.720456028208957</c:v>
                </c:pt>
                <c:pt idx="3846">
                  <c:v>54.365070783669154</c:v>
                </c:pt>
                <c:pt idx="3847">
                  <c:v>54.365070783669154</c:v>
                </c:pt>
                <c:pt idx="3848">
                  <c:v>53.895441739039562</c:v>
                </c:pt>
                <c:pt idx="3849">
                  <c:v>53.895441739039562</c:v>
                </c:pt>
                <c:pt idx="3850">
                  <c:v>53.446763017696433</c:v>
                </c:pt>
                <c:pt idx="3851">
                  <c:v>53.446763017696433</c:v>
                </c:pt>
                <c:pt idx="3852">
                  <c:v>53.083952621394673</c:v>
                </c:pt>
                <c:pt idx="3853">
                  <c:v>53.083952621394673</c:v>
                </c:pt>
                <c:pt idx="3854">
                  <c:v>52.694576853049391</c:v>
                </c:pt>
                <c:pt idx="3855">
                  <c:v>52.694576853049391</c:v>
                </c:pt>
                <c:pt idx="3856">
                  <c:v>52.263254736763656</c:v>
                </c:pt>
                <c:pt idx="3857">
                  <c:v>52.263254736763656</c:v>
                </c:pt>
                <c:pt idx="3858">
                  <c:v>51.861405425214961</c:v>
                </c:pt>
                <c:pt idx="3859">
                  <c:v>51.861405425214961</c:v>
                </c:pt>
                <c:pt idx="3860">
                  <c:v>51.408028455287557</c:v>
                </c:pt>
                <c:pt idx="3861">
                  <c:v>51.408028455287557</c:v>
                </c:pt>
                <c:pt idx="3862">
                  <c:v>50.900557908974868</c:v>
                </c:pt>
                <c:pt idx="3863">
                  <c:v>50.900557908974868</c:v>
                </c:pt>
                <c:pt idx="3864">
                  <c:v>50.53588845468829</c:v>
                </c:pt>
                <c:pt idx="3865">
                  <c:v>50.53588845468829</c:v>
                </c:pt>
                <c:pt idx="3866">
                  <c:v>50.14066666284949</c:v>
                </c:pt>
                <c:pt idx="3867">
                  <c:v>50.14066666284949</c:v>
                </c:pt>
                <c:pt idx="3868">
                  <c:v>49.766532328676121</c:v>
                </c:pt>
                <c:pt idx="3869">
                  <c:v>49.766532328676121</c:v>
                </c:pt>
                <c:pt idx="3870">
                  <c:v>49.366161566038308</c:v>
                </c:pt>
                <c:pt idx="3871">
                  <c:v>49.366161566038308</c:v>
                </c:pt>
                <c:pt idx="3872">
                  <c:v>48.967788527737255</c:v>
                </c:pt>
                <c:pt idx="3873">
                  <c:v>48.967788527737255</c:v>
                </c:pt>
                <c:pt idx="3874">
                  <c:v>48.626664675801486</c:v>
                </c:pt>
                <c:pt idx="3875">
                  <c:v>48.626664675801486</c:v>
                </c:pt>
                <c:pt idx="3876">
                  <c:v>48.281966096493733</c:v>
                </c:pt>
                <c:pt idx="3877">
                  <c:v>48.281966096493733</c:v>
                </c:pt>
                <c:pt idx="3878">
                  <c:v>47.926655550861199</c:v>
                </c:pt>
                <c:pt idx="3879">
                  <c:v>47.926655550861199</c:v>
                </c:pt>
                <c:pt idx="3880">
                  <c:v>47.659132224314433</c:v>
                </c:pt>
                <c:pt idx="3881">
                  <c:v>47.659132224314433</c:v>
                </c:pt>
                <c:pt idx="3882">
                  <c:v>47.348357031506531</c:v>
                </c:pt>
                <c:pt idx="3883">
                  <c:v>47.348357031506531</c:v>
                </c:pt>
                <c:pt idx="3884">
                  <c:v>46.978893107088432</c:v>
                </c:pt>
                <c:pt idx="3885">
                  <c:v>46.978893107088432</c:v>
                </c:pt>
                <c:pt idx="3886">
                  <c:v>46.714810174708354</c:v>
                </c:pt>
                <c:pt idx="3887">
                  <c:v>46.714810174708354</c:v>
                </c:pt>
                <c:pt idx="3888">
                  <c:v>46.35258580921149</c:v>
                </c:pt>
                <c:pt idx="3889">
                  <c:v>46.35258580921149</c:v>
                </c:pt>
                <c:pt idx="3890">
                  <c:v>45.977590611392323</c:v>
                </c:pt>
                <c:pt idx="3891">
                  <c:v>45.977590611392323</c:v>
                </c:pt>
                <c:pt idx="3892">
                  <c:v>45.612747897560354</c:v>
                </c:pt>
                <c:pt idx="3893">
                  <c:v>45.612747897560354</c:v>
                </c:pt>
                <c:pt idx="3894">
                  <c:v>45.268847937770751</c:v>
                </c:pt>
                <c:pt idx="3895">
                  <c:v>45.268847937770751</c:v>
                </c:pt>
                <c:pt idx="3896">
                  <c:v>44.95259434923679</c:v>
                </c:pt>
                <c:pt idx="3897">
                  <c:v>44.95259434923679</c:v>
                </c:pt>
                <c:pt idx="3898">
                  <c:v>44.655770223392736</c:v>
                </c:pt>
                <c:pt idx="3899">
                  <c:v>44.655770223392736</c:v>
                </c:pt>
                <c:pt idx="3900">
                  <c:v>44.344033765216309</c:v>
                </c:pt>
                <c:pt idx="3901">
                  <c:v>44.344033765216309</c:v>
                </c:pt>
                <c:pt idx="3902">
                  <c:v>44.038758143893283</c:v>
                </c:pt>
                <c:pt idx="3903">
                  <c:v>44.038758143893283</c:v>
                </c:pt>
                <c:pt idx="3904">
                  <c:v>43.743010906538423</c:v>
                </c:pt>
                <c:pt idx="3905">
                  <c:v>43.743010906538423</c:v>
                </c:pt>
                <c:pt idx="3906">
                  <c:v>43.389951640541177</c:v>
                </c:pt>
                <c:pt idx="3907">
                  <c:v>43.389951640541177</c:v>
                </c:pt>
                <c:pt idx="3908">
                  <c:v>43.026092428342317</c:v>
                </c:pt>
                <c:pt idx="3909">
                  <c:v>43.026092428342317</c:v>
                </c:pt>
                <c:pt idx="3910">
                  <c:v>42.73419432001095</c:v>
                </c:pt>
                <c:pt idx="3911">
                  <c:v>42.73419432001095</c:v>
                </c:pt>
                <c:pt idx="3912">
                  <c:v>42.371756608057943</c:v>
                </c:pt>
                <c:pt idx="3913">
                  <c:v>42.371756608057943</c:v>
                </c:pt>
                <c:pt idx="3914">
                  <c:v>42.042761261442237</c:v>
                </c:pt>
                <c:pt idx="3915">
                  <c:v>42.042761261442237</c:v>
                </c:pt>
                <c:pt idx="3916">
                  <c:v>41.767693074939807</c:v>
                </c:pt>
                <c:pt idx="3917">
                  <c:v>41.767693074939807</c:v>
                </c:pt>
                <c:pt idx="3918">
                  <c:v>41.424430005581932</c:v>
                </c:pt>
                <c:pt idx="3919">
                  <c:v>41.424430005581932</c:v>
                </c:pt>
                <c:pt idx="3920">
                  <c:v>41.126662032437437</c:v>
                </c:pt>
                <c:pt idx="3921">
                  <c:v>41.126662032437437</c:v>
                </c:pt>
                <c:pt idx="3922">
                  <c:v>40.836977662234631</c:v>
                </c:pt>
                <c:pt idx="3923">
                  <c:v>40.836977662234631</c:v>
                </c:pt>
                <c:pt idx="3924">
                  <c:v>40.523403610359999</c:v>
                </c:pt>
                <c:pt idx="3925">
                  <c:v>40.523403610359999</c:v>
                </c:pt>
                <c:pt idx="3926">
                  <c:v>40.281202769302226</c:v>
                </c:pt>
                <c:pt idx="3927">
                  <c:v>40.281202769302226</c:v>
                </c:pt>
                <c:pt idx="3928">
                  <c:v>39.983058118293251</c:v>
                </c:pt>
                <c:pt idx="3929">
                  <c:v>39.983058118293251</c:v>
                </c:pt>
                <c:pt idx="3930">
                  <c:v>39.678580664997952</c:v>
                </c:pt>
                <c:pt idx="3931">
                  <c:v>39.678580664997952</c:v>
                </c:pt>
                <c:pt idx="3932">
                  <c:v>39.399277725568915</c:v>
                </c:pt>
                <c:pt idx="3933">
                  <c:v>39.399277725568915</c:v>
                </c:pt>
                <c:pt idx="3934">
                  <c:v>39.104680581137245</c:v>
                </c:pt>
                <c:pt idx="3935">
                  <c:v>39.104680581137245</c:v>
                </c:pt>
                <c:pt idx="3936">
                  <c:v>38.852101209988469</c:v>
                </c:pt>
                <c:pt idx="3937">
                  <c:v>38.852101209988469</c:v>
                </c:pt>
                <c:pt idx="3938">
                  <c:v>38.643294336070582</c:v>
                </c:pt>
                <c:pt idx="3939">
                  <c:v>38.643294336070582</c:v>
                </c:pt>
                <c:pt idx="3940">
                  <c:v>38.285807976806943</c:v>
                </c:pt>
                <c:pt idx="3941">
                  <c:v>38.285807976806943</c:v>
                </c:pt>
                <c:pt idx="3942">
                  <c:v>38.02458786128031</c:v>
                </c:pt>
                <c:pt idx="3943">
                  <c:v>38.02458786128031</c:v>
                </c:pt>
                <c:pt idx="3944">
                  <c:v>37.796631149621113</c:v>
                </c:pt>
                <c:pt idx="3945">
                  <c:v>37.796631149621113</c:v>
                </c:pt>
                <c:pt idx="3946">
                  <c:v>37.542493111624232</c:v>
                </c:pt>
                <c:pt idx="3947">
                  <c:v>37.542493111624232</c:v>
                </c:pt>
                <c:pt idx="3948">
                  <c:v>37.248259741475614</c:v>
                </c:pt>
                <c:pt idx="3949">
                  <c:v>37.248259741475614</c:v>
                </c:pt>
                <c:pt idx="3950">
                  <c:v>37.011070315343069</c:v>
                </c:pt>
                <c:pt idx="3951">
                  <c:v>37.011070315343069</c:v>
                </c:pt>
                <c:pt idx="3952">
                  <c:v>36.686094694808439</c:v>
                </c:pt>
                <c:pt idx="3953">
                  <c:v>36.686094694808439</c:v>
                </c:pt>
                <c:pt idx="3954">
                  <c:v>36.473075179111326</c:v>
                </c:pt>
                <c:pt idx="3955">
                  <c:v>36.473075179111326</c:v>
                </c:pt>
                <c:pt idx="3956">
                  <c:v>36.254136848269944</c:v>
                </c:pt>
                <c:pt idx="3957">
                  <c:v>36.254136848269944</c:v>
                </c:pt>
                <c:pt idx="3958">
                  <c:v>36.017561359308182</c:v>
                </c:pt>
                <c:pt idx="3959">
                  <c:v>36.017561359308182</c:v>
                </c:pt>
                <c:pt idx="3960">
                  <c:v>35.726666381074722</c:v>
                </c:pt>
                <c:pt idx="3961">
                  <c:v>35.726666381074722</c:v>
                </c:pt>
                <c:pt idx="3962">
                  <c:v>35.508817926780608</c:v>
                </c:pt>
                <c:pt idx="3963">
                  <c:v>35.508817926780608</c:v>
                </c:pt>
                <c:pt idx="3964">
                  <c:v>35.283706086751728</c:v>
                </c:pt>
                <c:pt idx="3965">
                  <c:v>35.283706086751728</c:v>
                </c:pt>
                <c:pt idx="3966">
                  <c:v>35.060807420609457</c:v>
                </c:pt>
                <c:pt idx="3967">
                  <c:v>35.060807420609457</c:v>
                </c:pt>
                <c:pt idx="3968">
                  <c:v>34.850654419832992</c:v>
                </c:pt>
                <c:pt idx="3969">
                  <c:v>34.850654419832992</c:v>
                </c:pt>
                <c:pt idx="3970">
                  <c:v>34.597852779085677</c:v>
                </c:pt>
                <c:pt idx="3971">
                  <c:v>34.597852779085677</c:v>
                </c:pt>
                <c:pt idx="3972">
                  <c:v>34.367892072107878</c:v>
                </c:pt>
                <c:pt idx="3973">
                  <c:v>34.367892072107878</c:v>
                </c:pt>
                <c:pt idx="3974">
                  <c:v>34.167562444291569</c:v>
                </c:pt>
                <c:pt idx="3975">
                  <c:v>34.167562444291569</c:v>
                </c:pt>
                <c:pt idx="3976">
                  <c:v>33.913951596310248</c:v>
                </c:pt>
                <c:pt idx="3977">
                  <c:v>33.913951596310248</c:v>
                </c:pt>
                <c:pt idx="3978">
                  <c:v>33.727907959209922</c:v>
                </c:pt>
                <c:pt idx="3979">
                  <c:v>33.727907959209922</c:v>
                </c:pt>
                <c:pt idx="3980">
                  <c:v>33.543408660873993</c:v>
                </c:pt>
                <c:pt idx="3981">
                  <c:v>33.543408660873993</c:v>
                </c:pt>
                <c:pt idx="3982">
                  <c:v>33.30009269661948</c:v>
                </c:pt>
                <c:pt idx="3983">
                  <c:v>33.30009269661948</c:v>
                </c:pt>
                <c:pt idx="3984">
                  <c:v>33.109741279377374</c:v>
                </c:pt>
                <c:pt idx="3985">
                  <c:v>33.109741279377374</c:v>
                </c:pt>
                <c:pt idx="3986">
                  <c:v>32.906557436835016</c:v>
                </c:pt>
                <c:pt idx="3987">
                  <c:v>32.906557436835016</c:v>
                </c:pt>
                <c:pt idx="3988">
                  <c:v>32.708147922570191</c:v>
                </c:pt>
                <c:pt idx="3989">
                  <c:v>32.708147922570191</c:v>
                </c:pt>
                <c:pt idx="3990">
                  <c:v>32.500042974970711</c:v>
                </c:pt>
                <c:pt idx="3991">
                  <c:v>32.500042974970711</c:v>
                </c:pt>
                <c:pt idx="3992">
                  <c:v>32.317616787255375</c:v>
                </c:pt>
                <c:pt idx="3993">
                  <c:v>32.317616787255375</c:v>
                </c:pt>
                <c:pt idx="3994">
                  <c:v>32.115020362686025</c:v>
                </c:pt>
                <c:pt idx="3995">
                  <c:v>32.115020362686025</c:v>
                </c:pt>
                <c:pt idx="3996">
                  <c:v>31.910790730117824</c:v>
                </c:pt>
              </c:numCache>
            </c:numRef>
          </c:yVal>
          <c:smooth val="0"/>
          <c:extLst>
            <c:ext xmlns:c16="http://schemas.microsoft.com/office/drawing/2014/chart" uri="{C3380CC4-5D6E-409C-BE32-E72D297353CC}">
              <c16:uniqueId val="{00000001-1CC4-4783-9796-E759C597DBF7}"/>
            </c:ext>
          </c:extLst>
        </c:ser>
        <c:ser>
          <c:idx val="1"/>
          <c:order val="1"/>
          <c:tx>
            <c:v>C=2（200回）</c:v>
          </c:tx>
          <c:spPr>
            <a:ln w="25400" cap="rnd">
              <a:solidFill>
                <a:srgbClr val="CC6733"/>
              </a:solidFill>
              <a:round/>
            </a:ln>
            <a:effectLst/>
          </c:spPr>
          <c:marker>
            <c:symbol val="none"/>
          </c:marker>
          <c:xVal>
            <c:numRef>
              <c:f>データ!$D$2:$D$3998</c:f>
              <c:numCache>
                <c:formatCode>General</c:formatCode>
                <c:ptCount val="3997"/>
                <c:pt idx="0">
                  <c:v>0</c:v>
                </c:pt>
                <c:pt idx="1">
                  <c:v>2.7682086614173228E-4</c:v>
                </c:pt>
                <c:pt idx="2">
                  <c:v>2.7682086614173228E-4</c:v>
                </c:pt>
                <c:pt idx="3">
                  <c:v>5.8439960629921264E-4</c:v>
                </c:pt>
                <c:pt idx="4">
                  <c:v>5.8439960629921264E-4</c:v>
                </c:pt>
                <c:pt idx="5">
                  <c:v>8.9197834645669296E-4</c:v>
                </c:pt>
                <c:pt idx="6">
                  <c:v>8.9197834645669296E-4</c:v>
                </c:pt>
                <c:pt idx="7">
                  <c:v>1.1995570866141733E-3</c:v>
                </c:pt>
                <c:pt idx="8">
                  <c:v>1.1995570866141733E-3</c:v>
                </c:pt>
                <c:pt idx="9">
                  <c:v>1.4763779527559057E-3</c:v>
                </c:pt>
                <c:pt idx="10">
                  <c:v>1.4763779527559057E-3</c:v>
                </c:pt>
                <c:pt idx="11">
                  <c:v>1.7839566929133859E-3</c:v>
                </c:pt>
                <c:pt idx="12">
                  <c:v>1.7839566929133859E-3</c:v>
                </c:pt>
                <c:pt idx="13">
                  <c:v>2.0915354330708663E-3</c:v>
                </c:pt>
                <c:pt idx="14">
                  <c:v>2.0915354330708663E-3</c:v>
                </c:pt>
                <c:pt idx="15">
                  <c:v>2.3991141732283465E-3</c:v>
                </c:pt>
                <c:pt idx="16">
                  <c:v>2.3991141732283465E-3</c:v>
                </c:pt>
                <c:pt idx="17">
                  <c:v>2.6759350393700788E-3</c:v>
                </c:pt>
                <c:pt idx="18">
                  <c:v>2.6759350393700788E-3</c:v>
                </c:pt>
                <c:pt idx="19">
                  <c:v>2.983513779527559E-3</c:v>
                </c:pt>
                <c:pt idx="20">
                  <c:v>2.983513779527559E-3</c:v>
                </c:pt>
                <c:pt idx="21">
                  <c:v>3.2910925196850392E-3</c:v>
                </c:pt>
                <c:pt idx="22">
                  <c:v>3.2910925196850392E-3</c:v>
                </c:pt>
                <c:pt idx="23">
                  <c:v>3.5986712598425198E-3</c:v>
                </c:pt>
                <c:pt idx="24">
                  <c:v>3.5986712598425198E-3</c:v>
                </c:pt>
                <c:pt idx="25">
                  <c:v>3.875492125984252E-3</c:v>
                </c:pt>
                <c:pt idx="26">
                  <c:v>3.875492125984252E-3</c:v>
                </c:pt>
                <c:pt idx="27">
                  <c:v>4.1830708661417327E-3</c:v>
                </c:pt>
                <c:pt idx="28">
                  <c:v>4.1830708661417327E-3</c:v>
                </c:pt>
                <c:pt idx="29">
                  <c:v>4.4906496062992124E-3</c:v>
                </c:pt>
                <c:pt idx="30">
                  <c:v>4.4906496062992124E-3</c:v>
                </c:pt>
                <c:pt idx="31">
                  <c:v>4.7982283464566931E-3</c:v>
                </c:pt>
                <c:pt idx="32">
                  <c:v>4.7982283464566931E-3</c:v>
                </c:pt>
                <c:pt idx="33">
                  <c:v>5.0750492125984249E-3</c:v>
                </c:pt>
                <c:pt idx="34">
                  <c:v>5.0750492125984249E-3</c:v>
                </c:pt>
                <c:pt idx="35">
                  <c:v>5.3826279527559055E-3</c:v>
                </c:pt>
                <c:pt idx="36">
                  <c:v>5.3826279527559055E-3</c:v>
                </c:pt>
                <c:pt idx="37">
                  <c:v>5.6902066929133861E-3</c:v>
                </c:pt>
                <c:pt idx="38">
                  <c:v>5.6902066929133861E-3</c:v>
                </c:pt>
                <c:pt idx="39">
                  <c:v>5.9977854330708659E-3</c:v>
                </c:pt>
                <c:pt idx="40">
                  <c:v>5.9977854330708659E-3</c:v>
                </c:pt>
                <c:pt idx="41">
                  <c:v>6.2746062992125986E-3</c:v>
                </c:pt>
                <c:pt idx="42">
                  <c:v>6.2746062992125986E-3</c:v>
                </c:pt>
                <c:pt idx="43">
                  <c:v>6.5821850393700783E-3</c:v>
                </c:pt>
                <c:pt idx="44">
                  <c:v>6.5821850393700783E-3</c:v>
                </c:pt>
                <c:pt idx="45">
                  <c:v>6.889763779527559E-3</c:v>
                </c:pt>
                <c:pt idx="46">
                  <c:v>6.889763779527559E-3</c:v>
                </c:pt>
                <c:pt idx="47">
                  <c:v>7.1973425196850396E-3</c:v>
                </c:pt>
                <c:pt idx="48">
                  <c:v>7.1973425196850396E-3</c:v>
                </c:pt>
                <c:pt idx="49">
                  <c:v>7.4741633858267714E-3</c:v>
                </c:pt>
                <c:pt idx="50">
                  <c:v>7.4741633858267714E-3</c:v>
                </c:pt>
                <c:pt idx="51">
                  <c:v>7.781742125984252E-3</c:v>
                </c:pt>
                <c:pt idx="52">
                  <c:v>7.781742125984252E-3</c:v>
                </c:pt>
                <c:pt idx="53">
                  <c:v>8.0893208661417318E-3</c:v>
                </c:pt>
                <c:pt idx="54">
                  <c:v>8.0893208661417318E-3</c:v>
                </c:pt>
                <c:pt idx="55">
                  <c:v>8.3968996062992133E-3</c:v>
                </c:pt>
                <c:pt idx="56">
                  <c:v>8.3968996062992133E-3</c:v>
                </c:pt>
                <c:pt idx="57">
                  <c:v>8.6737204724409451E-3</c:v>
                </c:pt>
                <c:pt idx="58">
                  <c:v>8.6737204724409451E-3</c:v>
                </c:pt>
                <c:pt idx="59">
                  <c:v>8.9812992125984249E-3</c:v>
                </c:pt>
                <c:pt idx="60">
                  <c:v>8.9812992125984249E-3</c:v>
                </c:pt>
                <c:pt idx="61">
                  <c:v>9.2888779527559064E-3</c:v>
                </c:pt>
                <c:pt idx="62">
                  <c:v>9.2888779527559064E-3</c:v>
                </c:pt>
                <c:pt idx="63">
                  <c:v>9.5964566929133861E-3</c:v>
                </c:pt>
                <c:pt idx="64">
                  <c:v>9.5964566929133861E-3</c:v>
                </c:pt>
                <c:pt idx="65">
                  <c:v>9.8732775590551179E-3</c:v>
                </c:pt>
                <c:pt idx="66">
                  <c:v>9.8732775590551179E-3</c:v>
                </c:pt>
                <c:pt idx="67">
                  <c:v>1.0180856299212598E-2</c:v>
                </c:pt>
                <c:pt idx="68">
                  <c:v>1.0180856299212598E-2</c:v>
                </c:pt>
                <c:pt idx="69">
                  <c:v>1.0488435039370079E-2</c:v>
                </c:pt>
                <c:pt idx="70">
                  <c:v>1.0488435039370079E-2</c:v>
                </c:pt>
                <c:pt idx="71">
                  <c:v>1.0796013779527561E-2</c:v>
                </c:pt>
                <c:pt idx="72">
                  <c:v>1.0796013779527561E-2</c:v>
                </c:pt>
                <c:pt idx="73">
                  <c:v>1.1072834645669291E-2</c:v>
                </c:pt>
                <c:pt idx="74">
                  <c:v>1.1072834645669291E-2</c:v>
                </c:pt>
                <c:pt idx="75">
                  <c:v>1.1380413385826772E-2</c:v>
                </c:pt>
                <c:pt idx="76">
                  <c:v>1.1380413385826772E-2</c:v>
                </c:pt>
                <c:pt idx="77">
                  <c:v>1.1687992125984252E-2</c:v>
                </c:pt>
                <c:pt idx="78">
                  <c:v>1.1687992125984252E-2</c:v>
                </c:pt>
                <c:pt idx="79">
                  <c:v>1.1995570866141732E-2</c:v>
                </c:pt>
                <c:pt idx="80">
                  <c:v>1.1995570866141732E-2</c:v>
                </c:pt>
                <c:pt idx="81">
                  <c:v>1.2272391732283464E-2</c:v>
                </c:pt>
                <c:pt idx="82">
                  <c:v>1.2272391732283464E-2</c:v>
                </c:pt>
                <c:pt idx="83">
                  <c:v>1.2579970472440943E-2</c:v>
                </c:pt>
                <c:pt idx="84">
                  <c:v>1.2579970472440943E-2</c:v>
                </c:pt>
                <c:pt idx="85">
                  <c:v>1.2887549212598425E-2</c:v>
                </c:pt>
                <c:pt idx="86">
                  <c:v>1.2887549212598425E-2</c:v>
                </c:pt>
                <c:pt idx="87">
                  <c:v>1.3195127952755906E-2</c:v>
                </c:pt>
                <c:pt idx="88">
                  <c:v>1.3195127952755906E-2</c:v>
                </c:pt>
                <c:pt idx="89">
                  <c:v>1.3471948818897638E-2</c:v>
                </c:pt>
                <c:pt idx="90">
                  <c:v>1.3471948818897638E-2</c:v>
                </c:pt>
                <c:pt idx="91">
                  <c:v>1.3779527559055118E-2</c:v>
                </c:pt>
                <c:pt idx="92">
                  <c:v>1.3779527559055118E-2</c:v>
                </c:pt>
                <c:pt idx="93">
                  <c:v>1.4087106299212598E-2</c:v>
                </c:pt>
                <c:pt idx="94">
                  <c:v>1.4087106299212598E-2</c:v>
                </c:pt>
                <c:pt idx="95">
                  <c:v>1.4394685039370079E-2</c:v>
                </c:pt>
                <c:pt idx="96">
                  <c:v>1.4394685039370079E-2</c:v>
                </c:pt>
                <c:pt idx="97">
                  <c:v>1.4671505905511813E-2</c:v>
                </c:pt>
                <c:pt idx="98">
                  <c:v>1.4671505905511813E-2</c:v>
                </c:pt>
                <c:pt idx="99">
                  <c:v>1.4979084645669291E-2</c:v>
                </c:pt>
                <c:pt idx="100">
                  <c:v>1.4979084645669291E-2</c:v>
                </c:pt>
                <c:pt idx="101">
                  <c:v>1.5286663385826772E-2</c:v>
                </c:pt>
                <c:pt idx="102">
                  <c:v>1.5286663385826772E-2</c:v>
                </c:pt>
                <c:pt idx="103">
                  <c:v>1.5594242125984252E-2</c:v>
                </c:pt>
                <c:pt idx="104">
                  <c:v>1.5594242125984252E-2</c:v>
                </c:pt>
                <c:pt idx="105">
                  <c:v>1.5871062992125984E-2</c:v>
                </c:pt>
                <c:pt idx="106">
                  <c:v>1.5871062992125984E-2</c:v>
                </c:pt>
                <c:pt idx="107">
                  <c:v>1.6178641732283464E-2</c:v>
                </c:pt>
                <c:pt idx="108">
                  <c:v>1.6178641732283464E-2</c:v>
                </c:pt>
                <c:pt idx="109">
                  <c:v>1.6486220472440943E-2</c:v>
                </c:pt>
                <c:pt idx="110">
                  <c:v>1.6486220472440943E-2</c:v>
                </c:pt>
                <c:pt idx="111">
                  <c:v>1.6793799212598427E-2</c:v>
                </c:pt>
                <c:pt idx="112">
                  <c:v>1.6793799212598427E-2</c:v>
                </c:pt>
                <c:pt idx="113">
                  <c:v>1.7070620078740158E-2</c:v>
                </c:pt>
                <c:pt idx="114">
                  <c:v>1.7070620078740158E-2</c:v>
                </c:pt>
                <c:pt idx="115">
                  <c:v>1.7378198818897638E-2</c:v>
                </c:pt>
                <c:pt idx="116">
                  <c:v>1.7378198818897638E-2</c:v>
                </c:pt>
                <c:pt idx="117">
                  <c:v>1.7685777559055118E-2</c:v>
                </c:pt>
                <c:pt idx="118">
                  <c:v>1.7685777559055118E-2</c:v>
                </c:pt>
                <c:pt idx="119">
                  <c:v>1.7993356299212598E-2</c:v>
                </c:pt>
                <c:pt idx="120">
                  <c:v>1.7993356299212598E-2</c:v>
                </c:pt>
                <c:pt idx="121">
                  <c:v>1.8270177165354329E-2</c:v>
                </c:pt>
                <c:pt idx="122">
                  <c:v>1.8270177165354329E-2</c:v>
                </c:pt>
                <c:pt idx="123">
                  <c:v>1.8577755905511813E-2</c:v>
                </c:pt>
                <c:pt idx="124">
                  <c:v>1.8577755905511813E-2</c:v>
                </c:pt>
                <c:pt idx="125">
                  <c:v>1.8885334645669292E-2</c:v>
                </c:pt>
                <c:pt idx="126">
                  <c:v>1.8885334645669292E-2</c:v>
                </c:pt>
                <c:pt idx="127">
                  <c:v>1.9192913385826772E-2</c:v>
                </c:pt>
                <c:pt idx="128">
                  <c:v>1.9192913385826772E-2</c:v>
                </c:pt>
                <c:pt idx="129">
                  <c:v>1.9469734251968504E-2</c:v>
                </c:pt>
                <c:pt idx="130">
                  <c:v>1.9469734251968504E-2</c:v>
                </c:pt>
                <c:pt idx="131">
                  <c:v>1.9777312992125984E-2</c:v>
                </c:pt>
                <c:pt idx="132">
                  <c:v>1.9777312992125984E-2</c:v>
                </c:pt>
                <c:pt idx="133">
                  <c:v>2.0084891732283464E-2</c:v>
                </c:pt>
                <c:pt idx="134">
                  <c:v>2.0084891732283464E-2</c:v>
                </c:pt>
                <c:pt idx="135">
                  <c:v>2.0392470472440943E-2</c:v>
                </c:pt>
                <c:pt idx="136">
                  <c:v>2.0392470472440943E-2</c:v>
                </c:pt>
                <c:pt idx="137">
                  <c:v>2.0669291338582679E-2</c:v>
                </c:pt>
                <c:pt idx="138">
                  <c:v>2.0669291338582679E-2</c:v>
                </c:pt>
                <c:pt idx="139">
                  <c:v>2.0976870078740158E-2</c:v>
                </c:pt>
                <c:pt idx="140">
                  <c:v>2.0976870078740158E-2</c:v>
                </c:pt>
                <c:pt idx="141">
                  <c:v>2.1284448818897642E-2</c:v>
                </c:pt>
                <c:pt idx="142">
                  <c:v>2.1284448818897642E-2</c:v>
                </c:pt>
                <c:pt idx="143">
                  <c:v>2.1592027559055121E-2</c:v>
                </c:pt>
                <c:pt idx="144">
                  <c:v>2.1592027559055121E-2</c:v>
                </c:pt>
                <c:pt idx="145">
                  <c:v>2.186884842519685E-2</c:v>
                </c:pt>
                <c:pt idx="146">
                  <c:v>2.186884842519685E-2</c:v>
                </c:pt>
                <c:pt idx="147">
                  <c:v>2.2176427165354329E-2</c:v>
                </c:pt>
                <c:pt idx="148">
                  <c:v>2.2176427165354329E-2</c:v>
                </c:pt>
                <c:pt idx="149">
                  <c:v>2.2484005905511813E-2</c:v>
                </c:pt>
                <c:pt idx="150">
                  <c:v>2.2484005905511813E-2</c:v>
                </c:pt>
                <c:pt idx="151">
                  <c:v>2.2791584645669292E-2</c:v>
                </c:pt>
                <c:pt idx="152">
                  <c:v>2.2791584645669292E-2</c:v>
                </c:pt>
                <c:pt idx="153">
                  <c:v>2.3068405511811024E-2</c:v>
                </c:pt>
                <c:pt idx="154">
                  <c:v>2.3068405511811024E-2</c:v>
                </c:pt>
                <c:pt idx="155">
                  <c:v>2.3375984251968504E-2</c:v>
                </c:pt>
                <c:pt idx="156">
                  <c:v>2.3375984251968504E-2</c:v>
                </c:pt>
                <c:pt idx="157">
                  <c:v>2.3683562992125984E-2</c:v>
                </c:pt>
                <c:pt idx="158">
                  <c:v>2.3683562992125984E-2</c:v>
                </c:pt>
                <c:pt idx="159">
                  <c:v>2.3991141732283464E-2</c:v>
                </c:pt>
                <c:pt idx="160">
                  <c:v>2.3991141732283464E-2</c:v>
                </c:pt>
                <c:pt idx="161">
                  <c:v>2.4267962598425195E-2</c:v>
                </c:pt>
                <c:pt idx="162">
                  <c:v>2.4267962598425195E-2</c:v>
                </c:pt>
                <c:pt idx="163">
                  <c:v>2.4575541338582679E-2</c:v>
                </c:pt>
                <c:pt idx="164">
                  <c:v>2.4575541338582679E-2</c:v>
                </c:pt>
                <c:pt idx="165">
                  <c:v>2.4883120078740158E-2</c:v>
                </c:pt>
                <c:pt idx="166">
                  <c:v>2.4883120078740158E-2</c:v>
                </c:pt>
                <c:pt idx="167">
                  <c:v>2.5190698818897642E-2</c:v>
                </c:pt>
                <c:pt idx="168">
                  <c:v>2.5190698818897642E-2</c:v>
                </c:pt>
                <c:pt idx="169">
                  <c:v>2.546751968503937E-2</c:v>
                </c:pt>
                <c:pt idx="170">
                  <c:v>2.546751968503937E-2</c:v>
                </c:pt>
                <c:pt idx="171">
                  <c:v>2.577509842519685E-2</c:v>
                </c:pt>
                <c:pt idx="172">
                  <c:v>2.577509842519685E-2</c:v>
                </c:pt>
                <c:pt idx="173">
                  <c:v>2.6082677165354329E-2</c:v>
                </c:pt>
                <c:pt idx="174">
                  <c:v>2.6082677165354329E-2</c:v>
                </c:pt>
                <c:pt idx="175">
                  <c:v>2.6390255905511813E-2</c:v>
                </c:pt>
                <c:pt idx="176">
                  <c:v>2.6390255905511813E-2</c:v>
                </c:pt>
                <c:pt idx="177">
                  <c:v>2.6667076771653545E-2</c:v>
                </c:pt>
                <c:pt idx="178">
                  <c:v>2.6667076771653545E-2</c:v>
                </c:pt>
                <c:pt idx="179">
                  <c:v>2.6974655511811024E-2</c:v>
                </c:pt>
                <c:pt idx="180">
                  <c:v>2.6974655511811024E-2</c:v>
                </c:pt>
                <c:pt idx="181">
                  <c:v>2.7282234251968504E-2</c:v>
                </c:pt>
                <c:pt idx="182">
                  <c:v>2.7282234251968504E-2</c:v>
                </c:pt>
                <c:pt idx="183">
                  <c:v>2.7589812992125984E-2</c:v>
                </c:pt>
                <c:pt idx="184">
                  <c:v>2.7589812992125984E-2</c:v>
                </c:pt>
                <c:pt idx="185">
                  <c:v>2.7866633858267716E-2</c:v>
                </c:pt>
                <c:pt idx="186">
                  <c:v>2.7866633858267716E-2</c:v>
                </c:pt>
                <c:pt idx="187">
                  <c:v>2.8174212598425195E-2</c:v>
                </c:pt>
                <c:pt idx="188">
                  <c:v>2.8174212598425195E-2</c:v>
                </c:pt>
                <c:pt idx="189">
                  <c:v>2.8481791338582679E-2</c:v>
                </c:pt>
                <c:pt idx="190">
                  <c:v>2.8481791338582679E-2</c:v>
                </c:pt>
                <c:pt idx="191">
                  <c:v>2.8789370078740158E-2</c:v>
                </c:pt>
                <c:pt idx="192">
                  <c:v>2.8789370078740158E-2</c:v>
                </c:pt>
                <c:pt idx="193">
                  <c:v>2.906619094488189E-2</c:v>
                </c:pt>
                <c:pt idx="194">
                  <c:v>2.906619094488189E-2</c:v>
                </c:pt>
                <c:pt idx="195">
                  <c:v>2.937376968503937E-2</c:v>
                </c:pt>
                <c:pt idx="196">
                  <c:v>2.937376968503937E-2</c:v>
                </c:pt>
                <c:pt idx="197">
                  <c:v>2.968134842519685E-2</c:v>
                </c:pt>
                <c:pt idx="198">
                  <c:v>2.968134842519685E-2</c:v>
                </c:pt>
                <c:pt idx="199">
                  <c:v>2.9988927165354329E-2</c:v>
                </c:pt>
                <c:pt idx="200">
                  <c:v>2.9988927165354329E-2</c:v>
                </c:pt>
                <c:pt idx="201">
                  <c:v>3.0265748031496061E-2</c:v>
                </c:pt>
                <c:pt idx="202">
                  <c:v>3.0265748031496061E-2</c:v>
                </c:pt>
                <c:pt idx="203">
                  <c:v>3.0573326771653545E-2</c:v>
                </c:pt>
                <c:pt idx="204">
                  <c:v>3.0573326771653545E-2</c:v>
                </c:pt>
                <c:pt idx="205">
                  <c:v>3.0880905511811024E-2</c:v>
                </c:pt>
                <c:pt idx="206">
                  <c:v>3.0880905511811024E-2</c:v>
                </c:pt>
                <c:pt idx="207">
                  <c:v>3.1188484251968504E-2</c:v>
                </c:pt>
                <c:pt idx="208">
                  <c:v>3.1188484251968504E-2</c:v>
                </c:pt>
                <c:pt idx="209">
                  <c:v>3.1465305118110236E-2</c:v>
                </c:pt>
                <c:pt idx="210">
                  <c:v>3.1465305118110236E-2</c:v>
                </c:pt>
                <c:pt idx="211">
                  <c:v>3.1772883858267716E-2</c:v>
                </c:pt>
                <c:pt idx="212">
                  <c:v>3.1772883858267716E-2</c:v>
                </c:pt>
                <c:pt idx="213">
                  <c:v>3.2080462598425195E-2</c:v>
                </c:pt>
                <c:pt idx="214">
                  <c:v>3.2080462598425195E-2</c:v>
                </c:pt>
                <c:pt idx="215">
                  <c:v>3.2388041338582675E-2</c:v>
                </c:pt>
                <c:pt idx="216">
                  <c:v>3.2388041338582675E-2</c:v>
                </c:pt>
                <c:pt idx="217">
                  <c:v>3.2664862204724407E-2</c:v>
                </c:pt>
                <c:pt idx="218">
                  <c:v>3.2664862204724407E-2</c:v>
                </c:pt>
                <c:pt idx="219">
                  <c:v>3.2972440944881887E-2</c:v>
                </c:pt>
                <c:pt idx="220">
                  <c:v>3.2972440944881887E-2</c:v>
                </c:pt>
                <c:pt idx="221">
                  <c:v>3.3280019685039373E-2</c:v>
                </c:pt>
                <c:pt idx="222">
                  <c:v>3.3280019685039373E-2</c:v>
                </c:pt>
                <c:pt idx="223">
                  <c:v>3.3587598425196853E-2</c:v>
                </c:pt>
                <c:pt idx="224">
                  <c:v>3.3587598425196853E-2</c:v>
                </c:pt>
                <c:pt idx="225">
                  <c:v>3.3864419291338585E-2</c:v>
                </c:pt>
                <c:pt idx="226">
                  <c:v>3.3864419291338585E-2</c:v>
                </c:pt>
                <c:pt idx="227">
                  <c:v>3.4171998031496065E-2</c:v>
                </c:pt>
                <c:pt idx="228">
                  <c:v>3.4171998031496065E-2</c:v>
                </c:pt>
                <c:pt idx="229">
                  <c:v>3.4479576771653545E-2</c:v>
                </c:pt>
                <c:pt idx="230">
                  <c:v>3.4479576771653545E-2</c:v>
                </c:pt>
                <c:pt idx="231">
                  <c:v>3.4787155511811024E-2</c:v>
                </c:pt>
                <c:pt idx="232">
                  <c:v>3.4787155511811024E-2</c:v>
                </c:pt>
                <c:pt idx="233">
                  <c:v>3.5063976377952756E-2</c:v>
                </c:pt>
                <c:pt idx="234">
                  <c:v>3.5063976377952756E-2</c:v>
                </c:pt>
                <c:pt idx="235">
                  <c:v>3.5371555118110236E-2</c:v>
                </c:pt>
                <c:pt idx="236">
                  <c:v>3.5371555118110236E-2</c:v>
                </c:pt>
                <c:pt idx="237">
                  <c:v>3.5679133858267716E-2</c:v>
                </c:pt>
                <c:pt idx="238">
                  <c:v>3.5679133858267716E-2</c:v>
                </c:pt>
                <c:pt idx="239">
                  <c:v>3.5986712598425195E-2</c:v>
                </c:pt>
                <c:pt idx="240">
                  <c:v>3.5986712598425195E-2</c:v>
                </c:pt>
                <c:pt idx="241">
                  <c:v>3.6294291338582675E-2</c:v>
                </c:pt>
                <c:pt idx="242">
                  <c:v>3.6294291338582675E-2</c:v>
                </c:pt>
                <c:pt idx="243">
                  <c:v>3.6571112204724407E-2</c:v>
                </c:pt>
                <c:pt idx="244">
                  <c:v>3.6571112204724407E-2</c:v>
                </c:pt>
                <c:pt idx="245">
                  <c:v>3.6878690944881887E-2</c:v>
                </c:pt>
                <c:pt idx="246">
                  <c:v>3.6878690944881887E-2</c:v>
                </c:pt>
                <c:pt idx="247">
                  <c:v>3.7186269685039373E-2</c:v>
                </c:pt>
                <c:pt idx="248">
                  <c:v>3.7186269685039373E-2</c:v>
                </c:pt>
                <c:pt idx="249">
                  <c:v>3.7493848425196853E-2</c:v>
                </c:pt>
                <c:pt idx="250">
                  <c:v>3.7493848425196853E-2</c:v>
                </c:pt>
                <c:pt idx="251">
                  <c:v>3.7770669291338585E-2</c:v>
                </c:pt>
                <c:pt idx="252">
                  <c:v>3.7770669291338585E-2</c:v>
                </c:pt>
                <c:pt idx="253">
                  <c:v>3.8078248031496065E-2</c:v>
                </c:pt>
                <c:pt idx="254">
                  <c:v>3.8078248031496065E-2</c:v>
                </c:pt>
                <c:pt idx="255">
                  <c:v>3.8385826771653545E-2</c:v>
                </c:pt>
                <c:pt idx="256">
                  <c:v>3.8385826771653545E-2</c:v>
                </c:pt>
                <c:pt idx="257">
                  <c:v>3.8693405511811024E-2</c:v>
                </c:pt>
                <c:pt idx="258">
                  <c:v>3.8693405511811024E-2</c:v>
                </c:pt>
                <c:pt idx="259">
                  <c:v>3.8970226377952749E-2</c:v>
                </c:pt>
                <c:pt idx="260">
                  <c:v>3.8970226377952749E-2</c:v>
                </c:pt>
                <c:pt idx="261">
                  <c:v>3.9277805118110243E-2</c:v>
                </c:pt>
                <c:pt idx="262">
                  <c:v>3.9277805118110243E-2</c:v>
                </c:pt>
                <c:pt idx="263">
                  <c:v>3.9585383858267709E-2</c:v>
                </c:pt>
                <c:pt idx="264">
                  <c:v>3.9585383858267709E-2</c:v>
                </c:pt>
                <c:pt idx="265">
                  <c:v>3.9892962598425195E-2</c:v>
                </c:pt>
                <c:pt idx="266">
                  <c:v>3.9892962598425195E-2</c:v>
                </c:pt>
                <c:pt idx="267">
                  <c:v>4.0169783464566927E-2</c:v>
                </c:pt>
                <c:pt idx="268">
                  <c:v>4.0169783464566927E-2</c:v>
                </c:pt>
                <c:pt idx="269">
                  <c:v>4.0477362204724407E-2</c:v>
                </c:pt>
                <c:pt idx="270">
                  <c:v>4.0477362204724407E-2</c:v>
                </c:pt>
                <c:pt idx="271">
                  <c:v>4.0784940944881887E-2</c:v>
                </c:pt>
                <c:pt idx="272">
                  <c:v>4.0784940944881887E-2</c:v>
                </c:pt>
                <c:pt idx="273">
                  <c:v>4.1092519685039373E-2</c:v>
                </c:pt>
                <c:pt idx="274">
                  <c:v>4.1092519685039373E-2</c:v>
                </c:pt>
                <c:pt idx="275">
                  <c:v>4.1369340551181105E-2</c:v>
                </c:pt>
                <c:pt idx="276">
                  <c:v>4.1369340551181105E-2</c:v>
                </c:pt>
                <c:pt idx="277">
                  <c:v>4.1676919291338585E-2</c:v>
                </c:pt>
                <c:pt idx="278">
                  <c:v>4.1676919291338585E-2</c:v>
                </c:pt>
                <c:pt idx="279">
                  <c:v>4.1984498031496065E-2</c:v>
                </c:pt>
                <c:pt idx="280">
                  <c:v>4.1984498031496065E-2</c:v>
                </c:pt>
                <c:pt idx="281">
                  <c:v>4.2292076771653545E-2</c:v>
                </c:pt>
                <c:pt idx="282">
                  <c:v>4.2292076771653545E-2</c:v>
                </c:pt>
                <c:pt idx="283">
                  <c:v>4.2568897637795283E-2</c:v>
                </c:pt>
                <c:pt idx="284">
                  <c:v>4.2568897637795283E-2</c:v>
                </c:pt>
                <c:pt idx="285">
                  <c:v>4.2876476377952749E-2</c:v>
                </c:pt>
                <c:pt idx="286">
                  <c:v>4.2876476377952749E-2</c:v>
                </c:pt>
                <c:pt idx="287">
                  <c:v>4.3184055118110243E-2</c:v>
                </c:pt>
                <c:pt idx="288">
                  <c:v>4.3184055118110243E-2</c:v>
                </c:pt>
                <c:pt idx="289">
                  <c:v>4.3491633858267709E-2</c:v>
                </c:pt>
                <c:pt idx="290">
                  <c:v>4.3491633858267709E-2</c:v>
                </c:pt>
                <c:pt idx="291">
                  <c:v>4.3768454724409447E-2</c:v>
                </c:pt>
                <c:pt idx="292">
                  <c:v>4.3768454724409447E-2</c:v>
                </c:pt>
                <c:pt idx="293">
                  <c:v>4.4076033464566927E-2</c:v>
                </c:pt>
                <c:pt idx="294">
                  <c:v>4.4076033464566927E-2</c:v>
                </c:pt>
                <c:pt idx="295">
                  <c:v>4.4383612204724407E-2</c:v>
                </c:pt>
                <c:pt idx="296">
                  <c:v>4.4383612204724407E-2</c:v>
                </c:pt>
                <c:pt idx="297">
                  <c:v>4.4691190944881887E-2</c:v>
                </c:pt>
                <c:pt idx="298">
                  <c:v>4.4691190944881887E-2</c:v>
                </c:pt>
                <c:pt idx="299">
                  <c:v>4.4968011811023625E-2</c:v>
                </c:pt>
                <c:pt idx="300">
                  <c:v>4.4968011811023625E-2</c:v>
                </c:pt>
                <c:pt idx="301">
                  <c:v>4.5275590551181105E-2</c:v>
                </c:pt>
                <c:pt idx="302">
                  <c:v>4.5275590551181105E-2</c:v>
                </c:pt>
                <c:pt idx="303">
                  <c:v>4.5583169291338585E-2</c:v>
                </c:pt>
                <c:pt idx="304">
                  <c:v>4.5583169291338585E-2</c:v>
                </c:pt>
                <c:pt idx="305">
                  <c:v>4.5890748031496065E-2</c:v>
                </c:pt>
                <c:pt idx="306">
                  <c:v>4.5890748031496065E-2</c:v>
                </c:pt>
                <c:pt idx="307">
                  <c:v>4.6167568897637797E-2</c:v>
                </c:pt>
                <c:pt idx="308">
                  <c:v>4.6167568897637797E-2</c:v>
                </c:pt>
                <c:pt idx="309">
                  <c:v>4.6475147637795283E-2</c:v>
                </c:pt>
                <c:pt idx="310">
                  <c:v>4.6475147637795283E-2</c:v>
                </c:pt>
                <c:pt idx="311">
                  <c:v>4.6782726377952749E-2</c:v>
                </c:pt>
                <c:pt idx="312">
                  <c:v>4.6782726377952749E-2</c:v>
                </c:pt>
                <c:pt idx="313">
                  <c:v>4.7090305118110243E-2</c:v>
                </c:pt>
                <c:pt idx="314">
                  <c:v>4.7090305118110243E-2</c:v>
                </c:pt>
                <c:pt idx="315">
                  <c:v>4.7367125984251968E-2</c:v>
                </c:pt>
                <c:pt idx="316">
                  <c:v>4.7367125984251968E-2</c:v>
                </c:pt>
                <c:pt idx="317">
                  <c:v>4.7674704724409447E-2</c:v>
                </c:pt>
                <c:pt idx="318">
                  <c:v>4.7674704724409447E-2</c:v>
                </c:pt>
                <c:pt idx="319">
                  <c:v>4.7982283464566927E-2</c:v>
                </c:pt>
                <c:pt idx="320">
                  <c:v>4.7982283464566927E-2</c:v>
                </c:pt>
                <c:pt idx="321">
                  <c:v>4.8289862204724407E-2</c:v>
                </c:pt>
                <c:pt idx="322">
                  <c:v>4.8289862204724407E-2</c:v>
                </c:pt>
                <c:pt idx="323">
                  <c:v>4.8566683070866139E-2</c:v>
                </c:pt>
                <c:pt idx="324">
                  <c:v>4.8566683070866139E-2</c:v>
                </c:pt>
                <c:pt idx="325">
                  <c:v>4.8874261811023625E-2</c:v>
                </c:pt>
                <c:pt idx="326">
                  <c:v>4.8874261811023625E-2</c:v>
                </c:pt>
                <c:pt idx="327">
                  <c:v>4.9181840551181105E-2</c:v>
                </c:pt>
                <c:pt idx="328">
                  <c:v>4.9181840551181105E-2</c:v>
                </c:pt>
                <c:pt idx="329">
                  <c:v>4.9489419291338585E-2</c:v>
                </c:pt>
                <c:pt idx="330">
                  <c:v>4.9489419291338585E-2</c:v>
                </c:pt>
                <c:pt idx="331">
                  <c:v>4.9766240157480317E-2</c:v>
                </c:pt>
                <c:pt idx="332">
                  <c:v>4.9766240157480317E-2</c:v>
                </c:pt>
                <c:pt idx="333">
                  <c:v>5.0073818897637797E-2</c:v>
                </c:pt>
                <c:pt idx="334">
                  <c:v>5.0073818897637797E-2</c:v>
                </c:pt>
                <c:pt idx="335">
                  <c:v>5.0381397637795283E-2</c:v>
                </c:pt>
                <c:pt idx="336">
                  <c:v>5.0381397637795283E-2</c:v>
                </c:pt>
                <c:pt idx="337">
                  <c:v>5.0688976377952749E-2</c:v>
                </c:pt>
                <c:pt idx="338">
                  <c:v>5.0688976377952749E-2</c:v>
                </c:pt>
                <c:pt idx="339">
                  <c:v>5.0965797244094488E-2</c:v>
                </c:pt>
                <c:pt idx="340">
                  <c:v>5.0965797244094488E-2</c:v>
                </c:pt>
                <c:pt idx="341">
                  <c:v>5.1273375984251968E-2</c:v>
                </c:pt>
                <c:pt idx="342">
                  <c:v>5.1273375984251968E-2</c:v>
                </c:pt>
                <c:pt idx="343">
                  <c:v>5.1580954724409447E-2</c:v>
                </c:pt>
                <c:pt idx="344">
                  <c:v>5.1580954724409447E-2</c:v>
                </c:pt>
                <c:pt idx="345">
                  <c:v>5.1888533464566927E-2</c:v>
                </c:pt>
                <c:pt idx="346">
                  <c:v>5.1888533464566927E-2</c:v>
                </c:pt>
                <c:pt idx="347">
                  <c:v>5.2165354330708659E-2</c:v>
                </c:pt>
                <c:pt idx="348">
                  <c:v>5.2165354330708659E-2</c:v>
                </c:pt>
                <c:pt idx="349">
                  <c:v>5.2472933070866139E-2</c:v>
                </c:pt>
                <c:pt idx="350">
                  <c:v>5.2472933070866139E-2</c:v>
                </c:pt>
                <c:pt idx="351">
                  <c:v>5.2780511811023625E-2</c:v>
                </c:pt>
                <c:pt idx="352">
                  <c:v>5.2780511811023625E-2</c:v>
                </c:pt>
                <c:pt idx="353">
                  <c:v>5.3088090551181105E-2</c:v>
                </c:pt>
                <c:pt idx="354">
                  <c:v>5.3088090551181105E-2</c:v>
                </c:pt>
                <c:pt idx="355">
                  <c:v>5.3364911417322837E-2</c:v>
                </c:pt>
                <c:pt idx="356">
                  <c:v>5.3364911417322837E-2</c:v>
                </c:pt>
                <c:pt idx="357">
                  <c:v>5.3672490157480317E-2</c:v>
                </c:pt>
                <c:pt idx="358">
                  <c:v>5.3672490157480317E-2</c:v>
                </c:pt>
                <c:pt idx="359">
                  <c:v>5.3980068897637797E-2</c:v>
                </c:pt>
                <c:pt idx="360">
                  <c:v>5.3980068897637797E-2</c:v>
                </c:pt>
                <c:pt idx="361">
                  <c:v>5.4287647637795283E-2</c:v>
                </c:pt>
                <c:pt idx="362">
                  <c:v>5.4287647637795283E-2</c:v>
                </c:pt>
                <c:pt idx="363">
                  <c:v>5.4564468503937008E-2</c:v>
                </c:pt>
                <c:pt idx="364">
                  <c:v>5.4564468503937008E-2</c:v>
                </c:pt>
                <c:pt idx="365">
                  <c:v>5.4872047244094488E-2</c:v>
                </c:pt>
                <c:pt idx="366">
                  <c:v>5.4872047244094488E-2</c:v>
                </c:pt>
                <c:pt idx="367">
                  <c:v>5.5179625984251968E-2</c:v>
                </c:pt>
                <c:pt idx="368">
                  <c:v>5.5179625984251968E-2</c:v>
                </c:pt>
                <c:pt idx="369">
                  <c:v>5.5487204724409447E-2</c:v>
                </c:pt>
                <c:pt idx="370">
                  <c:v>5.5487204724409447E-2</c:v>
                </c:pt>
                <c:pt idx="371">
                  <c:v>5.5764025590551179E-2</c:v>
                </c:pt>
                <c:pt idx="372">
                  <c:v>5.5764025590551179E-2</c:v>
                </c:pt>
                <c:pt idx="373">
                  <c:v>5.6071604330708659E-2</c:v>
                </c:pt>
                <c:pt idx="374">
                  <c:v>5.6071604330708659E-2</c:v>
                </c:pt>
                <c:pt idx="375">
                  <c:v>5.6379183070866139E-2</c:v>
                </c:pt>
                <c:pt idx="376">
                  <c:v>5.6379183070866139E-2</c:v>
                </c:pt>
                <c:pt idx="377">
                  <c:v>5.6686761811023625E-2</c:v>
                </c:pt>
                <c:pt idx="378">
                  <c:v>5.6686761811023625E-2</c:v>
                </c:pt>
                <c:pt idx="379">
                  <c:v>5.6963582677165357E-2</c:v>
                </c:pt>
                <c:pt idx="380">
                  <c:v>5.6963582677165357E-2</c:v>
                </c:pt>
                <c:pt idx="381">
                  <c:v>5.7271161417322837E-2</c:v>
                </c:pt>
                <c:pt idx="382">
                  <c:v>5.7271161417322837E-2</c:v>
                </c:pt>
                <c:pt idx="383">
                  <c:v>5.7578740157480317E-2</c:v>
                </c:pt>
                <c:pt idx="384">
                  <c:v>5.7578740157480317E-2</c:v>
                </c:pt>
                <c:pt idx="385">
                  <c:v>5.7886318897637797E-2</c:v>
                </c:pt>
                <c:pt idx="386">
                  <c:v>5.7886318897637797E-2</c:v>
                </c:pt>
                <c:pt idx="387">
                  <c:v>5.8163139763779528E-2</c:v>
                </c:pt>
                <c:pt idx="388">
                  <c:v>5.8163139763779528E-2</c:v>
                </c:pt>
                <c:pt idx="389">
                  <c:v>5.8470718503937008E-2</c:v>
                </c:pt>
                <c:pt idx="390">
                  <c:v>5.8470718503937008E-2</c:v>
                </c:pt>
                <c:pt idx="391">
                  <c:v>5.8778297244094488E-2</c:v>
                </c:pt>
                <c:pt idx="392">
                  <c:v>5.8778297244094488E-2</c:v>
                </c:pt>
                <c:pt idx="393">
                  <c:v>5.9085875984251968E-2</c:v>
                </c:pt>
                <c:pt idx="394">
                  <c:v>5.9085875984251968E-2</c:v>
                </c:pt>
                <c:pt idx="395">
                  <c:v>5.9362696850393699E-2</c:v>
                </c:pt>
                <c:pt idx="396">
                  <c:v>5.9362696850393699E-2</c:v>
                </c:pt>
                <c:pt idx="397">
                  <c:v>5.9670275590551179E-2</c:v>
                </c:pt>
                <c:pt idx="398">
                  <c:v>5.9670275590551179E-2</c:v>
                </c:pt>
                <c:pt idx="399">
                  <c:v>5.9977854330708659E-2</c:v>
                </c:pt>
                <c:pt idx="400">
                  <c:v>5.9977854330708659E-2</c:v>
                </c:pt>
                <c:pt idx="401">
                  <c:v>6.0285433070866139E-2</c:v>
                </c:pt>
                <c:pt idx="402">
                  <c:v>6.0285433070866139E-2</c:v>
                </c:pt>
                <c:pt idx="403">
                  <c:v>6.0562253937007877E-2</c:v>
                </c:pt>
                <c:pt idx="404">
                  <c:v>6.0562253937007877E-2</c:v>
                </c:pt>
                <c:pt idx="405">
                  <c:v>6.0869832677165357E-2</c:v>
                </c:pt>
                <c:pt idx="406">
                  <c:v>6.0869832677165357E-2</c:v>
                </c:pt>
                <c:pt idx="407">
                  <c:v>6.1177411417322837E-2</c:v>
                </c:pt>
                <c:pt idx="408">
                  <c:v>6.1177411417322837E-2</c:v>
                </c:pt>
                <c:pt idx="409">
                  <c:v>6.1484990157480317E-2</c:v>
                </c:pt>
                <c:pt idx="410">
                  <c:v>6.1484990157480317E-2</c:v>
                </c:pt>
                <c:pt idx="411">
                  <c:v>6.1761811023622049E-2</c:v>
                </c:pt>
                <c:pt idx="412">
                  <c:v>6.1761811023622049E-2</c:v>
                </c:pt>
                <c:pt idx="413">
                  <c:v>6.2069389763779528E-2</c:v>
                </c:pt>
                <c:pt idx="414">
                  <c:v>6.2069389763779528E-2</c:v>
                </c:pt>
                <c:pt idx="415">
                  <c:v>6.2376968503937008E-2</c:v>
                </c:pt>
                <c:pt idx="416">
                  <c:v>6.2376968503937008E-2</c:v>
                </c:pt>
                <c:pt idx="417">
                  <c:v>6.2684547244094488E-2</c:v>
                </c:pt>
                <c:pt idx="418">
                  <c:v>6.2684547244094488E-2</c:v>
                </c:pt>
                <c:pt idx="419">
                  <c:v>6.2961368110236227E-2</c:v>
                </c:pt>
                <c:pt idx="420">
                  <c:v>6.2961368110236227E-2</c:v>
                </c:pt>
                <c:pt idx="421">
                  <c:v>6.3268946850393706E-2</c:v>
                </c:pt>
                <c:pt idx="422">
                  <c:v>6.3268946850393706E-2</c:v>
                </c:pt>
                <c:pt idx="423">
                  <c:v>6.3576525590551186E-2</c:v>
                </c:pt>
                <c:pt idx="424">
                  <c:v>6.3576525590551186E-2</c:v>
                </c:pt>
                <c:pt idx="425">
                  <c:v>6.3884104330708666E-2</c:v>
                </c:pt>
                <c:pt idx="426">
                  <c:v>6.3884104330708666E-2</c:v>
                </c:pt>
                <c:pt idx="427">
                  <c:v>6.4160925196850391E-2</c:v>
                </c:pt>
                <c:pt idx="428">
                  <c:v>6.4160925196850391E-2</c:v>
                </c:pt>
                <c:pt idx="429">
                  <c:v>6.4468503937007871E-2</c:v>
                </c:pt>
                <c:pt idx="430">
                  <c:v>6.4468503937007871E-2</c:v>
                </c:pt>
                <c:pt idx="431">
                  <c:v>6.477608267716535E-2</c:v>
                </c:pt>
                <c:pt idx="432">
                  <c:v>6.477608267716535E-2</c:v>
                </c:pt>
                <c:pt idx="433">
                  <c:v>6.508366141732283E-2</c:v>
                </c:pt>
                <c:pt idx="434">
                  <c:v>6.508366141732283E-2</c:v>
                </c:pt>
                <c:pt idx="435">
                  <c:v>6.5360482283464569E-2</c:v>
                </c:pt>
                <c:pt idx="436">
                  <c:v>6.5360482283464569E-2</c:v>
                </c:pt>
                <c:pt idx="437">
                  <c:v>6.5668061023622049E-2</c:v>
                </c:pt>
                <c:pt idx="438">
                  <c:v>6.5668061023622049E-2</c:v>
                </c:pt>
                <c:pt idx="439">
                  <c:v>6.5975639763779528E-2</c:v>
                </c:pt>
                <c:pt idx="440">
                  <c:v>6.5975639763779528E-2</c:v>
                </c:pt>
                <c:pt idx="441">
                  <c:v>6.6283218503937008E-2</c:v>
                </c:pt>
                <c:pt idx="442">
                  <c:v>6.6283218503937008E-2</c:v>
                </c:pt>
                <c:pt idx="443">
                  <c:v>6.6560039370078747E-2</c:v>
                </c:pt>
                <c:pt idx="444">
                  <c:v>6.6560039370078747E-2</c:v>
                </c:pt>
                <c:pt idx="445">
                  <c:v>6.6867618110236227E-2</c:v>
                </c:pt>
                <c:pt idx="446">
                  <c:v>6.6867618110236227E-2</c:v>
                </c:pt>
                <c:pt idx="447">
                  <c:v>6.7175196850393706E-2</c:v>
                </c:pt>
                <c:pt idx="448">
                  <c:v>6.7175196850393706E-2</c:v>
                </c:pt>
                <c:pt idx="449">
                  <c:v>6.7482775590551186E-2</c:v>
                </c:pt>
                <c:pt idx="450">
                  <c:v>6.7482775590551186E-2</c:v>
                </c:pt>
                <c:pt idx="451">
                  <c:v>6.7759596456692911E-2</c:v>
                </c:pt>
                <c:pt idx="452">
                  <c:v>6.7759596456692911E-2</c:v>
                </c:pt>
                <c:pt idx="453">
                  <c:v>6.8067175196850391E-2</c:v>
                </c:pt>
                <c:pt idx="454">
                  <c:v>6.8067175196850391E-2</c:v>
                </c:pt>
                <c:pt idx="455">
                  <c:v>6.8374753937007871E-2</c:v>
                </c:pt>
                <c:pt idx="456">
                  <c:v>6.8374753937007871E-2</c:v>
                </c:pt>
                <c:pt idx="457">
                  <c:v>6.868233267716535E-2</c:v>
                </c:pt>
                <c:pt idx="458">
                  <c:v>6.868233267716535E-2</c:v>
                </c:pt>
                <c:pt idx="459">
                  <c:v>6.8959153543307089E-2</c:v>
                </c:pt>
                <c:pt idx="460">
                  <c:v>6.8959153543307089E-2</c:v>
                </c:pt>
                <c:pt idx="461">
                  <c:v>6.9266732283464569E-2</c:v>
                </c:pt>
                <c:pt idx="462">
                  <c:v>6.9266732283464569E-2</c:v>
                </c:pt>
                <c:pt idx="463">
                  <c:v>6.9574311023622049E-2</c:v>
                </c:pt>
                <c:pt idx="464">
                  <c:v>6.9574311023622049E-2</c:v>
                </c:pt>
                <c:pt idx="465">
                  <c:v>6.9881889763779528E-2</c:v>
                </c:pt>
                <c:pt idx="466">
                  <c:v>6.9881889763779528E-2</c:v>
                </c:pt>
                <c:pt idx="467">
                  <c:v>7.0158710629921253E-2</c:v>
                </c:pt>
                <c:pt idx="468">
                  <c:v>7.0158710629921253E-2</c:v>
                </c:pt>
                <c:pt idx="469">
                  <c:v>7.0466289370078747E-2</c:v>
                </c:pt>
                <c:pt idx="470">
                  <c:v>7.0466289370078747E-2</c:v>
                </c:pt>
                <c:pt idx="471">
                  <c:v>7.0773868110236227E-2</c:v>
                </c:pt>
                <c:pt idx="472">
                  <c:v>7.0773868110236227E-2</c:v>
                </c:pt>
                <c:pt idx="473">
                  <c:v>7.1081446850393706E-2</c:v>
                </c:pt>
                <c:pt idx="474">
                  <c:v>7.1081446850393706E-2</c:v>
                </c:pt>
                <c:pt idx="475">
                  <c:v>7.1389025590551186E-2</c:v>
                </c:pt>
                <c:pt idx="476">
                  <c:v>7.1389025590551186E-2</c:v>
                </c:pt>
                <c:pt idx="477">
                  <c:v>7.1665846456692911E-2</c:v>
                </c:pt>
                <c:pt idx="478">
                  <c:v>7.1665846456692911E-2</c:v>
                </c:pt>
                <c:pt idx="479">
                  <c:v>7.1973425196850391E-2</c:v>
                </c:pt>
                <c:pt idx="480">
                  <c:v>7.1973425196850391E-2</c:v>
                </c:pt>
                <c:pt idx="481">
                  <c:v>7.2281003937007871E-2</c:v>
                </c:pt>
                <c:pt idx="482">
                  <c:v>7.2281003937007871E-2</c:v>
                </c:pt>
                <c:pt idx="483">
                  <c:v>7.258858267716535E-2</c:v>
                </c:pt>
                <c:pt idx="484">
                  <c:v>7.258858267716535E-2</c:v>
                </c:pt>
                <c:pt idx="485">
                  <c:v>7.2865403543307089E-2</c:v>
                </c:pt>
                <c:pt idx="486">
                  <c:v>7.2865403543307089E-2</c:v>
                </c:pt>
                <c:pt idx="487">
                  <c:v>7.3172982283464569E-2</c:v>
                </c:pt>
                <c:pt idx="488">
                  <c:v>7.3172982283464569E-2</c:v>
                </c:pt>
                <c:pt idx="489">
                  <c:v>7.3480561023622049E-2</c:v>
                </c:pt>
                <c:pt idx="490">
                  <c:v>7.3480561023622049E-2</c:v>
                </c:pt>
                <c:pt idx="491">
                  <c:v>7.3788139763779528E-2</c:v>
                </c:pt>
                <c:pt idx="492">
                  <c:v>7.3788139763779528E-2</c:v>
                </c:pt>
                <c:pt idx="493">
                  <c:v>7.4064960629921253E-2</c:v>
                </c:pt>
                <c:pt idx="494">
                  <c:v>7.4064960629921253E-2</c:v>
                </c:pt>
                <c:pt idx="495">
                  <c:v>7.4372539370078747E-2</c:v>
                </c:pt>
                <c:pt idx="496">
                  <c:v>7.4372539370078747E-2</c:v>
                </c:pt>
                <c:pt idx="497">
                  <c:v>7.4680118110236227E-2</c:v>
                </c:pt>
                <c:pt idx="498">
                  <c:v>7.4680118110236227E-2</c:v>
                </c:pt>
                <c:pt idx="499">
                  <c:v>7.4987696850393706E-2</c:v>
                </c:pt>
                <c:pt idx="500">
                  <c:v>7.4987696850393706E-2</c:v>
                </c:pt>
                <c:pt idx="501">
                  <c:v>7.5264517716535431E-2</c:v>
                </c:pt>
                <c:pt idx="502">
                  <c:v>7.5264517716535431E-2</c:v>
                </c:pt>
                <c:pt idx="503">
                  <c:v>7.5572096456692911E-2</c:v>
                </c:pt>
                <c:pt idx="504">
                  <c:v>7.5572096456692911E-2</c:v>
                </c:pt>
                <c:pt idx="505">
                  <c:v>7.5879675196850391E-2</c:v>
                </c:pt>
                <c:pt idx="506">
                  <c:v>7.5879675196850391E-2</c:v>
                </c:pt>
                <c:pt idx="507">
                  <c:v>7.6187253937007871E-2</c:v>
                </c:pt>
                <c:pt idx="508">
                  <c:v>7.6187253937007871E-2</c:v>
                </c:pt>
                <c:pt idx="509">
                  <c:v>7.6464074803149609E-2</c:v>
                </c:pt>
                <c:pt idx="510">
                  <c:v>7.6464074803149609E-2</c:v>
                </c:pt>
                <c:pt idx="511">
                  <c:v>7.6771653543307089E-2</c:v>
                </c:pt>
                <c:pt idx="512">
                  <c:v>7.6771653543307089E-2</c:v>
                </c:pt>
                <c:pt idx="513">
                  <c:v>7.7079232283464569E-2</c:v>
                </c:pt>
                <c:pt idx="514">
                  <c:v>7.7079232283464569E-2</c:v>
                </c:pt>
                <c:pt idx="515">
                  <c:v>7.7386811023622049E-2</c:v>
                </c:pt>
                <c:pt idx="516">
                  <c:v>7.7386811023622049E-2</c:v>
                </c:pt>
                <c:pt idx="517">
                  <c:v>7.7663631889763773E-2</c:v>
                </c:pt>
                <c:pt idx="518">
                  <c:v>7.7663631889763773E-2</c:v>
                </c:pt>
                <c:pt idx="519">
                  <c:v>7.7971210629921253E-2</c:v>
                </c:pt>
                <c:pt idx="520">
                  <c:v>7.7971210629921253E-2</c:v>
                </c:pt>
                <c:pt idx="521">
                  <c:v>7.8278789370078747E-2</c:v>
                </c:pt>
                <c:pt idx="522">
                  <c:v>7.8278789370078747E-2</c:v>
                </c:pt>
                <c:pt idx="523">
                  <c:v>7.8586368110236227E-2</c:v>
                </c:pt>
                <c:pt idx="524">
                  <c:v>7.8586368110236227E-2</c:v>
                </c:pt>
                <c:pt idx="525">
                  <c:v>7.8863188976377951E-2</c:v>
                </c:pt>
                <c:pt idx="526">
                  <c:v>7.8863188976377951E-2</c:v>
                </c:pt>
                <c:pt idx="527">
                  <c:v>7.9170767716535431E-2</c:v>
                </c:pt>
                <c:pt idx="528">
                  <c:v>7.9170767716535431E-2</c:v>
                </c:pt>
                <c:pt idx="529">
                  <c:v>7.9478346456692911E-2</c:v>
                </c:pt>
                <c:pt idx="530">
                  <c:v>7.9478346456692911E-2</c:v>
                </c:pt>
                <c:pt idx="531">
                  <c:v>7.9785925196850391E-2</c:v>
                </c:pt>
                <c:pt idx="532">
                  <c:v>7.9785925196850391E-2</c:v>
                </c:pt>
                <c:pt idx="533">
                  <c:v>8.0062746062992129E-2</c:v>
                </c:pt>
                <c:pt idx="534">
                  <c:v>8.0062746062992129E-2</c:v>
                </c:pt>
                <c:pt idx="535">
                  <c:v>8.0370324803149609E-2</c:v>
                </c:pt>
                <c:pt idx="536">
                  <c:v>8.0370324803149609E-2</c:v>
                </c:pt>
                <c:pt idx="537">
                  <c:v>8.0677903543307089E-2</c:v>
                </c:pt>
                <c:pt idx="538">
                  <c:v>8.0677903543307089E-2</c:v>
                </c:pt>
                <c:pt idx="539">
                  <c:v>8.0985482283464569E-2</c:v>
                </c:pt>
                <c:pt idx="540">
                  <c:v>8.0985482283464569E-2</c:v>
                </c:pt>
                <c:pt idx="541">
                  <c:v>8.1262303149606294E-2</c:v>
                </c:pt>
                <c:pt idx="542">
                  <c:v>8.1262303149606294E-2</c:v>
                </c:pt>
                <c:pt idx="543">
                  <c:v>8.1569881889763773E-2</c:v>
                </c:pt>
                <c:pt idx="544">
                  <c:v>8.1569881889763773E-2</c:v>
                </c:pt>
                <c:pt idx="545">
                  <c:v>8.1877460629921253E-2</c:v>
                </c:pt>
                <c:pt idx="546">
                  <c:v>8.1877460629921253E-2</c:v>
                </c:pt>
                <c:pt idx="547">
                  <c:v>8.2185039370078747E-2</c:v>
                </c:pt>
                <c:pt idx="548">
                  <c:v>8.2185039370078747E-2</c:v>
                </c:pt>
                <c:pt idx="549">
                  <c:v>8.2461860236220472E-2</c:v>
                </c:pt>
                <c:pt idx="550">
                  <c:v>8.2461860236220472E-2</c:v>
                </c:pt>
                <c:pt idx="551">
                  <c:v>8.2769438976377951E-2</c:v>
                </c:pt>
                <c:pt idx="552">
                  <c:v>8.2769438976377951E-2</c:v>
                </c:pt>
                <c:pt idx="553">
                  <c:v>8.3077017716535431E-2</c:v>
                </c:pt>
                <c:pt idx="554">
                  <c:v>8.3077017716535431E-2</c:v>
                </c:pt>
                <c:pt idx="555">
                  <c:v>8.3384596456692911E-2</c:v>
                </c:pt>
                <c:pt idx="556">
                  <c:v>8.3384596456692911E-2</c:v>
                </c:pt>
                <c:pt idx="557">
                  <c:v>8.366141732283465E-2</c:v>
                </c:pt>
                <c:pt idx="558">
                  <c:v>8.366141732283465E-2</c:v>
                </c:pt>
                <c:pt idx="559">
                  <c:v>8.3968996062992129E-2</c:v>
                </c:pt>
                <c:pt idx="560">
                  <c:v>8.3968996062992129E-2</c:v>
                </c:pt>
                <c:pt idx="561">
                  <c:v>8.4276574803149609E-2</c:v>
                </c:pt>
                <c:pt idx="562">
                  <c:v>8.4276574803149609E-2</c:v>
                </c:pt>
                <c:pt idx="563">
                  <c:v>8.4584153543307089E-2</c:v>
                </c:pt>
                <c:pt idx="564">
                  <c:v>8.4584153543307089E-2</c:v>
                </c:pt>
                <c:pt idx="565">
                  <c:v>8.4860974409448814E-2</c:v>
                </c:pt>
                <c:pt idx="566">
                  <c:v>8.4860974409448814E-2</c:v>
                </c:pt>
                <c:pt idx="567">
                  <c:v>8.5168553149606294E-2</c:v>
                </c:pt>
                <c:pt idx="568">
                  <c:v>8.5168553149606294E-2</c:v>
                </c:pt>
                <c:pt idx="569">
                  <c:v>8.5476131889763773E-2</c:v>
                </c:pt>
                <c:pt idx="570">
                  <c:v>8.5476131889763773E-2</c:v>
                </c:pt>
                <c:pt idx="571">
                  <c:v>8.5783710629921253E-2</c:v>
                </c:pt>
                <c:pt idx="572">
                  <c:v>8.5783710629921253E-2</c:v>
                </c:pt>
                <c:pt idx="573">
                  <c:v>8.6060531496062992E-2</c:v>
                </c:pt>
                <c:pt idx="574">
                  <c:v>8.6060531496062992E-2</c:v>
                </c:pt>
                <c:pt idx="575">
                  <c:v>8.6368110236220472E-2</c:v>
                </c:pt>
                <c:pt idx="576">
                  <c:v>8.6368110236220472E-2</c:v>
                </c:pt>
                <c:pt idx="577">
                  <c:v>8.6675688976377951E-2</c:v>
                </c:pt>
                <c:pt idx="578">
                  <c:v>8.6675688976377951E-2</c:v>
                </c:pt>
                <c:pt idx="579">
                  <c:v>8.6983267716535431E-2</c:v>
                </c:pt>
                <c:pt idx="580">
                  <c:v>8.6983267716535431E-2</c:v>
                </c:pt>
                <c:pt idx="581">
                  <c:v>8.726008858267717E-2</c:v>
                </c:pt>
                <c:pt idx="582">
                  <c:v>8.726008858267717E-2</c:v>
                </c:pt>
                <c:pt idx="583">
                  <c:v>8.756766732283465E-2</c:v>
                </c:pt>
                <c:pt idx="584">
                  <c:v>8.756766732283465E-2</c:v>
                </c:pt>
                <c:pt idx="585">
                  <c:v>8.7875246062992129E-2</c:v>
                </c:pt>
                <c:pt idx="586">
                  <c:v>8.7875246062992129E-2</c:v>
                </c:pt>
                <c:pt idx="587">
                  <c:v>8.8182824803149609E-2</c:v>
                </c:pt>
                <c:pt idx="588">
                  <c:v>8.8182824803149609E-2</c:v>
                </c:pt>
                <c:pt idx="589">
                  <c:v>8.8459645669291334E-2</c:v>
                </c:pt>
                <c:pt idx="590">
                  <c:v>8.8459645669291334E-2</c:v>
                </c:pt>
                <c:pt idx="591">
                  <c:v>8.8767224409448814E-2</c:v>
                </c:pt>
                <c:pt idx="592">
                  <c:v>8.8767224409448814E-2</c:v>
                </c:pt>
                <c:pt idx="593">
                  <c:v>8.9074803149606294E-2</c:v>
                </c:pt>
                <c:pt idx="594">
                  <c:v>8.9074803149606294E-2</c:v>
                </c:pt>
                <c:pt idx="595">
                  <c:v>8.9382381889763773E-2</c:v>
                </c:pt>
                <c:pt idx="596">
                  <c:v>8.9382381889763773E-2</c:v>
                </c:pt>
                <c:pt idx="597">
                  <c:v>8.9659202755905512E-2</c:v>
                </c:pt>
                <c:pt idx="598">
                  <c:v>8.9659202755905512E-2</c:v>
                </c:pt>
                <c:pt idx="599">
                  <c:v>8.9966781496062992E-2</c:v>
                </c:pt>
                <c:pt idx="600">
                  <c:v>8.9966781496062992E-2</c:v>
                </c:pt>
                <c:pt idx="601">
                  <c:v>9.0274360236220486E-2</c:v>
                </c:pt>
                <c:pt idx="602">
                  <c:v>9.0274360236220486E-2</c:v>
                </c:pt>
                <c:pt idx="603">
                  <c:v>9.0581938976377965E-2</c:v>
                </c:pt>
                <c:pt idx="604">
                  <c:v>9.0581938976377965E-2</c:v>
                </c:pt>
                <c:pt idx="605">
                  <c:v>9.0858759842519676E-2</c:v>
                </c:pt>
                <c:pt idx="606">
                  <c:v>9.0858759842519676E-2</c:v>
                </c:pt>
                <c:pt idx="607">
                  <c:v>9.1166338582677156E-2</c:v>
                </c:pt>
                <c:pt idx="608">
                  <c:v>9.1166338582677156E-2</c:v>
                </c:pt>
                <c:pt idx="609">
                  <c:v>9.1473917322834636E-2</c:v>
                </c:pt>
                <c:pt idx="610">
                  <c:v>9.1473917322834636E-2</c:v>
                </c:pt>
                <c:pt idx="611">
                  <c:v>9.1781496062992116E-2</c:v>
                </c:pt>
                <c:pt idx="612">
                  <c:v>9.1781496062992116E-2</c:v>
                </c:pt>
                <c:pt idx="613">
                  <c:v>9.205831692913384E-2</c:v>
                </c:pt>
                <c:pt idx="614">
                  <c:v>9.205831692913384E-2</c:v>
                </c:pt>
                <c:pt idx="615">
                  <c:v>9.236589566929132E-2</c:v>
                </c:pt>
                <c:pt idx="616">
                  <c:v>9.236589566929132E-2</c:v>
                </c:pt>
                <c:pt idx="617">
                  <c:v>9.26734744094488E-2</c:v>
                </c:pt>
                <c:pt idx="618">
                  <c:v>9.26734744094488E-2</c:v>
                </c:pt>
                <c:pt idx="619">
                  <c:v>9.2981053149606294E-2</c:v>
                </c:pt>
                <c:pt idx="620">
                  <c:v>9.2981053149606294E-2</c:v>
                </c:pt>
                <c:pt idx="621">
                  <c:v>9.3257874015748046E-2</c:v>
                </c:pt>
                <c:pt idx="622">
                  <c:v>9.3257874015748046E-2</c:v>
                </c:pt>
                <c:pt idx="623">
                  <c:v>9.3565452755905526E-2</c:v>
                </c:pt>
                <c:pt idx="624">
                  <c:v>9.3565452755905526E-2</c:v>
                </c:pt>
                <c:pt idx="625">
                  <c:v>9.3873031496063006E-2</c:v>
                </c:pt>
                <c:pt idx="626">
                  <c:v>9.3873031496063006E-2</c:v>
                </c:pt>
                <c:pt idx="627">
                  <c:v>9.4180610236220486E-2</c:v>
                </c:pt>
                <c:pt idx="628">
                  <c:v>9.4180610236220486E-2</c:v>
                </c:pt>
                <c:pt idx="629">
                  <c:v>9.4457431102362197E-2</c:v>
                </c:pt>
                <c:pt idx="630">
                  <c:v>9.4457431102362197E-2</c:v>
                </c:pt>
                <c:pt idx="631">
                  <c:v>9.4765009842519676E-2</c:v>
                </c:pt>
                <c:pt idx="632">
                  <c:v>9.4765009842519676E-2</c:v>
                </c:pt>
                <c:pt idx="633">
                  <c:v>9.5072588582677156E-2</c:v>
                </c:pt>
                <c:pt idx="634">
                  <c:v>9.5072588582677156E-2</c:v>
                </c:pt>
                <c:pt idx="635">
                  <c:v>9.5380167322834636E-2</c:v>
                </c:pt>
                <c:pt idx="636">
                  <c:v>9.5380167322834636E-2</c:v>
                </c:pt>
                <c:pt idx="637">
                  <c:v>9.5656988188976361E-2</c:v>
                </c:pt>
                <c:pt idx="638">
                  <c:v>9.5656988188976361E-2</c:v>
                </c:pt>
                <c:pt idx="639">
                  <c:v>9.596456692913384E-2</c:v>
                </c:pt>
                <c:pt idx="640">
                  <c:v>9.596456692913384E-2</c:v>
                </c:pt>
                <c:pt idx="641">
                  <c:v>9.627214566929132E-2</c:v>
                </c:pt>
                <c:pt idx="642">
                  <c:v>9.627214566929132E-2</c:v>
                </c:pt>
                <c:pt idx="643">
                  <c:v>9.65797244094488E-2</c:v>
                </c:pt>
                <c:pt idx="644">
                  <c:v>9.65797244094488E-2</c:v>
                </c:pt>
                <c:pt idx="645">
                  <c:v>9.6856545275590566E-2</c:v>
                </c:pt>
                <c:pt idx="646">
                  <c:v>9.6856545275590566E-2</c:v>
                </c:pt>
                <c:pt idx="647">
                  <c:v>9.7164124015748046E-2</c:v>
                </c:pt>
                <c:pt idx="648">
                  <c:v>9.7164124015748046E-2</c:v>
                </c:pt>
                <c:pt idx="649">
                  <c:v>9.7471702755905526E-2</c:v>
                </c:pt>
                <c:pt idx="650">
                  <c:v>9.7471702755905526E-2</c:v>
                </c:pt>
                <c:pt idx="651">
                  <c:v>9.7779281496063006E-2</c:v>
                </c:pt>
                <c:pt idx="652">
                  <c:v>9.7779281496063006E-2</c:v>
                </c:pt>
                <c:pt idx="653">
                  <c:v>9.8056102362204717E-2</c:v>
                </c:pt>
                <c:pt idx="654">
                  <c:v>9.8056102362204717E-2</c:v>
                </c:pt>
                <c:pt idx="655">
                  <c:v>9.8363681102362197E-2</c:v>
                </c:pt>
                <c:pt idx="656">
                  <c:v>9.8363681102362197E-2</c:v>
                </c:pt>
                <c:pt idx="657">
                  <c:v>9.8671259842519676E-2</c:v>
                </c:pt>
                <c:pt idx="658">
                  <c:v>9.8671259842519676E-2</c:v>
                </c:pt>
                <c:pt idx="659">
                  <c:v>9.8978838582677156E-2</c:v>
                </c:pt>
                <c:pt idx="660">
                  <c:v>9.8978838582677156E-2</c:v>
                </c:pt>
                <c:pt idx="661">
                  <c:v>9.9255659448818895E-2</c:v>
                </c:pt>
                <c:pt idx="662">
                  <c:v>9.9255659448818895E-2</c:v>
                </c:pt>
                <c:pt idx="663">
                  <c:v>9.9563238188976361E-2</c:v>
                </c:pt>
                <c:pt idx="664">
                  <c:v>9.9563238188976361E-2</c:v>
                </c:pt>
                <c:pt idx="665">
                  <c:v>9.987081692913384E-2</c:v>
                </c:pt>
                <c:pt idx="666">
                  <c:v>9.987081692913384E-2</c:v>
                </c:pt>
                <c:pt idx="667">
                  <c:v>0.10017839566929132</c:v>
                </c:pt>
                <c:pt idx="668">
                  <c:v>0.10017839566929132</c:v>
                </c:pt>
                <c:pt idx="669">
                  <c:v>0.10045521653543309</c:v>
                </c:pt>
                <c:pt idx="670">
                  <c:v>0.10045521653543309</c:v>
                </c:pt>
                <c:pt idx="671">
                  <c:v>0.10076279527559057</c:v>
                </c:pt>
                <c:pt idx="672">
                  <c:v>0.10076279527559057</c:v>
                </c:pt>
                <c:pt idx="673">
                  <c:v>0.10107037401574805</c:v>
                </c:pt>
                <c:pt idx="674">
                  <c:v>0.10107037401574805</c:v>
                </c:pt>
                <c:pt idx="675">
                  <c:v>0.10137795275590553</c:v>
                </c:pt>
                <c:pt idx="676">
                  <c:v>0.10137795275590553</c:v>
                </c:pt>
                <c:pt idx="677">
                  <c:v>0.10165477362204724</c:v>
                </c:pt>
                <c:pt idx="678">
                  <c:v>0.10165477362204724</c:v>
                </c:pt>
                <c:pt idx="679">
                  <c:v>0.10196235236220472</c:v>
                </c:pt>
                <c:pt idx="680">
                  <c:v>0.10196235236220472</c:v>
                </c:pt>
                <c:pt idx="681">
                  <c:v>0.1022699311023622</c:v>
                </c:pt>
                <c:pt idx="682">
                  <c:v>0.1022699311023622</c:v>
                </c:pt>
                <c:pt idx="683">
                  <c:v>0.10257750984251968</c:v>
                </c:pt>
                <c:pt idx="684">
                  <c:v>0.10257750984251968</c:v>
                </c:pt>
                <c:pt idx="685">
                  <c:v>0.10285433070866142</c:v>
                </c:pt>
                <c:pt idx="686">
                  <c:v>0.10285433070866142</c:v>
                </c:pt>
                <c:pt idx="687">
                  <c:v>0.10316190944881889</c:v>
                </c:pt>
                <c:pt idx="688">
                  <c:v>0.10316190944881889</c:v>
                </c:pt>
                <c:pt idx="689">
                  <c:v>0.10346948818897636</c:v>
                </c:pt>
                <c:pt idx="690">
                  <c:v>0.10346948818897636</c:v>
                </c:pt>
                <c:pt idx="691">
                  <c:v>0.10377706692913384</c:v>
                </c:pt>
                <c:pt idx="692">
                  <c:v>0.10377706692913384</c:v>
                </c:pt>
                <c:pt idx="693">
                  <c:v>0.10405388779527559</c:v>
                </c:pt>
                <c:pt idx="694">
                  <c:v>0.10405388779527559</c:v>
                </c:pt>
                <c:pt idx="695">
                  <c:v>0.10436146653543309</c:v>
                </c:pt>
                <c:pt idx="696">
                  <c:v>0.10436146653543309</c:v>
                </c:pt>
                <c:pt idx="697">
                  <c:v>0.10466904527559057</c:v>
                </c:pt>
                <c:pt idx="698">
                  <c:v>0.10466904527559057</c:v>
                </c:pt>
                <c:pt idx="699">
                  <c:v>0.10497662401574805</c:v>
                </c:pt>
                <c:pt idx="700">
                  <c:v>0.10497662401574805</c:v>
                </c:pt>
                <c:pt idx="701">
                  <c:v>0.10525344488188976</c:v>
                </c:pt>
                <c:pt idx="702">
                  <c:v>0.10525344488188976</c:v>
                </c:pt>
                <c:pt idx="703">
                  <c:v>0.10556102362204724</c:v>
                </c:pt>
                <c:pt idx="704">
                  <c:v>0.10556102362204724</c:v>
                </c:pt>
                <c:pt idx="705">
                  <c:v>0.10586860236220472</c:v>
                </c:pt>
                <c:pt idx="706">
                  <c:v>0.10586860236220472</c:v>
                </c:pt>
                <c:pt idx="707">
                  <c:v>0.1061761811023622</c:v>
                </c:pt>
                <c:pt idx="708">
                  <c:v>0.1061761811023622</c:v>
                </c:pt>
                <c:pt idx="709">
                  <c:v>0.10648375984251968</c:v>
                </c:pt>
                <c:pt idx="710">
                  <c:v>0.10648375984251968</c:v>
                </c:pt>
                <c:pt idx="711">
                  <c:v>0.10676058070866142</c:v>
                </c:pt>
                <c:pt idx="712">
                  <c:v>0.10676058070866142</c:v>
                </c:pt>
                <c:pt idx="713">
                  <c:v>0.10706815944881889</c:v>
                </c:pt>
                <c:pt idx="714">
                  <c:v>0.10706815944881889</c:v>
                </c:pt>
                <c:pt idx="715">
                  <c:v>0.10737573818897636</c:v>
                </c:pt>
                <c:pt idx="716">
                  <c:v>0.10737573818897636</c:v>
                </c:pt>
                <c:pt idx="717">
                  <c:v>0.10768331692913384</c:v>
                </c:pt>
                <c:pt idx="718">
                  <c:v>0.10768331692913384</c:v>
                </c:pt>
                <c:pt idx="719">
                  <c:v>0.10796013779527559</c:v>
                </c:pt>
                <c:pt idx="720">
                  <c:v>0.10796013779527559</c:v>
                </c:pt>
                <c:pt idx="721">
                  <c:v>0.10826771653543309</c:v>
                </c:pt>
                <c:pt idx="722">
                  <c:v>0.10826771653543309</c:v>
                </c:pt>
                <c:pt idx="723">
                  <c:v>0.10857529527559057</c:v>
                </c:pt>
                <c:pt idx="724">
                  <c:v>0.10857529527559057</c:v>
                </c:pt>
                <c:pt idx="725">
                  <c:v>0.10888287401574805</c:v>
                </c:pt>
                <c:pt idx="726">
                  <c:v>0.10888287401574805</c:v>
                </c:pt>
                <c:pt idx="727">
                  <c:v>0.10915969488188976</c:v>
                </c:pt>
                <c:pt idx="728">
                  <c:v>0.10915969488188976</c:v>
                </c:pt>
                <c:pt idx="729">
                  <c:v>0.10946727362204724</c:v>
                </c:pt>
                <c:pt idx="730">
                  <c:v>0.10946727362204724</c:v>
                </c:pt>
                <c:pt idx="731">
                  <c:v>0.10977485236220472</c:v>
                </c:pt>
                <c:pt idx="732">
                  <c:v>0.10977485236220472</c:v>
                </c:pt>
                <c:pt idx="733">
                  <c:v>0.1100824311023622</c:v>
                </c:pt>
                <c:pt idx="734">
                  <c:v>0.1100824311023622</c:v>
                </c:pt>
                <c:pt idx="735">
                  <c:v>0.11035925196850394</c:v>
                </c:pt>
                <c:pt idx="736">
                  <c:v>0.11035925196850394</c:v>
                </c:pt>
                <c:pt idx="737">
                  <c:v>0.11066683070866142</c:v>
                </c:pt>
                <c:pt idx="738">
                  <c:v>0.11066683070866142</c:v>
                </c:pt>
                <c:pt idx="739">
                  <c:v>0.11097440944881889</c:v>
                </c:pt>
                <c:pt idx="740">
                  <c:v>0.11097440944881889</c:v>
                </c:pt>
                <c:pt idx="741">
                  <c:v>0.11128198818897636</c:v>
                </c:pt>
                <c:pt idx="742">
                  <c:v>0.11128198818897636</c:v>
                </c:pt>
                <c:pt idx="743">
                  <c:v>0.11155880905511811</c:v>
                </c:pt>
                <c:pt idx="744">
                  <c:v>0.11155880905511811</c:v>
                </c:pt>
                <c:pt idx="745">
                  <c:v>0.11186638779527559</c:v>
                </c:pt>
                <c:pt idx="746">
                  <c:v>0.11186638779527559</c:v>
                </c:pt>
                <c:pt idx="747">
                  <c:v>0.11217396653543309</c:v>
                </c:pt>
                <c:pt idx="748">
                  <c:v>0.11217396653543309</c:v>
                </c:pt>
                <c:pt idx="749">
                  <c:v>0.11248154527559057</c:v>
                </c:pt>
                <c:pt idx="750">
                  <c:v>0.11248154527559057</c:v>
                </c:pt>
                <c:pt idx="751">
                  <c:v>0.11275836614173228</c:v>
                </c:pt>
                <c:pt idx="752">
                  <c:v>0.11275836614173228</c:v>
                </c:pt>
                <c:pt idx="753">
                  <c:v>0.11306594488188976</c:v>
                </c:pt>
                <c:pt idx="754">
                  <c:v>0.11306594488188976</c:v>
                </c:pt>
                <c:pt idx="755">
                  <c:v>0.11337352362204724</c:v>
                </c:pt>
                <c:pt idx="756">
                  <c:v>0.11337352362204724</c:v>
                </c:pt>
                <c:pt idx="757">
                  <c:v>0.11368110236220472</c:v>
                </c:pt>
                <c:pt idx="758">
                  <c:v>0.11368110236220472</c:v>
                </c:pt>
                <c:pt idx="759">
                  <c:v>0.11395792322834646</c:v>
                </c:pt>
                <c:pt idx="760">
                  <c:v>0.11395792322834646</c:v>
                </c:pt>
                <c:pt idx="761">
                  <c:v>0.11426550196850394</c:v>
                </c:pt>
                <c:pt idx="762">
                  <c:v>0.11426550196850394</c:v>
                </c:pt>
                <c:pt idx="763">
                  <c:v>0.11457308070866142</c:v>
                </c:pt>
                <c:pt idx="764">
                  <c:v>0.11457308070866142</c:v>
                </c:pt>
                <c:pt idx="765">
                  <c:v>0.11488065944881889</c:v>
                </c:pt>
                <c:pt idx="766">
                  <c:v>0.11488065944881889</c:v>
                </c:pt>
                <c:pt idx="767">
                  <c:v>0.11515748031496063</c:v>
                </c:pt>
                <c:pt idx="768">
                  <c:v>0.11515748031496063</c:v>
                </c:pt>
                <c:pt idx="769">
                  <c:v>0.11546505905511811</c:v>
                </c:pt>
                <c:pt idx="770">
                  <c:v>0.11546505905511811</c:v>
                </c:pt>
                <c:pt idx="771">
                  <c:v>0.11577263779527559</c:v>
                </c:pt>
                <c:pt idx="772">
                  <c:v>0.11577263779527559</c:v>
                </c:pt>
                <c:pt idx="773">
                  <c:v>0.11608021653543309</c:v>
                </c:pt>
                <c:pt idx="774">
                  <c:v>0.11608021653543309</c:v>
                </c:pt>
                <c:pt idx="775">
                  <c:v>0.1163570374015748</c:v>
                </c:pt>
                <c:pt idx="776">
                  <c:v>0.1163570374015748</c:v>
                </c:pt>
                <c:pt idx="777">
                  <c:v>0.11666461614173228</c:v>
                </c:pt>
                <c:pt idx="778">
                  <c:v>0.11666461614173228</c:v>
                </c:pt>
                <c:pt idx="779">
                  <c:v>0.11697219488188976</c:v>
                </c:pt>
                <c:pt idx="780">
                  <c:v>0.11697219488188976</c:v>
                </c:pt>
                <c:pt idx="781">
                  <c:v>0.11727977362204724</c:v>
                </c:pt>
                <c:pt idx="782">
                  <c:v>0.11727977362204724</c:v>
                </c:pt>
                <c:pt idx="783">
                  <c:v>0.11755659448818898</c:v>
                </c:pt>
                <c:pt idx="784">
                  <c:v>0.11755659448818898</c:v>
                </c:pt>
                <c:pt idx="785">
                  <c:v>0.11786417322834646</c:v>
                </c:pt>
                <c:pt idx="786">
                  <c:v>0.11786417322834646</c:v>
                </c:pt>
                <c:pt idx="787">
                  <c:v>0.11817175196850394</c:v>
                </c:pt>
                <c:pt idx="788">
                  <c:v>0.11817175196850394</c:v>
                </c:pt>
                <c:pt idx="789">
                  <c:v>0.11847933070866142</c:v>
                </c:pt>
                <c:pt idx="790">
                  <c:v>0.11847933070866142</c:v>
                </c:pt>
                <c:pt idx="791">
                  <c:v>0.11875615157480315</c:v>
                </c:pt>
                <c:pt idx="792">
                  <c:v>0.11875615157480315</c:v>
                </c:pt>
                <c:pt idx="793">
                  <c:v>0.11906373031496063</c:v>
                </c:pt>
                <c:pt idx="794">
                  <c:v>0.11906373031496063</c:v>
                </c:pt>
                <c:pt idx="795">
                  <c:v>0.11937130905511811</c:v>
                </c:pt>
                <c:pt idx="796">
                  <c:v>0.11937130905511811</c:v>
                </c:pt>
                <c:pt idx="797">
                  <c:v>0.11967888779527559</c:v>
                </c:pt>
                <c:pt idx="798">
                  <c:v>0.11967888779527559</c:v>
                </c:pt>
                <c:pt idx="799">
                  <c:v>0.11995570866141732</c:v>
                </c:pt>
                <c:pt idx="800">
                  <c:v>0.11995570866141732</c:v>
                </c:pt>
                <c:pt idx="801">
                  <c:v>0.1202632874015748</c:v>
                </c:pt>
                <c:pt idx="802">
                  <c:v>0.1202632874015748</c:v>
                </c:pt>
                <c:pt idx="803">
                  <c:v>0.12057086614173228</c:v>
                </c:pt>
                <c:pt idx="804">
                  <c:v>0.12057086614173228</c:v>
                </c:pt>
                <c:pt idx="805">
                  <c:v>0.12087844488188976</c:v>
                </c:pt>
                <c:pt idx="806">
                  <c:v>0.12087844488188976</c:v>
                </c:pt>
                <c:pt idx="807">
                  <c:v>0.1211552657480315</c:v>
                </c:pt>
                <c:pt idx="808">
                  <c:v>0.1211552657480315</c:v>
                </c:pt>
                <c:pt idx="809">
                  <c:v>0.12146284448818898</c:v>
                </c:pt>
                <c:pt idx="810">
                  <c:v>0.12146284448818898</c:v>
                </c:pt>
                <c:pt idx="811">
                  <c:v>0.12177042322834646</c:v>
                </c:pt>
                <c:pt idx="812">
                  <c:v>0.12177042322834646</c:v>
                </c:pt>
                <c:pt idx="813">
                  <c:v>0.12207800196850394</c:v>
                </c:pt>
                <c:pt idx="814">
                  <c:v>0.12207800196850394</c:v>
                </c:pt>
                <c:pt idx="815">
                  <c:v>0.12235482283464567</c:v>
                </c:pt>
                <c:pt idx="816">
                  <c:v>0.12235482283464567</c:v>
                </c:pt>
                <c:pt idx="817">
                  <c:v>0.12266240157480315</c:v>
                </c:pt>
                <c:pt idx="818">
                  <c:v>0.12266240157480315</c:v>
                </c:pt>
                <c:pt idx="819">
                  <c:v>0.12296998031496063</c:v>
                </c:pt>
                <c:pt idx="820">
                  <c:v>0.12296998031496063</c:v>
                </c:pt>
                <c:pt idx="821">
                  <c:v>0.12327755905511811</c:v>
                </c:pt>
                <c:pt idx="822">
                  <c:v>0.12327755905511811</c:v>
                </c:pt>
                <c:pt idx="823">
                  <c:v>0.12355437992125984</c:v>
                </c:pt>
                <c:pt idx="824">
                  <c:v>0.12355437992125984</c:v>
                </c:pt>
                <c:pt idx="825">
                  <c:v>0.12386195866141732</c:v>
                </c:pt>
                <c:pt idx="826">
                  <c:v>0.12386195866141732</c:v>
                </c:pt>
                <c:pt idx="827">
                  <c:v>0.1241695374015748</c:v>
                </c:pt>
                <c:pt idx="828">
                  <c:v>0.1241695374015748</c:v>
                </c:pt>
                <c:pt idx="829">
                  <c:v>0.12447711614173228</c:v>
                </c:pt>
                <c:pt idx="830">
                  <c:v>0.12447711614173228</c:v>
                </c:pt>
                <c:pt idx="831">
                  <c:v>0.12475393700787402</c:v>
                </c:pt>
                <c:pt idx="832">
                  <c:v>0.12475393700787402</c:v>
                </c:pt>
                <c:pt idx="833">
                  <c:v>0.12506151574803151</c:v>
                </c:pt>
                <c:pt idx="834">
                  <c:v>0.12506151574803151</c:v>
                </c:pt>
                <c:pt idx="835">
                  <c:v>0.12536909448818898</c:v>
                </c:pt>
                <c:pt idx="836">
                  <c:v>0.12536909448818898</c:v>
                </c:pt>
                <c:pt idx="837">
                  <c:v>0.12567667322834647</c:v>
                </c:pt>
                <c:pt idx="838">
                  <c:v>0.12567667322834647</c:v>
                </c:pt>
                <c:pt idx="839">
                  <c:v>0.12595349409448819</c:v>
                </c:pt>
                <c:pt idx="840">
                  <c:v>0.12595349409448819</c:v>
                </c:pt>
                <c:pt idx="841">
                  <c:v>0.12626107283464566</c:v>
                </c:pt>
                <c:pt idx="842">
                  <c:v>0.12626107283464566</c:v>
                </c:pt>
                <c:pt idx="843">
                  <c:v>0.12656865157480315</c:v>
                </c:pt>
                <c:pt idx="844">
                  <c:v>0.12656865157480315</c:v>
                </c:pt>
                <c:pt idx="845">
                  <c:v>0.12687623031496062</c:v>
                </c:pt>
                <c:pt idx="846">
                  <c:v>0.12687623031496062</c:v>
                </c:pt>
                <c:pt idx="847">
                  <c:v>0.12715305118110237</c:v>
                </c:pt>
                <c:pt idx="848">
                  <c:v>0.12715305118110237</c:v>
                </c:pt>
                <c:pt idx="849">
                  <c:v>0.12746062992125984</c:v>
                </c:pt>
                <c:pt idx="850">
                  <c:v>0.12746062992125984</c:v>
                </c:pt>
                <c:pt idx="851">
                  <c:v>0.12776820866141733</c:v>
                </c:pt>
                <c:pt idx="852">
                  <c:v>0.12776820866141733</c:v>
                </c:pt>
                <c:pt idx="853">
                  <c:v>0.1280757874015748</c:v>
                </c:pt>
                <c:pt idx="854">
                  <c:v>0.1280757874015748</c:v>
                </c:pt>
                <c:pt idx="855">
                  <c:v>0.12835260826771652</c:v>
                </c:pt>
                <c:pt idx="856">
                  <c:v>0.12835260826771652</c:v>
                </c:pt>
                <c:pt idx="857">
                  <c:v>0.12866018700787402</c:v>
                </c:pt>
                <c:pt idx="858">
                  <c:v>0.12866018700787402</c:v>
                </c:pt>
                <c:pt idx="859">
                  <c:v>0.12896776574803151</c:v>
                </c:pt>
                <c:pt idx="860">
                  <c:v>0.12896776574803151</c:v>
                </c:pt>
                <c:pt idx="861">
                  <c:v>0.12927534448818898</c:v>
                </c:pt>
                <c:pt idx="862">
                  <c:v>0.12927534448818898</c:v>
                </c:pt>
                <c:pt idx="863">
                  <c:v>0.1295521653543307</c:v>
                </c:pt>
                <c:pt idx="864">
                  <c:v>0.1295521653543307</c:v>
                </c:pt>
                <c:pt idx="865">
                  <c:v>0.12985974409448819</c:v>
                </c:pt>
                <c:pt idx="866">
                  <c:v>0.12985974409448819</c:v>
                </c:pt>
                <c:pt idx="867">
                  <c:v>0.13016732283464566</c:v>
                </c:pt>
                <c:pt idx="868">
                  <c:v>0.13016732283464566</c:v>
                </c:pt>
                <c:pt idx="869">
                  <c:v>0.13047490157480315</c:v>
                </c:pt>
                <c:pt idx="870">
                  <c:v>0.13047490157480315</c:v>
                </c:pt>
                <c:pt idx="871">
                  <c:v>0.13075172244094488</c:v>
                </c:pt>
                <c:pt idx="872">
                  <c:v>0.13075172244094488</c:v>
                </c:pt>
                <c:pt idx="873">
                  <c:v>0.13105930118110237</c:v>
                </c:pt>
                <c:pt idx="874">
                  <c:v>0.13105930118110237</c:v>
                </c:pt>
                <c:pt idx="875">
                  <c:v>0.13136687992125984</c:v>
                </c:pt>
                <c:pt idx="876">
                  <c:v>0.13136687992125984</c:v>
                </c:pt>
                <c:pt idx="877">
                  <c:v>0.13167445866141733</c:v>
                </c:pt>
                <c:pt idx="878">
                  <c:v>0.13167445866141733</c:v>
                </c:pt>
                <c:pt idx="879">
                  <c:v>0.13195127952755906</c:v>
                </c:pt>
                <c:pt idx="880">
                  <c:v>0.13195127952755906</c:v>
                </c:pt>
                <c:pt idx="881">
                  <c:v>0.13225885826771652</c:v>
                </c:pt>
                <c:pt idx="882">
                  <c:v>0.13225885826771652</c:v>
                </c:pt>
                <c:pt idx="883">
                  <c:v>0.13256643700787402</c:v>
                </c:pt>
                <c:pt idx="884">
                  <c:v>0.13256643700787402</c:v>
                </c:pt>
                <c:pt idx="885">
                  <c:v>0.13287401574803151</c:v>
                </c:pt>
                <c:pt idx="886">
                  <c:v>0.13287401574803151</c:v>
                </c:pt>
                <c:pt idx="887">
                  <c:v>0.13315083661417323</c:v>
                </c:pt>
                <c:pt idx="888">
                  <c:v>0.13315083661417323</c:v>
                </c:pt>
                <c:pt idx="889">
                  <c:v>0.1334584153543307</c:v>
                </c:pt>
                <c:pt idx="890">
                  <c:v>0.1334584153543307</c:v>
                </c:pt>
                <c:pt idx="891">
                  <c:v>0.13376599409448819</c:v>
                </c:pt>
                <c:pt idx="892">
                  <c:v>0.13376599409448819</c:v>
                </c:pt>
                <c:pt idx="893">
                  <c:v>0.13407357283464566</c:v>
                </c:pt>
                <c:pt idx="894">
                  <c:v>0.13407357283464566</c:v>
                </c:pt>
                <c:pt idx="895">
                  <c:v>0.13435039370078741</c:v>
                </c:pt>
                <c:pt idx="896">
                  <c:v>0.13435039370078741</c:v>
                </c:pt>
                <c:pt idx="897">
                  <c:v>0.13465797244094488</c:v>
                </c:pt>
                <c:pt idx="898">
                  <c:v>0.13465797244094488</c:v>
                </c:pt>
                <c:pt idx="899">
                  <c:v>0.13496555118110237</c:v>
                </c:pt>
                <c:pt idx="900">
                  <c:v>0.13496555118110237</c:v>
                </c:pt>
                <c:pt idx="901">
                  <c:v>0.13527312992125984</c:v>
                </c:pt>
                <c:pt idx="902">
                  <c:v>0.13527312992125984</c:v>
                </c:pt>
                <c:pt idx="903">
                  <c:v>0.13554995078740156</c:v>
                </c:pt>
                <c:pt idx="904">
                  <c:v>0.13554995078740156</c:v>
                </c:pt>
                <c:pt idx="905">
                  <c:v>0.13585752952755906</c:v>
                </c:pt>
                <c:pt idx="906">
                  <c:v>0.13585752952755906</c:v>
                </c:pt>
                <c:pt idx="907">
                  <c:v>0.13616510826771652</c:v>
                </c:pt>
                <c:pt idx="908">
                  <c:v>0.13616510826771652</c:v>
                </c:pt>
                <c:pt idx="909">
                  <c:v>0.13647268700787402</c:v>
                </c:pt>
                <c:pt idx="910">
                  <c:v>0.13647268700787402</c:v>
                </c:pt>
                <c:pt idx="911">
                  <c:v>0.13674950787401574</c:v>
                </c:pt>
                <c:pt idx="912">
                  <c:v>0.13674950787401574</c:v>
                </c:pt>
                <c:pt idx="913">
                  <c:v>0.13705708661417323</c:v>
                </c:pt>
                <c:pt idx="914">
                  <c:v>0.13705708661417323</c:v>
                </c:pt>
                <c:pt idx="915">
                  <c:v>0.1373646653543307</c:v>
                </c:pt>
                <c:pt idx="916">
                  <c:v>0.1373646653543307</c:v>
                </c:pt>
                <c:pt idx="917">
                  <c:v>0.13767224409448819</c:v>
                </c:pt>
                <c:pt idx="918">
                  <c:v>0.13767224409448819</c:v>
                </c:pt>
                <c:pt idx="919">
                  <c:v>0.13794906496062992</c:v>
                </c:pt>
                <c:pt idx="920">
                  <c:v>0.13794906496062992</c:v>
                </c:pt>
                <c:pt idx="921">
                  <c:v>0.13825664370078741</c:v>
                </c:pt>
                <c:pt idx="922">
                  <c:v>0.13825664370078741</c:v>
                </c:pt>
                <c:pt idx="923">
                  <c:v>0.13856422244094488</c:v>
                </c:pt>
                <c:pt idx="924">
                  <c:v>0.13856422244094488</c:v>
                </c:pt>
                <c:pt idx="925">
                  <c:v>0.13887180118110237</c:v>
                </c:pt>
                <c:pt idx="926">
                  <c:v>0.13887180118110237</c:v>
                </c:pt>
                <c:pt idx="927">
                  <c:v>0.1391486220472441</c:v>
                </c:pt>
                <c:pt idx="928">
                  <c:v>0.1391486220472441</c:v>
                </c:pt>
                <c:pt idx="929">
                  <c:v>0.13945620078740156</c:v>
                </c:pt>
                <c:pt idx="930">
                  <c:v>0.13945620078740156</c:v>
                </c:pt>
                <c:pt idx="931">
                  <c:v>0.13976377952755906</c:v>
                </c:pt>
                <c:pt idx="932">
                  <c:v>0.13976377952755906</c:v>
                </c:pt>
                <c:pt idx="933">
                  <c:v>0.14007135826771652</c:v>
                </c:pt>
                <c:pt idx="934">
                  <c:v>0.14007135826771652</c:v>
                </c:pt>
                <c:pt idx="935">
                  <c:v>0.14034817913385828</c:v>
                </c:pt>
                <c:pt idx="936">
                  <c:v>0.14034817913385828</c:v>
                </c:pt>
                <c:pt idx="937">
                  <c:v>0.14065575787401574</c:v>
                </c:pt>
                <c:pt idx="938">
                  <c:v>0.14065575787401574</c:v>
                </c:pt>
                <c:pt idx="939">
                  <c:v>0.14096333661417323</c:v>
                </c:pt>
                <c:pt idx="940">
                  <c:v>0.14096333661417323</c:v>
                </c:pt>
                <c:pt idx="941">
                  <c:v>0.1412709153543307</c:v>
                </c:pt>
                <c:pt idx="942">
                  <c:v>0.1412709153543307</c:v>
                </c:pt>
                <c:pt idx="943">
                  <c:v>0.14157849409448819</c:v>
                </c:pt>
                <c:pt idx="944">
                  <c:v>0.14157849409448819</c:v>
                </c:pt>
                <c:pt idx="945">
                  <c:v>0.14185531496062992</c:v>
                </c:pt>
                <c:pt idx="946">
                  <c:v>0.14185531496062992</c:v>
                </c:pt>
                <c:pt idx="947">
                  <c:v>0.14216289370078741</c:v>
                </c:pt>
                <c:pt idx="948">
                  <c:v>0.14216289370078741</c:v>
                </c:pt>
                <c:pt idx="949">
                  <c:v>0.14247047244094488</c:v>
                </c:pt>
                <c:pt idx="950">
                  <c:v>0.14247047244094488</c:v>
                </c:pt>
                <c:pt idx="951">
                  <c:v>0.14277805118110237</c:v>
                </c:pt>
                <c:pt idx="952">
                  <c:v>0.14277805118110237</c:v>
                </c:pt>
                <c:pt idx="953">
                  <c:v>0.1430548720472441</c:v>
                </c:pt>
                <c:pt idx="954">
                  <c:v>0.1430548720472441</c:v>
                </c:pt>
                <c:pt idx="955">
                  <c:v>0.14336245078740156</c:v>
                </c:pt>
                <c:pt idx="956">
                  <c:v>0.14336245078740156</c:v>
                </c:pt>
                <c:pt idx="957">
                  <c:v>0.14367002952755906</c:v>
                </c:pt>
                <c:pt idx="958">
                  <c:v>0.14367002952755906</c:v>
                </c:pt>
                <c:pt idx="959">
                  <c:v>0.14397760826771652</c:v>
                </c:pt>
                <c:pt idx="960">
                  <c:v>0.14397760826771652</c:v>
                </c:pt>
                <c:pt idx="961">
                  <c:v>0.14425442913385828</c:v>
                </c:pt>
                <c:pt idx="962">
                  <c:v>0.14425442913385828</c:v>
                </c:pt>
                <c:pt idx="963">
                  <c:v>0.14456200787401574</c:v>
                </c:pt>
                <c:pt idx="964">
                  <c:v>0.14456200787401574</c:v>
                </c:pt>
                <c:pt idx="965">
                  <c:v>0.14486958661417323</c:v>
                </c:pt>
                <c:pt idx="966">
                  <c:v>0.14486958661417323</c:v>
                </c:pt>
                <c:pt idx="967">
                  <c:v>0.1451771653543307</c:v>
                </c:pt>
                <c:pt idx="968">
                  <c:v>0.1451771653543307</c:v>
                </c:pt>
                <c:pt idx="969">
                  <c:v>0.14545398622047245</c:v>
                </c:pt>
                <c:pt idx="970">
                  <c:v>0.14545398622047245</c:v>
                </c:pt>
                <c:pt idx="971">
                  <c:v>0.14576156496062992</c:v>
                </c:pt>
                <c:pt idx="972">
                  <c:v>0.14576156496062992</c:v>
                </c:pt>
                <c:pt idx="973">
                  <c:v>0.14606914370078741</c:v>
                </c:pt>
                <c:pt idx="974">
                  <c:v>0.14606914370078741</c:v>
                </c:pt>
                <c:pt idx="975">
                  <c:v>0.14637672244094488</c:v>
                </c:pt>
                <c:pt idx="976">
                  <c:v>0.14637672244094488</c:v>
                </c:pt>
                <c:pt idx="977">
                  <c:v>0.1466535433070866</c:v>
                </c:pt>
                <c:pt idx="978">
                  <c:v>0.1466535433070866</c:v>
                </c:pt>
                <c:pt idx="979">
                  <c:v>0.1469611220472441</c:v>
                </c:pt>
                <c:pt idx="980">
                  <c:v>0.1469611220472441</c:v>
                </c:pt>
                <c:pt idx="981">
                  <c:v>0.14726870078740156</c:v>
                </c:pt>
                <c:pt idx="982">
                  <c:v>0.14726870078740156</c:v>
                </c:pt>
                <c:pt idx="983">
                  <c:v>0.14757627952755906</c:v>
                </c:pt>
                <c:pt idx="984">
                  <c:v>0.14757627952755906</c:v>
                </c:pt>
                <c:pt idx="985">
                  <c:v>0.14785310039370078</c:v>
                </c:pt>
                <c:pt idx="986">
                  <c:v>0.14785310039370078</c:v>
                </c:pt>
                <c:pt idx="987">
                  <c:v>0.14816067913385828</c:v>
                </c:pt>
                <c:pt idx="988">
                  <c:v>0.14816067913385828</c:v>
                </c:pt>
                <c:pt idx="989">
                  <c:v>0.14846825787401574</c:v>
                </c:pt>
                <c:pt idx="990">
                  <c:v>0.14846825787401574</c:v>
                </c:pt>
                <c:pt idx="991">
                  <c:v>0.14877583661417323</c:v>
                </c:pt>
                <c:pt idx="992">
                  <c:v>0.14877583661417323</c:v>
                </c:pt>
                <c:pt idx="993">
                  <c:v>0.14905265748031496</c:v>
                </c:pt>
                <c:pt idx="994">
                  <c:v>0.14905265748031496</c:v>
                </c:pt>
                <c:pt idx="995">
                  <c:v>0.14936023622047245</c:v>
                </c:pt>
                <c:pt idx="996">
                  <c:v>0.14936023622047245</c:v>
                </c:pt>
                <c:pt idx="997">
                  <c:v>0.14966781496062992</c:v>
                </c:pt>
                <c:pt idx="998">
                  <c:v>0.14966781496062992</c:v>
                </c:pt>
                <c:pt idx="999">
                  <c:v>0.14997539370078741</c:v>
                </c:pt>
                <c:pt idx="1000">
                  <c:v>0.14997539370078741</c:v>
                </c:pt>
                <c:pt idx="1001">
                  <c:v>0.15025221456692914</c:v>
                </c:pt>
                <c:pt idx="1002">
                  <c:v>0.15025221456692914</c:v>
                </c:pt>
                <c:pt idx="1003">
                  <c:v>0.1505597933070866</c:v>
                </c:pt>
                <c:pt idx="1004">
                  <c:v>0.1505597933070866</c:v>
                </c:pt>
                <c:pt idx="1005">
                  <c:v>0.1508673720472441</c:v>
                </c:pt>
                <c:pt idx="1006">
                  <c:v>0.1508673720472441</c:v>
                </c:pt>
                <c:pt idx="1007">
                  <c:v>0.15117495078740156</c:v>
                </c:pt>
                <c:pt idx="1008">
                  <c:v>0.15117495078740156</c:v>
                </c:pt>
                <c:pt idx="1009">
                  <c:v>0.15145177165354332</c:v>
                </c:pt>
                <c:pt idx="1010">
                  <c:v>0.15145177165354332</c:v>
                </c:pt>
                <c:pt idx="1011">
                  <c:v>0.15175935039370078</c:v>
                </c:pt>
                <c:pt idx="1012">
                  <c:v>0.15175935039370078</c:v>
                </c:pt>
                <c:pt idx="1013">
                  <c:v>0.15206692913385828</c:v>
                </c:pt>
                <c:pt idx="1014">
                  <c:v>0.15206692913385828</c:v>
                </c:pt>
                <c:pt idx="1015">
                  <c:v>0.15237450787401574</c:v>
                </c:pt>
                <c:pt idx="1016">
                  <c:v>0.15237450787401574</c:v>
                </c:pt>
                <c:pt idx="1017">
                  <c:v>0.15265132874015749</c:v>
                </c:pt>
                <c:pt idx="1018">
                  <c:v>0.15265132874015749</c:v>
                </c:pt>
                <c:pt idx="1019">
                  <c:v>0.15295890748031496</c:v>
                </c:pt>
                <c:pt idx="1020">
                  <c:v>0.15295890748031496</c:v>
                </c:pt>
                <c:pt idx="1021">
                  <c:v>0.15326648622047245</c:v>
                </c:pt>
                <c:pt idx="1022">
                  <c:v>0.15326648622047245</c:v>
                </c:pt>
                <c:pt idx="1023">
                  <c:v>0.15357406496062992</c:v>
                </c:pt>
                <c:pt idx="1024">
                  <c:v>0.15357406496062992</c:v>
                </c:pt>
                <c:pt idx="1025">
                  <c:v>0.15385088582677164</c:v>
                </c:pt>
                <c:pt idx="1026">
                  <c:v>0.15385088582677164</c:v>
                </c:pt>
                <c:pt idx="1027">
                  <c:v>0.15415846456692914</c:v>
                </c:pt>
                <c:pt idx="1028">
                  <c:v>0.15415846456692914</c:v>
                </c:pt>
                <c:pt idx="1029">
                  <c:v>0.1544660433070866</c:v>
                </c:pt>
                <c:pt idx="1030">
                  <c:v>0.1544660433070866</c:v>
                </c:pt>
                <c:pt idx="1031">
                  <c:v>0.1547736220472441</c:v>
                </c:pt>
                <c:pt idx="1032">
                  <c:v>0.1547736220472441</c:v>
                </c:pt>
                <c:pt idx="1033">
                  <c:v>0.15505044291338582</c:v>
                </c:pt>
                <c:pt idx="1034">
                  <c:v>0.15505044291338582</c:v>
                </c:pt>
                <c:pt idx="1035">
                  <c:v>0.15535802165354332</c:v>
                </c:pt>
                <c:pt idx="1036">
                  <c:v>0.15535802165354332</c:v>
                </c:pt>
                <c:pt idx="1037">
                  <c:v>0.15566560039370078</c:v>
                </c:pt>
                <c:pt idx="1038">
                  <c:v>0.15566560039370078</c:v>
                </c:pt>
                <c:pt idx="1039">
                  <c:v>0.15597317913385828</c:v>
                </c:pt>
                <c:pt idx="1040">
                  <c:v>0.15597317913385828</c:v>
                </c:pt>
                <c:pt idx="1041">
                  <c:v>0.15625</c:v>
                </c:pt>
                <c:pt idx="1042">
                  <c:v>0.15625</c:v>
                </c:pt>
                <c:pt idx="1043">
                  <c:v>0.15655757874015749</c:v>
                </c:pt>
                <c:pt idx="1044">
                  <c:v>0.15655757874015749</c:v>
                </c:pt>
                <c:pt idx="1045">
                  <c:v>0.15686515748031496</c:v>
                </c:pt>
                <c:pt idx="1046">
                  <c:v>0.15686515748031496</c:v>
                </c:pt>
                <c:pt idx="1047">
                  <c:v>0.15717273622047245</c:v>
                </c:pt>
                <c:pt idx="1048">
                  <c:v>0.15717273622047245</c:v>
                </c:pt>
                <c:pt idx="1049">
                  <c:v>0.15744955708661418</c:v>
                </c:pt>
                <c:pt idx="1050">
                  <c:v>0.15744955708661418</c:v>
                </c:pt>
                <c:pt idx="1051">
                  <c:v>0.15775713582677164</c:v>
                </c:pt>
                <c:pt idx="1052">
                  <c:v>0.15775713582677164</c:v>
                </c:pt>
                <c:pt idx="1053">
                  <c:v>0.15806471456692914</c:v>
                </c:pt>
                <c:pt idx="1054">
                  <c:v>0.15806471456692914</c:v>
                </c:pt>
                <c:pt idx="1055">
                  <c:v>0.1583722933070866</c:v>
                </c:pt>
                <c:pt idx="1056">
                  <c:v>0.1583722933070866</c:v>
                </c:pt>
                <c:pt idx="1057">
                  <c:v>0.15864911417322836</c:v>
                </c:pt>
                <c:pt idx="1058">
                  <c:v>0.15864911417322836</c:v>
                </c:pt>
                <c:pt idx="1059">
                  <c:v>0.15895669291338582</c:v>
                </c:pt>
                <c:pt idx="1060">
                  <c:v>0.15895669291338582</c:v>
                </c:pt>
                <c:pt idx="1061">
                  <c:v>0.15926427165354332</c:v>
                </c:pt>
                <c:pt idx="1062">
                  <c:v>0.15926427165354332</c:v>
                </c:pt>
                <c:pt idx="1063">
                  <c:v>0.15957185039370078</c:v>
                </c:pt>
                <c:pt idx="1064">
                  <c:v>0.15957185039370078</c:v>
                </c:pt>
                <c:pt idx="1065">
                  <c:v>0.15984867125984251</c:v>
                </c:pt>
                <c:pt idx="1066">
                  <c:v>0.15984867125984251</c:v>
                </c:pt>
                <c:pt idx="1067">
                  <c:v>0.16015625</c:v>
                </c:pt>
                <c:pt idx="1068">
                  <c:v>0.16015625</c:v>
                </c:pt>
                <c:pt idx="1069">
                  <c:v>0.16046382874015749</c:v>
                </c:pt>
                <c:pt idx="1070">
                  <c:v>0.16046382874015749</c:v>
                </c:pt>
                <c:pt idx="1071">
                  <c:v>0.16077140748031496</c:v>
                </c:pt>
                <c:pt idx="1072">
                  <c:v>0.16077140748031496</c:v>
                </c:pt>
                <c:pt idx="1073">
                  <c:v>0.16104822834645668</c:v>
                </c:pt>
                <c:pt idx="1074">
                  <c:v>0.16104822834645668</c:v>
                </c:pt>
                <c:pt idx="1075">
                  <c:v>0.16135580708661418</c:v>
                </c:pt>
                <c:pt idx="1076">
                  <c:v>0.16135580708661418</c:v>
                </c:pt>
                <c:pt idx="1077">
                  <c:v>0.16166338582677164</c:v>
                </c:pt>
                <c:pt idx="1078">
                  <c:v>0.16166338582677164</c:v>
                </c:pt>
                <c:pt idx="1079">
                  <c:v>0.16197096456692914</c:v>
                </c:pt>
                <c:pt idx="1080">
                  <c:v>0.16197096456692914</c:v>
                </c:pt>
                <c:pt idx="1081">
                  <c:v>0.16224778543307086</c:v>
                </c:pt>
                <c:pt idx="1082">
                  <c:v>0.16224778543307086</c:v>
                </c:pt>
                <c:pt idx="1083">
                  <c:v>0.16255536417322836</c:v>
                </c:pt>
                <c:pt idx="1084">
                  <c:v>0.16255536417322836</c:v>
                </c:pt>
                <c:pt idx="1085">
                  <c:v>0.16286294291338582</c:v>
                </c:pt>
                <c:pt idx="1086">
                  <c:v>0.16286294291338582</c:v>
                </c:pt>
                <c:pt idx="1087">
                  <c:v>0.16317052165354332</c:v>
                </c:pt>
                <c:pt idx="1088">
                  <c:v>0.16317052165354332</c:v>
                </c:pt>
                <c:pt idx="1089">
                  <c:v>0.16344734251968504</c:v>
                </c:pt>
                <c:pt idx="1090">
                  <c:v>0.16344734251968504</c:v>
                </c:pt>
                <c:pt idx="1091">
                  <c:v>0.16375492125984251</c:v>
                </c:pt>
                <c:pt idx="1092">
                  <c:v>0.16375492125984251</c:v>
                </c:pt>
                <c:pt idx="1093">
                  <c:v>0.1640625</c:v>
                </c:pt>
                <c:pt idx="1094">
                  <c:v>0.1640625</c:v>
                </c:pt>
                <c:pt idx="1095">
                  <c:v>0.16437007874015749</c:v>
                </c:pt>
                <c:pt idx="1096">
                  <c:v>0.16437007874015749</c:v>
                </c:pt>
                <c:pt idx="1097">
                  <c:v>0.16464689960629922</c:v>
                </c:pt>
                <c:pt idx="1098">
                  <c:v>0.16464689960629922</c:v>
                </c:pt>
                <c:pt idx="1099">
                  <c:v>0.16495447834645668</c:v>
                </c:pt>
                <c:pt idx="1100">
                  <c:v>0.16495447834645668</c:v>
                </c:pt>
                <c:pt idx="1101">
                  <c:v>0.16526205708661418</c:v>
                </c:pt>
                <c:pt idx="1102">
                  <c:v>0.16526205708661418</c:v>
                </c:pt>
                <c:pt idx="1103">
                  <c:v>0.16556963582677164</c:v>
                </c:pt>
                <c:pt idx="1104">
                  <c:v>0.16556963582677164</c:v>
                </c:pt>
                <c:pt idx="1105">
                  <c:v>0.1658464566929134</c:v>
                </c:pt>
                <c:pt idx="1106">
                  <c:v>0.1658464566929134</c:v>
                </c:pt>
                <c:pt idx="1107">
                  <c:v>0.16615403543307086</c:v>
                </c:pt>
                <c:pt idx="1108">
                  <c:v>0.16615403543307086</c:v>
                </c:pt>
                <c:pt idx="1109">
                  <c:v>0.16646161417322836</c:v>
                </c:pt>
                <c:pt idx="1110">
                  <c:v>0.16646161417322836</c:v>
                </c:pt>
                <c:pt idx="1111">
                  <c:v>0.16676919291338582</c:v>
                </c:pt>
                <c:pt idx="1112">
                  <c:v>0.16676919291338582</c:v>
                </c:pt>
                <c:pt idx="1113">
                  <c:v>0.16704601377952755</c:v>
                </c:pt>
                <c:pt idx="1114">
                  <c:v>0.16704601377952755</c:v>
                </c:pt>
                <c:pt idx="1115">
                  <c:v>0.16735359251968504</c:v>
                </c:pt>
                <c:pt idx="1116">
                  <c:v>0.16735359251968504</c:v>
                </c:pt>
                <c:pt idx="1117">
                  <c:v>0.16766117125984251</c:v>
                </c:pt>
                <c:pt idx="1118">
                  <c:v>0.16766117125984251</c:v>
                </c:pt>
                <c:pt idx="1119">
                  <c:v>0.16796875</c:v>
                </c:pt>
                <c:pt idx="1120">
                  <c:v>0.16796875</c:v>
                </c:pt>
                <c:pt idx="1121">
                  <c:v>0.16824557086614172</c:v>
                </c:pt>
                <c:pt idx="1122">
                  <c:v>0.16824557086614172</c:v>
                </c:pt>
                <c:pt idx="1123">
                  <c:v>0.16855314960629922</c:v>
                </c:pt>
                <c:pt idx="1124">
                  <c:v>0.16855314960629922</c:v>
                </c:pt>
                <c:pt idx="1125">
                  <c:v>0.16886072834645668</c:v>
                </c:pt>
                <c:pt idx="1126">
                  <c:v>0.16886072834645668</c:v>
                </c:pt>
                <c:pt idx="1127">
                  <c:v>0.16916830708661418</c:v>
                </c:pt>
                <c:pt idx="1128">
                  <c:v>0.16916830708661418</c:v>
                </c:pt>
                <c:pt idx="1129">
                  <c:v>0.1694451279527559</c:v>
                </c:pt>
                <c:pt idx="1130">
                  <c:v>0.1694451279527559</c:v>
                </c:pt>
                <c:pt idx="1131">
                  <c:v>0.1697527066929134</c:v>
                </c:pt>
                <c:pt idx="1132">
                  <c:v>0.1697527066929134</c:v>
                </c:pt>
                <c:pt idx="1133">
                  <c:v>0.17006028543307086</c:v>
                </c:pt>
                <c:pt idx="1134">
                  <c:v>0.17006028543307086</c:v>
                </c:pt>
                <c:pt idx="1135">
                  <c:v>0.17036786417322836</c:v>
                </c:pt>
                <c:pt idx="1136">
                  <c:v>0.17036786417322836</c:v>
                </c:pt>
                <c:pt idx="1137">
                  <c:v>0.17064468503937008</c:v>
                </c:pt>
                <c:pt idx="1138">
                  <c:v>0.17064468503937008</c:v>
                </c:pt>
                <c:pt idx="1139">
                  <c:v>0.17095226377952755</c:v>
                </c:pt>
                <c:pt idx="1140">
                  <c:v>0.17095226377952755</c:v>
                </c:pt>
                <c:pt idx="1141">
                  <c:v>0.17125984251968504</c:v>
                </c:pt>
                <c:pt idx="1142">
                  <c:v>0.17125984251968504</c:v>
                </c:pt>
                <c:pt idx="1143">
                  <c:v>0.17156742125984251</c:v>
                </c:pt>
                <c:pt idx="1144">
                  <c:v>0.17156742125984251</c:v>
                </c:pt>
                <c:pt idx="1145">
                  <c:v>0.17184424212598426</c:v>
                </c:pt>
                <c:pt idx="1146">
                  <c:v>0.17184424212598426</c:v>
                </c:pt>
                <c:pt idx="1147">
                  <c:v>0.17215182086614172</c:v>
                </c:pt>
                <c:pt idx="1148">
                  <c:v>0.17215182086614172</c:v>
                </c:pt>
                <c:pt idx="1149">
                  <c:v>0.17245939960629922</c:v>
                </c:pt>
                <c:pt idx="1150">
                  <c:v>0.17245939960629922</c:v>
                </c:pt>
                <c:pt idx="1151">
                  <c:v>0.17276697834645668</c:v>
                </c:pt>
                <c:pt idx="1152">
                  <c:v>0.17276697834645668</c:v>
                </c:pt>
                <c:pt idx="1153">
                  <c:v>0.17304379921259844</c:v>
                </c:pt>
                <c:pt idx="1154">
                  <c:v>0.17304379921259844</c:v>
                </c:pt>
                <c:pt idx="1155">
                  <c:v>0.1733513779527559</c:v>
                </c:pt>
                <c:pt idx="1156">
                  <c:v>0.1733513779527559</c:v>
                </c:pt>
                <c:pt idx="1157">
                  <c:v>0.1736589566929134</c:v>
                </c:pt>
                <c:pt idx="1158">
                  <c:v>0.1736589566929134</c:v>
                </c:pt>
                <c:pt idx="1159">
                  <c:v>0.17396653543307086</c:v>
                </c:pt>
                <c:pt idx="1160">
                  <c:v>0.17396653543307086</c:v>
                </c:pt>
                <c:pt idx="1161">
                  <c:v>0.17424335629921259</c:v>
                </c:pt>
                <c:pt idx="1162">
                  <c:v>0.17424335629921259</c:v>
                </c:pt>
                <c:pt idx="1163">
                  <c:v>0.17455093503937008</c:v>
                </c:pt>
                <c:pt idx="1164">
                  <c:v>0.17455093503937008</c:v>
                </c:pt>
                <c:pt idx="1165">
                  <c:v>0.17485851377952755</c:v>
                </c:pt>
                <c:pt idx="1166">
                  <c:v>0.17485851377952755</c:v>
                </c:pt>
                <c:pt idx="1167">
                  <c:v>0.17516609251968504</c:v>
                </c:pt>
                <c:pt idx="1168">
                  <c:v>0.17516609251968504</c:v>
                </c:pt>
                <c:pt idx="1169">
                  <c:v>0.17544291338582677</c:v>
                </c:pt>
                <c:pt idx="1170">
                  <c:v>0.17544291338582677</c:v>
                </c:pt>
                <c:pt idx="1171">
                  <c:v>0.17575049212598426</c:v>
                </c:pt>
                <c:pt idx="1172">
                  <c:v>0.17575049212598426</c:v>
                </c:pt>
                <c:pt idx="1173">
                  <c:v>0.17605807086614172</c:v>
                </c:pt>
                <c:pt idx="1174">
                  <c:v>0.17605807086614172</c:v>
                </c:pt>
                <c:pt idx="1175">
                  <c:v>0.17636564960629922</c:v>
                </c:pt>
                <c:pt idx="1176">
                  <c:v>0.17636564960629922</c:v>
                </c:pt>
                <c:pt idx="1177">
                  <c:v>0.17667322834645668</c:v>
                </c:pt>
                <c:pt idx="1178">
                  <c:v>0.17667322834645668</c:v>
                </c:pt>
                <c:pt idx="1179">
                  <c:v>0.17695004921259844</c:v>
                </c:pt>
                <c:pt idx="1180">
                  <c:v>0.17695004921259844</c:v>
                </c:pt>
                <c:pt idx="1181">
                  <c:v>0.1772576279527559</c:v>
                </c:pt>
                <c:pt idx="1182">
                  <c:v>0.1772576279527559</c:v>
                </c:pt>
                <c:pt idx="1183">
                  <c:v>0.1775652066929134</c:v>
                </c:pt>
                <c:pt idx="1184">
                  <c:v>0.1775652066929134</c:v>
                </c:pt>
                <c:pt idx="1185">
                  <c:v>0.17787278543307086</c:v>
                </c:pt>
                <c:pt idx="1186">
                  <c:v>0.17787278543307086</c:v>
                </c:pt>
                <c:pt idx="1187">
                  <c:v>0.17814960629921259</c:v>
                </c:pt>
                <c:pt idx="1188">
                  <c:v>0.17814960629921259</c:v>
                </c:pt>
                <c:pt idx="1189">
                  <c:v>0.17845718503937008</c:v>
                </c:pt>
                <c:pt idx="1190">
                  <c:v>0.17845718503937008</c:v>
                </c:pt>
                <c:pt idx="1191">
                  <c:v>0.17876476377952755</c:v>
                </c:pt>
                <c:pt idx="1192">
                  <c:v>0.17876476377952755</c:v>
                </c:pt>
                <c:pt idx="1193">
                  <c:v>0.17907234251968504</c:v>
                </c:pt>
                <c:pt idx="1194">
                  <c:v>0.17907234251968504</c:v>
                </c:pt>
                <c:pt idx="1195">
                  <c:v>0.17934916338582677</c:v>
                </c:pt>
                <c:pt idx="1196">
                  <c:v>0.17934916338582677</c:v>
                </c:pt>
                <c:pt idx="1197">
                  <c:v>0.17965674212598426</c:v>
                </c:pt>
                <c:pt idx="1198">
                  <c:v>0.17965674212598426</c:v>
                </c:pt>
                <c:pt idx="1199">
                  <c:v>0.17996432086614172</c:v>
                </c:pt>
                <c:pt idx="1200">
                  <c:v>0.17996432086614172</c:v>
                </c:pt>
                <c:pt idx="1201">
                  <c:v>0.18027189960629919</c:v>
                </c:pt>
                <c:pt idx="1202">
                  <c:v>0.18027189960629919</c:v>
                </c:pt>
                <c:pt idx="1203">
                  <c:v>0.18054872047244097</c:v>
                </c:pt>
                <c:pt idx="1204">
                  <c:v>0.18054872047244097</c:v>
                </c:pt>
                <c:pt idx="1205">
                  <c:v>0.18085629921259844</c:v>
                </c:pt>
                <c:pt idx="1206">
                  <c:v>0.18085629921259844</c:v>
                </c:pt>
                <c:pt idx="1207">
                  <c:v>0.1811638779527559</c:v>
                </c:pt>
                <c:pt idx="1208">
                  <c:v>0.1811638779527559</c:v>
                </c:pt>
                <c:pt idx="1209">
                  <c:v>0.1814714566929134</c:v>
                </c:pt>
                <c:pt idx="1210">
                  <c:v>0.1814714566929134</c:v>
                </c:pt>
                <c:pt idx="1211">
                  <c:v>0.18174827755905512</c:v>
                </c:pt>
                <c:pt idx="1212">
                  <c:v>0.18174827755905512</c:v>
                </c:pt>
                <c:pt idx="1213">
                  <c:v>0.18205585629921259</c:v>
                </c:pt>
                <c:pt idx="1214">
                  <c:v>0.18205585629921259</c:v>
                </c:pt>
                <c:pt idx="1215">
                  <c:v>0.18236343503937008</c:v>
                </c:pt>
                <c:pt idx="1216">
                  <c:v>0.18236343503937008</c:v>
                </c:pt>
                <c:pt idx="1217">
                  <c:v>0.18267101377952755</c:v>
                </c:pt>
                <c:pt idx="1218">
                  <c:v>0.18267101377952755</c:v>
                </c:pt>
                <c:pt idx="1219">
                  <c:v>0.1829478346456693</c:v>
                </c:pt>
                <c:pt idx="1220">
                  <c:v>0.1829478346456693</c:v>
                </c:pt>
                <c:pt idx="1221">
                  <c:v>0.18325541338582677</c:v>
                </c:pt>
                <c:pt idx="1222">
                  <c:v>0.18325541338582677</c:v>
                </c:pt>
                <c:pt idx="1223">
                  <c:v>0.18356299212598423</c:v>
                </c:pt>
                <c:pt idx="1224">
                  <c:v>0.18356299212598423</c:v>
                </c:pt>
                <c:pt idx="1225">
                  <c:v>0.18387057086614172</c:v>
                </c:pt>
                <c:pt idx="1226">
                  <c:v>0.18387057086614172</c:v>
                </c:pt>
                <c:pt idx="1227">
                  <c:v>0.18414739173228348</c:v>
                </c:pt>
                <c:pt idx="1228">
                  <c:v>0.18414739173228348</c:v>
                </c:pt>
                <c:pt idx="1229">
                  <c:v>0.18445497047244097</c:v>
                </c:pt>
                <c:pt idx="1230">
                  <c:v>0.18445497047244097</c:v>
                </c:pt>
                <c:pt idx="1231">
                  <c:v>0.18476254921259844</c:v>
                </c:pt>
                <c:pt idx="1232">
                  <c:v>0.18476254921259844</c:v>
                </c:pt>
                <c:pt idx="1233">
                  <c:v>0.1850701279527559</c:v>
                </c:pt>
                <c:pt idx="1234">
                  <c:v>0.1850701279527559</c:v>
                </c:pt>
                <c:pt idx="1235">
                  <c:v>0.18534694881889763</c:v>
                </c:pt>
                <c:pt idx="1236">
                  <c:v>0.18534694881889763</c:v>
                </c:pt>
                <c:pt idx="1237">
                  <c:v>0.18565452755905512</c:v>
                </c:pt>
                <c:pt idx="1238">
                  <c:v>0.18565452755905512</c:v>
                </c:pt>
                <c:pt idx="1239">
                  <c:v>0.18596210629921259</c:v>
                </c:pt>
                <c:pt idx="1240">
                  <c:v>0.18596210629921259</c:v>
                </c:pt>
                <c:pt idx="1241">
                  <c:v>0.18626968503937008</c:v>
                </c:pt>
                <c:pt idx="1242">
                  <c:v>0.18626968503937008</c:v>
                </c:pt>
                <c:pt idx="1243">
                  <c:v>0.18654650590551181</c:v>
                </c:pt>
                <c:pt idx="1244">
                  <c:v>0.18654650590551181</c:v>
                </c:pt>
                <c:pt idx="1245">
                  <c:v>0.1868540846456693</c:v>
                </c:pt>
                <c:pt idx="1246">
                  <c:v>0.1868540846456693</c:v>
                </c:pt>
                <c:pt idx="1247">
                  <c:v>0.18716166338582677</c:v>
                </c:pt>
                <c:pt idx="1248">
                  <c:v>0.18716166338582677</c:v>
                </c:pt>
                <c:pt idx="1249">
                  <c:v>0.18746924212598423</c:v>
                </c:pt>
                <c:pt idx="1250">
                  <c:v>0.18746924212598423</c:v>
                </c:pt>
                <c:pt idx="1251">
                  <c:v>0.18774606299212601</c:v>
                </c:pt>
                <c:pt idx="1252">
                  <c:v>0.18774606299212601</c:v>
                </c:pt>
                <c:pt idx="1253">
                  <c:v>0.18805364173228348</c:v>
                </c:pt>
                <c:pt idx="1254">
                  <c:v>0.18805364173228348</c:v>
                </c:pt>
                <c:pt idx="1255">
                  <c:v>0.18836122047244097</c:v>
                </c:pt>
                <c:pt idx="1256">
                  <c:v>0.18836122047244097</c:v>
                </c:pt>
                <c:pt idx="1257">
                  <c:v>0.18866879921259844</c:v>
                </c:pt>
                <c:pt idx="1258">
                  <c:v>0.18866879921259844</c:v>
                </c:pt>
                <c:pt idx="1259">
                  <c:v>0.18894562007874016</c:v>
                </c:pt>
                <c:pt idx="1260">
                  <c:v>0.18894562007874016</c:v>
                </c:pt>
                <c:pt idx="1261">
                  <c:v>0.18925319881889763</c:v>
                </c:pt>
                <c:pt idx="1262">
                  <c:v>0.18925319881889763</c:v>
                </c:pt>
                <c:pt idx="1263">
                  <c:v>0.18956077755905512</c:v>
                </c:pt>
                <c:pt idx="1264">
                  <c:v>0.18956077755905512</c:v>
                </c:pt>
                <c:pt idx="1265">
                  <c:v>0.18986835629921259</c:v>
                </c:pt>
                <c:pt idx="1266">
                  <c:v>0.18986835629921259</c:v>
                </c:pt>
                <c:pt idx="1267">
                  <c:v>0.19014517716535431</c:v>
                </c:pt>
                <c:pt idx="1268">
                  <c:v>0.19014517716535431</c:v>
                </c:pt>
                <c:pt idx="1269">
                  <c:v>0.19045275590551181</c:v>
                </c:pt>
                <c:pt idx="1270">
                  <c:v>0.19045275590551181</c:v>
                </c:pt>
                <c:pt idx="1271">
                  <c:v>0.1907603346456693</c:v>
                </c:pt>
                <c:pt idx="1272">
                  <c:v>0.1907603346456693</c:v>
                </c:pt>
                <c:pt idx="1273">
                  <c:v>0.19106791338582677</c:v>
                </c:pt>
                <c:pt idx="1274">
                  <c:v>0.19106791338582677</c:v>
                </c:pt>
                <c:pt idx="1275">
                  <c:v>0.19134473425196849</c:v>
                </c:pt>
                <c:pt idx="1276">
                  <c:v>0.19134473425196849</c:v>
                </c:pt>
                <c:pt idx="1277">
                  <c:v>0.19165231299212601</c:v>
                </c:pt>
                <c:pt idx="1278">
                  <c:v>0.19165231299212601</c:v>
                </c:pt>
                <c:pt idx="1279">
                  <c:v>0.19195989173228348</c:v>
                </c:pt>
                <c:pt idx="1280">
                  <c:v>0.19195989173228348</c:v>
                </c:pt>
                <c:pt idx="1281">
                  <c:v>0.19226747047244097</c:v>
                </c:pt>
                <c:pt idx="1282">
                  <c:v>0.19226747047244097</c:v>
                </c:pt>
                <c:pt idx="1283">
                  <c:v>0.19254429133858267</c:v>
                </c:pt>
                <c:pt idx="1284">
                  <c:v>0.19254429133858267</c:v>
                </c:pt>
                <c:pt idx="1285">
                  <c:v>0.19285187007874016</c:v>
                </c:pt>
                <c:pt idx="1286">
                  <c:v>0.19285187007874016</c:v>
                </c:pt>
                <c:pt idx="1287">
                  <c:v>0.19315944881889763</c:v>
                </c:pt>
                <c:pt idx="1288">
                  <c:v>0.19315944881889763</c:v>
                </c:pt>
                <c:pt idx="1289">
                  <c:v>0.19346702755905512</c:v>
                </c:pt>
                <c:pt idx="1290">
                  <c:v>0.19346702755905512</c:v>
                </c:pt>
                <c:pt idx="1291">
                  <c:v>0.19374384842519685</c:v>
                </c:pt>
                <c:pt idx="1292">
                  <c:v>0.19374384842519685</c:v>
                </c:pt>
                <c:pt idx="1293">
                  <c:v>0.19405142716535431</c:v>
                </c:pt>
                <c:pt idx="1294">
                  <c:v>0.19405142716535431</c:v>
                </c:pt>
                <c:pt idx="1295">
                  <c:v>0.19435900590551181</c:v>
                </c:pt>
                <c:pt idx="1296">
                  <c:v>0.19435900590551181</c:v>
                </c:pt>
                <c:pt idx="1297">
                  <c:v>0.1946665846456693</c:v>
                </c:pt>
                <c:pt idx="1298">
                  <c:v>0.1946665846456693</c:v>
                </c:pt>
                <c:pt idx="1299">
                  <c:v>0.19494340551181105</c:v>
                </c:pt>
                <c:pt idx="1300">
                  <c:v>0.19494340551181105</c:v>
                </c:pt>
                <c:pt idx="1301">
                  <c:v>0.19525098425196849</c:v>
                </c:pt>
                <c:pt idx="1302">
                  <c:v>0.19525098425196849</c:v>
                </c:pt>
                <c:pt idx="1303">
                  <c:v>0.19555856299212601</c:v>
                </c:pt>
                <c:pt idx="1304">
                  <c:v>0.19555856299212601</c:v>
                </c:pt>
                <c:pt idx="1305">
                  <c:v>0.19586614173228348</c:v>
                </c:pt>
                <c:pt idx="1306">
                  <c:v>0.19586614173228348</c:v>
                </c:pt>
                <c:pt idx="1307">
                  <c:v>0.1961429625984252</c:v>
                </c:pt>
                <c:pt idx="1308">
                  <c:v>0.1961429625984252</c:v>
                </c:pt>
                <c:pt idx="1309">
                  <c:v>0.19645054133858267</c:v>
                </c:pt>
                <c:pt idx="1310">
                  <c:v>0.19645054133858267</c:v>
                </c:pt>
                <c:pt idx="1311">
                  <c:v>0.19675812007874016</c:v>
                </c:pt>
                <c:pt idx="1312">
                  <c:v>0.19675812007874016</c:v>
                </c:pt>
                <c:pt idx="1313">
                  <c:v>0.19706569881889763</c:v>
                </c:pt>
                <c:pt idx="1314">
                  <c:v>0.19706569881889763</c:v>
                </c:pt>
                <c:pt idx="1315">
                  <c:v>0.19734251968503935</c:v>
                </c:pt>
                <c:pt idx="1316">
                  <c:v>0.19734251968503935</c:v>
                </c:pt>
                <c:pt idx="1317">
                  <c:v>0.19765009842519685</c:v>
                </c:pt>
                <c:pt idx="1318">
                  <c:v>0.19765009842519685</c:v>
                </c:pt>
                <c:pt idx="1319">
                  <c:v>0.19795767716535431</c:v>
                </c:pt>
                <c:pt idx="1320">
                  <c:v>0.19795767716535431</c:v>
                </c:pt>
                <c:pt idx="1321">
                  <c:v>0.19826525590551181</c:v>
                </c:pt>
                <c:pt idx="1322">
                  <c:v>0.19826525590551181</c:v>
                </c:pt>
                <c:pt idx="1323">
                  <c:v>0.19854207677165353</c:v>
                </c:pt>
                <c:pt idx="1324">
                  <c:v>0.19854207677165353</c:v>
                </c:pt>
                <c:pt idx="1325">
                  <c:v>0.19884965551181105</c:v>
                </c:pt>
                <c:pt idx="1326">
                  <c:v>0.19884965551181105</c:v>
                </c:pt>
                <c:pt idx="1327">
                  <c:v>0.19915723425196849</c:v>
                </c:pt>
                <c:pt idx="1328">
                  <c:v>0.19915723425196849</c:v>
                </c:pt>
                <c:pt idx="1329">
                  <c:v>0.19946481299212601</c:v>
                </c:pt>
                <c:pt idx="1330">
                  <c:v>0.19946481299212601</c:v>
                </c:pt>
                <c:pt idx="1331">
                  <c:v>0.19974163385826771</c:v>
                </c:pt>
                <c:pt idx="1332">
                  <c:v>0.19974163385826771</c:v>
                </c:pt>
                <c:pt idx="1333">
                  <c:v>0.2000492125984252</c:v>
                </c:pt>
                <c:pt idx="1334">
                  <c:v>0.2000492125984252</c:v>
                </c:pt>
                <c:pt idx="1335">
                  <c:v>0.20035679133858267</c:v>
                </c:pt>
                <c:pt idx="1336">
                  <c:v>0.20035679133858267</c:v>
                </c:pt>
                <c:pt idx="1337">
                  <c:v>0.20066437007874016</c:v>
                </c:pt>
                <c:pt idx="1338">
                  <c:v>0.20066437007874016</c:v>
                </c:pt>
                <c:pt idx="1339">
                  <c:v>0.20094119094488189</c:v>
                </c:pt>
                <c:pt idx="1340">
                  <c:v>0.20094119094488189</c:v>
                </c:pt>
                <c:pt idx="1341">
                  <c:v>0.20124876968503935</c:v>
                </c:pt>
                <c:pt idx="1342">
                  <c:v>0.20124876968503935</c:v>
                </c:pt>
                <c:pt idx="1343">
                  <c:v>0.20155634842519685</c:v>
                </c:pt>
                <c:pt idx="1344">
                  <c:v>0.20155634842519685</c:v>
                </c:pt>
                <c:pt idx="1345">
                  <c:v>0.20186392716535431</c:v>
                </c:pt>
                <c:pt idx="1346">
                  <c:v>0.20186392716535431</c:v>
                </c:pt>
                <c:pt idx="1347">
                  <c:v>0.20214074803149609</c:v>
                </c:pt>
                <c:pt idx="1348">
                  <c:v>0.20214074803149609</c:v>
                </c:pt>
                <c:pt idx="1349">
                  <c:v>0.20244832677165353</c:v>
                </c:pt>
                <c:pt idx="1350">
                  <c:v>0.20244832677165353</c:v>
                </c:pt>
                <c:pt idx="1351">
                  <c:v>0.20275590551181105</c:v>
                </c:pt>
                <c:pt idx="1352">
                  <c:v>0.20275590551181105</c:v>
                </c:pt>
                <c:pt idx="1353">
                  <c:v>0.20306348425196849</c:v>
                </c:pt>
                <c:pt idx="1354">
                  <c:v>0.20306348425196849</c:v>
                </c:pt>
                <c:pt idx="1355">
                  <c:v>0.20334030511811024</c:v>
                </c:pt>
                <c:pt idx="1356">
                  <c:v>0.20334030511811024</c:v>
                </c:pt>
                <c:pt idx="1357">
                  <c:v>0.20364788385826771</c:v>
                </c:pt>
                <c:pt idx="1358">
                  <c:v>0.20364788385826771</c:v>
                </c:pt>
                <c:pt idx="1359">
                  <c:v>0.2039554625984252</c:v>
                </c:pt>
                <c:pt idx="1360">
                  <c:v>0.2039554625984252</c:v>
                </c:pt>
                <c:pt idx="1361">
                  <c:v>0.20426304133858267</c:v>
                </c:pt>
                <c:pt idx="1362">
                  <c:v>0.20426304133858267</c:v>
                </c:pt>
                <c:pt idx="1363">
                  <c:v>0.20453986220472439</c:v>
                </c:pt>
                <c:pt idx="1364">
                  <c:v>0.20453986220472439</c:v>
                </c:pt>
                <c:pt idx="1365">
                  <c:v>0.20484744094488189</c:v>
                </c:pt>
                <c:pt idx="1366">
                  <c:v>0.20484744094488189</c:v>
                </c:pt>
                <c:pt idx="1367">
                  <c:v>0.20515501968503935</c:v>
                </c:pt>
                <c:pt idx="1368">
                  <c:v>0.20515501968503935</c:v>
                </c:pt>
                <c:pt idx="1369">
                  <c:v>0.20546259842519685</c:v>
                </c:pt>
                <c:pt idx="1370">
                  <c:v>0.20546259842519685</c:v>
                </c:pt>
                <c:pt idx="1371">
                  <c:v>0.20573941929133857</c:v>
                </c:pt>
                <c:pt idx="1372">
                  <c:v>0.20573941929133857</c:v>
                </c:pt>
                <c:pt idx="1373">
                  <c:v>0.20604699803149609</c:v>
                </c:pt>
                <c:pt idx="1374">
                  <c:v>0.20604699803149609</c:v>
                </c:pt>
                <c:pt idx="1375">
                  <c:v>0.20635457677165353</c:v>
                </c:pt>
                <c:pt idx="1376">
                  <c:v>0.20635457677165353</c:v>
                </c:pt>
                <c:pt idx="1377">
                  <c:v>0.20666215551181105</c:v>
                </c:pt>
                <c:pt idx="1378">
                  <c:v>0.20666215551181105</c:v>
                </c:pt>
                <c:pt idx="1379">
                  <c:v>0.20693897637795275</c:v>
                </c:pt>
                <c:pt idx="1380">
                  <c:v>0.20693897637795275</c:v>
                </c:pt>
                <c:pt idx="1381">
                  <c:v>0.20724655511811024</c:v>
                </c:pt>
                <c:pt idx="1382">
                  <c:v>0.20724655511811024</c:v>
                </c:pt>
                <c:pt idx="1383">
                  <c:v>0.20755413385826771</c:v>
                </c:pt>
                <c:pt idx="1384">
                  <c:v>0.20755413385826771</c:v>
                </c:pt>
                <c:pt idx="1385">
                  <c:v>0.2078617125984252</c:v>
                </c:pt>
                <c:pt idx="1386">
                  <c:v>0.2078617125984252</c:v>
                </c:pt>
                <c:pt idx="1387">
                  <c:v>0.20813853346456693</c:v>
                </c:pt>
                <c:pt idx="1388">
                  <c:v>0.20813853346456693</c:v>
                </c:pt>
                <c:pt idx="1389">
                  <c:v>0.20844611220472439</c:v>
                </c:pt>
                <c:pt idx="1390">
                  <c:v>0.20844611220472439</c:v>
                </c:pt>
                <c:pt idx="1391">
                  <c:v>0.20875369094488189</c:v>
                </c:pt>
                <c:pt idx="1392">
                  <c:v>0.20875369094488189</c:v>
                </c:pt>
                <c:pt idx="1393">
                  <c:v>0.20906126968503935</c:v>
                </c:pt>
                <c:pt idx="1394">
                  <c:v>0.20906126968503935</c:v>
                </c:pt>
                <c:pt idx="1395">
                  <c:v>0.20933809055118111</c:v>
                </c:pt>
                <c:pt idx="1396">
                  <c:v>0.20933809055118111</c:v>
                </c:pt>
                <c:pt idx="1397">
                  <c:v>0.20964566929133857</c:v>
                </c:pt>
                <c:pt idx="1398">
                  <c:v>0.20964566929133857</c:v>
                </c:pt>
                <c:pt idx="1399">
                  <c:v>0.20995324803149609</c:v>
                </c:pt>
                <c:pt idx="1400">
                  <c:v>0.20995324803149609</c:v>
                </c:pt>
                <c:pt idx="1401">
                  <c:v>0.21026082677165353</c:v>
                </c:pt>
                <c:pt idx="1402">
                  <c:v>0.21026082677165353</c:v>
                </c:pt>
                <c:pt idx="1403">
                  <c:v>0.21053764763779528</c:v>
                </c:pt>
                <c:pt idx="1404">
                  <c:v>0.21053764763779528</c:v>
                </c:pt>
                <c:pt idx="1405">
                  <c:v>0.21084522637795275</c:v>
                </c:pt>
                <c:pt idx="1406">
                  <c:v>0.21084522637795275</c:v>
                </c:pt>
                <c:pt idx="1407">
                  <c:v>0.21115280511811024</c:v>
                </c:pt>
                <c:pt idx="1408">
                  <c:v>0.21115280511811024</c:v>
                </c:pt>
                <c:pt idx="1409">
                  <c:v>0.21146038385826771</c:v>
                </c:pt>
                <c:pt idx="1410">
                  <c:v>0.21146038385826771</c:v>
                </c:pt>
                <c:pt idx="1411">
                  <c:v>0.2117679625984252</c:v>
                </c:pt>
                <c:pt idx="1412">
                  <c:v>0.2117679625984252</c:v>
                </c:pt>
                <c:pt idx="1413">
                  <c:v>0.21204478346456693</c:v>
                </c:pt>
                <c:pt idx="1414">
                  <c:v>0.21204478346456693</c:v>
                </c:pt>
                <c:pt idx="1415">
                  <c:v>0.21235236220472439</c:v>
                </c:pt>
                <c:pt idx="1416">
                  <c:v>0.21235236220472439</c:v>
                </c:pt>
                <c:pt idx="1417">
                  <c:v>0.21265994094488189</c:v>
                </c:pt>
                <c:pt idx="1418">
                  <c:v>0.21265994094488189</c:v>
                </c:pt>
                <c:pt idx="1419">
                  <c:v>0.21296751968503935</c:v>
                </c:pt>
                <c:pt idx="1420">
                  <c:v>0.21296751968503935</c:v>
                </c:pt>
                <c:pt idx="1421">
                  <c:v>0.21324434055118111</c:v>
                </c:pt>
                <c:pt idx="1422">
                  <c:v>0.21324434055118111</c:v>
                </c:pt>
                <c:pt idx="1423">
                  <c:v>0.21355191929133857</c:v>
                </c:pt>
                <c:pt idx="1424">
                  <c:v>0.21355191929133857</c:v>
                </c:pt>
                <c:pt idx="1425">
                  <c:v>0.21385949803149609</c:v>
                </c:pt>
                <c:pt idx="1426">
                  <c:v>0.21385949803149609</c:v>
                </c:pt>
                <c:pt idx="1427">
                  <c:v>0.21416707677165353</c:v>
                </c:pt>
                <c:pt idx="1428">
                  <c:v>0.21416707677165353</c:v>
                </c:pt>
                <c:pt idx="1429">
                  <c:v>0.21444389763779528</c:v>
                </c:pt>
                <c:pt idx="1430">
                  <c:v>0.21444389763779528</c:v>
                </c:pt>
                <c:pt idx="1431">
                  <c:v>0.21475147637795275</c:v>
                </c:pt>
                <c:pt idx="1432">
                  <c:v>0.21475147637795275</c:v>
                </c:pt>
                <c:pt idx="1433">
                  <c:v>0.21505905511811024</c:v>
                </c:pt>
                <c:pt idx="1434">
                  <c:v>0.21505905511811024</c:v>
                </c:pt>
                <c:pt idx="1435">
                  <c:v>0.21536663385826771</c:v>
                </c:pt>
                <c:pt idx="1436">
                  <c:v>0.21536663385826771</c:v>
                </c:pt>
                <c:pt idx="1437">
                  <c:v>0.21564345472440943</c:v>
                </c:pt>
                <c:pt idx="1438">
                  <c:v>0.21564345472440943</c:v>
                </c:pt>
                <c:pt idx="1439">
                  <c:v>0.21595103346456693</c:v>
                </c:pt>
                <c:pt idx="1440">
                  <c:v>0.21595103346456693</c:v>
                </c:pt>
                <c:pt idx="1441">
                  <c:v>0.21625861220472439</c:v>
                </c:pt>
                <c:pt idx="1442">
                  <c:v>0.21625861220472439</c:v>
                </c:pt>
                <c:pt idx="1443">
                  <c:v>0.21656619094488189</c:v>
                </c:pt>
                <c:pt idx="1444">
                  <c:v>0.21656619094488189</c:v>
                </c:pt>
                <c:pt idx="1445">
                  <c:v>0.21684301181102361</c:v>
                </c:pt>
                <c:pt idx="1446">
                  <c:v>0.21684301181102361</c:v>
                </c:pt>
                <c:pt idx="1447">
                  <c:v>0.21715059055118111</c:v>
                </c:pt>
                <c:pt idx="1448">
                  <c:v>0.21715059055118111</c:v>
                </c:pt>
                <c:pt idx="1449">
                  <c:v>0.21745816929133857</c:v>
                </c:pt>
                <c:pt idx="1450">
                  <c:v>0.21745816929133857</c:v>
                </c:pt>
                <c:pt idx="1451">
                  <c:v>0.21776574803149609</c:v>
                </c:pt>
                <c:pt idx="1452">
                  <c:v>0.21776574803149609</c:v>
                </c:pt>
                <c:pt idx="1453">
                  <c:v>0.21804256889763779</c:v>
                </c:pt>
                <c:pt idx="1454">
                  <c:v>0.21804256889763779</c:v>
                </c:pt>
                <c:pt idx="1455">
                  <c:v>0.21835014763779528</c:v>
                </c:pt>
                <c:pt idx="1456">
                  <c:v>0.21835014763779528</c:v>
                </c:pt>
                <c:pt idx="1457">
                  <c:v>0.21865772637795275</c:v>
                </c:pt>
                <c:pt idx="1458">
                  <c:v>0.21865772637795275</c:v>
                </c:pt>
                <c:pt idx="1459">
                  <c:v>0.21896530511811024</c:v>
                </c:pt>
                <c:pt idx="1460">
                  <c:v>0.21896530511811024</c:v>
                </c:pt>
                <c:pt idx="1461">
                  <c:v>0.21924212598425197</c:v>
                </c:pt>
                <c:pt idx="1462">
                  <c:v>0.21924212598425197</c:v>
                </c:pt>
                <c:pt idx="1463">
                  <c:v>0.21954970472440943</c:v>
                </c:pt>
                <c:pt idx="1464">
                  <c:v>0.21954970472440943</c:v>
                </c:pt>
                <c:pt idx="1465">
                  <c:v>0.21985728346456693</c:v>
                </c:pt>
                <c:pt idx="1466">
                  <c:v>0.21985728346456693</c:v>
                </c:pt>
                <c:pt idx="1467">
                  <c:v>0.22016486220472439</c:v>
                </c:pt>
                <c:pt idx="1468">
                  <c:v>0.22016486220472439</c:v>
                </c:pt>
                <c:pt idx="1469">
                  <c:v>0.22044168307086617</c:v>
                </c:pt>
                <c:pt idx="1470">
                  <c:v>0.22044168307086617</c:v>
                </c:pt>
                <c:pt idx="1471">
                  <c:v>0.22074926181102361</c:v>
                </c:pt>
                <c:pt idx="1472">
                  <c:v>0.22074926181102361</c:v>
                </c:pt>
                <c:pt idx="1473">
                  <c:v>0.22105684055118111</c:v>
                </c:pt>
                <c:pt idx="1474">
                  <c:v>0.22105684055118111</c:v>
                </c:pt>
                <c:pt idx="1475">
                  <c:v>0.22136441929133857</c:v>
                </c:pt>
                <c:pt idx="1476">
                  <c:v>0.22136441929133857</c:v>
                </c:pt>
                <c:pt idx="1477">
                  <c:v>0.22164124015748032</c:v>
                </c:pt>
                <c:pt idx="1478">
                  <c:v>0.22164124015748032</c:v>
                </c:pt>
                <c:pt idx="1479">
                  <c:v>0.22194881889763779</c:v>
                </c:pt>
                <c:pt idx="1480">
                  <c:v>0.22194881889763779</c:v>
                </c:pt>
                <c:pt idx="1481">
                  <c:v>0.22225639763779528</c:v>
                </c:pt>
                <c:pt idx="1482">
                  <c:v>0.22225639763779528</c:v>
                </c:pt>
                <c:pt idx="1483">
                  <c:v>0.22256397637795275</c:v>
                </c:pt>
                <c:pt idx="1484">
                  <c:v>0.22256397637795275</c:v>
                </c:pt>
                <c:pt idx="1485">
                  <c:v>0.2228407972440945</c:v>
                </c:pt>
                <c:pt idx="1486">
                  <c:v>0.2228407972440945</c:v>
                </c:pt>
                <c:pt idx="1487">
                  <c:v>0.22314837598425197</c:v>
                </c:pt>
                <c:pt idx="1488">
                  <c:v>0.22314837598425197</c:v>
                </c:pt>
                <c:pt idx="1489">
                  <c:v>0.22345595472440943</c:v>
                </c:pt>
                <c:pt idx="1490">
                  <c:v>0.22345595472440943</c:v>
                </c:pt>
                <c:pt idx="1491">
                  <c:v>0.22376353346456693</c:v>
                </c:pt>
                <c:pt idx="1492">
                  <c:v>0.22376353346456693</c:v>
                </c:pt>
                <c:pt idx="1493">
                  <c:v>0.22404035433070865</c:v>
                </c:pt>
                <c:pt idx="1494">
                  <c:v>0.22404035433070865</c:v>
                </c:pt>
                <c:pt idx="1495">
                  <c:v>0.22434793307086617</c:v>
                </c:pt>
                <c:pt idx="1496">
                  <c:v>0.22434793307086617</c:v>
                </c:pt>
                <c:pt idx="1497">
                  <c:v>0.22465551181102361</c:v>
                </c:pt>
                <c:pt idx="1498">
                  <c:v>0.22465551181102361</c:v>
                </c:pt>
                <c:pt idx="1499">
                  <c:v>0.22496309055118111</c:v>
                </c:pt>
                <c:pt idx="1500">
                  <c:v>0.22496309055118111</c:v>
                </c:pt>
                <c:pt idx="1501">
                  <c:v>0.22523991141732283</c:v>
                </c:pt>
                <c:pt idx="1502">
                  <c:v>0.22523991141732283</c:v>
                </c:pt>
                <c:pt idx="1503">
                  <c:v>0.22554749015748032</c:v>
                </c:pt>
                <c:pt idx="1504">
                  <c:v>0.22554749015748032</c:v>
                </c:pt>
                <c:pt idx="1505">
                  <c:v>0.22585506889763779</c:v>
                </c:pt>
                <c:pt idx="1506">
                  <c:v>0.22585506889763779</c:v>
                </c:pt>
                <c:pt idx="1507">
                  <c:v>0.22616264763779528</c:v>
                </c:pt>
                <c:pt idx="1508">
                  <c:v>0.22616264763779528</c:v>
                </c:pt>
                <c:pt idx="1509">
                  <c:v>0.22643946850393701</c:v>
                </c:pt>
                <c:pt idx="1510">
                  <c:v>0.22643946850393701</c:v>
                </c:pt>
                <c:pt idx="1511">
                  <c:v>0.2267470472440945</c:v>
                </c:pt>
                <c:pt idx="1512">
                  <c:v>0.2267470472440945</c:v>
                </c:pt>
                <c:pt idx="1513">
                  <c:v>0.22705462598425197</c:v>
                </c:pt>
                <c:pt idx="1514">
                  <c:v>0.22705462598425197</c:v>
                </c:pt>
                <c:pt idx="1515">
                  <c:v>0.22736220472440943</c:v>
                </c:pt>
                <c:pt idx="1516">
                  <c:v>0.22736220472440943</c:v>
                </c:pt>
                <c:pt idx="1517">
                  <c:v>0.22763902559055119</c:v>
                </c:pt>
                <c:pt idx="1518">
                  <c:v>0.22763902559055119</c:v>
                </c:pt>
                <c:pt idx="1519">
                  <c:v>0.22794660433070865</c:v>
                </c:pt>
                <c:pt idx="1520">
                  <c:v>0.22794660433070865</c:v>
                </c:pt>
                <c:pt idx="1521">
                  <c:v>0.22825418307086617</c:v>
                </c:pt>
                <c:pt idx="1522">
                  <c:v>0.22825418307086617</c:v>
                </c:pt>
                <c:pt idx="1523">
                  <c:v>0.22856176181102361</c:v>
                </c:pt>
                <c:pt idx="1524">
                  <c:v>0.22856176181102361</c:v>
                </c:pt>
                <c:pt idx="1525">
                  <c:v>0.22883858267716536</c:v>
                </c:pt>
                <c:pt idx="1526">
                  <c:v>0.22883858267716536</c:v>
                </c:pt>
                <c:pt idx="1527">
                  <c:v>0.22914616141732283</c:v>
                </c:pt>
                <c:pt idx="1528">
                  <c:v>0.22914616141732283</c:v>
                </c:pt>
                <c:pt idx="1529">
                  <c:v>0.22945374015748032</c:v>
                </c:pt>
                <c:pt idx="1530">
                  <c:v>0.22945374015748032</c:v>
                </c:pt>
                <c:pt idx="1531">
                  <c:v>0.22976131889763779</c:v>
                </c:pt>
                <c:pt idx="1532">
                  <c:v>0.22976131889763779</c:v>
                </c:pt>
                <c:pt idx="1533">
                  <c:v>0.23003813976377951</c:v>
                </c:pt>
                <c:pt idx="1534">
                  <c:v>0.23003813976377951</c:v>
                </c:pt>
                <c:pt idx="1535">
                  <c:v>0.23034571850393701</c:v>
                </c:pt>
                <c:pt idx="1536">
                  <c:v>0.23034571850393701</c:v>
                </c:pt>
                <c:pt idx="1537">
                  <c:v>0.2306532972440945</c:v>
                </c:pt>
                <c:pt idx="1538">
                  <c:v>0.2306532972440945</c:v>
                </c:pt>
                <c:pt idx="1539">
                  <c:v>0.23096087598425197</c:v>
                </c:pt>
                <c:pt idx="1540">
                  <c:v>0.23096087598425197</c:v>
                </c:pt>
                <c:pt idx="1541">
                  <c:v>0.23123769685039369</c:v>
                </c:pt>
                <c:pt idx="1542">
                  <c:v>0.23123769685039369</c:v>
                </c:pt>
                <c:pt idx="1543">
                  <c:v>0.23154527559055119</c:v>
                </c:pt>
                <c:pt idx="1544">
                  <c:v>0.23154527559055119</c:v>
                </c:pt>
                <c:pt idx="1545">
                  <c:v>0.23185285433070865</c:v>
                </c:pt>
                <c:pt idx="1546">
                  <c:v>0.23185285433070865</c:v>
                </c:pt>
                <c:pt idx="1547">
                  <c:v>0.23216043307086617</c:v>
                </c:pt>
                <c:pt idx="1548">
                  <c:v>0.23216043307086617</c:v>
                </c:pt>
                <c:pt idx="1549">
                  <c:v>0.23243725393700787</c:v>
                </c:pt>
                <c:pt idx="1550">
                  <c:v>0.23243725393700787</c:v>
                </c:pt>
                <c:pt idx="1551">
                  <c:v>0.23274483267716536</c:v>
                </c:pt>
                <c:pt idx="1552">
                  <c:v>0.23274483267716536</c:v>
                </c:pt>
                <c:pt idx="1553">
                  <c:v>0.23305241141732283</c:v>
                </c:pt>
                <c:pt idx="1554">
                  <c:v>0.23305241141732283</c:v>
                </c:pt>
                <c:pt idx="1555">
                  <c:v>0.23335999015748032</c:v>
                </c:pt>
                <c:pt idx="1556">
                  <c:v>0.23335999015748032</c:v>
                </c:pt>
                <c:pt idx="1557">
                  <c:v>0.23363681102362205</c:v>
                </c:pt>
                <c:pt idx="1558">
                  <c:v>0.23363681102362205</c:v>
                </c:pt>
                <c:pt idx="1559">
                  <c:v>0.23394438976377951</c:v>
                </c:pt>
                <c:pt idx="1560">
                  <c:v>0.23394438976377951</c:v>
                </c:pt>
                <c:pt idx="1561">
                  <c:v>0.23425196850393701</c:v>
                </c:pt>
                <c:pt idx="1562">
                  <c:v>0.23425196850393701</c:v>
                </c:pt>
                <c:pt idx="1563">
                  <c:v>0.2345595472440945</c:v>
                </c:pt>
                <c:pt idx="1564">
                  <c:v>0.2345595472440945</c:v>
                </c:pt>
                <c:pt idx="1565">
                  <c:v>0.23483636811023623</c:v>
                </c:pt>
                <c:pt idx="1566">
                  <c:v>0.23483636811023623</c:v>
                </c:pt>
                <c:pt idx="1567">
                  <c:v>0.23514394685039369</c:v>
                </c:pt>
                <c:pt idx="1568">
                  <c:v>0.23514394685039369</c:v>
                </c:pt>
                <c:pt idx="1569">
                  <c:v>0.23545152559055119</c:v>
                </c:pt>
                <c:pt idx="1570">
                  <c:v>0.23545152559055119</c:v>
                </c:pt>
                <c:pt idx="1571">
                  <c:v>0.23575910433070865</c:v>
                </c:pt>
                <c:pt idx="1572">
                  <c:v>0.23575910433070865</c:v>
                </c:pt>
                <c:pt idx="1573">
                  <c:v>0.2360359251968504</c:v>
                </c:pt>
                <c:pt idx="1574">
                  <c:v>0.2360359251968504</c:v>
                </c:pt>
                <c:pt idx="1575">
                  <c:v>0.23634350393700787</c:v>
                </c:pt>
                <c:pt idx="1576">
                  <c:v>0.23634350393700787</c:v>
                </c:pt>
                <c:pt idx="1577">
                  <c:v>0.23665108267716536</c:v>
                </c:pt>
                <c:pt idx="1578">
                  <c:v>0.23665108267716536</c:v>
                </c:pt>
                <c:pt idx="1579">
                  <c:v>0.23695866141732283</c:v>
                </c:pt>
                <c:pt idx="1580">
                  <c:v>0.23695866141732283</c:v>
                </c:pt>
                <c:pt idx="1581">
                  <c:v>0.23723548228346455</c:v>
                </c:pt>
                <c:pt idx="1582">
                  <c:v>0.23723548228346455</c:v>
                </c:pt>
                <c:pt idx="1583">
                  <c:v>0.23754306102362205</c:v>
                </c:pt>
                <c:pt idx="1584">
                  <c:v>0.23754306102362205</c:v>
                </c:pt>
                <c:pt idx="1585">
                  <c:v>0.23785063976377951</c:v>
                </c:pt>
                <c:pt idx="1586">
                  <c:v>0.23785063976377951</c:v>
                </c:pt>
                <c:pt idx="1587">
                  <c:v>0.23815821850393701</c:v>
                </c:pt>
                <c:pt idx="1588">
                  <c:v>0.23815821850393701</c:v>
                </c:pt>
                <c:pt idx="1589">
                  <c:v>0.23843503937007873</c:v>
                </c:pt>
                <c:pt idx="1590">
                  <c:v>0.23843503937007873</c:v>
                </c:pt>
                <c:pt idx="1591">
                  <c:v>0.23874261811023623</c:v>
                </c:pt>
                <c:pt idx="1592">
                  <c:v>0.23874261811023623</c:v>
                </c:pt>
                <c:pt idx="1593">
                  <c:v>0.23905019685039369</c:v>
                </c:pt>
                <c:pt idx="1594">
                  <c:v>0.23905019685039369</c:v>
                </c:pt>
                <c:pt idx="1595">
                  <c:v>0.23935777559055119</c:v>
                </c:pt>
                <c:pt idx="1596">
                  <c:v>0.23935777559055119</c:v>
                </c:pt>
                <c:pt idx="1597">
                  <c:v>0.23963459645669291</c:v>
                </c:pt>
                <c:pt idx="1598">
                  <c:v>0.23963459645669291</c:v>
                </c:pt>
                <c:pt idx="1599">
                  <c:v>0.2399421751968504</c:v>
                </c:pt>
                <c:pt idx="1600">
                  <c:v>0.2399421751968504</c:v>
                </c:pt>
                <c:pt idx="1601">
                  <c:v>0.24024975393700787</c:v>
                </c:pt>
                <c:pt idx="1602">
                  <c:v>0.24024975393700787</c:v>
                </c:pt>
                <c:pt idx="1603">
                  <c:v>0.24055733267716536</c:v>
                </c:pt>
                <c:pt idx="1604">
                  <c:v>0.24055733267716536</c:v>
                </c:pt>
                <c:pt idx="1605">
                  <c:v>0.24083415354330709</c:v>
                </c:pt>
                <c:pt idx="1606">
                  <c:v>0.24083415354330709</c:v>
                </c:pt>
                <c:pt idx="1607">
                  <c:v>0.24114173228346455</c:v>
                </c:pt>
                <c:pt idx="1608">
                  <c:v>0.24114173228346455</c:v>
                </c:pt>
                <c:pt idx="1609">
                  <c:v>0.24144931102362205</c:v>
                </c:pt>
                <c:pt idx="1610">
                  <c:v>0.24144931102362205</c:v>
                </c:pt>
                <c:pt idx="1611">
                  <c:v>0.24175688976377951</c:v>
                </c:pt>
                <c:pt idx="1612">
                  <c:v>0.24175688976377951</c:v>
                </c:pt>
                <c:pt idx="1613">
                  <c:v>0.24203371062992127</c:v>
                </c:pt>
                <c:pt idx="1614">
                  <c:v>0.24203371062992127</c:v>
                </c:pt>
                <c:pt idx="1615">
                  <c:v>0.24234128937007873</c:v>
                </c:pt>
                <c:pt idx="1616">
                  <c:v>0.24234128937007873</c:v>
                </c:pt>
                <c:pt idx="1617">
                  <c:v>0.24264886811023623</c:v>
                </c:pt>
                <c:pt idx="1618">
                  <c:v>0.24264886811023623</c:v>
                </c:pt>
                <c:pt idx="1619">
                  <c:v>0.24295644685039369</c:v>
                </c:pt>
                <c:pt idx="1620">
                  <c:v>0.24295644685039369</c:v>
                </c:pt>
                <c:pt idx="1621">
                  <c:v>0.24323326771653545</c:v>
                </c:pt>
                <c:pt idx="1622">
                  <c:v>0.24323326771653545</c:v>
                </c:pt>
                <c:pt idx="1623">
                  <c:v>0.24354084645669291</c:v>
                </c:pt>
                <c:pt idx="1624">
                  <c:v>0.24354084645669291</c:v>
                </c:pt>
                <c:pt idx="1625">
                  <c:v>0.2438484251968504</c:v>
                </c:pt>
                <c:pt idx="1626">
                  <c:v>0.2438484251968504</c:v>
                </c:pt>
                <c:pt idx="1627">
                  <c:v>0.24415600393700787</c:v>
                </c:pt>
                <c:pt idx="1628">
                  <c:v>0.24415600393700787</c:v>
                </c:pt>
                <c:pt idx="1629">
                  <c:v>0.2444328248031496</c:v>
                </c:pt>
                <c:pt idx="1630">
                  <c:v>0.2444328248031496</c:v>
                </c:pt>
                <c:pt idx="1631">
                  <c:v>0.24474040354330709</c:v>
                </c:pt>
                <c:pt idx="1632">
                  <c:v>0.24474040354330709</c:v>
                </c:pt>
                <c:pt idx="1633">
                  <c:v>0.24504798228346455</c:v>
                </c:pt>
                <c:pt idx="1634">
                  <c:v>0.24504798228346455</c:v>
                </c:pt>
                <c:pt idx="1635">
                  <c:v>0.24535556102362205</c:v>
                </c:pt>
                <c:pt idx="1636">
                  <c:v>0.24535556102362205</c:v>
                </c:pt>
                <c:pt idx="1637">
                  <c:v>0.24563238188976377</c:v>
                </c:pt>
                <c:pt idx="1638">
                  <c:v>0.24563238188976377</c:v>
                </c:pt>
                <c:pt idx="1639">
                  <c:v>0.24593996062992127</c:v>
                </c:pt>
                <c:pt idx="1640">
                  <c:v>0.24593996062992127</c:v>
                </c:pt>
                <c:pt idx="1641">
                  <c:v>0.24624753937007873</c:v>
                </c:pt>
                <c:pt idx="1642">
                  <c:v>0.24624753937007873</c:v>
                </c:pt>
                <c:pt idx="1643">
                  <c:v>0.24655511811023623</c:v>
                </c:pt>
                <c:pt idx="1644">
                  <c:v>0.24655511811023623</c:v>
                </c:pt>
                <c:pt idx="1645">
                  <c:v>0.24686269685039369</c:v>
                </c:pt>
                <c:pt idx="1646">
                  <c:v>0.24686269685039369</c:v>
                </c:pt>
                <c:pt idx="1647">
                  <c:v>0.24713951771653545</c:v>
                </c:pt>
                <c:pt idx="1648">
                  <c:v>0.24713951771653545</c:v>
                </c:pt>
                <c:pt idx="1649">
                  <c:v>0.24744709645669291</c:v>
                </c:pt>
                <c:pt idx="1650">
                  <c:v>0.24744709645669291</c:v>
                </c:pt>
                <c:pt idx="1651">
                  <c:v>0.2477546751968504</c:v>
                </c:pt>
                <c:pt idx="1652">
                  <c:v>0.2477546751968504</c:v>
                </c:pt>
                <c:pt idx="1653">
                  <c:v>0.24806225393700787</c:v>
                </c:pt>
                <c:pt idx="1654">
                  <c:v>0.24806225393700787</c:v>
                </c:pt>
                <c:pt idx="1655">
                  <c:v>0.2483390748031496</c:v>
                </c:pt>
                <c:pt idx="1656">
                  <c:v>0.2483390748031496</c:v>
                </c:pt>
                <c:pt idx="1657">
                  <c:v>0.24864665354330709</c:v>
                </c:pt>
                <c:pt idx="1658">
                  <c:v>0.24864665354330709</c:v>
                </c:pt>
                <c:pt idx="1659">
                  <c:v>0.24895423228346455</c:v>
                </c:pt>
                <c:pt idx="1660">
                  <c:v>0.24895423228346455</c:v>
                </c:pt>
                <c:pt idx="1661">
                  <c:v>0.24926181102362205</c:v>
                </c:pt>
                <c:pt idx="1662">
                  <c:v>0.24926181102362205</c:v>
                </c:pt>
                <c:pt idx="1663">
                  <c:v>0.24953863188976377</c:v>
                </c:pt>
                <c:pt idx="1664">
                  <c:v>0.24953863188976377</c:v>
                </c:pt>
                <c:pt idx="1665">
                  <c:v>0.24984621062992127</c:v>
                </c:pt>
                <c:pt idx="1666">
                  <c:v>0.24984621062992127</c:v>
                </c:pt>
                <c:pt idx="1667">
                  <c:v>0.25015378937007876</c:v>
                </c:pt>
                <c:pt idx="1668">
                  <c:v>0.25015378937007876</c:v>
                </c:pt>
                <c:pt idx="1669">
                  <c:v>0.25046136811023623</c:v>
                </c:pt>
                <c:pt idx="1670">
                  <c:v>0.25046136811023623</c:v>
                </c:pt>
                <c:pt idx="1671">
                  <c:v>0.25073818897637795</c:v>
                </c:pt>
                <c:pt idx="1672">
                  <c:v>0.25073818897637795</c:v>
                </c:pt>
                <c:pt idx="1673">
                  <c:v>0.25104576771653542</c:v>
                </c:pt>
                <c:pt idx="1674">
                  <c:v>0.25104576771653542</c:v>
                </c:pt>
                <c:pt idx="1675">
                  <c:v>0.25135334645669294</c:v>
                </c:pt>
                <c:pt idx="1676">
                  <c:v>0.25135334645669294</c:v>
                </c:pt>
                <c:pt idx="1677">
                  <c:v>0.2516609251968504</c:v>
                </c:pt>
                <c:pt idx="1678">
                  <c:v>0.2516609251968504</c:v>
                </c:pt>
                <c:pt idx="1679">
                  <c:v>0.25193774606299213</c:v>
                </c:pt>
                <c:pt idx="1680">
                  <c:v>0.25193774606299213</c:v>
                </c:pt>
                <c:pt idx="1681">
                  <c:v>0.2522453248031496</c:v>
                </c:pt>
                <c:pt idx="1682">
                  <c:v>0.2522453248031496</c:v>
                </c:pt>
                <c:pt idx="1683">
                  <c:v>0.25255290354330706</c:v>
                </c:pt>
                <c:pt idx="1684">
                  <c:v>0.25255290354330706</c:v>
                </c:pt>
                <c:pt idx="1685">
                  <c:v>0.25286048228346458</c:v>
                </c:pt>
                <c:pt idx="1686">
                  <c:v>0.25286048228346458</c:v>
                </c:pt>
                <c:pt idx="1687">
                  <c:v>0.25313730314960631</c:v>
                </c:pt>
                <c:pt idx="1688">
                  <c:v>0.25313730314960631</c:v>
                </c:pt>
                <c:pt idx="1689">
                  <c:v>0.25344488188976377</c:v>
                </c:pt>
                <c:pt idx="1690">
                  <c:v>0.25344488188976377</c:v>
                </c:pt>
                <c:pt idx="1691">
                  <c:v>0.25375246062992124</c:v>
                </c:pt>
                <c:pt idx="1692">
                  <c:v>0.25375246062992124</c:v>
                </c:pt>
                <c:pt idx="1693">
                  <c:v>0.25406003937007876</c:v>
                </c:pt>
                <c:pt idx="1694">
                  <c:v>0.25406003937007876</c:v>
                </c:pt>
                <c:pt idx="1695">
                  <c:v>0.25433686023622049</c:v>
                </c:pt>
                <c:pt idx="1696">
                  <c:v>0.25433686023622049</c:v>
                </c:pt>
                <c:pt idx="1697">
                  <c:v>0.25464443897637795</c:v>
                </c:pt>
                <c:pt idx="1698">
                  <c:v>0.25464443897637795</c:v>
                </c:pt>
                <c:pt idx="1699">
                  <c:v>0.25495201771653542</c:v>
                </c:pt>
                <c:pt idx="1700">
                  <c:v>0.25495201771653542</c:v>
                </c:pt>
                <c:pt idx="1701">
                  <c:v>0.25525959645669294</c:v>
                </c:pt>
                <c:pt idx="1702">
                  <c:v>0.25525959645669294</c:v>
                </c:pt>
                <c:pt idx="1703">
                  <c:v>0.25553641732283466</c:v>
                </c:pt>
                <c:pt idx="1704">
                  <c:v>0.25553641732283466</c:v>
                </c:pt>
                <c:pt idx="1705">
                  <c:v>0.25584399606299213</c:v>
                </c:pt>
                <c:pt idx="1706">
                  <c:v>0.25584399606299213</c:v>
                </c:pt>
                <c:pt idx="1707">
                  <c:v>0.2561515748031496</c:v>
                </c:pt>
                <c:pt idx="1708">
                  <c:v>0.2561515748031496</c:v>
                </c:pt>
                <c:pt idx="1709">
                  <c:v>0.25645915354330706</c:v>
                </c:pt>
                <c:pt idx="1710">
                  <c:v>0.25645915354330706</c:v>
                </c:pt>
                <c:pt idx="1711">
                  <c:v>0.25673597440944884</c:v>
                </c:pt>
                <c:pt idx="1712">
                  <c:v>0.25673597440944884</c:v>
                </c:pt>
                <c:pt idx="1713">
                  <c:v>0.25704355314960631</c:v>
                </c:pt>
                <c:pt idx="1714">
                  <c:v>0.25704355314960631</c:v>
                </c:pt>
                <c:pt idx="1715">
                  <c:v>0.25735113188976377</c:v>
                </c:pt>
                <c:pt idx="1716">
                  <c:v>0.25735113188976377</c:v>
                </c:pt>
                <c:pt idx="1717">
                  <c:v>0.25765871062992124</c:v>
                </c:pt>
                <c:pt idx="1718">
                  <c:v>0.25765871062992124</c:v>
                </c:pt>
                <c:pt idx="1719">
                  <c:v>0.25793553149606302</c:v>
                </c:pt>
                <c:pt idx="1720">
                  <c:v>0.25793553149606302</c:v>
                </c:pt>
                <c:pt idx="1721">
                  <c:v>0.25824311023622049</c:v>
                </c:pt>
                <c:pt idx="1722">
                  <c:v>0.25824311023622049</c:v>
                </c:pt>
                <c:pt idx="1723">
                  <c:v>0.25855068897637795</c:v>
                </c:pt>
                <c:pt idx="1724">
                  <c:v>0.25855068897637795</c:v>
                </c:pt>
                <c:pt idx="1725">
                  <c:v>0.25885826771653542</c:v>
                </c:pt>
                <c:pt idx="1726">
                  <c:v>0.25885826771653542</c:v>
                </c:pt>
                <c:pt idx="1727">
                  <c:v>0.25913508858267714</c:v>
                </c:pt>
                <c:pt idx="1728">
                  <c:v>0.25913508858267714</c:v>
                </c:pt>
                <c:pt idx="1729">
                  <c:v>0.25944266732283466</c:v>
                </c:pt>
                <c:pt idx="1730">
                  <c:v>0.25944266732283466</c:v>
                </c:pt>
                <c:pt idx="1731">
                  <c:v>0.25975024606299213</c:v>
                </c:pt>
                <c:pt idx="1732">
                  <c:v>0.25975024606299213</c:v>
                </c:pt>
                <c:pt idx="1733">
                  <c:v>0.2600578248031496</c:v>
                </c:pt>
                <c:pt idx="1734">
                  <c:v>0.2600578248031496</c:v>
                </c:pt>
                <c:pt idx="1735">
                  <c:v>0.26033464566929132</c:v>
                </c:pt>
                <c:pt idx="1736">
                  <c:v>0.26033464566929132</c:v>
                </c:pt>
                <c:pt idx="1737">
                  <c:v>0.26064222440944884</c:v>
                </c:pt>
                <c:pt idx="1738">
                  <c:v>0.26064222440944884</c:v>
                </c:pt>
                <c:pt idx="1739">
                  <c:v>0.26094980314960631</c:v>
                </c:pt>
                <c:pt idx="1740">
                  <c:v>0.26094980314960631</c:v>
                </c:pt>
                <c:pt idx="1741">
                  <c:v>0.26125738188976377</c:v>
                </c:pt>
                <c:pt idx="1742">
                  <c:v>0.26125738188976377</c:v>
                </c:pt>
                <c:pt idx="1743">
                  <c:v>0.2615342027559055</c:v>
                </c:pt>
                <c:pt idx="1744">
                  <c:v>0.2615342027559055</c:v>
                </c:pt>
                <c:pt idx="1745">
                  <c:v>0.26184178149606302</c:v>
                </c:pt>
                <c:pt idx="1746">
                  <c:v>0.26184178149606302</c:v>
                </c:pt>
                <c:pt idx="1747">
                  <c:v>0.26214936023622049</c:v>
                </c:pt>
                <c:pt idx="1748">
                  <c:v>0.26214936023622049</c:v>
                </c:pt>
                <c:pt idx="1749">
                  <c:v>0.26245693897637795</c:v>
                </c:pt>
                <c:pt idx="1750">
                  <c:v>0.26245693897637795</c:v>
                </c:pt>
                <c:pt idx="1751">
                  <c:v>0.26273375984251968</c:v>
                </c:pt>
                <c:pt idx="1752">
                  <c:v>0.26273375984251968</c:v>
                </c:pt>
                <c:pt idx="1753">
                  <c:v>0.26304133858267714</c:v>
                </c:pt>
                <c:pt idx="1754">
                  <c:v>0.26304133858267714</c:v>
                </c:pt>
                <c:pt idx="1755">
                  <c:v>0.26334891732283466</c:v>
                </c:pt>
                <c:pt idx="1756">
                  <c:v>0.26334891732283466</c:v>
                </c:pt>
                <c:pt idx="1757">
                  <c:v>0.26365649606299213</c:v>
                </c:pt>
                <c:pt idx="1758">
                  <c:v>0.26365649606299213</c:v>
                </c:pt>
                <c:pt idx="1759">
                  <c:v>0.26393331692913385</c:v>
                </c:pt>
                <c:pt idx="1760">
                  <c:v>0.26393331692913385</c:v>
                </c:pt>
                <c:pt idx="1761">
                  <c:v>0.26424089566929132</c:v>
                </c:pt>
                <c:pt idx="1762">
                  <c:v>0.26424089566929132</c:v>
                </c:pt>
                <c:pt idx="1763">
                  <c:v>0.26454847440944884</c:v>
                </c:pt>
                <c:pt idx="1764">
                  <c:v>0.26454847440944884</c:v>
                </c:pt>
                <c:pt idx="1765">
                  <c:v>0.26485605314960631</c:v>
                </c:pt>
                <c:pt idx="1766">
                  <c:v>0.26485605314960631</c:v>
                </c:pt>
                <c:pt idx="1767">
                  <c:v>0.26513287401574803</c:v>
                </c:pt>
                <c:pt idx="1768">
                  <c:v>0.26513287401574803</c:v>
                </c:pt>
                <c:pt idx="1769">
                  <c:v>0.2654404527559055</c:v>
                </c:pt>
                <c:pt idx="1770">
                  <c:v>0.2654404527559055</c:v>
                </c:pt>
                <c:pt idx="1771">
                  <c:v>0.26574803149606302</c:v>
                </c:pt>
                <c:pt idx="1772">
                  <c:v>0.26574803149606302</c:v>
                </c:pt>
                <c:pt idx="1773">
                  <c:v>0.26605561023622049</c:v>
                </c:pt>
                <c:pt idx="1774">
                  <c:v>0.26605561023622049</c:v>
                </c:pt>
                <c:pt idx="1775">
                  <c:v>0.26633243110236221</c:v>
                </c:pt>
                <c:pt idx="1776">
                  <c:v>0.26633243110236221</c:v>
                </c:pt>
                <c:pt idx="1777">
                  <c:v>0.26664000984251968</c:v>
                </c:pt>
                <c:pt idx="1778">
                  <c:v>0.26664000984251968</c:v>
                </c:pt>
                <c:pt idx="1779">
                  <c:v>0.26694758858267714</c:v>
                </c:pt>
                <c:pt idx="1780">
                  <c:v>0.26694758858267714</c:v>
                </c:pt>
                <c:pt idx="1781">
                  <c:v>0.26725516732283466</c:v>
                </c:pt>
                <c:pt idx="1782">
                  <c:v>0.26725516732283466</c:v>
                </c:pt>
                <c:pt idx="1783">
                  <c:v>0.26753198818897639</c:v>
                </c:pt>
                <c:pt idx="1784">
                  <c:v>0.26753198818897639</c:v>
                </c:pt>
                <c:pt idx="1785">
                  <c:v>0.26783956692913385</c:v>
                </c:pt>
                <c:pt idx="1786">
                  <c:v>0.26783956692913385</c:v>
                </c:pt>
                <c:pt idx="1787">
                  <c:v>0.26814714566929132</c:v>
                </c:pt>
                <c:pt idx="1788">
                  <c:v>0.26814714566929132</c:v>
                </c:pt>
                <c:pt idx="1789">
                  <c:v>0.26845472440944884</c:v>
                </c:pt>
                <c:pt idx="1790">
                  <c:v>0.26845472440944884</c:v>
                </c:pt>
                <c:pt idx="1791">
                  <c:v>0.26873154527559057</c:v>
                </c:pt>
                <c:pt idx="1792">
                  <c:v>0.26873154527559057</c:v>
                </c:pt>
                <c:pt idx="1793">
                  <c:v>0.26903912401574803</c:v>
                </c:pt>
                <c:pt idx="1794">
                  <c:v>0.26903912401574803</c:v>
                </c:pt>
                <c:pt idx="1795">
                  <c:v>0.2693467027559055</c:v>
                </c:pt>
                <c:pt idx="1796">
                  <c:v>0.2693467027559055</c:v>
                </c:pt>
                <c:pt idx="1797">
                  <c:v>0.26965428149606302</c:v>
                </c:pt>
                <c:pt idx="1798">
                  <c:v>0.26965428149606302</c:v>
                </c:pt>
                <c:pt idx="1799">
                  <c:v>0.26993110236220474</c:v>
                </c:pt>
                <c:pt idx="1800">
                  <c:v>0.26993110236220474</c:v>
                </c:pt>
                <c:pt idx="1801">
                  <c:v>0.27023868110236221</c:v>
                </c:pt>
                <c:pt idx="1802">
                  <c:v>0.27023868110236221</c:v>
                </c:pt>
                <c:pt idx="1803">
                  <c:v>0.27054625984251968</c:v>
                </c:pt>
                <c:pt idx="1804">
                  <c:v>0.27054625984251968</c:v>
                </c:pt>
                <c:pt idx="1805">
                  <c:v>0.27085383858267714</c:v>
                </c:pt>
                <c:pt idx="1806">
                  <c:v>0.27085383858267714</c:v>
                </c:pt>
                <c:pt idx="1807">
                  <c:v>0.27113065944881892</c:v>
                </c:pt>
                <c:pt idx="1808">
                  <c:v>0.27113065944881892</c:v>
                </c:pt>
                <c:pt idx="1809">
                  <c:v>0.27143823818897639</c:v>
                </c:pt>
                <c:pt idx="1810">
                  <c:v>0.27143823818897639</c:v>
                </c:pt>
                <c:pt idx="1811">
                  <c:v>0.27174581692913385</c:v>
                </c:pt>
                <c:pt idx="1812">
                  <c:v>0.27174581692913385</c:v>
                </c:pt>
                <c:pt idx="1813">
                  <c:v>0.27205339566929132</c:v>
                </c:pt>
                <c:pt idx="1814">
                  <c:v>0.27205339566929132</c:v>
                </c:pt>
                <c:pt idx="1815">
                  <c:v>0.27233021653543305</c:v>
                </c:pt>
                <c:pt idx="1816">
                  <c:v>0.27233021653543305</c:v>
                </c:pt>
                <c:pt idx="1817">
                  <c:v>0.27263779527559057</c:v>
                </c:pt>
                <c:pt idx="1818">
                  <c:v>0.27263779527559057</c:v>
                </c:pt>
                <c:pt idx="1819">
                  <c:v>0.27294537401574803</c:v>
                </c:pt>
                <c:pt idx="1820">
                  <c:v>0.27294537401574803</c:v>
                </c:pt>
                <c:pt idx="1821">
                  <c:v>0.2732529527559055</c:v>
                </c:pt>
                <c:pt idx="1822">
                  <c:v>0.2732529527559055</c:v>
                </c:pt>
                <c:pt idx="1823">
                  <c:v>0.27352977362204722</c:v>
                </c:pt>
                <c:pt idx="1824">
                  <c:v>0.27352977362204722</c:v>
                </c:pt>
                <c:pt idx="1825">
                  <c:v>0.27383735236220474</c:v>
                </c:pt>
                <c:pt idx="1826">
                  <c:v>0.27383735236220474</c:v>
                </c:pt>
                <c:pt idx="1827">
                  <c:v>0.27414493110236221</c:v>
                </c:pt>
                <c:pt idx="1828">
                  <c:v>0.27414493110236221</c:v>
                </c:pt>
                <c:pt idx="1829">
                  <c:v>0.27445250984251968</c:v>
                </c:pt>
                <c:pt idx="1830">
                  <c:v>0.27445250984251968</c:v>
                </c:pt>
                <c:pt idx="1831">
                  <c:v>0.2747293307086614</c:v>
                </c:pt>
                <c:pt idx="1832">
                  <c:v>0.2747293307086614</c:v>
                </c:pt>
                <c:pt idx="1833">
                  <c:v>0.27503690944881892</c:v>
                </c:pt>
                <c:pt idx="1834">
                  <c:v>0.27503690944881892</c:v>
                </c:pt>
                <c:pt idx="1835">
                  <c:v>0.27534448818897639</c:v>
                </c:pt>
                <c:pt idx="1836">
                  <c:v>0.27534448818897639</c:v>
                </c:pt>
                <c:pt idx="1837">
                  <c:v>0.27565206692913385</c:v>
                </c:pt>
                <c:pt idx="1838">
                  <c:v>0.27565206692913385</c:v>
                </c:pt>
                <c:pt idx="1839">
                  <c:v>0.27592888779527558</c:v>
                </c:pt>
                <c:pt idx="1840">
                  <c:v>0.27592888779527558</c:v>
                </c:pt>
                <c:pt idx="1841">
                  <c:v>0.27623646653543305</c:v>
                </c:pt>
                <c:pt idx="1842">
                  <c:v>0.27623646653543305</c:v>
                </c:pt>
                <c:pt idx="1843">
                  <c:v>0.27654404527559057</c:v>
                </c:pt>
                <c:pt idx="1844">
                  <c:v>0.27654404527559057</c:v>
                </c:pt>
                <c:pt idx="1845">
                  <c:v>0.27685162401574803</c:v>
                </c:pt>
                <c:pt idx="1846">
                  <c:v>0.27685162401574803</c:v>
                </c:pt>
                <c:pt idx="1847">
                  <c:v>0.27712844488188976</c:v>
                </c:pt>
                <c:pt idx="1848">
                  <c:v>0.27712844488188976</c:v>
                </c:pt>
                <c:pt idx="1849">
                  <c:v>0.27743602362204722</c:v>
                </c:pt>
                <c:pt idx="1850">
                  <c:v>0.27743602362204722</c:v>
                </c:pt>
                <c:pt idx="1851">
                  <c:v>0.27774360236220474</c:v>
                </c:pt>
                <c:pt idx="1852">
                  <c:v>0.27774360236220474</c:v>
                </c:pt>
                <c:pt idx="1853">
                  <c:v>0.27805118110236221</c:v>
                </c:pt>
                <c:pt idx="1854">
                  <c:v>0.27805118110236221</c:v>
                </c:pt>
                <c:pt idx="1855">
                  <c:v>0.27832800196850394</c:v>
                </c:pt>
                <c:pt idx="1856">
                  <c:v>0.27832800196850394</c:v>
                </c:pt>
                <c:pt idx="1857">
                  <c:v>0.2786355807086614</c:v>
                </c:pt>
                <c:pt idx="1858">
                  <c:v>0.2786355807086614</c:v>
                </c:pt>
                <c:pt idx="1859">
                  <c:v>0.27894315944881892</c:v>
                </c:pt>
                <c:pt idx="1860">
                  <c:v>0.27894315944881892</c:v>
                </c:pt>
                <c:pt idx="1861">
                  <c:v>0.27925073818897639</c:v>
                </c:pt>
                <c:pt idx="1862">
                  <c:v>0.27925073818897639</c:v>
                </c:pt>
                <c:pt idx="1863">
                  <c:v>0.27952755905511811</c:v>
                </c:pt>
                <c:pt idx="1864">
                  <c:v>0.27952755905511811</c:v>
                </c:pt>
                <c:pt idx="1865">
                  <c:v>0.27983513779527558</c:v>
                </c:pt>
                <c:pt idx="1866">
                  <c:v>0.27983513779527558</c:v>
                </c:pt>
                <c:pt idx="1867">
                  <c:v>0.28014271653543305</c:v>
                </c:pt>
                <c:pt idx="1868">
                  <c:v>0.28014271653543305</c:v>
                </c:pt>
                <c:pt idx="1869">
                  <c:v>0.28045029527559057</c:v>
                </c:pt>
                <c:pt idx="1870">
                  <c:v>0.28045029527559057</c:v>
                </c:pt>
                <c:pt idx="1871">
                  <c:v>0.28072711614173229</c:v>
                </c:pt>
                <c:pt idx="1872">
                  <c:v>0.28072711614173229</c:v>
                </c:pt>
                <c:pt idx="1873">
                  <c:v>0.28103469488188976</c:v>
                </c:pt>
                <c:pt idx="1874">
                  <c:v>0.28103469488188976</c:v>
                </c:pt>
                <c:pt idx="1875">
                  <c:v>0.28134227362204722</c:v>
                </c:pt>
                <c:pt idx="1876">
                  <c:v>0.28134227362204722</c:v>
                </c:pt>
                <c:pt idx="1877">
                  <c:v>0.28164985236220474</c:v>
                </c:pt>
                <c:pt idx="1878">
                  <c:v>0.28164985236220474</c:v>
                </c:pt>
                <c:pt idx="1879">
                  <c:v>0.28195743110236221</c:v>
                </c:pt>
                <c:pt idx="1880">
                  <c:v>0.28195743110236221</c:v>
                </c:pt>
                <c:pt idx="1881">
                  <c:v>0.28223425196850394</c:v>
                </c:pt>
                <c:pt idx="1882">
                  <c:v>0.28223425196850394</c:v>
                </c:pt>
                <c:pt idx="1883">
                  <c:v>0.2825418307086614</c:v>
                </c:pt>
                <c:pt idx="1884">
                  <c:v>0.2825418307086614</c:v>
                </c:pt>
                <c:pt idx="1885">
                  <c:v>0.28284940944881892</c:v>
                </c:pt>
                <c:pt idx="1886">
                  <c:v>0.28284940944881892</c:v>
                </c:pt>
                <c:pt idx="1887">
                  <c:v>0.28315698818897639</c:v>
                </c:pt>
                <c:pt idx="1888">
                  <c:v>0.28315698818897639</c:v>
                </c:pt>
                <c:pt idx="1889">
                  <c:v>0.28343380905511811</c:v>
                </c:pt>
                <c:pt idx="1890">
                  <c:v>0.28343380905511811</c:v>
                </c:pt>
                <c:pt idx="1891">
                  <c:v>0.28374138779527558</c:v>
                </c:pt>
                <c:pt idx="1892">
                  <c:v>0.28374138779527558</c:v>
                </c:pt>
                <c:pt idx="1893">
                  <c:v>0.28404896653543305</c:v>
                </c:pt>
                <c:pt idx="1894">
                  <c:v>0.28404896653543305</c:v>
                </c:pt>
                <c:pt idx="1895">
                  <c:v>0.28435654527559057</c:v>
                </c:pt>
                <c:pt idx="1896">
                  <c:v>0.28435654527559057</c:v>
                </c:pt>
                <c:pt idx="1897">
                  <c:v>0.28463336614173229</c:v>
                </c:pt>
                <c:pt idx="1898">
                  <c:v>0.28463336614173229</c:v>
                </c:pt>
                <c:pt idx="1899">
                  <c:v>0.28494094488188976</c:v>
                </c:pt>
                <c:pt idx="1900">
                  <c:v>0.28494094488188976</c:v>
                </c:pt>
                <c:pt idx="1901">
                  <c:v>0.28524852362204722</c:v>
                </c:pt>
                <c:pt idx="1902">
                  <c:v>0.28524852362204722</c:v>
                </c:pt>
                <c:pt idx="1903">
                  <c:v>0.28555610236220474</c:v>
                </c:pt>
                <c:pt idx="1904">
                  <c:v>0.28555610236220474</c:v>
                </c:pt>
                <c:pt idx="1905">
                  <c:v>0.28583292322834647</c:v>
                </c:pt>
                <c:pt idx="1906">
                  <c:v>0.28583292322834647</c:v>
                </c:pt>
                <c:pt idx="1907">
                  <c:v>0.28614050196850394</c:v>
                </c:pt>
                <c:pt idx="1908">
                  <c:v>0.28614050196850394</c:v>
                </c:pt>
                <c:pt idx="1909">
                  <c:v>0.2864480807086614</c:v>
                </c:pt>
                <c:pt idx="1910">
                  <c:v>0.2864480807086614</c:v>
                </c:pt>
                <c:pt idx="1911">
                  <c:v>0.28675565944881892</c:v>
                </c:pt>
                <c:pt idx="1912">
                  <c:v>0.28675565944881892</c:v>
                </c:pt>
                <c:pt idx="1913">
                  <c:v>0.28703248031496065</c:v>
                </c:pt>
                <c:pt idx="1914">
                  <c:v>0.28703248031496065</c:v>
                </c:pt>
                <c:pt idx="1915">
                  <c:v>0.28734005905511811</c:v>
                </c:pt>
                <c:pt idx="1916">
                  <c:v>0.28734005905511811</c:v>
                </c:pt>
                <c:pt idx="1917">
                  <c:v>0.28764763779527558</c:v>
                </c:pt>
                <c:pt idx="1918">
                  <c:v>0.28764763779527558</c:v>
                </c:pt>
                <c:pt idx="1919">
                  <c:v>0.28795521653543305</c:v>
                </c:pt>
                <c:pt idx="1920">
                  <c:v>0.28795521653543305</c:v>
                </c:pt>
                <c:pt idx="1921">
                  <c:v>0.28823203740157483</c:v>
                </c:pt>
                <c:pt idx="1922">
                  <c:v>0.28823203740157483</c:v>
                </c:pt>
                <c:pt idx="1923">
                  <c:v>0.28853961614173229</c:v>
                </c:pt>
                <c:pt idx="1924">
                  <c:v>0.28853961614173229</c:v>
                </c:pt>
                <c:pt idx="1925">
                  <c:v>0.28884719488188976</c:v>
                </c:pt>
                <c:pt idx="1926">
                  <c:v>0.28884719488188976</c:v>
                </c:pt>
                <c:pt idx="1927">
                  <c:v>0.28915477362204722</c:v>
                </c:pt>
                <c:pt idx="1928">
                  <c:v>0.28915477362204722</c:v>
                </c:pt>
                <c:pt idx="1929">
                  <c:v>0.289431594488189</c:v>
                </c:pt>
                <c:pt idx="1930">
                  <c:v>0.289431594488189</c:v>
                </c:pt>
                <c:pt idx="1931">
                  <c:v>0.28973917322834647</c:v>
                </c:pt>
                <c:pt idx="1932">
                  <c:v>0.28973917322834647</c:v>
                </c:pt>
                <c:pt idx="1933">
                  <c:v>0.29004675196850394</c:v>
                </c:pt>
                <c:pt idx="1934">
                  <c:v>0.29004675196850394</c:v>
                </c:pt>
                <c:pt idx="1935">
                  <c:v>0.2903543307086614</c:v>
                </c:pt>
                <c:pt idx="1936">
                  <c:v>0.2903543307086614</c:v>
                </c:pt>
                <c:pt idx="1937">
                  <c:v>0.29063115157480313</c:v>
                </c:pt>
                <c:pt idx="1938">
                  <c:v>0.29063115157480313</c:v>
                </c:pt>
                <c:pt idx="1939">
                  <c:v>0.29093873031496065</c:v>
                </c:pt>
                <c:pt idx="1940">
                  <c:v>0.29093873031496065</c:v>
                </c:pt>
                <c:pt idx="1941">
                  <c:v>0.29124630905511811</c:v>
                </c:pt>
                <c:pt idx="1942">
                  <c:v>0.29124630905511811</c:v>
                </c:pt>
                <c:pt idx="1943">
                  <c:v>0.29155388779527558</c:v>
                </c:pt>
                <c:pt idx="1944">
                  <c:v>0.29155388779527558</c:v>
                </c:pt>
                <c:pt idx="1945">
                  <c:v>0.2918307086614173</c:v>
                </c:pt>
                <c:pt idx="1946">
                  <c:v>0.2918307086614173</c:v>
                </c:pt>
                <c:pt idx="1947">
                  <c:v>0.29213828740157483</c:v>
                </c:pt>
                <c:pt idx="1948">
                  <c:v>0.29213828740157483</c:v>
                </c:pt>
                <c:pt idx="1949">
                  <c:v>0.29244586614173229</c:v>
                </c:pt>
                <c:pt idx="1950">
                  <c:v>0.29244586614173229</c:v>
                </c:pt>
                <c:pt idx="1951">
                  <c:v>0.29275344488188976</c:v>
                </c:pt>
                <c:pt idx="1952">
                  <c:v>0.29275344488188976</c:v>
                </c:pt>
                <c:pt idx="1953">
                  <c:v>0.29303026574803148</c:v>
                </c:pt>
                <c:pt idx="1954">
                  <c:v>0.29303026574803148</c:v>
                </c:pt>
                <c:pt idx="1955">
                  <c:v>0.293337844488189</c:v>
                </c:pt>
                <c:pt idx="1956">
                  <c:v>0.293337844488189</c:v>
                </c:pt>
                <c:pt idx="1957">
                  <c:v>0.29364542322834647</c:v>
                </c:pt>
                <c:pt idx="1958">
                  <c:v>0.29364542322834647</c:v>
                </c:pt>
                <c:pt idx="1959">
                  <c:v>0.29395300196850394</c:v>
                </c:pt>
                <c:pt idx="1960">
                  <c:v>0.29395300196850394</c:v>
                </c:pt>
                <c:pt idx="1961">
                  <c:v>0.29422982283464566</c:v>
                </c:pt>
                <c:pt idx="1962">
                  <c:v>0.29422982283464566</c:v>
                </c:pt>
                <c:pt idx="1963">
                  <c:v>0.29453740157480313</c:v>
                </c:pt>
                <c:pt idx="1964">
                  <c:v>0.29453740157480313</c:v>
                </c:pt>
                <c:pt idx="1965">
                  <c:v>0.29484498031496065</c:v>
                </c:pt>
                <c:pt idx="1966">
                  <c:v>0.29484498031496065</c:v>
                </c:pt>
                <c:pt idx="1967">
                  <c:v>0.29515255905511811</c:v>
                </c:pt>
                <c:pt idx="1968">
                  <c:v>0.29515255905511811</c:v>
                </c:pt>
                <c:pt idx="1969">
                  <c:v>0.29542937992125984</c:v>
                </c:pt>
                <c:pt idx="1970">
                  <c:v>0.29542937992125984</c:v>
                </c:pt>
                <c:pt idx="1971">
                  <c:v>0.2957369586614173</c:v>
                </c:pt>
                <c:pt idx="1972">
                  <c:v>0.2957369586614173</c:v>
                </c:pt>
                <c:pt idx="1973">
                  <c:v>0.29604453740157483</c:v>
                </c:pt>
                <c:pt idx="1974">
                  <c:v>0.29604453740157483</c:v>
                </c:pt>
                <c:pt idx="1975">
                  <c:v>0.29635211614173229</c:v>
                </c:pt>
                <c:pt idx="1976">
                  <c:v>0.29635211614173229</c:v>
                </c:pt>
                <c:pt idx="1977">
                  <c:v>0.29662893700787402</c:v>
                </c:pt>
                <c:pt idx="1978">
                  <c:v>0.29662893700787402</c:v>
                </c:pt>
                <c:pt idx="1979">
                  <c:v>0.29693651574803148</c:v>
                </c:pt>
                <c:pt idx="1980">
                  <c:v>0.29693651574803148</c:v>
                </c:pt>
                <c:pt idx="1981">
                  <c:v>0.297244094488189</c:v>
                </c:pt>
                <c:pt idx="1982">
                  <c:v>0.297244094488189</c:v>
                </c:pt>
                <c:pt idx="1983">
                  <c:v>0.29755167322834647</c:v>
                </c:pt>
                <c:pt idx="1984">
                  <c:v>0.29755167322834647</c:v>
                </c:pt>
                <c:pt idx="1985">
                  <c:v>0.29782849409448819</c:v>
                </c:pt>
                <c:pt idx="1986">
                  <c:v>0.29782849409448819</c:v>
                </c:pt>
                <c:pt idx="1987">
                  <c:v>0.29813607283464566</c:v>
                </c:pt>
                <c:pt idx="1988">
                  <c:v>0.29813607283464566</c:v>
                </c:pt>
                <c:pt idx="1989">
                  <c:v>0.29844365157480313</c:v>
                </c:pt>
                <c:pt idx="1990">
                  <c:v>0.29844365157480313</c:v>
                </c:pt>
                <c:pt idx="1991">
                  <c:v>0.29875123031496065</c:v>
                </c:pt>
                <c:pt idx="1992">
                  <c:v>0.29875123031496065</c:v>
                </c:pt>
                <c:pt idx="1993">
                  <c:v>0.29902805118110237</c:v>
                </c:pt>
                <c:pt idx="1994">
                  <c:v>0.29902805118110237</c:v>
                </c:pt>
                <c:pt idx="1995">
                  <c:v>0.29933562992125984</c:v>
                </c:pt>
                <c:pt idx="1996">
                  <c:v>0.29933562992125984</c:v>
                </c:pt>
                <c:pt idx="1997">
                  <c:v>0.2996432086614173</c:v>
                </c:pt>
                <c:pt idx="1998">
                  <c:v>0.2996432086614173</c:v>
                </c:pt>
                <c:pt idx="1999">
                  <c:v>0.29995078740157483</c:v>
                </c:pt>
                <c:pt idx="2000">
                  <c:v>0.29995078740157483</c:v>
                </c:pt>
                <c:pt idx="2001">
                  <c:v>0.30022760826771655</c:v>
                </c:pt>
                <c:pt idx="2002">
                  <c:v>0.30022760826771655</c:v>
                </c:pt>
                <c:pt idx="2003">
                  <c:v>0.30053518700787402</c:v>
                </c:pt>
                <c:pt idx="2004">
                  <c:v>0.30053518700787402</c:v>
                </c:pt>
                <c:pt idx="2005">
                  <c:v>0.30084276574803148</c:v>
                </c:pt>
                <c:pt idx="2006">
                  <c:v>0.30084276574803148</c:v>
                </c:pt>
                <c:pt idx="2007">
                  <c:v>0.301150344488189</c:v>
                </c:pt>
                <c:pt idx="2008">
                  <c:v>0.301150344488189</c:v>
                </c:pt>
                <c:pt idx="2009">
                  <c:v>0.30142716535433073</c:v>
                </c:pt>
                <c:pt idx="2010">
                  <c:v>0.30142716535433073</c:v>
                </c:pt>
                <c:pt idx="2011">
                  <c:v>0.30173474409448819</c:v>
                </c:pt>
                <c:pt idx="2012">
                  <c:v>0.30173474409448819</c:v>
                </c:pt>
                <c:pt idx="2013">
                  <c:v>0.30204232283464566</c:v>
                </c:pt>
                <c:pt idx="2014">
                  <c:v>0.30204232283464566</c:v>
                </c:pt>
                <c:pt idx="2015">
                  <c:v>0.30234990157480313</c:v>
                </c:pt>
                <c:pt idx="2016">
                  <c:v>0.30234990157480313</c:v>
                </c:pt>
                <c:pt idx="2017">
                  <c:v>0.30262672244094491</c:v>
                </c:pt>
                <c:pt idx="2018">
                  <c:v>0.30262672244094491</c:v>
                </c:pt>
                <c:pt idx="2019">
                  <c:v>0.30293430118110237</c:v>
                </c:pt>
                <c:pt idx="2020">
                  <c:v>0.30293430118110237</c:v>
                </c:pt>
                <c:pt idx="2021">
                  <c:v>0.30324187992125984</c:v>
                </c:pt>
                <c:pt idx="2022">
                  <c:v>0.30324187992125984</c:v>
                </c:pt>
                <c:pt idx="2023">
                  <c:v>0.3035494586614173</c:v>
                </c:pt>
                <c:pt idx="2024">
                  <c:v>0.3035494586614173</c:v>
                </c:pt>
                <c:pt idx="2025">
                  <c:v>0.30382627952755903</c:v>
                </c:pt>
                <c:pt idx="2026">
                  <c:v>0.30382627952755903</c:v>
                </c:pt>
                <c:pt idx="2027">
                  <c:v>0.30413385826771655</c:v>
                </c:pt>
                <c:pt idx="2028">
                  <c:v>0.30413385826771655</c:v>
                </c:pt>
                <c:pt idx="2029">
                  <c:v>0.30444143700787402</c:v>
                </c:pt>
                <c:pt idx="2030">
                  <c:v>0.30444143700787402</c:v>
                </c:pt>
                <c:pt idx="2031">
                  <c:v>0.30474901574803148</c:v>
                </c:pt>
                <c:pt idx="2032">
                  <c:v>0.30474901574803148</c:v>
                </c:pt>
                <c:pt idx="2033">
                  <c:v>0.30502583661417321</c:v>
                </c:pt>
                <c:pt idx="2034">
                  <c:v>0.30502583661417321</c:v>
                </c:pt>
                <c:pt idx="2035">
                  <c:v>0.30533341535433073</c:v>
                </c:pt>
                <c:pt idx="2036">
                  <c:v>0.30533341535433073</c:v>
                </c:pt>
                <c:pt idx="2037">
                  <c:v>0.30564099409448819</c:v>
                </c:pt>
                <c:pt idx="2038">
                  <c:v>0.30564099409448819</c:v>
                </c:pt>
                <c:pt idx="2039">
                  <c:v>0.30594857283464566</c:v>
                </c:pt>
                <c:pt idx="2040">
                  <c:v>0.30594857283464566</c:v>
                </c:pt>
                <c:pt idx="2041">
                  <c:v>0.30622539370078738</c:v>
                </c:pt>
                <c:pt idx="2042">
                  <c:v>0.30622539370078738</c:v>
                </c:pt>
                <c:pt idx="2043">
                  <c:v>0.30653297244094491</c:v>
                </c:pt>
                <c:pt idx="2044">
                  <c:v>0.30653297244094491</c:v>
                </c:pt>
                <c:pt idx="2045">
                  <c:v>0.30684055118110237</c:v>
                </c:pt>
                <c:pt idx="2046">
                  <c:v>0.30684055118110237</c:v>
                </c:pt>
                <c:pt idx="2047">
                  <c:v>0.30714812992125984</c:v>
                </c:pt>
                <c:pt idx="2048">
                  <c:v>0.30714812992125984</c:v>
                </c:pt>
                <c:pt idx="2049">
                  <c:v>0.30742495078740156</c:v>
                </c:pt>
                <c:pt idx="2050">
                  <c:v>0.30742495078740156</c:v>
                </c:pt>
                <c:pt idx="2051">
                  <c:v>0.30773252952755903</c:v>
                </c:pt>
                <c:pt idx="2052">
                  <c:v>0.30773252952755903</c:v>
                </c:pt>
                <c:pt idx="2053">
                  <c:v>0.30804010826771655</c:v>
                </c:pt>
                <c:pt idx="2054">
                  <c:v>0.30804010826771655</c:v>
                </c:pt>
                <c:pt idx="2055">
                  <c:v>0.30834768700787402</c:v>
                </c:pt>
                <c:pt idx="2056">
                  <c:v>0.30834768700787402</c:v>
                </c:pt>
                <c:pt idx="2057">
                  <c:v>0.30862450787401574</c:v>
                </c:pt>
                <c:pt idx="2058">
                  <c:v>0.30862450787401574</c:v>
                </c:pt>
                <c:pt idx="2059">
                  <c:v>0.30893208661417321</c:v>
                </c:pt>
                <c:pt idx="2060">
                  <c:v>0.30893208661417321</c:v>
                </c:pt>
                <c:pt idx="2061">
                  <c:v>0.30923966535433073</c:v>
                </c:pt>
                <c:pt idx="2062">
                  <c:v>0.30923966535433073</c:v>
                </c:pt>
                <c:pt idx="2063">
                  <c:v>0.30954724409448819</c:v>
                </c:pt>
                <c:pt idx="2064">
                  <c:v>0.30954724409448819</c:v>
                </c:pt>
                <c:pt idx="2065">
                  <c:v>0.30982406496062992</c:v>
                </c:pt>
                <c:pt idx="2066">
                  <c:v>0.30982406496062992</c:v>
                </c:pt>
                <c:pt idx="2067">
                  <c:v>0.31013164370078738</c:v>
                </c:pt>
                <c:pt idx="2068">
                  <c:v>0.31013164370078738</c:v>
                </c:pt>
                <c:pt idx="2069">
                  <c:v>0.31043922244094491</c:v>
                </c:pt>
                <c:pt idx="2070">
                  <c:v>0.31043922244094491</c:v>
                </c:pt>
                <c:pt idx="2071">
                  <c:v>0.31074680118110237</c:v>
                </c:pt>
                <c:pt idx="2072">
                  <c:v>0.31074680118110237</c:v>
                </c:pt>
                <c:pt idx="2073">
                  <c:v>0.3110236220472441</c:v>
                </c:pt>
                <c:pt idx="2074">
                  <c:v>0.3110236220472441</c:v>
                </c:pt>
                <c:pt idx="2075">
                  <c:v>0.31133120078740156</c:v>
                </c:pt>
                <c:pt idx="2076">
                  <c:v>0.31133120078740156</c:v>
                </c:pt>
                <c:pt idx="2077">
                  <c:v>0.31163877952755903</c:v>
                </c:pt>
                <c:pt idx="2078">
                  <c:v>0.31163877952755903</c:v>
                </c:pt>
                <c:pt idx="2079">
                  <c:v>0.31194635826771655</c:v>
                </c:pt>
                <c:pt idx="2080">
                  <c:v>0.31194635826771655</c:v>
                </c:pt>
                <c:pt idx="2081">
                  <c:v>0.31222317913385828</c:v>
                </c:pt>
                <c:pt idx="2082">
                  <c:v>0.31222317913385828</c:v>
                </c:pt>
                <c:pt idx="2083">
                  <c:v>0.31253075787401574</c:v>
                </c:pt>
                <c:pt idx="2084">
                  <c:v>0.31253075787401574</c:v>
                </c:pt>
                <c:pt idx="2085">
                  <c:v>0.31283833661417321</c:v>
                </c:pt>
                <c:pt idx="2086">
                  <c:v>0.31283833661417321</c:v>
                </c:pt>
                <c:pt idx="2087">
                  <c:v>0.31314591535433073</c:v>
                </c:pt>
                <c:pt idx="2088">
                  <c:v>0.31314591535433073</c:v>
                </c:pt>
                <c:pt idx="2089">
                  <c:v>0.31342273622047245</c:v>
                </c:pt>
                <c:pt idx="2090">
                  <c:v>0.31342273622047245</c:v>
                </c:pt>
                <c:pt idx="2091">
                  <c:v>0.31373031496062992</c:v>
                </c:pt>
                <c:pt idx="2092">
                  <c:v>0.31373031496062992</c:v>
                </c:pt>
                <c:pt idx="2093">
                  <c:v>0.31403789370078738</c:v>
                </c:pt>
                <c:pt idx="2094">
                  <c:v>0.31403789370078738</c:v>
                </c:pt>
                <c:pt idx="2095">
                  <c:v>0.31434547244094491</c:v>
                </c:pt>
                <c:pt idx="2096">
                  <c:v>0.31434547244094491</c:v>
                </c:pt>
                <c:pt idx="2097">
                  <c:v>0.31462229330708663</c:v>
                </c:pt>
                <c:pt idx="2098">
                  <c:v>0.31462229330708663</c:v>
                </c:pt>
                <c:pt idx="2099">
                  <c:v>0.3149298720472441</c:v>
                </c:pt>
                <c:pt idx="2100">
                  <c:v>0.3149298720472441</c:v>
                </c:pt>
                <c:pt idx="2101">
                  <c:v>0.31523745078740156</c:v>
                </c:pt>
                <c:pt idx="2102">
                  <c:v>0.31523745078740156</c:v>
                </c:pt>
                <c:pt idx="2103">
                  <c:v>0.31554502952755903</c:v>
                </c:pt>
                <c:pt idx="2104">
                  <c:v>0.31554502952755903</c:v>
                </c:pt>
                <c:pt idx="2105">
                  <c:v>0.31582185039370081</c:v>
                </c:pt>
                <c:pt idx="2106">
                  <c:v>0.31582185039370081</c:v>
                </c:pt>
                <c:pt idx="2107">
                  <c:v>0.31612942913385828</c:v>
                </c:pt>
                <c:pt idx="2108">
                  <c:v>0.31612942913385828</c:v>
                </c:pt>
                <c:pt idx="2109">
                  <c:v>0.31643700787401574</c:v>
                </c:pt>
                <c:pt idx="2110">
                  <c:v>0.31643700787401574</c:v>
                </c:pt>
                <c:pt idx="2111">
                  <c:v>0.31674458661417321</c:v>
                </c:pt>
                <c:pt idx="2112">
                  <c:v>0.31674458661417321</c:v>
                </c:pt>
                <c:pt idx="2113">
                  <c:v>0.31702140748031499</c:v>
                </c:pt>
                <c:pt idx="2114">
                  <c:v>0.31702140748031499</c:v>
                </c:pt>
                <c:pt idx="2115">
                  <c:v>0.31732898622047245</c:v>
                </c:pt>
                <c:pt idx="2116">
                  <c:v>0.31732898622047245</c:v>
                </c:pt>
                <c:pt idx="2117">
                  <c:v>0.31763656496062992</c:v>
                </c:pt>
                <c:pt idx="2118">
                  <c:v>0.31763656496062992</c:v>
                </c:pt>
                <c:pt idx="2119">
                  <c:v>0.31794414370078738</c:v>
                </c:pt>
                <c:pt idx="2120">
                  <c:v>0.31794414370078738</c:v>
                </c:pt>
                <c:pt idx="2121">
                  <c:v>0.31825172244094491</c:v>
                </c:pt>
                <c:pt idx="2122">
                  <c:v>0.31825172244094491</c:v>
                </c:pt>
                <c:pt idx="2123">
                  <c:v>0.31852854330708663</c:v>
                </c:pt>
                <c:pt idx="2124">
                  <c:v>0.31852854330708663</c:v>
                </c:pt>
                <c:pt idx="2125">
                  <c:v>0.3188361220472441</c:v>
                </c:pt>
                <c:pt idx="2126">
                  <c:v>0.3188361220472441</c:v>
                </c:pt>
                <c:pt idx="2127">
                  <c:v>0.31914370078740156</c:v>
                </c:pt>
                <c:pt idx="2128">
                  <c:v>0.31914370078740156</c:v>
                </c:pt>
                <c:pt idx="2129">
                  <c:v>0.31945127952755903</c:v>
                </c:pt>
                <c:pt idx="2130">
                  <c:v>0.31945127952755903</c:v>
                </c:pt>
                <c:pt idx="2131">
                  <c:v>0.31972810039370081</c:v>
                </c:pt>
                <c:pt idx="2132">
                  <c:v>0.31972810039370081</c:v>
                </c:pt>
                <c:pt idx="2133">
                  <c:v>0.32003567913385828</c:v>
                </c:pt>
                <c:pt idx="2134">
                  <c:v>0.32003567913385828</c:v>
                </c:pt>
                <c:pt idx="2135">
                  <c:v>0.32034325787401574</c:v>
                </c:pt>
                <c:pt idx="2136">
                  <c:v>0.32034325787401574</c:v>
                </c:pt>
                <c:pt idx="2137">
                  <c:v>0.32065083661417321</c:v>
                </c:pt>
                <c:pt idx="2138">
                  <c:v>0.32065083661417321</c:v>
                </c:pt>
                <c:pt idx="2139">
                  <c:v>0.32092765748031499</c:v>
                </c:pt>
                <c:pt idx="2140">
                  <c:v>0.32092765748031499</c:v>
                </c:pt>
                <c:pt idx="2141">
                  <c:v>0.32123523622047245</c:v>
                </c:pt>
                <c:pt idx="2142">
                  <c:v>0.32123523622047245</c:v>
                </c:pt>
                <c:pt idx="2143">
                  <c:v>0.32154281496062992</c:v>
                </c:pt>
                <c:pt idx="2144">
                  <c:v>0.32154281496062992</c:v>
                </c:pt>
                <c:pt idx="2145">
                  <c:v>0.32185039370078738</c:v>
                </c:pt>
                <c:pt idx="2146">
                  <c:v>0.32185039370078738</c:v>
                </c:pt>
                <c:pt idx="2147">
                  <c:v>0.32212721456692911</c:v>
                </c:pt>
                <c:pt idx="2148">
                  <c:v>0.32212721456692911</c:v>
                </c:pt>
                <c:pt idx="2149">
                  <c:v>0.32243479330708663</c:v>
                </c:pt>
                <c:pt idx="2150">
                  <c:v>0.32243479330708663</c:v>
                </c:pt>
                <c:pt idx="2151">
                  <c:v>0.3227423720472441</c:v>
                </c:pt>
                <c:pt idx="2152">
                  <c:v>0.3227423720472441</c:v>
                </c:pt>
                <c:pt idx="2153">
                  <c:v>0.32304995078740156</c:v>
                </c:pt>
                <c:pt idx="2154">
                  <c:v>0.32304995078740156</c:v>
                </c:pt>
                <c:pt idx="2155">
                  <c:v>0.32332677165354329</c:v>
                </c:pt>
                <c:pt idx="2156">
                  <c:v>0.32332677165354329</c:v>
                </c:pt>
                <c:pt idx="2157">
                  <c:v>0.32363435039370081</c:v>
                </c:pt>
                <c:pt idx="2158">
                  <c:v>0.32363435039370081</c:v>
                </c:pt>
                <c:pt idx="2159">
                  <c:v>0.32394192913385828</c:v>
                </c:pt>
                <c:pt idx="2160">
                  <c:v>0.32394192913385828</c:v>
                </c:pt>
                <c:pt idx="2161">
                  <c:v>0.32424950787401574</c:v>
                </c:pt>
                <c:pt idx="2162">
                  <c:v>0.32424950787401574</c:v>
                </c:pt>
                <c:pt idx="2163">
                  <c:v>0.32452632874015747</c:v>
                </c:pt>
                <c:pt idx="2164">
                  <c:v>0.32452632874015747</c:v>
                </c:pt>
                <c:pt idx="2165">
                  <c:v>0.32483390748031499</c:v>
                </c:pt>
                <c:pt idx="2166">
                  <c:v>0.32483390748031499</c:v>
                </c:pt>
                <c:pt idx="2167">
                  <c:v>0.32514148622047245</c:v>
                </c:pt>
                <c:pt idx="2168">
                  <c:v>0.32514148622047245</c:v>
                </c:pt>
                <c:pt idx="2169">
                  <c:v>0.32544906496062992</c:v>
                </c:pt>
                <c:pt idx="2170">
                  <c:v>0.32544906496062992</c:v>
                </c:pt>
                <c:pt idx="2171">
                  <c:v>0.32572588582677164</c:v>
                </c:pt>
                <c:pt idx="2172">
                  <c:v>0.32572588582677164</c:v>
                </c:pt>
                <c:pt idx="2173">
                  <c:v>0.32603346456692911</c:v>
                </c:pt>
                <c:pt idx="2174">
                  <c:v>0.32603346456692911</c:v>
                </c:pt>
                <c:pt idx="2175">
                  <c:v>0.32634104330708663</c:v>
                </c:pt>
                <c:pt idx="2176">
                  <c:v>0.32634104330708663</c:v>
                </c:pt>
                <c:pt idx="2177">
                  <c:v>0.3266486220472441</c:v>
                </c:pt>
                <c:pt idx="2178">
                  <c:v>0.3266486220472441</c:v>
                </c:pt>
                <c:pt idx="2179">
                  <c:v>0.32692544291338582</c:v>
                </c:pt>
                <c:pt idx="2180">
                  <c:v>0.32692544291338582</c:v>
                </c:pt>
                <c:pt idx="2181">
                  <c:v>0.32723302165354329</c:v>
                </c:pt>
                <c:pt idx="2182">
                  <c:v>0.32723302165354329</c:v>
                </c:pt>
                <c:pt idx="2183">
                  <c:v>0.32754060039370081</c:v>
                </c:pt>
                <c:pt idx="2184">
                  <c:v>0.32754060039370081</c:v>
                </c:pt>
                <c:pt idx="2185">
                  <c:v>0.32784817913385828</c:v>
                </c:pt>
                <c:pt idx="2186">
                  <c:v>0.32784817913385828</c:v>
                </c:pt>
                <c:pt idx="2187">
                  <c:v>0.328125</c:v>
                </c:pt>
                <c:pt idx="2188">
                  <c:v>0.328125</c:v>
                </c:pt>
                <c:pt idx="2189">
                  <c:v>0.32843257874015747</c:v>
                </c:pt>
                <c:pt idx="2190">
                  <c:v>0.32843257874015747</c:v>
                </c:pt>
                <c:pt idx="2191">
                  <c:v>0.32874015748031499</c:v>
                </c:pt>
                <c:pt idx="2192">
                  <c:v>0.32874015748031499</c:v>
                </c:pt>
                <c:pt idx="2193">
                  <c:v>0.32904773622047245</c:v>
                </c:pt>
                <c:pt idx="2194">
                  <c:v>0.32904773622047245</c:v>
                </c:pt>
                <c:pt idx="2195">
                  <c:v>0.32932455708661418</c:v>
                </c:pt>
                <c:pt idx="2196">
                  <c:v>0.32932455708661418</c:v>
                </c:pt>
                <c:pt idx="2197">
                  <c:v>0.32963213582677164</c:v>
                </c:pt>
                <c:pt idx="2198">
                  <c:v>0.32963213582677164</c:v>
                </c:pt>
                <c:pt idx="2199">
                  <c:v>0.32993971456692911</c:v>
                </c:pt>
                <c:pt idx="2200">
                  <c:v>0.32993971456692911</c:v>
                </c:pt>
                <c:pt idx="2201">
                  <c:v>0.33024729330708663</c:v>
                </c:pt>
                <c:pt idx="2202">
                  <c:v>0.33024729330708663</c:v>
                </c:pt>
                <c:pt idx="2203">
                  <c:v>0.33052411417322836</c:v>
                </c:pt>
                <c:pt idx="2204">
                  <c:v>0.33052411417322836</c:v>
                </c:pt>
                <c:pt idx="2205">
                  <c:v>0.33083169291338582</c:v>
                </c:pt>
                <c:pt idx="2206">
                  <c:v>0.33083169291338582</c:v>
                </c:pt>
                <c:pt idx="2207">
                  <c:v>0.33113927165354329</c:v>
                </c:pt>
                <c:pt idx="2208">
                  <c:v>0.33113927165354329</c:v>
                </c:pt>
                <c:pt idx="2209">
                  <c:v>0.33144685039370081</c:v>
                </c:pt>
                <c:pt idx="2210">
                  <c:v>0.33144685039370081</c:v>
                </c:pt>
                <c:pt idx="2211">
                  <c:v>0.33172367125984253</c:v>
                </c:pt>
                <c:pt idx="2212">
                  <c:v>0.33172367125984253</c:v>
                </c:pt>
                <c:pt idx="2213">
                  <c:v>0.33203125</c:v>
                </c:pt>
                <c:pt idx="2214">
                  <c:v>0.33203125</c:v>
                </c:pt>
                <c:pt idx="2215">
                  <c:v>0.33233882874015747</c:v>
                </c:pt>
                <c:pt idx="2216">
                  <c:v>0.33233882874015747</c:v>
                </c:pt>
                <c:pt idx="2217">
                  <c:v>0.33264640748031499</c:v>
                </c:pt>
                <c:pt idx="2218">
                  <c:v>0.33264640748031499</c:v>
                </c:pt>
                <c:pt idx="2219">
                  <c:v>0.33292322834645671</c:v>
                </c:pt>
                <c:pt idx="2220">
                  <c:v>0.33292322834645671</c:v>
                </c:pt>
                <c:pt idx="2221">
                  <c:v>0.33323080708661418</c:v>
                </c:pt>
                <c:pt idx="2222">
                  <c:v>0.33323080708661418</c:v>
                </c:pt>
                <c:pt idx="2223">
                  <c:v>0.33353838582677164</c:v>
                </c:pt>
                <c:pt idx="2224">
                  <c:v>0.33353838582677164</c:v>
                </c:pt>
                <c:pt idx="2225">
                  <c:v>0.33384596456692911</c:v>
                </c:pt>
                <c:pt idx="2226">
                  <c:v>0.33384596456692911</c:v>
                </c:pt>
                <c:pt idx="2227">
                  <c:v>0.33412278543307089</c:v>
                </c:pt>
                <c:pt idx="2228">
                  <c:v>0.33412278543307089</c:v>
                </c:pt>
                <c:pt idx="2229">
                  <c:v>0.33443036417322836</c:v>
                </c:pt>
                <c:pt idx="2230">
                  <c:v>0.33443036417322836</c:v>
                </c:pt>
                <c:pt idx="2231">
                  <c:v>0.33473794291338582</c:v>
                </c:pt>
                <c:pt idx="2232">
                  <c:v>0.33473794291338582</c:v>
                </c:pt>
                <c:pt idx="2233">
                  <c:v>0.33504552165354329</c:v>
                </c:pt>
                <c:pt idx="2234">
                  <c:v>0.33504552165354329</c:v>
                </c:pt>
                <c:pt idx="2235">
                  <c:v>0.33532234251968501</c:v>
                </c:pt>
                <c:pt idx="2236">
                  <c:v>0.33532234251968501</c:v>
                </c:pt>
                <c:pt idx="2237">
                  <c:v>0.33562992125984253</c:v>
                </c:pt>
                <c:pt idx="2238">
                  <c:v>0.33562992125984253</c:v>
                </c:pt>
                <c:pt idx="2239">
                  <c:v>0.3359375</c:v>
                </c:pt>
                <c:pt idx="2240">
                  <c:v>0.3359375</c:v>
                </c:pt>
                <c:pt idx="2241">
                  <c:v>0.33624507874015747</c:v>
                </c:pt>
                <c:pt idx="2242">
                  <c:v>0.33624507874015747</c:v>
                </c:pt>
                <c:pt idx="2243">
                  <c:v>0.33652189960629919</c:v>
                </c:pt>
                <c:pt idx="2244">
                  <c:v>0.33652189960629919</c:v>
                </c:pt>
                <c:pt idx="2245">
                  <c:v>0.33682947834645671</c:v>
                </c:pt>
                <c:pt idx="2246">
                  <c:v>0.33682947834645671</c:v>
                </c:pt>
                <c:pt idx="2247">
                  <c:v>0.33713705708661418</c:v>
                </c:pt>
                <c:pt idx="2248">
                  <c:v>0.33713705708661418</c:v>
                </c:pt>
                <c:pt idx="2249">
                  <c:v>0.33744463582677164</c:v>
                </c:pt>
                <c:pt idx="2250">
                  <c:v>0.33744463582677164</c:v>
                </c:pt>
                <c:pt idx="2251">
                  <c:v>0.33772145669291337</c:v>
                </c:pt>
                <c:pt idx="2252">
                  <c:v>0.33772145669291337</c:v>
                </c:pt>
                <c:pt idx="2253">
                  <c:v>0.33802903543307089</c:v>
                </c:pt>
                <c:pt idx="2254">
                  <c:v>0.33802903543307089</c:v>
                </c:pt>
                <c:pt idx="2255">
                  <c:v>0.33833661417322836</c:v>
                </c:pt>
                <c:pt idx="2256">
                  <c:v>0.33833661417322836</c:v>
                </c:pt>
                <c:pt idx="2257">
                  <c:v>0.33864419291338582</c:v>
                </c:pt>
                <c:pt idx="2258">
                  <c:v>0.33864419291338582</c:v>
                </c:pt>
                <c:pt idx="2259">
                  <c:v>0.33892101377952755</c:v>
                </c:pt>
                <c:pt idx="2260">
                  <c:v>0.33892101377952755</c:v>
                </c:pt>
                <c:pt idx="2261">
                  <c:v>0.33922859251968501</c:v>
                </c:pt>
                <c:pt idx="2262">
                  <c:v>0.33922859251968501</c:v>
                </c:pt>
                <c:pt idx="2263">
                  <c:v>0.33953617125984253</c:v>
                </c:pt>
                <c:pt idx="2264">
                  <c:v>0.33953617125984253</c:v>
                </c:pt>
                <c:pt idx="2265">
                  <c:v>0.33984375</c:v>
                </c:pt>
                <c:pt idx="2266">
                  <c:v>0.33984375</c:v>
                </c:pt>
                <c:pt idx="2267">
                  <c:v>0.34012057086614172</c:v>
                </c:pt>
                <c:pt idx="2268">
                  <c:v>0.34012057086614172</c:v>
                </c:pt>
                <c:pt idx="2269">
                  <c:v>0.34042814960629919</c:v>
                </c:pt>
                <c:pt idx="2270">
                  <c:v>0.34042814960629919</c:v>
                </c:pt>
                <c:pt idx="2271">
                  <c:v>0.34073572834645671</c:v>
                </c:pt>
                <c:pt idx="2272">
                  <c:v>0.34073572834645671</c:v>
                </c:pt>
                <c:pt idx="2273">
                  <c:v>0.34104330708661418</c:v>
                </c:pt>
                <c:pt idx="2274">
                  <c:v>0.34104330708661418</c:v>
                </c:pt>
                <c:pt idx="2275">
                  <c:v>0.3413201279527559</c:v>
                </c:pt>
                <c:pt idx="2276">
                  <c:v>0.3413201279527559</c:v>
                </c:pt>
                <c:pt idx="2277">
                  <c:v>0.34162770669291337</c:v>
                </c:pt>
                <c:pt idx="2278">
                  <c:v>0.34162770669291337</c:v>
                </c:pt>
                <c:pt idx="2279">
                  <c:v>0.34193528543307089</c:v>
                </c:pt>
                <c:pt idx="2280">
                  <c:v>0.34193528543307089</c:v>
                </c:pt>
                <c:pt idx="2281">
                  <c:v>0.34224286417322836</c:v>
                </c:pt>
                <c:pt idx="2282">
                  <c:v>0.34224286417322836</c:v>
                </c:pt>
                <c:pt idx="2283">
                  <c:v>0.34251968503937008</c:v>
                </c:pt>
                <c:pt idx="2284">
                  <c:v>0.34251968503937008</c:v>
                </c:pt>
                <c:pt idx="2285">
                  <c:v>0.34282726377952755</c:v>
                </c:pt>
                <c:pt idx="2286">
                  <c:v>0.34282726377952755</c:v>
                </c:pt>
                <c:pt idx="2287">
                  <c:v>0.34313484251968501</c:v>
                </c:pt>
                <c:pt idx="2288">
                  <c:v>0.34313484251968501</c:v>
                </c:pt>
                <c:pt idx="2289">
                  <c:v>0.34344242125984253</c:v>
                </c:pt>
                <c:pt idx="2290">
                  <c:v>0.34344242125984253</c:v>
                </c:pt>
                <c:pt idx="2291">
                  <c:v>0.34371924212598426</c:v>
                </c:pt>
                <c:pt idx="2292">
                  <c:v>0.34371924212598426</c:v>
                </c:pt>
                <c:pt idx="2293">
                  <c:v>0.34402682086614172</c:v>
                </c:pt>
                <c:pt idx="2294">
                  <c:v>0.34402682086614172</c:v>
                </c:pt>
                <c:pt idx="2295">
                  <c:v>0.34433439960629919</c:v>
                </c:pt>
                <c:pt idx="2296">
                  <c:v>0.34433439960629919</c:v>
                </c:pt>
                <c:pt idx="2297">
                  <c:v>0.34464197834645671</c:v>
                </c:pt>
                <c:pt idx="2298">
                  <c:v>0.34464197834645671</c:v>
                </c:pt>
                <c:pt idx="2299">
                  <c:v>0.34491879921259844</c:v>
                </c:pt>
                <c:pt idx="2300">
                  <c:v>0.34491879921259844</c:v>
                </c:pt>
                <c:pt idx="2301">
                  <c:v>0.3452263779527559</c:v>
                </c:pt>
                <c:pt idx="2302">
                  <c:v>0.3452263779527559</c:v>
                </c:pt>
                <c:pt idx="2303">
                  <c:v>0.34553395669291337</c:v>
                </c:pt>
                <c:pt idx="2304">
                  <c:v>0.34553395669291337</c:v>
                </c:pt>
                <c:pt idx="2305">
                  <c:v>0.34584153543307089</c:v>
                </c:pt>
                <c:pt idx="2306">
                  <c:v>0.34584153543307089</c:v>
                </c:pt>
                <c:pt idx="2307">
                  <c:v>0.34611835629921262</c:v>
                </c:pt>
                <c:pt idx="2308">
                  <c:v>0.34611835629921262</c:v>
                </c:pt>
                <c:pt idx="2309">
                  <c:v>0.34642593503937008</c:v>
                </c:pt>
                <c:pt idx="2310">
                  <c:v>0.34642593503937008</c:v>
                </c:pt>
                <c:pt idx="2311">
                  <c:v>0.34673351377952755</c:v>
                </c:pt>
                <c:pt idx="2312">
                  <c:v>0.34673351377952755</c:v>
                </c:pt>
                <c:pt idx="2313">
                  <c:v>0.34704109251968501</c:v>
                </c:pt>
                <c:pt idx="2314">
                  <c:v>0.34704109251968501</c:v>
                </c:pt>
                <c:pt idx="2315">
                  <c:v>0.34731791338582679</c:v>
                </c:pt>
                <c:pt idx="2316">
                  <c:v>0.34731791338582679</c:v>
                </c:pt>
                <c:pt idx="2317">
                  <c:v>0.34762549212598426</c:v>
                </c:pt>
                <c:pt idx="2318">
                  <c:v>0.34762549212598426</c:v>
                </c:pt>
                <c:pt idx="2319">
                  <c:v>0.34793307086614172</c:v>
                </c:pt>
                <c:pt idx="2320">
                  <c:v>0.34793307086614172</c:v>
                </c:pt>
                <c:pt idx="2321">
                  <c:v>0.34824064960629919</c:v>
                </c:pt>
                <c:pt idx="2322">
                  <c:v>0.34824064960629919</c:v>
                </c:pt>
                <c:pt idx="2323">
                  <c:v>0.34851747047244097</c:v>
                </c:pt>
                <c:pt idx="2324">
                  <c:v>0.34851747047244097</c:v>
                </c:pt>
                <c:pt idx="2325">
                  <c:v>0.34882504921259844</c:v>
                </c:pt>
                <c:pt idx="2326">
                  <c:v>0.34882504921259844</c:v>
                </c:pt>
                <c:pt idx="2327">
                  <c:v>0.3491326279527559</c:v>
                </c:pt>
                <c:pt idx="2328">
                  <c:v>0.3491326279527559</c:v>
                </c:pt>
                <c:pt idx="2329">
                  <c:v>0.34944020669291337</c:v>
                </c:pt>
                <c:pt idx="2330">
                  <c:v>0.34944020669291337</c:v>
                </c:pt>
                <c:pt idx="2331">
                  <c:v>0.34971702755905509</c:v>
                </c:pt>
                <c:pt idx="2332">
                  <c:v>0.34971702755905509</c:v>
                </c:pt>
                <c:pt idx="2333">
                  <c:v>0.35002460629921262</c:v>
                </c:pt>
                <c:pt idx="2334">
                  <c:v>0.35002460629921262</c:v>
                </c:pt>
                <c:pt idx="2335">
                  <c:v>0.35033218503937008</c:v>
                </c:pt>
                <c:pt idx="2336">
                  <c:v>0.35033218503937008</c:v>
                </c:pt>
                <c:pt idx="2337">
                  <c:v>0.35063976377952755</c:v>
                </c:pt>
                <c:pt idx="2338">
                  <c:v>0.35063976377952755</c:v>
                </c:pt>
                <c:pt idx="2339">
                  <c:v>0.35091658464566927</c:v>
                </c:pt>
                <c:pt idx="2340">
                  <c:v>0.35091658464566927</c:v>
                </c:pt>
                <c:pt idx="2341">
                  <c:v>0.35122416338582679</c:v>
                </c:pt>
                <c:pt idx="2342">
                  <c:v>0.35122416338582679</c:v>
                </c:pt>
                <c:pt idx="2343">
                  <c:v>0.35153174212598426</c:v>
                </c:pt>
                <c:pt idx="2344">
                  <c:v>0.35153174212598426</c:v>
                </c:pt>
                <c:pt idx="2345">
                  <c:v>0.35183932086614172</c:v>
                </c:pt>
                <c:pt idx="2346">
                  <c:v>0.35183932086614172</c:v>
                </c:pt>
                <c:pt idx="2347">
                  <c:v>0.35211614173228345</c:v>
                </c:pt>
                <c:pt idx="2348">
                  <c:v>0.35211614173228345</c:v>
                </c:pt>
                <c:pt idx="2349">
                  <c:v>0.35242372047244097</c:v>
                </c:pt>
                <c:pt idx="2350">
                  <c:v>0.35242372047244097</c:v>
                </c:pt>
                <c:pt idx="2351">
                  <c:v>0.35273129921259844</c:v>
                </c:pt>
                <c:pt idx="2352">
                  <c:v>0.35273129921259844</c:v>
                </c:pt>
                <c:pt idx="2353">
                  <c:v>0.3530388779527559</c:v>
                </c:pt>
                <c:pt idx="2354">
                  <c:v>0.3530388779527559</c:v>
                </c:pt>
                <c:pt idx="2355">
                  <c:v>0.35334645669291337</c:v>
                </c:pt>
                <c:pt idx="2356">
                  <c:v>0.35334645669291337</c:v>
                </c:pt>
                <c:pt idx="2357">
                  <c:v>0.35362327755905509</c:v>
                </c:pt>
                <c:pt idx="2358">
                  <c:v>0.35362327755905509</c:v>
                </c:pt>
                <c:pt idx="2359">
                  <c:v>0.35393085629921262</c:v>
                </c:pt>
                <c:pt idx="2360">
                  <c:v>0.35393085629921262</c:v>
                </c:pt>
                <c:pt idx="2361">
                  <c:v>0.35423843503937008</c:v>
                </c:pt>
                <c:pt idx="2362">
                  <c:v>0.35423843503937008</c:v>
                </c:pt>
                <c:pt idx="2363">
                  <c:v>0.35454601377952755</c:v>
                </c:pt>
                <c:pt idx="2364">
                  <c:v>0.35454601377952755</c:v>
                </c:pt>
                <c:pt idx="2365">
                  <c:v>0.35482283464566927</c:v>
                </c:pt>
                <c:pt idx="2366">
                  <c:v>0.35482283464566927</c:v>
                </c:pt>
                <c:pt idx="2367">
                  <c:v>0.35513041338582679</c:v>
                </c:pt>
                <c:pt idx="2368">
                  <c:v>0.35513041338582679</c:v>
                </c:pt>
                <c:pt idx="2369">
                  <c:v>0.35543799212598426</c:v>
                </c:pt>
                <c:pt idx="2370">
                  <c:v>0.35543799212598426</c:v>
                </c:pt>
                <c:pt idx="2371">
                  <c:v>0.35574557086614172</c:v>
                </c:pt>
                <c:pt idx="2372">
                  <c:v>0.35574557086614172</c:v>
                </c:pt>
                <c:pt idx="2373">
                  <c:v>0.35602239173228345</c:v>
                </c:pt>
                <c:pt idx="2374">
                  <c:v>0.35602239173228345</c:v>
                </c:pt>
                <c:pt idx="2375">
                  <c:v>0.35632997047244097</c:v>
                </c:pt>
                <c:pt idx="2376">
                  <c:v>0.35632997047244097</c:v>
                </c:pt>
                <c:pt idx="2377">
                  <c:v>0.35663754921259844</c:v>
                </c:pt>
                <c:pt idx="2378">
                  <c:v>0.35663754921259844</c:v>
                </c:pt>
                <c:pt idx="2379">
                  <c:v>0.3569451279527559</c:v>
                </c:pt>
                <c:pt idx="2380">
                  <c:v>0.3569451279527559</c:v>
                </c:pt>
                <c:pt idx="2381">
                  <c:v>0.35722194881889763</c:v>
                </c:pt>
                <c:pt idx="2382">
                  <c:v>0.35722194881889763</c:v>
                </c:pt>
                <c:pt idx="2383">
                  <c:v>0.35752952755905509</c:v>
                </c:pt>
                <c:pt idx="2384">
                  <c:v>0.35752952755905509</c:v>
                </c:pt>
                <c:pt idx="2385">
                  <c:v>0.35783710629921262</c:v>
                </c:pt>
                <c:pt idx="2386">
                  <c:v>0.35783710629921262</c:v>
                </c:pt>
                <c:pt idx="2387">
                  <c:v>0.35814468503937008</c:v>
                </c:pt>
                <c:pt idx="2388">
                  <c:v>0.35814468503937008</c:v>
                </c:pt>
                <c:pt idx="2389">
                  <c:v>0.35842150590551181</c:v>
                </c:pt>
                <c:pt idx="2390">
                  <c:v>0.35842150590551181</c:v>
                </c:pt>
                <c:pt idx="2391">
                  <c:v>0.35872908464566927</c:v>
                </c:pt>
                <c:pt idx="2392">
                  <c:v>0.35872908464566927</c:v>
                </c:pt>
                <c:pt idx="2393">
                  <c:v>0.35903666338582679</c:v>
                </c:pt>
                <c:pt idx="2394">
                  <c:v>0.35903666338582679</c:v>
                </c:pt>
                <c:pt idx="2395">
                  <c:v>0.35934424212598426</c:v>
                </c:pt>
                <c:pt idx="2396">
                  <c:v>0.35934424212598426</c:v>
                </c:pt>
                <c:pt idx="2397">
                  <c:v>0.35962106299212598</c:v>
                </c:pt>
                <c:pt idx="2398">
                  <c:v>0.35962106299212598</c:v>
                </c:pt>
                <c:pt idx="2399">
                  <c:v>0.35992864173228345</c:v>
                </c:pt>
                <c:pt idx="2400">
                  <c:v>0.35992864173228345</c:v>
                </c:pt>
                <c:pt idx="2401">
                  <c:v>0.36023622047244097</c:v>
                </c:pt>
                <c:pt idx="2402">
                  <c:v>0.36023622047244097</c:v>
                </c:pt>
                <c:pt idx="2403">
                  <c:v>0.36054379921259838</c:v>
                </c:pt>
                <c:pt idx="2404">
                  <c:v>0.36054379921259838</c:v>
                </c:pt>
                <c:pt idx="2405">
                  <c:v>0.36082062007874016</c:v>
                </c:pt>
                <c:pt idx="2406">
                  <c:v>0.36082062007874016</c:v>
                </c:pt>
                <c:pt idx="2407">
                  <c:v>0.36112819881889763</c:v>
                </c:pt>
                <c:pt idx="2408">
                  <c:v>0.36112819881889763</c:v>
                </c:pt>
                <c:pt idx="2409">
                  <c:v>0.36143577755905509</c:v>
                </c:pt>
                <c:pt idx="2410">
                  <c:v>0.36143577755905509</c:v>
                </c:pt>
                <c:pt idx="2411">
                  <c:v>0.36174335629921262</c:v>
                </c:pt>
                <c:pt idx="2412">
                  <c:v>0.36174335629921262</c:v>
                </c:pt>
                <c:pt idx="2413">
                  <c:v>0.36202017716535434</c:v>
                </c:pt>
                <c:pt idx="2414">
                  <c:v>0.36202017716535434</c:v>
                </c:pt>
                <c:pt idx="2415">
                  <c:v>0.36232775590551181</c:v>
                </c:pt>
                <c:pt idx="2416">
                  <c:v>0.36232775590551181</c:v>
                </c:pt>
                <c:pt idx="2417">
                  <c:v>0.36263533464566927</c:v>
                </c:pt>
                <c:pt idx="2418">
                  <c:v>0.36263533464566927</c:v>
                </c:pt>
                <c:pt idx="2419">
                  <c:v>0.36294291338582679</c:v>
                </c:pt>
                <c:pt idx="2420">
                  <c:v>0.36294291338582679</c:v>
                </c:pt>
                <c:pt idx="2421">
                  <c:v>0.36321973425196852</c:v>
                </c:pt>
                <c:pt idx="2422">
                  <c:v>0.36321973425196852</c:v>
                </c:pt>
                <c:pt idx="2423">
                  <c:v>0.36352731299212598</c:v>
                </c:pt>
                <c:pt idx="2424">
                  <c:v>0.36352731299212598</c:v>
                </c:pt>
                <c:pt idx="2425">
                  <c:v>0.36383489173228345</c:v>
                </c:pt>
                <c:pt idx="2426">
                  <c:v>0.36383489173228345</c:v>
                </c:pt>
                <c:pt idx="2427">
                  <c:v>0.36414247047244097</c:v>
                </c:pt>
                <c:pt idx="2428">
                  <c:v>0.36414247047244097</c:v>
                </c:pt>
                <c:pt idx="2429">
                  <c:v>0.3644192913385827</c:v>
                </c:pt>
                <c:pt idx="2430">
                  <c:v>0.3644192913385827</c:v>
                </c:pt>
                <c:pt idx="2431">
                  <c:v>0.36472687007874016</c:v>
                </c:pt>
                <c:pt idx="2432">
                  <c:v>0.36472687007874016</c:v>
                </c:pt>
                <c:pt idx="2433">
                  <c:v>0.36503444881889763</c:v>
                </c:pt>
                <c:pt idx="2434">
                  <c:v>0.36503444881889763</c:v>
                </c:pt>
                <c:pt idx="2435">
                  <c:v>0.36534202755905509</c:v>
                </c:pt>
                <c:pt idx="2436">
                  <c:v>0.36534202755905509</c:v>
                </c:pt>
                <c:pt idx="2437">
                  <c:v>0.36561884842519687</c:v>
                </c:pt>
                <c:pt idx="2438">
                  <c:v>0.36561884842519687</c:v>
                </c:pt>
                <c:pt idx="2439">
                  <c:v>0.36592642716535434</c:v>
                </c:pt>
                <c:pt idx="2440">
                  <c:v>0.36592642716535434</c:v>
                </c:pt>
                <c:pt idx="2441">
                  <c:v>0.36623400590551181</c:v>
                </c:pt>
                <c:pt idx="2442">
                  <c:v>0.36623400590551181</c:v>
                </c:pt>
                <c:pt idx="2443">
                  <c:v>0.36654158464566927</c:v>
                </c:pt>
                <c:pt idx="2444">
                  <c:v>0.36654158464566927</c:v>
                </c:pt>
                <c:pt idx="2445">
                  <c:v>0.366818405511811</c:v>
                </c:pt>
                <c:pt idx="2446">
                  <c:v>0.366818405511811</c:v>
                </c:pt>
                <c:pt idx="2447">
                  <c:v>0.36712598425196852</c:v>
                </c:pt>
                <c:pt idx="2448">
                  <c:v>0.36712598425196852</c:v>
                </c:pt>
                <c:pt idx="2449">
                  <c:v>0.36743356299212598</c:v>
                </c:pt>
                <c:pt idx="2450">
                  <c:v>0.36743356299212598</c:v>
                </c:pt>
                <c:pt idx="2451">
                  <c:v>0.36774114173228345</c:v>
                </c:pt>
                <c:pt idx="2452">
                  <c:v>0.36774114173228345</c:v>
                </c:pt>
                <c:pt idx="2453">
                  <c:v>0.36801796259842517</c:v>
                </c:pt>
                <c:pt idx="2454">
                  <c:v>0.36801796259842517</c:v>
                </c:pt>
                <c:pt idx="2455">
                  <c:v>0.3683255413385827</c:v>
                </c:pt>
                <c:pt idx="2456">
                  <c:v>0.3683255413385827</c:v>
                </c:pt>
                <c:pt idx="2457">
                  <c:v>0.36863312007874016</c:v>
                </c:pt>
                <c:pt idx="2458">
                  <c:v>0.36863312007874016</c:v>
                </c:pt>
                <c:pt idx="2459">
                  <c:v>0.36894069881889763</c:v>
                </c:pt>
                <c:pt idx="2460">
                  <c:v>0.36894069881889763</c:v>
                </c:pt>
                <c:pt idx="2461">
                  <c:v>0.36921751968503935</c:v>
                </c:pt>
                <c:pt idx="2462">
                  <c:v>0.36921751968503935</c:v>
                </c:pt>
                <c:pt idx="2463">
                  <c:v>0.36952509842519687</c:v>
                </c:pt>
                <c:pt idx="2464">
                  <c:v>0.36952509842519687</c:v>
                </c:pt>
                <c:pt idx="2465">
                  <c:v>0.36983267716535434</c:v>
                </c:pt>
                <c:pt idx="2466">
                  <c:v>0.36983267716535434</c:v>
                </c:pt>
                <c:pt idx="2467">
                  <c:v>0.37014025590551181</c:v>
                </c:pt>
                <c:pt idx="2468">
                  <c:v>0.37014025590551181</c:v>
                </c:pt>
                <c:pt idx="2469">
                  <c:v>0.37041707677165353</c:v>
                </c:pt>
                <c:pt idx="2470">
                  <c:v>0.37041707677165353</c:v>
                </c:pt>
                <c:pt idx="2471">
                  <c:v>0.370724655511811</c:v>
                </c:pt>
                <c:pt idx="2472">
                  <c:v>0.370724655511811</c:v>
                </c:pt>
                <c:pt idx="2473">
                  <c:v>0.37103223425196852</c:v>
                </c:pt>
                <c:pt idx="2474">
                  <c:v>0.37103223425196852</c:v>
                </c:pt>
                <c:pt idx="2475">
                  <c:v>0.37133981299212598</c:v>
                </c:pt>
                <c:pt idx="2476">
                  <c:v>0.37133981299212598</c:v>
                </c:pt>
                <c:pt idx="2477">
                  <c:v>0.37161663385826771</c:v>
                </c:pt>
                <c:pt idx="2478">
                  <c:v>0.37161663385826771</c:v>
                </c:pt>
                <c:pt idx="2479">
                  <c:v>0.37192421259842517</c:v>
                </c:pt>
                <c:pt idx="2480">
                  <c:v>0.37192421259842517</c:v>
                </c:pt>
                <c:pt idx="2481">
                  <c:v>0.3722317913385827</c:v>
                </c:pt>
                <c:pt idx="2482">
                  <c:v>0.3722317913385827</c:v>
                </c:pt>
                <c:pt idx="2483">
                  <c:v>0.37253937007874016</c:v>
                </c:pt>
                <c:pt idx="2484">
                  <c:v>0.37253937007874016</c:v>
                </c:pt>
                <c:pt idx="2485">
                  <c:v>0.37281619094488189</c:v>
                </c:pt>
                <c:pt idx="2486">
                  <c:v>0.37281619094488189</c:v>
                </c:pt>
                <c:pt idx="2487">
                  <c:v>0.37312376968503935</c:v>
                </c:pt>
                <c:pt idx="2488">
                  <c:v>0.37312376968503935</c:v>
                </c:pt>
                <c:pt idx="2489">
                  <c:v>0.37343134842519687</c:v>
                </c:pt>
                <c:pt idx="2490">
                  <c:v>0.37343134842519687</c:v>
                </c:pt>
                <c:pt idx="2491">
                  <c:v>0.37373892716535434</c:v>
                </c:pt>
                <c:pt idx="2492">
                  <c:v>0.37373892716535434</c:v>
                </c:pt>
                <c:pt idx="2493">
                  <c:v>0.37401574803149606</c:v>
                </c:pt>
                <c:pt idx="2494">
                  <c:v>0.37401574803149606</c:v>
                </c:pt>
                <c:pt idx="2495">
                  <c:v>0.37432332677165353</c:v>
                </c:pt>
                <c:pt idx="2496">
                  <c:v>0.37432332677165353</c:v>
                </c:pt>
                <c:pt idx="2497">
                  <c:v>0.374630905511811</c:v>
                </c:pt>
                <c:pt idx="2498">
                  <c:v>0.374630905511811</c:v>
                </c:pt>
                <c:pt idx="2499">
                  <c:v>0.37493848425196852</c:v>
                </c:pt>
                <c:pt idx="2500">
                  <c:v>0.37493848425196852</c:v>
                </c:pt>
                <c:pt idx="2501">
                  <c:v>0.37521530511811024</c:v>
                </c:pt>
                <c:pt idx="2502">
                  <c:v>0.37521530511811024</c:v>
                </c:pt>
                <c:pt idx="2503">
                  <c:v>0.37552288385826771</c:v>
                </c:pt>
                <c:pt idx="2504">
                  <c:v>0.37552288385826771</c:v>
                </c:pt>
                <c:pt idx="2505">
                  <c:v>0.37583046259842517</c:v>
                </c:pt>
                <c:pt idx="2506">
                  <c:v>0.37583046259842517</c:v>
                </c:pt>
                <c:pt idx="2507">
                  <c:v>0.3761380413385827</c:v>
                </c:pt>
                <c:pt idx="2508">
                  <c:v>0.3761380413385827</c:v>
                </c:pt>
                <c:pt idx="2509">
                  <c:v>0.37641486220472442</c:v>
                </c:pt>
                <c:pt idx="2510">
                  <c:v>0.37641486220472442</c:v>
                </c:pt>
                <c:pt idx="2511">
                  <c:v>0.37672244094488189</c:v>
                </c:pt>
                <c:pt idx="2512">
                  <c:v>0.37672244094488189</c:v>
                </c:pt>
                <c:pt idx="2513">
                  <c:v>0.37703001968503935</c:v>
                </c:pt>
                <c:pt idx="2514">
                  <c:v>0.37703001968503935</c:v>
                </c:pt>
                <c:pt idx="2515">
                  <c:v>0.37733759842519687</c:v>
                </c:pt>
                <c:pt idx="2516">
                  <c:v>0.37733759842519687</c:v>
                </c:pt>
                <c:pt idx="2517">
                  <c:v>0.3776144192913386</c:v>
                </c:pt>
                <c:pt idx="2518">
                  <c:v>0.3776144192913386</c:v>
                </c:pt>
                <c:pt idx="2519">
                  <c:v>0.37792199803149606</c:v>
                </c:pt>
                <c:pt idx="2520">
                  <c:v>0.37792199803149606</c:v>
                </c:pt>
                <c:pt idx="2521">
                  <c:v>0.37822957677165353</c:v>
                </c:pt>
                <c:pt idx="2522">
                  <c:v>0.37822957677165353</c:v>
                </c:pt>
                <c:pt idx="2523">
                  <c:v>0.378537155511811</c:v>
                </c:pt>
                <c:pt idx="2524">
                  <c:v>0.378537155511811</c:v>
                </c:pt>
                <c:pt idx="2525">
                  <c:v>0.37881397637795278</c:v>
                </c:pt>
                <c:pt idx="2526">
                  <c:v>0.37881397637795278</c:v>
                </c:pt>
                <c:pt idx="2527">
                  <c:v>0.37912155511811024</c:v>
                </c:pt>
                <c:pt idx="2528">
                  <c:v>0.37912155511811024</c:v>
                </c:pt>
                <c:pt idx="2529">
                  <c:v>0.37942913385826771</c:v>
                </c:pt>
                <c:pt idx="2530">
                  <c:v>0.37942913385826771</c:v>
                </c:pt>
                <c:pt idx="2531">
                  <c:v>0.37973671259842517</c:v>
                </c:pt>
                <c:pt idx="2532">
                  <c:v>0.37973671259842517</c:v>
                </c:pt>
                <c:pt idx="2533">
                  <c:v>0.38001353346456695</c:v>
                </c:pt>
                <c:pt idx="2534">
                  <c:v>0.38001353346456695</c:v>
                </c:pt>
                <c:pt idx="2535">
                  <c:v>0.38032111220472442</c:v>
                </c:pt>
                <c:pt idx="2536">
                  <c:v>0.38032111220472442</c:v>
                </c:pt>
                <c:pt idx="2537">
                  <c:v>0.38062869094488189</c:v>
                </c:pt>
                <c:pt idx="2538">
                  <c:v>0.38062869094488189</c:v>
                </c:pt>
                <c:pt idx="2539">
                  <c:v>0.38093626968503935</c:v>
                </c:pt>
                <c:pt idx="2540">
                  <c:v>0.38093626968503935</c:v>
                </c:pt>
                <c:pt idx="2541">
                  <c:v>0.38121309055118108</c:v>
                </c:pt>
                <c:pt idx="2542">
                  <c:v>0.38121309055118108</c:v>
                </c:pt>
                <c:pt idx="2543">
                  <c:v>0.3815206692913386</c:v>
                </c:pt>
                <c:pt idx="2544">
                  <c:v>0.3815206692913386</c:v>
                </c:pt>
                <c:pt idx="2545">
                  <c:v>0.38182824803149606</c:v>
                </c:pt>
                <c:pt idx="2546">
                  <c:v>0.38182824803149606</c:v>
                </c:pt>
                <c:pt idx="2547">
                  <c:v>0.38213582677165353</c:v>
                </c:pt>
                <c:pt idx="2548">
                  <c:v>0.38213582677165353</c:v>
                </c:pt>
                <c:pt idx="2549">
                  <c:v>0.38241264763779526</c:v>
                </c:pt>
                <c:pt idx="2550">
                  <c:v>0.38241264763779526</c:v>
                </c:pt>
                <c:pt idx="2551">
                  <c:v>0.38272022637795278</c:v>
                </c:pt>
                <c:pt idx="2552">
                  <c:v>0.38272022637795278</c:v>
                </c:pt>
                <c:pt idx="2553">
                  <c:v>0.38302780511811024</c:v>
                </c:pt>
                <c:pt idx="2554">
                  <c:v>0.38302780511811024</c:v>
                </c:pt>
                <c:pt idx="2555">
                  <c:v>0.38333538385826771</c:v>
                </c:pt>
                <c:pt idx="2556">
                  <c:v>0.38333538385826771</c:v>
                </c:pt>
                <c:pt idx="2557">
                  <c:v>0.38361220472440943</c:v>
                </c:pt>
                <c:pt idx="2558">
                  <c:v>0.38361220472440943</c:v>
                </c:pt>
                <c:pt idx="2559">
                  <c:v>0.38391978346456695</c:v>
                </c:pt>
                <c:pt idx="2560">
                  <c:v>0.38391978346456695</c:v>
                </c:pt>
                <c:pt idx="2561">
                  <c:v>0.38422736220472442</c:v>
                </c:pt>
                <c:pt idx="2562">
                  <c:v>0.38422736220472442</c:v>
                </c:pt>
                <c:pt idx="2563">
                  <c:v>0.38453494094488189</c:v>
                </c:pt>
                <c:pt idx="2564">
                  <c:v>0.38453494094488189</c:v>
                </c:pt>
                <c:pt idx="2565">
                  <c:v>0.38481176181102361</c:v>
                </c:pt>
                <c:pt idx="2566">
                  <c:v>0.38481176181102361</c:v>
                </c:pt>
                <c:pt idx="2567">
                  <c:v>0.38511934055118108</c:v>
                </c:pt>
                <c:pt idx="2568">
                  <c:v>0.38511934055118108</c:v>
                </c:pt>
                <c:pt idx="2569">
                  <c:v>0.3854269192913386</c:v>
                </c:pt>
                <c:pt idx="2570">
                  <c:v>0.3854269192913386</c:v>
                </c:pt>
                <c:pt idx="2571">
                  <c:v>0.38573449803149606</c:v>
                </c:pt>
                <c:pt idx="2572">
                  <c:v>0.38573449803149606</c:v>
                </c:pt>
                <c:pt idx="2573">
                  <c:v>0.38601131889763779</c:v>
                </c:pt>
                <c:pt idx="2574">
                  <c:v>0.38601131889763779</c:v>
                </c:pt>
                <c:pt idx="2575">
                  <c:v>0.38631889763779526</c:v>
                </c:pt>
                <c:pt idx="2576">
                  <c:v>0.38631889763779526</c:v>
                </c:pt>
                <c:pt idx="2577">
                  <c:v>0.38662647637795278</c:v>
                </c:pt>
                <c:pt idx="2578">
                  <c:v>0.38662647637795278</c:v>
                </c:pt>
                <c:pt idx="2579">
                  <c:v>0.38693405511811024</c:v>
                </c:pt>
                <c:pt idx="2580">
                  <c:v>0.38693405511811024</c:v>
                </c:pt>
                <c:pt idx="2581">
                  <c:v>0.38721087598425202</c:v>
                </c:pt>
                <c:pt idx="2582">
                  <c:v>0.38721087598425202</c:v>
                </c:pt>
                <c:pt idx="2583">
                  <c:v>0.38751845472440943</c:v>
                </c:pt>
                <c:pt idx="2584">
                  <c:v>0.38751845472440943</c:v>
                </c:pt>
                <c:pt idx="2585">
                  <c:v>0.38782603346456695</c:v>
                </c:pt>
                <c:pt idx="2586">
                  <c:v>0.38782603346456695</c:v>
                </c:pt>
                <c:pt idx="2587">
                  <c:v>0.38813361220472442</c:v>
                </c:pt>
                <c:pt idx="2588">
                  <c:v>0.38813361220472442</c:v>
                </c:pt>
                <c:pt idx="2589">
                  <c:v>0.38844119094488189</c:v>
                </c:pt>
                <c:pt idx="2590">
                  <c:v>0.38844119094488189</c:v>
                </c:pt>
                <c:pt idx="2591">
                  <c:v>0.38871801181102361</c:v>
                </c:pt>
                <c:pt idx="2592">
                  <c:v>0.38871801181102361</c:v>
                </c:pt>
                <c:pt idx="2593">
                  <c:v>0.38902559055118108</c:v>
                </c:pt>
                <c:pt idx="2594">
                  <c:v>0.38902559055118108</c:v>
                </c:pt>
                <c:pt idx="2595">
                  <c:v>0.3893331692913386</c:v>
                </c:pt>
                <c:pt idx="2596">
                  <c:v>0.3893331692913386</c:v>
                </c:pt>
                <c:pt idx="2597">
                  <c:v>0.38964074803149606</c:v>
                </c:pt>
                <c:pt idx="2598">
                  <c:v>0.38964074803149606</c:v>
                </c:pt>
                <c:pt idx="2599">
                  <c:v>0.38991756889763779</c:v>
                </c:pt>
                <c:pt idx="2600">
                  <c:v>0.38991756889763779</c:v>
                </c:pt>
                <c:pt idx="2601">
                  <c:v>0.39022514763779526</c:v>
                </c:pt>
                <c:pt idx="2602">
                  <c:v>0.39022514763779526</c:v>
                </c:pt>
                <c:pt idx="2603">
                  <c:v>0.39053272637795278</c:v>
                </c:pt>
                <c:pt idx="2604">
                  <c:v>0.39053272637795278</c:v>
                </c:pt>
                <c:pt idx="2605">
                  <c:v>0.39084030511811024</c:v>
                </c:pt>
                <c:pt idx="2606">
                  <c:v>0.39084030511811024</c:v>
                </c:pt>
                <c:pt idx="2607">
                  <c:v>0.39111712598425202</c:v>
                </c:pt>
                <c:pt idx="2608">
                  <c:v>0.39111712598425202</c:v>
                </c:pt>
                <c:pt idx="2609">
                  <c:v>0.39142470472440943</c:v>
                </c:pt>
                <c:pt idx="2610">
                  <c:v>0.39142470472440943</c:v>
                </c:pt>
                <c:pt idx="2611">
                  <c:v>0.39173228346456695</c:v>
                </c:pt>
                <c:pt idx="2612">
                  <c:v>0.39173228346456695</c:v>
                </c:pt>
                <c:pt idx="2613">
                  <c:v>0.39203986220472442</c:v>
                </c:pt>
                <c:pt idx="2614">
                  <c:v>0.39203986220472442</c:v>
                </c:pt>
                <c:pt idx="2615">
                  <c:v>0.39231668307086615</c:v>
                </c:pt>
                <c:pt idx="2616">
                  <c:v>0.39231668307086615</c:v>
                </c:pt>
                <c:pt idx="2617">
                  <c:v>0.39262426181102361</c:v>
                </c:pt>
                <c:pt idx="2618">
                  <c:v>0.39262426181102361</c:v>
                </c:pt>
                <c:pt idx="2619">
                  <c:v>0.39293184055118108</c:v>
                </c:pt>
                <c:pt idx="2620">
                  <c:v>0.39293184055118108</c:v>
                </c:pt>
                <c:pt idx="2621">
                  <c:v>0.3932394192913386</c:v>
                </c:pt>
                <c:pt idx="2622">
                  <c:v>0.3932394192913386</c:v>
                </c:pt>
                <c:pt idx="2623">
                  <c:v>0.39351624015748032</c:v>
                </c:pt>
                <c:pt idx="2624">
                  <c:v>0.39351624015748032</c:v>
                </c:pt>
                <c:pt idx="2625">
                  <c:v>0.39382381889763779</c:v>
                </c:pt>
                <c:pt idx="2626">
                  <c:v>0.39382381889763779</c:v>
                </c:pt>
                <c:pt idx="2627">
                  <c:v>0.39413139763779526</c:v>
                </c:pt>
                <c:pt idx="2628">
                  <c:v>0.39413139763779526</c:v>
                </c:pt>
                <c:pt idx="2629">
                  <c:v>0.39443897637795278</c:v>
                </c:pt>
                <c:pt idx="2630">
                  <c:v>0.39443897637795278</c:v>
                </c:pt>
                <c:pt idx="2631">
                  <c:v>0.3947157972440945</c:v>
                </c:pt>
                <c:pt idx="2632">
                  <c:v>0.3947157972440945</c:v>
                </c:pt>
                <c:pt idx="2633">
                  <c:v>0.39502337598425202</c:v>
                </c:pt>
                <c:pt idx="2634">
                  <c:v>0.39502337598425202</c:v>
                </c:pt>
                <c:pt idx="2635">
                  <c:v>0.39533095472440943</c:v>
                </c:pt>
                <c:pt idx="2636">
                  <c:v>0.39533095472440943</c:v>
                </c:pt>
                <c:pt idx="2637">
                  <c:v>0.39563853346456695</c:v>
                </c:pt>
                <c:pt idx="2638">
                  <c:v>0.39563853346456695</c:v>
                </c:pt>
                <c:pt idx="2639">
                  <c:v>0.39591535433070868</c:v>
                </c:pt>
                <c:pt idx="2640">
                  <c:v>0.39591535433070868</c:v>
                </c:pt>
                <c:pt idx="2641">
                  <c:v>0.39622293307086615</c:v>
                </c:pt>
                <c:pt idx="2642">
                  <c:v>0.39622293307086615</c:v>
                </c:pt>
                <c:pt idx="2643">
                  <c:v>0.39653051181102361</c:v>
                </c:pt>
                <c:pt idx="2644">
                  <c:v>0.39653051181102361</c:v>
                </c:pt>
                <c:pt idx="2645">
                  <c:v>0.39683809055118108</c:v>
                </c:pt>
                <c:pt idx="2646">
                  <c:v>0.39683809055118108</c:v>
                </c:pt>
                <c:pt idx="2647">
                  <c:v>0.39711491141732286</c:v>
                </c:pt>
                <c:pt idx="2648">
                  <c:v>0.39711491141732286</c:v>
                </c:pt>
                <c:pt idx="2649">
                  <c:v>0.39742249015748032</c:v>
                </c:pt>
                <c:pt idx="2650">
                  <c:v>0.39742249015748032</c:v>
                </c:pt>
                <c:pt idx="2651">
                  <c:v>0.39773006889763779</c:v>
                </c:pt>
                <c:pt idx="2652">
                  <c:v>0.39773006889763779</c:v>
                </c:pt>
                <c:pt idx="2653">
                  <c:v>0.39803764763779526</c:v>
                </c:pt>
                <c:pt idx="2654">
                  <c:v>0.39803764763779526</c:v>
                </c:pt>
                <c:pt idx="2655">
                  <c:v>0.39831446850393698</c:v>
                </c:pt>
                <c:pt idx="2656">
                  <c:v>0.39831446850393698</c:v>
                </c:pt>
                <c:pt idx="2657">
                  <c:v>0.3986220472440945</c:v>
                </c:pt>
                <c:pt idx="2658">
                  <c:v>0.3986220472440945</c:v>
                </c:pt>
                <c:pt idx="2659">
                  <c:v>0.39892962598425202</c:v>
                </c:pt>
                <c:pt idx="2660">
                  <c:v>0.39892962598425202</c:v>
                </c:pt>
                <c:pt idx="2661">
                  <c:v>0.39923720472440943</c:v>
                </c:pt>
                <c:pt idx="2662">
                  <c:v>0.39923720472440943</c:v>
                </c:pt>
                <c:pt idx="2663">
                  <c:v>0.39951402559055121</c:v>
                </c:pt>
                <c:pt idx="2664">
                  <c:v>0.39951402559055121</c:v>
                </c:pt>
                <c:pt idx="2665">
                  <c:v>0.39982160433070868</c:v>
                </c:pt>
                <c:pt idx="2666">
                  <c:v>0.39982160433070868</c:v>
                </c:pt>
                <c:pt idx="2667">
                  <c:v>0.40012918307086615</c:v>
                </c:pt>
                <c:pt idx="2668">
                  <c:v>0.40012918307086615</c:v>
                </c:pt>
                <c:pt idx="2669">
                  <c:v>0.40043676181102361</c:v>
                </c:pt>
                <c:pt idx="2670">
                  <c:v>0.40043676181102361</c:v>
                </c:pt>
                <c:pt idx="2671">
                  <c:v>0.40071358267716534</c:v>
                </c:pt>
                <c:pt idx="2672">
                  <c:v>0.40071358267716534</c:v>
                </c:pt>
                <c:pt idx="2673">
                  <c:v>0.40102116141732286</c:v>
                </c:pt>
                <c:pt idx="2674">
                  <c:v>0.40102116141732286</c:v>
                </c:pt>
                <c:pt idx="2675">
                  <c:v>0.40132874015748032</c:v>
                </c:pt>
                <c:pt idx="2676">
                  <c:v>0.40132874015748032</c:v>
                </c:pt>
                <c:pt idx="2677">
                  <c:v>0.40163631889763779</c:v>
                </c:pt>
                <c:pt idx="2678">
                  <c:v>0.40163631889763779</c:v>
                </c:pt>
                <c:pt idx="2679">
                  <c:v>0.40191313976377951</c:v>
                </c:pt>
                <c:pt idx="2680">
                  <c:v>0.40191313976377951</c:v>
                </c:pt>
                <c:pt idx="2681">
                  <c:v>0.40222071850393698</c:v>
                </c:pt>
                <c:pt idx="2682">
                  <c:v>0.40222071850393698</c:v>
                </c:pt>
                <c:pt idx="2683">
                  <c:v>0.4025282972440945</c:v>
                </c:pt>
                <c:pt idx="2684">
                  <c:v>0.4025282972440945</c:v>
                </c:pt>
                <c:pt idx="2685">
                  <c:v>0.40283587598425202</c:v>
                </c:pt>
                <c:pt idx="2686">
                  <c:v>0.40283587598425202</c:v>
                </c:pt>
                <c:pt idx="2687">
                  <c:v>0.40311269685039369</c:v>
                </c:pt>
                <c:pt idx="2688">
                  <c:v>0.40311269685039369</c:v>
                </c:pt>
                <c:pt idx="2689">
                  <c:v>0.40342027559055121</c:v>
                </c:pt>
                <c:pt idx="2690">
                  <c:v>0.40342027559055121</c:v>
                </c:pt>
                <c:pt idx="2691">
                  <c:v>0.40372785433070868</c:v>
                </c:pt>
                <c:pt idx="2692">
                  <c:v>0.40372785433070868</c:v>
                </c:pt>
                <c:pt idx="2693">
                  <c:v>0.40403543307086615</c:v>
                </c:pt>
                <c:pt idx="2694">
                  <c:v>0.40403543307086615</c:v>
                </c:pt>
                <c:pt idx="2695">
                  <c:v>0.40431225393700782</c:v>
                </c:pt>
                <c:pt idx="2696">
                  <c:v>0.40431225393700782</c:v>
                </c:pt>
                <c:pt idx="2697">
                  <c:v>0.40461983267716534</c:v>
                </c:pt>
                <c:pt idx="2698">
                  <c:v>0.40461983267716534</c:v>
                </c:pt>
                <c:pt idx="2699">
                  <c:v>0.40492741141732286</c:v>
                </c:pt>
                <c:pt idx="2700">
                  <c:v>0.40492741141732286</c:v>
                </c:pt>
                <c:pt idx="2701">
                  <c:v>0.40523499015748032</c:v>
                </c:pt>
                <c:pt idx="2702">
                  <c:v>0.40523499015748032</c:v>
                </c:pt>
                <c:pt idx="2703">
                  <c:v>0.4055118110236221</c:v>
                </c:pt>
                <c:pt idx="2704">
                  <c:v>0.4055118110236221</c:v>
                </c:pt>
                <c:pt idx="2705">
                  <c:v>0.40581938976377951</c:v>
                </c:pt>
                <c:pt idx="2706">
                  <c:v>0.40581938976377951</c:v>
                </c:pt>
                <c:pt idx="2707">
                  <c:v>0.40612696850393698</c:v>
                </c:pt>
                <c:pt idx="2708">
                  <c:v>0.40612696850393698</c:v>
                </c:pt>
                <c:pt idx="2709">
                  <c:v>0.4064345472440945</c:v>
                </c:pt>
                <c:pt idx="2710">
                  <c:v>0.4064345472440945</c:v>
                </c:pt>
                <c:pt idx="2711">
                  <c:v>0.40671136811023623</c:v>
                </c:pt>
                <c:pt idx="2712">
                  <c:v>0.40671136811023623</c:v>
                </c:pt>
                <c:pt idx="2713">
                  <c:v>0.40701894685039369</c:v>
                </c:pt>
                <c:pt idx="2714">
                  <c:v>0.40701894685039369</c:v>
                </c:pt>
                <c:pt idx="2715">
                  <c:v>0.40732652559055121</c:v>
                </c:pt>
                <c:pt idx="2716">
                  <c:v>0.40732652559055121</c:v>
                </c:pt>
                <c:pt idx="2717">
                  <c:v>0.40763410433070868</c:v>
                </c:pt>
                <c:pt idx="2718">
                  <c:v>0.40763410433070868</c:v>
                </c:pt>
                <c:pt idx="2719">
                  <c:v>0.4079109251968504</c:v>
                </c:pt>
                <c:pt idx="2720">
                  <c:v>0.4079109251968504</c:v>
                </c:pt>
                <c:pt idx="2721">
                  <c:v>0.40821850393700782</c:v>
                </c:pt>
                <c:pt idx="2722">
                  <c:v>0.40821850393700782</c:v>
                </c:pt>
                <c:pt idx="2723">
                  <c:v>0.40852608267716534</c:v>
                </c:pt>
                <c:pt idx="2724">
                  <c:v>0.40852608267716534</c:v>
                </c:pt>
                <c:pt idx="2725">
                  <c:v>0.40883366141732286</c:v>
                </c:pt>
                <c:pt idx="2726">
                  <c:v>0.40883366141732286</c:v>
                </c:pt>
                <c:pt idx="2727">
                  <c:v>0.40911048228346458</c:v>
                </c:pt>
                <c:pt idx="2728">
                  <c:v>0.40911048228346458</c:v>
                </c:pt>
                <c:pt idx="2729">
                  <c:v>0.4094180610236221</c:v>
                </c:pt>
                <c:pt idx="2730">
                  <c:v>0.4094180610236221</c:v>
                </c:pt>
                <c:pt idx="2731">
                  <c:v>0.40972563976377951</c:v>
                </c:pt>
                <c:pt idx="2732">
                  <c:v>0.40972563976377951</c:v>
                </c:pt>
                <c:pt idx="2733">
                  <c:v>0.41003321850393698</c:v>
                </c:pt>
                <c:pt idx="2734">
                  <c:v>0.41003321850393698</c:v>
                </c:pt>
                <c:pt idx="2735">
                  <c:v>0.41031003937007871</c:v>
                </c:pt>
                <c:pt idx="2736">
                  <c:v>0.41031003937007871</c:v>
                </c:pt>
                <c:pt idx="2737">
                  <c:v>0.41061761811023623</c:v>
                </c:pt>
                <c:pt idx="2738">
                  <c:v>0.41061761811023623</c:v>
                </c:pt>
                <c:pt idx="2739">
                  <c:v>0.41092519685039369</c:v>
                </c:pt>
                <c:pt idx="2740">
                  <c:v>0.41092519685039369</c:v>
                </c:pt>
                <c:pt idx="2741">
                  <c:v>0.41123277559055121</c:v>
                </c:pt>
                <c:pt idx="2742">
                  <c:v>0.41123277559055121</c:v>
                </c:pt>
                <c:pt idx="2743">
                  <c:v>0.41150959645669294</c:v>
                </c:pt>
                <c:pt idx="2744">
                  <c:v>0.41150959645669294</c:v>
                </c:pt>
                <c:pt idx="2745">
                  <c:v>0.4118171751968504</c:v>
                </c:pt>
                <c:pt idx="2746">
                  <c:v>0.4118171751968504</c:v>
                </c:pt>
                <c:pt idx="2747">
                  <c:v>0.41212475393700782</c:v>
                </c:pt>
                <c:pt idx="2748">
                  <c:v>0.41212475393700782</c:v>
                </c:pt>
                <c:pt idx="2749">
                  <c:v>0.41243233267716534</c:v>
                </c:pt>
                <c:pt idx="2750">
                  <c:v>0.41243233267716534</c:v>
                </c:pt>
                <c:pt idx="2751">
                  <c:v>0.41270915354330706</c:v>
                </c:pt>
                <c:pt idx="2752">
                  <c:v>0.41270915354330706</c:v>
                </c:pt>
                <c:pt idx="2753">
                  <c:v>0.41301673228346458</c:v>
                </c:pt>
                <c:pt idx="2754">
                  <c:v>0.41301673228346458</c:v>
                </c:pt>
                <c:pt idx="2755">
                  <c:v>0.4133243110236221</c:v>
                </c:pt>
                <c:pt idx="2756">
                  <c:v>0.4133243110236221</c:v>
                </c:pt>
                <c:pt idx="2757">
                  <c:v>0.41363188976377951</c:v>
                </c:pt>
                <c:pt idx="2758">
                  <c:v>0.41363188976377951</c:v>
                </c:pt>
                <c:pt idx="2759">
                  <c:v>0.41390871062992129</c:v>
                </c:pt>
                <c:pt idx="2760">
                  <c:v>0.41390871062992129</c:v>
                </c:pt>
                <c:pt idx="2761">
                  <c:v>0.41421628937007871</c:v>
                </c:pt>
                <c:pt idx="2762">
                  <c:v>0.41421628937007871</c:v>
                </c:pt>
                <c:pt idx="2763">
                  <c:v>0.41452386811023623</c:v>
                </c:pt>
                <c:pt idx="2764">
                  <c:v>0.41452386811023623</c:v>
                </c:pt>
                <c:pt idx="2765">
                  <c:v>0.41483144685039369</c:v>
                </c:pt>
                <c:pt idx="2766">
                  <c:v>0.41483144685039369</c:v>
                </c:pt>
                <c:pt idx="2767">
                  <c:v>0.41510826771653542</c:v>
                </c:pt>
                <c:pt idx="2768">
                  <c:v>0.41510826771653542</c:v>
                </c:pt>
                <c:pt idx="2769">
                  <c:v>0.41541584645669294</c:v>
                </c:pt>
                <c:pt idx="2770">
                  <c:v>0.41541584645669294</c:v>
                </c:pt>
                <c:pt idx="2771">
                  <c:v>0.4157234251968504</c:v>
                </c:pt>
                <c:pt idx="2772">
                  <c:v>0.4157234251968504</c:v>
                </c:pt>
                <c:pt idx="2773">
                  <c:v>0.41603100393700782</c:v>
                </c:pt>
                <c:pt idx="2774">
                  <c:v>0.41603100393700782</c:v>
                </c:pt>
                <c:pt idx="2775">
                  <c:v>0.4163078248031496</c:v>
                </c:pt>
                <c:pt idx="2776">
                  <c:v>0.4163078248031496</c:v>
                </c:pt>
                <c:pt idx="2777">
                  <c:v>0.41661540354330706</c:v>
                </c:pt>
                <c:pt idx="2778">
                  <c:v>0.41661540354330706</c:v>
                </c:pt>
                <c:pt idx="2779">
                  <c:v>0.41692298228346458</c:v>
                </c:pt>
                <c:pt idx="2780">
                  <c:v>0.41692298228346458</c:v>
                </c:pt>
                <c:pt idx="2781">
                  <c:v>0.4172305610236221</c:v>
                </c:pt>
                <c:pt idx="2782">
                  <c:v>0.4172305610236221</c:v>
                </c:pt>
                <c:pt idx="2783">
                  <c:v>0.41750738188976377</c:v>
                </c:pt>
                <c:pt idx="2784">
                  <c:v>0.41750738188976377</c:v>
                </c:pt>
                <c:pt idx="2785">
                  <c:v>0.41781496062992129</c:v>
                </c:pt>
                <c:pt idx="2786">
                  <c:v>0.41781496062992129</c:v>
                </c:pt>
                <c:pt idx="2787">
                  <c:v>0.41812253937007871</c:v>
                </c:pt>
                <c:pt idx="2788">
                  <c:v>0.41812253937007871</c:v>
                </c:pt>
                <c:pt idx="2789">
                  <c:v>0.41843011811023623</c:v>
                </c:pt>
                <c:pt idx="2790">
                  <c:v>0.41843011811023623</c:v>
                </c:pt>
                <c:pt idx="2791">
                  <c:v>0.4187069389763779</c:v>
                </c:pt>
                <c:pt idx="2792">
                  <c:v>0.4187069389763779</c:v>
                </c:pt>
                <c:pt idx="2793">
                  <c:v>0.41901451771653542</c:v>
                </c:pt>
                <c:pt idx="2794">
                  <c:v>0.41901451771653542</c:v>
                </c:pt>
                <c:pt idx="2795">
                  <c:v>0.41932209645669294</c:v>
                </c:pt>
                <c:pt idx="2796">
                  <c:v>0.41932209645669294</c:v>
                </c:pt>
                <c:pt idx="2797">
                  <c:v>0.4196296751968504</c:v>
                </c:pt>
                <c:pt idx="2798">
                  <c:v>0.4196296751968504</c:v>
                </c:pt>
                <c:pt idx="2799">
                  <c:v>0.41990649606299218</c:v>
                </c:pt>
                <c:pt idx="2800">
                  <c:v>0.41990649606299218</c:v>
                </c:pt>
                <c:pt idx="2801">
                  <c:v>0.4202140748031496</c:v>
                </c:pt>
                <c:pt idx="2802">
                  <c:v>0.4202140748031496</c:v>
                </c:pt>
                <c:pt idx="2803">
                  <c:v>0.42052165354330706</c:v>
                </c:pt>
                <c:pt idx="2804">
                  <c:v>0.42052165354330706</c:v>
                </c:pt>
                <c:pt idx="2805">
                  <c:v>0.42082923228346458</c:v>
                </c:pt>
                <c:pt idx="2806">
                  <c:v>0.42082923228346458</c:v>
                </c:pt>
                <c:pt idx="2807">
                  <c:v>0.42110605314960631</c:v>
                </c:pt>
                <c:pt idx="2808">
                  <c:v>0.42110605314960631</c:v>
                </c:pt>
                <c:pt idx="2809">
                  <c:v>0.42141363188976377</c:v>
                </c:pt>
                <c:pt idx="2810">
                  <c:v>0.42141363188976377</c:v>
                </c:pt>
                <c:pt idx="2811">
                  <c:v>0.42172121062992129</c:v>
                </c:pt>
                <c:pt idx="2812">
                  <c:v>0.42172121062992129</c:v>
                </c:pt>
                <c:pt idx="2813">
                  <c:v>0.42202878937007871</c:v>
                </c:pt>
                <c:pt idx="2814">
                  <c:v>0.42202878937007871</c:v>
                </c:pt>
                <c:pt idx="2815">
                  <c:v>0.42230561023622049</c:v>
                </c:pt>
                <c:pt idx="2816">
                  <c:v>0.42230561023622049</c:v>
                </c:pt>
                <c:pt idx="2817">
                  <c:v>0.4226131889763779</c:v>
                </c:pt>
                <c:pt idx="2818">
                  <c:v>0.4226131889763779</c:v>
                </c:pt>
                <c:pt idx="2819">
                  <c:v>0.42292076771653542</c:v>
                </c:pt>
                <c:pt idx="2820">
                  <c:v>0.42292076771653542</c:v>
                </c:pt>
                <c:pt idx="2821">
                  <c:v>0.42322834645669294</c:v>
                </c:pt>
                <c:pt idx="2822">
                  <c:v>0.42322834645669294</c:v>
                </c:pt>
                <c:pt idx="2823">
                  <c:v>0.4235359251968504</c:v>
                </c:pt>
                <c:pt idx="2824">
                  <c:v>0.4235359251968504</c:v>
                </c:pt>
                <c:pt idx="2825">
                  <c:v>0.42381274606299218</c:v>
                </c:pt>
                <c:pt idx="2826">
                  <c:v>0.42381274606299218</c:v>
                </c:pt>
                <c:pt idx="2827">
                  <c:v>0.4241203248031496</c:v>
                </c:pt>
                <c:pt idx="2828">
                  <c:v>0.4241203248031496</c:v>
                </c:pt>
                <c:pt idx="2829">
                  <c:v>0.42442790354330706</c:v>
                </c:pt>
                <c:pt idx="2830">
                  <c:v>0.42442790354330706</c:v>
                </c:pt>
                <c:pt idx="2831">
                  <c:v>0.42473548228346458</c:v>
                </c:pt>
                <c:pt idx="2832">
                  <c:v>0.42473548228346458</c:v>
                </c:pt>
                <c:pt idx="2833">
                  <c:v>0.42501230314960631</c:v>
                </c:pt>
                <c:pt idx="2834">
                  <c:v>0.42501230314960631</c:v>
                </c:pt>
                <c:pt idx="2835">
                  <c:v>0.42531988188976377</c:v>
                </c:pt>
                <c:pt idx="2836">
                  <c:v>0.42531988188976377</c:v>
                </c:pt>
                <c:pt idx="2837">
                  <c:v>0.42562746062992129</c:v>
                </c:pt>
                <c:pt idx="2838">
                  <c:v>0.42562746062992129</c:v>
                </c:pt>
                <c:pt idx="2839">
                  <c:v>0.42593503937007871</c:v>
                </c:pt>
                <c:pt idx="2840">
                  <c:v>0.42593503937007871</c:v>
                </c:pt>
                <c:pt idx="2841">
                  <c:v>0.42621186023622049</c:v>
                </c:pt>
                <c:pt idx="2842">
                  <c:v>0.42621186023622049</c:v>
                </c:pt>
                <c:pt idx="2843">
                  <c:v>0.4265194389763779</c:v>
                </c:pt>
                <c:pt idx="2844">
                  <c:v>0.4265194389763779</c:v>
                </c:pt>
                <c:pt idx="2845">
                  <c:v>0.42682701771653542</c:v>
                </c:pt>
                <c:pt idx="2846">
                  <c:v>0.42682701771653542</c:v>
                </c:pt>
                <c:pt idx="2847">
                  <c:v>0.42713459645669294</c:v>
                </c:pt>
                <c:pt idx="2848">
                  <c:v>0.42713459645669294</c:v>
                </c:pt>
                <c:pt idx="2849">
                  <c:v>0.42741141732283466</c:v>
                </c:pt>
                <c:pt idx="2850">
                  <c:v>0.42741141732283466</c:v>
                </c:pt>
                <c:pt idx="2851">
                  <c:v>0.42771899606299218</c:v>
                </c:pt>
                <c:pt idx="2852">
                  <c:v>0.42771899606299218</c:v>
                </c:pt>
                <c:pt idx="2853">
                  <c:v>0.4280265748031496</c:v>
                </c:pt>
                <c:pt idx="2854">
                  <c:v>0.4280265748031496</c:v>
                </c:pt>
                <c:pt idx="2855">
                  <c:v>0.42833415354330706</c:v>
                </c:pt>
                <c:pt idx="2856">
                  <c:v>0.42833415354330706</c:v>
                </c:pt>
                <c:pt idx="2857">
                  <c:v>0.42861097440944879</c:v>
                </c:pt>
                <c:pt idx="2858">
                  <c:v>0.42861097440944879</c:v>
                </c:pt>
                <c:pt idx="2859">
                  <c:v>0.42891855314960631</c:v>
                </c:pt>
                <c:pt idx="2860">
                  <c:v>0.42891855314960631</c:v>
                </c:pt>
                <c:pt idx="2861">
                  <c:v>0.42922613188976377</c:v>
                </c:pt>
                <c:pt idx="2862">
                  <c:v>0.42922613188976377</c:v>
                </c:pt>
                <c:pt idx="2863">
                  <c:v>0.42953371062992129</c:v>
                </c:pt>
                <c:pt idx="2864">
                  <c:v>0.42953371062992129</c:v>
                </c:pt>
                <c:pt idx="2865">
                  <c:v>0.42981053149606302</c:v>
                </c:pt>
                <c:pt idx="2866">
                  <c:v>0.42981053149606302</c:v>
                </c:pt>
                <c:pt idx="2867">
                  <c:v>0.43011811023622049</c:v>
                </c:pt>
                <c:pt idx="2868">
                  <c:v>0.43011811023622049</c:v>
                </c:pt>
                <c:pt idx="2869">
                  <c:v>0.4304256889763779</c:v>
                </c:pt>
                <c:pt idx="2870">
                  <c:v>0.4304256889763779</c:v>
                </c:pt>
                <c:pt idx="2871">
                  <c:v>0.43073326771653542</c:v>
                </c:pt>
                <c:pt idx="2872">
                  <c:v>0.43073326771653542</c:v>
                </c:pt>
                <c:pt idx="2873">
                  <c:v>0.43101008858267714</c:v>
                </c:pt>
                <c:pt idx="2874">
                  <c:v>0.43101008858267714</c:v>
                </c:pt>
                <c:pt idx="2875">
                  <c:v>0.43131766732283466</c:v>
                </c:pt>
                <c:pt idx="2876">
                  <c:v>0.43131766732283466</c:v>
                </c:pt>
                <c:pt idx="2877">
                  <c:v>0.43162524606299218</c:v>
                </c:pt>
                <c:pt idx="2878">
                  <c:v>0.43162524606299218</c:v>
                </c:pt>
                <c:pt idx="2879">
                  <c:v>0.4319328248031496</c:v>
                </c:pt>
                <c:pt idx="2880">
                  <c:v>0.4319328248031496</c:v>
                </c:pt>
                <c:pt idx="2881">
                  <c:v>0.43220964566929132</c:v>
                </c:pt>
                <c:pt idx="2882">
                  <c:v>0.43220964566929132</c:v>
                </c:pt>
                <c:pt idx="2883">
                  <c:v>0.43251722440944879</c:v>
                </c:pt>
                <c:pt idx="2884">
                  <c:v>0.43251722440944879</c:v>
                </c:pt>
                <c:pt idx="2885">
                  <c:v>0.43282480314960631</c:v>
                </c:pt>
                <c:pt idx="2886">
                  <c:v>0.43282480314960631</c:v>
                </c:pt>
                <c:pt idx="2887">
                  <c:v>0.43313238188976377</c:v>
                </c:pt>
                <c:pt idx="2888">
                  <c:v>0.43313238188976377</c:v>
                </c:pt>
                <c:pt idx="2889">
                  <c:v>0.4334092027559055</c:v>
                </c:pt>
                <c:pt idx="2890">
                  <c:v>0.4334092027559055</c:v>
                </c:pt>
                <c:pt idx="2891">
                  <c:v>0.43371678149606302</c:v>
                </c:pt>
                <c:pt idx="2892">
                  <c:v>0.43371678149606302</c:v>
                </c:pt>
                <c:pt idx="2893">
                  <c:v>0.43402436023622049</c:v>
                </c:pt>
                <c:pt idx="2894">
                  <c:v>0.43402436023622049</c:v>
                </c:pt>
                <c:pt idx="2895">
                  <c:v>0.4343319389763779</c:v>
                </c:pt>
                <c:pt idx="2896">
                  <c:v>0.4343319389763779</c:v>
                </c:pt>
                <c:pt idx="2897">
                  <c:v>0.43460875984251968</c:v>
                </c:pt>
                <c:pt idx="2898">
                  <c:v>0.43460875984251968</c:v>
                </c:pt>
                <c:pt idx="2899">
                  <c:v>0.43491633858267714</c:v>
                </c:pt>
                <c:pt idx="2900">
                  <c:v>0.43491633858267714</c:v>
                </c:pt>
                <c:pt idx="2901">
                  <c:v>0.43522391732283466</c:v>
                </c:pt>
                <c:pt idx="2902">
                  <c:v>0.43522391732283466</c:v>
                </c:pt>
                <c:pt idx="2903">
                  <c:v>0.43553149606299218</c:v>
                </c:pt>
                <c:pt idx="2904">
                  <c:v>0.43553149606299218</c:v>
                </c:pt>
                <c:pt idx="2905">
                  <c:v>0.43580831692913385</c:v>
                </c:pt>
                <c:pt idx="2906">
                  <c:v>0.43580831692913385</c:v>
                </c:pt>
                <c:pt idx="2907">
                  <c:v>0.43611589566929132</c:v>
                </c:pt>
                <c:pt idx="2908">
                  <c:v>0.43611589566929132</c:v>
                </c:pt>
                <c:pt idx="2909">
                  <c:v>0.43642347440944879</c:v>
                </c:pt>
                <c:pt idx="2910">
                  <c:v>0.43642347440944879</c:v>
                </c:pt>
                <c:pt idx="2911">
                  <c:v>0.43673105314960631</c:v>
                </c:pt>
                <c:pt idx="2912">
                  <c:v>0.43673105314960631</c:v>
                </c:pt>
                <c:pt idx="2913">
                  <c:v>0.43700787401574798</c:v>
                </c:pt>
                <c:pt idx="2914">
                  <c:v>0.43700787401574798</c:v>
                </c:pt>
                <c:pt idx="2915">
                  <c:v>0.4373154527559055</c:v>
                </c:pt>
                <c:pt idx="2916">
                  <c:v>0.4373154527559055</c:v>
                </c:pt>
                <c:pt idx="2917">
                  <c:v>0.43762303149606302</c:v>
                </c:pt>
                <c:pt idx="2918">
                  <c:v>0.43762303149606302</c:v>
                </c:pt>
                <c:pt idx="2919">
                  <c:v>0.43793061023622049</c:v>
                </c:pt>
                <c:pt idx="2920">
                  <c:v>0.43793061023622049</c:v>
                </c:pt>
                <c:pt idx="2921">
                  <c:v>0.43820743110236221</c:v>
                </c:pt>
                <c:pt idx="2922">
                  <c:v>0.43820743110236221</c:v>
                </c:pt>
                <c:pt idx="2923">
                  <c:v>0.43851500984251968</c:v>
                </c:pt>
                <c:pt idx="2924">
                  <c:v>0.43851500984251968</c:v>
                </c:pt>
                <c:pt idx="2925">
                  <c:v>0.43882258858267714</c:v>
                </c:pt>
                <c:pt idx="2926">
                  <c:v>0.43882258858267714</c:v>
                </c:pt>
                <c:pt idx="2927">
                  <c:v>0.43913016732283466</c:v>
                </c:pt>
                <c:pt idx="2928">
                  <c:v>0.43913016732283466</c:v>
                </c:pt>
                <c:pt idx="2929">
                  <c:v>0.43940698818897639</c:v>
                </c:pt>
                <c:pt idx="2930">
                  <c:v>0.43940698818897639</c:v>
                </c:pt>
                <c:pt idx="2931">
                  <c:v>0.43971456692913385</c:v>
                </c:pt>
                <c:pt idx="2932">
                  <c:v>0.43971456692913385</c:v>
                </c:pt>
                <c:pt idx="2933">
                  <c:v>0.44002214566929132</c:v>
                </c:pt>
                <c:pt idx="2934">
                  <c:v>0.44002214566929132</c:v>
                </c:pt>
                <c:pt idx="2935">
                  <c:v>0.44032972440944879</c:v>
                </c:pt>
                <c:pt idx="2936">
                  <c:v>0.44032972440944879</c:v>
                </c:pt>
                <c:pt idx="2937">
                  <c:v>0.44060654527559057</c:v>
                </c:pt>
                <c:pt idx="2938">
                  <c:v>0.44060654527559057</c:v>
                </c:pt>
                <c:pt idx="2939">
                  <c:v>0.44091412401574798</c:v>
                </c:pt>
                <c:pt idx="2940">
                  <c:v>0.44091412401574798</c:v>
                </c:pt>
                <c:pt idx="2941">
                  <c:v>0.4412217027559055</c:v>
                </c:pt>
                <c:pt idx="2942">
                  <c:v>0.4412217027559055</c:v>
                </c:pt>
                <c:pt idx="2943">
                  <c:v>0.44152928149606302</c:v>
                </c:pt>
                <c:pt idx="2944">
                  <c:v>0.44152928149606302</c:v>
                </c:pt>
                <c:pt idx="2945">
                  <c:v>0.44180610236220474</c:v>
                </c:pt>
                <c:pt idx="2946">
                  <c:v>0.44180610236220474</c:v>
                </c:pt>
                <c:pt idx="2947">
                  <c:v>0.44211368110236221</c:v>
                </c:pt>
                <c:pt idx="2948">
                  <c:v>0.44211368110236221</c:v>
                </c:pt>
                <c:pt idx="2949">
                  <c:v>0.44242125984251968</c:v>
                </c:pt>
                <c:pt idx="2950">
                  <c:v>0.44242125984251968</c:v>
                </c:pt>
                <c:pt idx="2951">
                  <c:v>0.44272883858267714</c:v>
                </c:pt>
                <c:pt idx="2952">
                  <c:v>0.44272883858267714</c:v>
                </c:pt>
                <c:pt idx="2953">
                  <c:v>0.44300565944881892</c:v>
                </c:pt>
                <c:pt idx="2954">
                  <c:v>0.44300565944881892</c:v>
                </c:pt>
                <c:pt idx="2955">
                  <c:v>0.44331323818897639</c:v>
                </c:pt>
                <c:pt idx="2956">
                  <c:v>0.44331323818897639</c:v>
                </c:pt>
                <c:pt idx="2957">
                  <c:v>0.44362081692913385</c:v>
                </c:pt>
                <c:pt idx="2958">
                  <c:v>0.44362081692913385</c:v>
                </c:pt>
                <c:pt idx="2959">
                  <c:v>0.44392839566929132</c:v>
                </c:pt>
                <c:pt idx="2960">
                  <c:v>0.44392839566929132</c:v>
                </c:pt>
                <c:pt idx="2961">
                  <c:v>0.44420521653543305</c:v>
                </c:pt>
                <c:pt idx="2962">
                  <c:v>0.44420521653543305</c:v>
                </c:pt>
                <c:pt idx="2963">
                  <c:v>0.44451279527559057</c:v>
                </c:pt>
                <c:pt idx="2964">
                  <c:v>0.44451279527559057</c:v>
                </c:pt>
                <c:pt idx="2965">
                  <c:v>0.44482037401574798</c:v>
                </c:pt>
                <c:pt idx="2966">
                  <c:v>0.44482037401574798</c:v>
                </c:pt>
                <c:pt idx="2967">
                  <c:v>0.4451279527559055</c:v>
                </c:pt>
                <c:pt idx="2968">
                  <c:v>0.4451279527559055</c:v>
                </c:pt>
                <c:pt idx="2969">
                  <c:v>0.44540477362204722</c:v>
                </c:pt>
                <c:pt idx="2970">
                  <c:v>0.44540477362204722</c:v>
                </c:pt>
                <c:pt idx="2971">
                  <c:v>0.44571235236220474</c:v>
                </c:pt>
                <c:pt idx="2972">
                  <c:v>0.44571235236220474</c:v>
                </c:pt>
                <c:pt idx="2973">
                  <c:v>0.44601993110236221</c:v>
                </c:pt>
                <c:pt idx="2974">
                  <c:v>0.44601993110236221</c:v>
                </c:pt>
                <c:pt idx="2975">
                  <c:v>0.44632750984251968</c:v>
                </c:pt>
                <c:pt idx="2976">
                  <c:v>0.44632750984251968</c:v>
                </c:pt>
                <c:pt idx="2977">
                  <c:v>0.4466043307086614</c:v>
                </c:pt>
                <c:pt idx="2978">
                  <c:v>0.4466043307086614</c:v>
                </c:pt>
                <c:pt idx="2979">
                  <c:v>0.44691190944881892</c:v>
                </c:pt>
                <c:pt idx="2980">
                  <c:v>0.44691190944881892</c:v>
                </c:pt>
                <c:pt idx="2981">
                  <c:v>0.44721948818897639</c:v>
                </c:pt>
                <c:pt idx="2982">
                  <c:v>0.44721948818897639</c:v>
                </c:pt>
                <c:pt idx="2983">
                  <c:v>0.44752706692913385</c:v>
                </c:pt>
                <c:pt idx="2984">
                  <c:v>0.44752706692913385</c:v>
                </c:pt>
                <c:pt idx="2985">
                  <c:v>0.44780388779527558</c:v>
                </c:pt>
                <c:pt idx="2986">
                  <c:v>0.44780388779527558</c:v>
                </c:pt>
                <c:pt idx="2987">
                  <c:v>0.44811146653543305</c:v>
                </c:pt>
                <c:pt idx="2988">
                  <c:v>0.44811146653543305</c:v>
                </c:pt>
                <c:pt idx="2989">
                  <c:v>0.44841904527559057</c:v>
                </c:pt>
                <c:pt idx="2990">
                  <c:v>0.44841904527559057</c:v>
                </c:pt>
                <c:pt idx="2991">
                  <c:v>0.44872662401574798</c:v>
                </c:pt>
                <c:pt idx="2992">
                  <c:v>0.44872662401574798</c:v>
                </c:pt>
                <c:pt idx="2993">
                  <c:v>0.44900344488188976</c:v>
                </c:pt>
                <c:pt idx="2994">
                  <c:v>0.44900344488188976</c:v>
                </c:pt>
                <c:pt idx="2995">
                  <c:v>0.44931102362204722</c:v>
                </c:pt>
                <c:pt idx="2996">
                  <c:v>0.44931102362204722</c:v>
                </c:pt>
                <c:pt idx="2997">
                  <c:v>0.44961860236220474</c:v>
                </c:pt>
                <c:pt idx="2998">
                  <c:v>0.44961860236220474</c:v>
                </c:pt>
                <c:pt idx="2999">
                  <c:v>0.44992618110236221</c:v>
                </c:pt>
                <c:pt idx="3000">
                  <c:v>0.44992618110236221</c:v>
                </c:pt>
                <c:pt idx="3001">
                  <c:v>0.45020300196850394</c:v>
                </c:pt>
                <c:pt idx="3002">
                  <c:v>0.45020300196850394</c:v>
                </c:pt>
                <c:pt idx="3003">
                  <c:v>0.4505105807086614</c:v>
                </c:pt>
                <c:pt idx="3004">
                  <c:v>0.4505105807086614</c:v>
                </c:pt>
                <c:pt idx="3005">
                  <c:v>0.45081815944881892</c:v>
                </c:pt>
                <c:pt idx="3006">
                  <c:v>0.45081815944881892</c:v>
                </c:pt>
                <c:pt idx="3007">
                  <c:v>0.45112573818897639</c:v>
                </c:pt>
                <c:pt idx="3008">
                  <c:v>0.45112573818897639</c:v>
                </c:pt>
                <c:pt idx="3009">
                  <c:v>0.45140255905511811</c:v>
                </c:pt>
                <c:pt idx="3010">
                  <c:v>0.45140255905511811</c:v>
                </c:pt>
                <c:pt idx="3011">
                  <c:v>0.45171013779527558</c:v>
                </c:pt>
                <c:pt idx="3012">
                  <c:v>0.45171013779527558</c:v>
                </c:pt>
                <c:pt idx="3013">
                  <c:v>0.45201771653543305</c:v>
                </c:pt>
                <c:pt idx="3014">
                  <c:v>0.45201771653543305</c:v>
                </c:pt>
                <c:pt idx="3015">
                  <c:v>0.45232529527559057</c:v>
                </c:pt>
                <c:pt idx="3016">
                  <c:v>0.45232529527559057</c:v>
                </c:pt>
                <c:pt idx="3017">
                  <c:v>0.45260211614173229</c:v>
                </c:pt>
                <c:pt idx="3018">
                  <c:v>0.45260211614173229</c:v>
                </c:pt>
                <c:pt idx="3019">
                  <c:v>0.45290969488188976</c:v>
                </c:pt>
                <c:pt idx="3020">
                  <c:v>0.45290969488188976</c:v>
                </c:pt>
                <c:pt idx="3021">
                  <c:v>0.45321727362204722</c:v>
                </c:pt>
                <c:pt idx="3022">
                  <c:v>0.45321727362204722</c:v>
                </c:pt>
                <c:pt idx="3023">
                  <c:v>0.45352485236220474</c:v>
                </c:pt>
                <c:pt idx="3024">
                  <c:v>0.45352485236220474</c:v>
                </c:pt>
                <c:pt idx="3025">
                  <c:v>0.45380167322834647</c:v>
                </c:pt>
                <c:pt idx="3026">
                  <c:v>0.45380167322834647</c:v>
                </c:pt>
                <c:pt idx="3027">
                  <c:v>0.45410925196850394</c:v>
                </c:pt>
                <c:pt idx="3028">
                  <c:v>0.45410925196850394</c:v>
                </c:pt>
                <c:pt idx="3029">
                  <c:v>0.4544168307086614</c:v>
                </c:pt>
                <c:pt idx="3030">
                  <c:v>0.4544168307086614</c:v>
                </c:pt>
                <c:pt idx="3031">
                  <c:v>0.45472440944881892</c:v>
                </c:pt>
                <c:pt idx="3032">
                  <c:v>0.45472440944881892</c:v>
                </c:pt>
                <c:pt idx="3033">
                  <c:v>0.45500123031496065</c:v>
                </c:pt>
                <c:pt idx="3034">
                  <c:v>0.45500123031496065</c:v>
                </c:pt>
                <c:pt idx="3035">
                  <c:v>0.45530880905511811</c:v>
                </c:pt>
                <c:pt idx="3036">
                  <c:v>0.45530880905511811</c:v>
                </c:pt>
                <c:pt idx="3037">
                  <c:v>0.45561638779527558</c:v>
                </c:pt>
                <c:pt idx="3038">
                  <c:v>0.45561638779527558</c:v>
                </c:pt>
                <c:pt idx="3039">
                  <c:v>0.45592396653543305</c:v>
                </c:pt>
                <c:pt idx="3040">
                  <c:v>0.45592396653543305</c:v>
                </c:pt>
                <c:pt idx="3041">
                  <c:v>0.45620078740157483</c:v>
                </c:pt>
                <c:pt idx="3042">
                  <c:v>0.45620078740157483</c:v>
                </c:pt>
                <c:pt idx="3043">
                  <c:v>0.45650836614173229</c:v>
                </c:pt>
                <c:pt idx="3044">
                  <c:v>0.45650836614173229</c:v>
                </c:pt>
                <c:pt idx="3045">
                  <c:v>0.45681594488188976</c:v>
                </c:pt>
                <c:pt idx="3046">
                  <c:v>0.45681594488188976</c:v>
                </c:pt>
                <c:pt idx="3047">
                  <c:v>0.45712352362204722</c:v>
                </c:pt>
                <c:pt idx="3048">
                  <c:v>0.45712352362204722</c:v>
                </c:pt>
                <c:pt idx="3049">
                  <c:v>0.457400344488189</c:v>
                </c:pt>
                <c:pt idx="3050">
                  <c:v>0.457400344488189</c:v>
                </c:pt>
                <c:pt idx="3051">
                  <c:v>0.45770792322834647</c:v>
                </c:pt>
                <c:pt idx="3052">
                  <c:v>0.45770792322834647</c:v>
                </c:pt>
                <c:pt idx="3053">
                  <c:v>0.45801550196850394</c:v>
                </c:pt>
                <c:pt idx="3054">
                  <c:v>0.45801550196850394</c:v>
                </c:pt>
                <c:pt idx="3055">
                  <c:v>0.4583230807086614</c:v>
                </c:pt>
                <c:pt idx="3056">
                  <c:v>0.4583230807086614</c:v>
                </c:pt>
                <c:pt idx="3057">
                  <c:v>0.45863065944881892</c:v>
                </c:pt>
                <c:pt idx="3058">
                  <c:v>0.45863065944881892</c:v>
                </c:pt>
                <c:pt idx="3059">
                  <c:v>0.45890748031496065</c:v>
                </c:pt>
                <c:pt idx="3060">
                  <c:v>0.45890748031496065</c:v>
                </c:pt>
                <c:pt idx="3061">
                  <c:v>0.45921505905511811</c:v>
                </c:pt>
                <c:pt idx="3062">
                  <c:v>0.45921505905511811</c:v>
                </c:pt>
                <c:pt idx="3063">
                  <c:v>0.45952263779527558</c:v>
                </c:pt>
                <c:pt idx="3064">
                  <c:v>0.45952263779527558</c:v>
                </c:pt>
                <c:pt idx="3065">
                  <c:v>0.45983021653543305</c:v>
                </c:pt>
                <c:pt idx="3066">
                  <c:v>0.45983021653543305</c:v>
                </c:pt>
                <c:pt idx="3067">
                  <c:v>0.46010703740157483</c:v>
                </c:pt>
                <c:pt idx="3068">
                  <c:v>0.46010703740157483</c:v>
                </c:pt>
                <c:pt idx="3069">
                  <c:v>0.46041461614173229</c:v>
                </c:pt>
                <c:pt idx="3070">
                  <c:v>0.46041461614173229</c:v>
                </c:pt>
                <c:pt idx="3071">
                  <c:v>0.46072219488188976</c:v>
                </c:pt>
                <c:pt idx="3072">
                  <c:v>0.46072219488188976</c:v>
                </c:pt>
                <c:pt idx="3073">
                  <c:v>0.46102977362204722</c:v>
                </c:pt>
                <c:pt idx="3074">
                  <c:v>0.46102977362204722</c:v>
                </c:pt>
                <c:pt idx="3075">
                  <c:v>0.461306594488189</c:v>
                </c:pt>
                <c:pt idx="3076">
                  <c:v>0.461306594488189</c:v>
                </c:pt>
                <c:pt idx="3077">
                  <c:v>0.46161417322834647</c:v>
                </c:pt>
                <c:pt idx="3078">
                  <c:v>0.46161417322834647</c:v>
                </c:pt>
                <c:pt idx="3079">
                  <c:v>0.46192175196850394</c:v>
                </c:pt>
                <c:pt idx="3080">
                  <c:v>0.46192175196850394</c:v>
                </c:pt>
                <c:pt idx="3081">
                  <c:v>0.4622293307086614</c:v>
                </c:pt>
                <c:pt idx="3082">
                  <c:v>0.4622293307086614</c:v>
                </c:pt>
                <c:pt idx="3083">
                  <c:v>0.46250615157480313</c:v>
                </c:pt>
                <c:pt idx="3084">
                  <c:v>0.46250615157480313</c:v>
                </c:pt>
                <c:pt idx="3085">
                  <c:v>0.46281373031496065</c:v>
                </c:pt>
                <c:pt idx="3086">
                  <c:v>0.46281373031496065</c:v>
                </c:pt>
                <c:pt idx="3087">
                  <c:v>0.46312130905511811</c:v>
                </c:pt>
                <c:pt idx="3088">
                  <c:v>0.46312130905511811</c:v>
                </c:pt>
                <c:pt idx="3089">
                  <c:v>0.46342888779527558</c:v>
                </c:pt>
                <c:pt idx="3090">
                  <c:v>0.46342888779527558</c:v>
                </c:pt>
                <c:pt idx="3091">
                  <c:v>0.4637057086614173</c:v>
                </c:pt>
                <c:pt idx="3092">
                  <c:v>0.4637057086614173</c:v>
                </c:pt>
                <c:pt idx="3093">
                  <c:v>0.46401328740157483</c:v>
                </c:pt>
                <c:pt idx="3094">
                  <c:v>0.46401328740157483</c:v>
                </c:pt>
                <c:pt idx="3095">
                  <c:v>0.46432086614173229</c:v>
                </c:pt>
                <c:pt idx="3096">
                  <c:v>0.46432086614173229</c:v>
                </c:pt>
                <c:pt idx="3097">
                  <c:v>0.46462844488188976</c:v>
                </c:pt>
                <c:pt idx="3098">
                  <c:v>0.46462844488188976</c:v>
                </c:pt>
                <c:pt idx="3099">
                  <c:v>0.46490526574803148</c:v>
                </c:pt>
                <c:pt idx="3100">
                  <c:v>0.46490526574803148</c:v>
                </c:pt>
                <c:pt idx="3101">
                  <c:v>0.465212844488189</c:v>
                </c:pt>
                <c:pt idx="3102">
                  <c:v>0.465212844488189</c:v>
                </c:pt>
                <c:pt idx="3103">
                  <c:v>0.46552042322834647</c:v>
                </c:pt>
                <c:pt idx="3104">
                  <c:v>0.46552042322834647</c:v>
                </c:pt>
                <c:pt idx="3105">
                  <c:v>0.46582800196850394</c:v>
                </c:pt>
                <c:pt idx="3106">
                  <c:v>0.46582800196850394</c:v>
                </c:pt>
                <c:pt idx="3107">
                  <c:v>0.46610482283464566</c:v>
                </c:pt>
                <c:pt idx="3108">
                  <c:v>0.46610482283464566</c:v>
                </c:pt>
                <c:pt idx="3109">
                  <c:v>0.46641240157480313</c:v>
                </c:pt>
                <c:pt idx="3110">
                  <c:v>0.46641240157480313</c:v>
                </c:pt>
                <c:pt idx="3111">
                  <c:v>0.46671998031496065</c:v>
                </c:pt>
                <c:pt idx="3112">
                  <c:v>0.46671998031496065</c:v>
                </c:pt>
                <c:pt idx="3113">
                  <c:v>0.46702755905511811</c:v>
                </c:pt>
                <c:pt idx="3114">
                  <c:v>0.46702755905511811</c:v>
                </c:pt>
                <c:pt idx="3115">
                  <c:v>0.46730437992125984</c:v>
                </c:pt>
                <c:pt idx="3116">
                  <c:v>0.46730437992125984</c:v>
                </c:pt>
                <c:pt idx="3117">
                  <c:v>0.4676119586614173</c:v>
                </c:pt>
                <c:pt idx="3118">
                  <c:v>0.4676119586614173</c:v>
                </c:pt>
                <c:pt idx="3119">
                  <c:v>0.46791953740157483</c:v>
                </c:pt>
                <c:pt idx="3120">
                  <c:v>0.46791953740157483</c:v>
                </c:pt>
                <c:pt idx="3121">
                  <c:v>0.46822711614173229</c:v>
                </c:pt>
                <c:pt idx="3122">
                  <c:v>0.46822711614173229</c:v>
                </c:pt>
                <c:pt idx="3123">
                  <c:v>0.46850393700787402</c:v>
                </c:pt>
                <c:pt idx="3124">
                  <c:v>0.46850393700787402</c:v>
                </c:pt>
                <c:pt idx="3125">
                  <c:v>0.46881151574803148</c:v>
                </c:pt>
                <c:pt idx="3126">
                  <c:v>0.46881151574803148</c:v>
                </c:pt>
                <c:pt idx="3127">
                  <c:v>0.469119094488189</c:v>
                </c:pt>
                <c:pt idx="3128">
                  <c:v>0.469119094488189</c:v>
                </c:pt>
                <c:pt idx="3129">
                  <c:v>0.46942667322834647</c:v>
                </c:pt>
                <c:pt idx="3130">
                  <c:v>0.46942667322834647</c:v>
                </c:pt>
                <c:pt idx="3131">
                  <c:v>0.46970349409448819</c:v>
                </c:pt>
                <c:pt idx="3132">
                  <c:v>0.46970349409448819</c:v>
                </c:pt>
                <c:pt idx="3133">
                  <c:v>0.47001107283464566</c:v>
                </c:pt>
                <c:pt idx="3134">
                  <c:v>0.47001107283464566</c:v>
                </c:pt>
                <c:pt idx="3135">
                  <c:v>0.47031865157480313</c:v>
                </c:pt>
                <c:pt idx="3136">
                  <c:v>0.47031865157480313</c:v>
                </c:pt>
                <c:pt idx="3137">
                  <c:v>0.47062623031496065</c:v>
                </c:pt>
                <c:pt idx="3138">
                  <c:v>0.47062623031496065</c:v>
                </c:pt>
                <c:pt idx="3139">
                  <c:v>0.47090305118110237</c:v>
                </c:pt>
                <c:pt idx="3140">
                  <c:v>0.47090305118110237</c:v>
                </c:pt>
                <c:pt idx="3141">
                  <c:v>0.47121062992125984</c:v>
                </c:pt>
                <c:pt idx="3142">
                  <c:v>0.47121062992125984</c:v>
                </c:pt>
                <c:pt idx="3143">
                  <c:v>0.4715182086614173</c:v>
                </c:pt>
                <c:pt idx="3144">
                  <c:v>0.4715182086614173</c:v>
                </c:pt>
                <c:pt idx="3145">
                  <c:v>0.47182578740157483</c:v>
                </c:pt>
                <c:pt idx="3146">
                  <c:v>0.47182578740157483</c:v>
                </c:pt>
                <c:pt idx="3147">
                  <c:v>0.47210260826771655</c:v>
                </c:pt>
                <c:pt idx="3148">
                  <c:v>0.47210260826771655</c:v>
                </c:pt>
                <c:pt idx="3149">
                  <c:v>0.47241018700787402</c:v>
                </c:pt>
                <c:pt idx="3150">
                  <c:v>0.47241018700787402</c:v>
                </c:pt>
                <c:pt idx="3151">
                  <c:v>0.47271776574803148</c:v>
                </c:pt>
                <c:pt idx="3152">
                  <c:v>0.47271776574803148</c:v>
                </c:pt>
                <c:pt idx="3153">
                  <c:v>0.473025344488189</c:v>
                </c:pt>
                <c:pt idx="3154">
                  <c:v>0.473025344488189</c:v>
                </c:pt>
                <c:pt idx="3155">
                  <c:v>0.47330216535433073</c:v>
                </c:pt>
                <c:pt idx="3156">
                  <c:v>0.47330216535433073</c:v>
                </c:pt>
                <c:pt idx="3157">
                  <c:v>0.47360974409448819</c:v>
                </c:pt>
                <c:pt idx="3158">
                  <c:v>0.47360974409448819</c:v>
                </c:pt>
                <c:pt idx="3159">
                  <c:v>0.47391732283464566</c:v>
                </c:pt>
                <c:pt idx="3160">
                  <c:v>0.47391732283464566</c:v>
                </c:pt>
                <c:pt idx="3161">
                  <c:v>0.47422490157480313</c:v>
                </c:pt>
                <c:pt idx="3162">
                  <c:v>0.47422490157480313</c:v>
                </c:pt>
                <c:pt idx="3163">
                  <c:v>0.47450172244094491</c:v>
                </c:pt>
                <c:pt idx="3164">
                  <c:v>0.47450172244094491</c:v>
                </c:pt>
                <c:pt idx="3165">
                  <c:v>0.47480930118110237</c:v>
                </c:pt>
                <c:pt idx="3166">
                  <c:v>0.47480930118110237</c:v>
                </c:pt>
                <c:pt idx="3167">
                  <c:v>0.47511687992125984</c:v>
                </c:pt>
                <c:pt idx="3168">
                  <c:v>0.47511687992125984</c:v>
                </c:pt>
                <c:pt idx="3169">
                  <c:v>0.4754244586614173</c:v>
                </c:pt>
                <c:pt idx="3170">
                  <c:v>0.4754244586614173</c:v>
                </c:pt>
                <c:pt idx="3171">
                  <c:v>0.47570127952755903</c:v>
                </c:pt>
                <c:pt idx="3172">
                  <c:v>0.47570127952755903</c:v>
                </c:pt>
                <c:pt idx="3173">
                  <c:v>0.47600885826771655</c:v>
                </c:pt>
                <c:pt idx="3174">
                  <c:v>0.47600885826771655</c:v>
                </c:pt>
                <c:pt idx="3175">
                  <c:v>0.47631643700787402</c:v>
                </c:pt>
                <c:pt idx="3176">
                  <c:v>0.47631643700787402</c:v>
                </c:pt>
                <c:pt idx="3177">
                  <c:v>0.47662401574803148</c:v>
                </c:pt>
                <c:pt idx="3178">
                  <c:v>0.47662401574803148</c:v>
                </c:pt>
                <c:pt idx="3179">
                  <c:v>0.47690083661417321</c:v>
                </c:pt>
                <c:pt idx="3180">
                  <c:v>0.47690083661417321</c:v>
                </c:pt>
                <c:pt idx="3181">
                  <c:v>0.47720841535433073</c:v>
                </c:pt>
                <c:pt idx="3182">
                  <c:v>0.47720841535433073</c:v>
                </c:pt>
                <c:pt idx="3183">
                  <c:v>0.47751599409448819</c:v>
                </c:pt>
                <c:pt idx="3184">
                  <c:v>0.47751599409448819</c:v>
                </c:pt>
                <c:pt idx="3185">
                  <c:v>0.47782357283464566</c:v>
                </c:pt>
                <c:pt idx="3186">
                  <c:v>0.47782357283464566</c:v>
                </c:pt>
                <c:pt idx="3187">
                  <c:v>0.47810039370078738</c:v>
                </c:pt>
                <c:pt idx="3188">
                  <c:v>0.47810039370078738</c:v>
                </c:pt>
                <c:pt idx="3189">
                  <c:v>0.47840797244094491</c:v>
                </c:pt>
                <c:pt idx="3190">
                  <c:v>0.47840797244094491</c:v>
                </c:pt>
                <c:pt idx="3191">
                  <c:v>0.47871555118110237</c:v>
                </c:pt>
                <c:pt idx="3192">
                  <c:v>0.47871555118110237</c:v>
                </c:pt>
                <c:pt idx="3193">
                  <c:v>0.47902312992125984</c:v>
                </c:pt>
                <c:pt idx="3194">
                  <c:v>0.47902312992125984</c:v>
                </c:pt>
                <c:pt idx="3195">
                  <c:v>0.47929995078740162</c:v>
                </c:pt>
                <c:pt idx="3196">
                  <c:v>0.47929995078740162</c:v>
                </c:pt>
                <c:pt idx="3197">
                  <c:v>0.47960752952755903</c:v>
                </c:pt>
                <c:pt idx="3198">
                  <c:v>0.47960752952755903</c:v>
                </c:pt>
                <c:pt idx="3199">
                  <c:v>0.47991510826771655</c:v>
                </c:pt>
                <c:pt idx="3200">
                  <c:v>0.47991510826771655</c:v>
                </c:pt>
                <c:pt idx="3201">
                  <c:v>0.48022268700787402</c:v>
                </c:pt>
                <c:pt idx="3202">
                  <c:v>0.48022268700787402</c:v>
                </c:pt>
                <c:pt idx="3203">
                  <c:v>0.48049950787401574</c:v>
                </c:pt>
                <c:pt idx="3204">
                  <c:v>0.48049950787401574</c:v>
                </c:pt>
                <c:pt idx="3205">
                  <c:v>0.48080708661417321</c:v>
                </c:pt>
                <c:pt idx="3206">
                  <c:v>0.48080708661417321</c:v>
                </c:pt>
                <c:pt idx="3207">
                  <c:v>0.48111466535433073</c:v>
                </c:pt>
                <c:pt idx="3208">
                  <c:v>0.48111466535433073</c:v>
                </c:pt>
                <c:pt idx="3209">
                  <c:v>0.48142224409448819</c:v>
                </c:pt>
                <c:pt idx="3210">
                  <c:v>0.48142224409448819</c:v>
                </c:pt>
                <c:pt idx="3211">
                  <c:v>0.48169906496062992</c:v>
                </c:pt>
                <c:pt idx="3212">
                  <c:v>0.48169906496062992</c:v>
                </c:pt>
                <c:pt idx="3213">
                  <c:v>0.48200664370078738</c:v>
                </c:pt>
                <c:pt idx="3214">
                  <c:v>0.48200664370078738</c:v>
                </c:pt>
                <c:pt idx="3215">
                  <c:v>0.48231422244094491</c:v>
                </c:pt>
                <c:pt idx="3216">
                  <c:v>0.48231422244094491</c:v>
                </c:pt>
                <c:pt idx="3217">
                  <c:v>0.48262180118110237</c:v>
                </c:pt>
                <c:pt idx="3218">
                  <c:v>0.48262180118110237</c:v>
                </c:pt>
                <c:pt idx="3219">
                  <c:v>0.4828986220472441</c:v>
                </c:pt>
                <c:pt idx="3220">
                  <c:v>0.4828986220472441</c:v>
                </c:pt>
                <c:pt idx="3221">
                  <c:v>0.48320620078740162</c:v>
                </c:pt>
                <c:pt idx="3222">
                  <c:v>0.48320620078740162</c:v>
                </c:pt>
                <c:pt idx="3223">
                  <c:v>0.48351377952755903</c:v>
                </c:pt>
                <c:pt idx="3224">
                  <c:v>0.48351377952755903</c:v>
                </c:pt>
                <c:pt idx="3225">
                  <c:v>0.48382135826771655</c:v>
                </c:pt>
                <c:pt idx="3226">
                  <c:v>0.48382135826771655</c:v>
                </c:pt>
                <c:pt idx="3227">
                  <c:v>0.48409817913385828</c:v>
                </c:pt>
                <c:pt idx="3228">
                  <c:v>0.48409817913385828</c:v>
                </c:pt>
                <c:pt idx="3229">
                  <c:v>0.48440575787401574</c:v>
                </c:pt>
                <c:pt idx="3230">
                  <c:v>0.48440575787401574</c:v>
                </c:pt>
                <c:pt idx="3231">
                  <c:v>0.48471333661417321</c:v>
                </c:pt>
                <c:pt idx="3232">
                  <c:v>0.48471333661417321</c:v>
                </c:pt>
                <c:pt idx="3233">
                  <c:v>0.48502091535433073</c:v>
                </c:pt>
                <c:pt idx="3234">
                  <c:v>0.48502091535433073</c:v>
                </c:pt>
                <c:pt idx="3235">
                  <c:v>0.48529773622047245</c:v>
                </c:pt>
                <c:pt idx="3236">
                  <c:v>0.48529773622047245</c:v>
                </c:pt>
                <c:pt idx="3237">
                  <c:v>0.48560531496062992</c:v>
                </c:pt>
                <c:pt idx="3238">
                  <c:v>0.48560531496062992</c:v>
                </c:pt>
                <c:pt idx="3239">
                  <c:v>0.48591289370078738</c:v>
                </c:pt>
                <c:pt idx="3240">
                  <c:v>0.48591289370078738</c:v>
                </c:pt>
                <c:pt idx="3241">
                  <c:v>0.48622047244094491</c:v>
                </c:pt>
                <c:pt idx="3242">
                  <c:v>0.48622047244094491</c:v>
                </c:pt>
                <c:pt idx="3243">
                  <c:v>0.48649729330708663</c:v>
                </c:pt>
                <c:pt idx="3244">
                  <c:v>0.48649729330708663</c:v>
                </c:pt>
                <c:pt idx="3245">
                  <c:v>0.4868048720472441</c:v>
                </c:pt>
                <c:pt idx="3246">
                  <c:v>0.4868048720472441</c:v>
                </c:pt>
                <c:pt idx="3247">
                  <c:v>0.48711245078740162</c:v>
                </c:pt>
                <c:pt idx="3248">
                  <c:v>0.48711245078740162</c:v>
                </c:pt>
                <c:pt idx="3249">
                  <c:v>0.48742002952755903</c:v>
                </c:pt>
                <c:pt idx="3250">
                  <c:v>0.48742002952755903</c:v>
                </c:pt>
                <c:pt idx="3251">
                  <c:v>0.48769685039370081</c:v>
                </c:pt>
                <c:pt idx="3252">
                  <c:v>0.48769685039370081</c:v>
                </c:pt>
                <c:pt idx="3253">
                  <c:v>0.48800442913385828</c:v>
                </c:pt>
                <c:pt idx="3254">
                  <c:v>0.48800442913385828</c:v>
                </c:pt>
                <c:pt idx="3255">
                  <c:v>0.48831200787401574</c:v>
                </c:pt>
                <c:pt idx="3256">
                  <c:v>0.48831200787401574</c:v>
                </c:pt>
                <c:pt idx="3257">
                  <c:v>0.48861958661417321</c:v>
                </c:pt>
                <c:pt idx="3258">
                  <c:v>0.48861958661417321</c:v>
                </c:pt>
                <c:pt idx="3259">
                  <c:v>0.48889640748031499</c:v>
                </c:pt>
                <c:pt idx="3260">
                  <c:v>0.48889640748031499</c:v>
                </c:pt>
                <c:pt idx="3261">
                  <c:v>0.48920398622047245</c:v>
                </c:pt>
                <c:pt idx="3262">
                  <c:v>0.48920398622047245</c:v>
                </c:pt>
                <c:pt idx="3263">
                  <c:v>0.48951156496062992</c:v>
                </c:pt>
                <c:pt idx="3264">
                  <c:v>0.48951156496062992</c:v>
                </c:pt>
                <c:pt idx="3265">
                  <c:v>0.48981914370078738</c:v>
                </c:pt>
                <c:pt idx="3266">
                  <c:v>0.48981914370078738</c:v>
                </c:pt>
                <c:pt idx="3267">
                  <c:v>0.49009596456692911</c:v>
                </c:pt>
                <c:pt idx="3268">
                  <c:v>0.49009596456692911</c:v>
                </c:pt>
                <c:pt idx="3269">
                  <c:v>0.49040354330708663</c:v>
                </c:pt>
                <c:pt idx="3270">
                  <c:v>0.49040354330708663</c:v>
                </c:pt>
                <c:pt idx="3271">
                  <c:v>0.4907111220472441</c:v>
                </c:pt>
                <c:pt idx="3272">
                  <c:v>0.4907111220472441</c:v>
                </c:pt>
                <c:pt idx="3273">
                  <c:v>0.49101870078740162</c:v>
                </c:pt>
                <c:pt idx="3274">
                  <c:v>0.49101870078740162</c:v>
                </c:pt>
                <c:pt idx="3275">
                  <c:v>0.49129552165354329</c:v>
                </c:pt>
                <c:pt idx="3276">
                  <c:v>0.49129552165354329</c:v>
                </c:pt>
                <c:pt idx="3277">
                  <c:v>0.49160310039370081</c:v>
                </c:pt>
                <c:pt idx="3278">
                  <c:v>0.49160310039370081</c:v>
                </c:pt>
                <c:pt idx="3279">
                  <c:v>0.49191067913385828</c:v>
                </c:pt>
                <c:pt idx="3280">
                  <c:v>0.49191067913385828</c:v>
                </c:pt>
                <c:pt idx="3281">
                  <c:v>0.49221825787401574</c:v>
                </c:pt>
                <c:pt idx="3282">
                  <c:v>0.49221825787401574</c:v>
                </c:pt>
                <c:pt idx="3283">
                  <c:v>0.49249507874015747</c:v>
                </c:pt>
                <c:pt idx="3284">
                  <c:v>0.49249507874015747</c:v>
                </c:pt>
                <c:pt idx="3285">
                  <c:v>0.49280265748031499</c:v>
                </c:pt>
                <c:pt idx="3286">
                  <c:v>0.49280265748031499</c:v>
                </c:pt>
                <c:pt idx="3287">
                  <c:v>0.49311023622047245</c:v>
                </c:pt>
                <c:pt idx="3288">
                  <c:v>0.49311023622047245</c:v>
                </c:pt>
                <c:pt idx="3289">
                  <c:v>0.49341781496062992</c:v>
                </c:pt>
                <c:pt idx="3290">
                  <c:v>0.49341781496062992</c:v>
                </c:pt>
                <c:pt idx="3291">
                  <c:v>0.49372539370078738</c:v>
                </c:pt>
                <c:pt idx="3292">
                  <c:v>0.49372539370078738</c:v>
                </c:pt>
                <c:pt idx="3293">
                  <c:v>0.49400221456692911</c:v>
                </c:pt>
                <c:pt idx="3294">
                  <c:v>0.49400221456692911</c:v>
                </c:pt>
                <c:pt idx="3295">
                  <c:v>0.49430979330708663</c:v>
                </c:pt>
                <c:pt idx="3296">
                  <c:v>0.49430979330708663</c:v>
                </c:pt>
                <c:pt idx="3297">
                  <c:v>0.4946173720472441</c:v>
                </c:pt>
                <c:pt idx="3298">
                  <c:v>0.4946173720472441</c:v>
                </c:pt>
                <c:pt idx="3299">
                  <c:v>0.49492495078740162</c:v>
                </c:pt>
                <c:pt idx="3300">
                  <c:v>0.49492495078740162</c:v>
                </c:pt>
                <c:pt idx="3301">
                  <c:v>0.49520177165354329</c:v>
                </c:pt>
                <c:pt idx="3302">
                  <c:v>0.49520177165354329</c:v>
                </c:pt>
                <c:pt idx="3303">
                  <c:v>0.49550935039370081</c:v>
                </c:pt>
                <c:pt idx="3304">
                  <c:v>0.49550935039370081</c:v>
                </c:pt>
                <c:pt idx="3305">
                  <c:v>0.49581692913385828</c:v>
                </c:pt>
                <c:pt idx="3306">
                  <c:v>0.49581692913385828</c:v>
                </c:pt>
                <c:pt idx="3307">
                  <c:v>0.49612450787401574</c:v>
                </c:pt>
                <c:pt idx="3308">
                  <c:v>0.49612450787401574</c:v>
                </c:pt>
                <c:pt idx="3309">
                  <c:v>0.49640132874015747</c:v>
                </c:pt>
                <c:pt idx="3310">
                  <c:v>0.49640132874015747</c:v>
                </c:pt>
                <c:pt idx="3311">
                  <c:v>0.49655511811023623</c:v>
                </c:pt>
                <c:pt idx="3312">
                  <c:v>0.49655511811023623</c:v>
                </c:pt>
                <c:pt idx="3313">
                  <c:v>0.49670890748031499</c:v>
                </c:pt>
                <c:pt idx="3314">
                  <c:v>0.49670890748031499</c:v>
                </c:pt>
                <c:pt idx="3315">
                  <c:v>0.49701648622047245</c:v>
                </c:pt>
                <c:pt idx="3316">
                  <c:v>0.49701648622047245</c:v>
                </c:pt>
                <c:pt idx="3317">
                  <c:v>0.49732406496062992</c:v>
                </c:pt>
                <c:pt idx="3318">
                  <c:v>0.49732406496062992</c:v>
                </c:pt>
                <c:pt idx="3319">
                  <c:v>0.4976008858267717</c:v>
                </c:pt>
                <c:pt idx="3320">
                  <c:v>0.4976008858267717</c:v>
                </c:pt>
                <c:pt idx="3321">
                  <c:v>0.49790846456692911</c:v>
                </c:pt>
                <c:pt idx="3322">
                  <c:v>0.49790846456692911</c:v>
                </c:pt>
                <c:pt idx="3323">
                  <c:v>0.49821604330708663</c:v>
                </c:pt>
                <c:pt idx="3324">
                  <c:v>0.49821604330708663</c:v>
                </c:pt>
                <c:pt idx="3325">
                  <c:v>0.4985236220472441</c:v>
                </c:pt>
                <c:pt idx="3326">
                  <c:v>0.4985236220472441</c:v>
                </c:pt>
                <c:pt idx="3327">
                  <c:v>0.49880044291338582</c:v>
                </c:pt>
                <c:pt idx="3328">
                  <c:v>0.49880044291338582</c:v>
                </c:pt>
                <c:pt idx="3329">
                  <c:v>0.49910802165354329</c:v>
                </c:pt>
                <c:pt idx="3330">
                  <c:v>0.49910802165354329</c:v>
                </c:pt>
                <c:pt idx="3331">
                  <c:v>0.49941560039370081</c:v>
                </c:pt>
                <c:pt idx="3332">
                  <c:v>0.49941560039370081</c:v>
                </c:pt>
                <c:pt idx="3333">
                  <c:v>0.49972317913385828</c:v>
                </c:pt>
                <c:pt idx="3334">
                  <c:v>0.49972317913385828</c:v>
                </c:pt>
                <c:pt idx="3335">
                  <c:v>0.5</c:v>
                </c:pt>
                <c:pt idx="3336">
                  <c:v>0.5</c:v>
                </c:pt>
                <c:pt idx="3337">
                  <c:v>0.50030757874015752</c:v>
                </c:pt>
                <c:pt idx="3338">
                  <c:v>0.50030757874015752</c:v>
                </c:pt>
                <c:pt idx="3339">
                  <c:v>0.50061515748031493</c:v>
                </c:pt>
                <c:pt idx="3340">
                  <c:v>0.50061515748031493</c:v>
                </c:pt>
                <c:pt idx="3341">
                  <c:v>0.50092273622047245</c:v>
                </c:pt>
                <c:pt idx="3342">
                  <c:v>0.50092273622047245</c:v>
                </c:pt>
                <c:pt idx="3343">
                  <c:v>0.50119955708661412</c:v>
                </c:pt>
                <c:pt idx="3344">
                  <c:v>0.50119955708661412</c:v>
                </c:pt>
                <c:pt idx="3345">
                  <c:v>0.50150713582677164</c:v>
                </c:pt>
                <c:pt idx="3346">
                  <c:v>0.50150713582677164</c:v>
                </c:pt>
                <c:pt idx="3347">
                  <c:v>0.50181471456692917</c:v>
                </c:pt>
                <c:pt idx="3348">
                  <c:v>0.50181471456692917</c:v>
                </c:pt>
                <c:pt idx="3349">
                  <c:v>0.50212229330708658</c:v>
                </c:pt>
                <c:pt idx="3350">
                  <c:v>0.50212229330708658</c:v>
                </c:pt>
                <c:pt idx="3351">
                  <c:v>0.50239911417322836</c:v>
                </c:pt>
                <c:pt idx="3352">
                  <c:v>0.50239911417322836</c:v>
                </c:pt>
                <c:pt idx="3353">
                  <c:v>0.50270669291338588</c:v>
                </c:pt>
                <c:pt idx="3354">
                  <c:v>0.50270669291338588</c:v>
                </c:pt>
                <c:pt idx="3355">
                  <c:v>0.50301427165354329</c:v>
                </c:pt>
                <c:pt idx="3356">
                  <c:v>0.50301427165354329</c:v>
                </c:pt>
                <c:pt idx="3357">
                  <c:v>0.50332185039370081</c:v>
                </c:pt>
                <c:pt idx="3358">
                  <c:v>0.50332185039370081</c:v>
                </c:pt>
                <c:pt idx="3359">
                  <c:v>0.50359867125984248</c:v>
                </c:pt>
                <c:pt idx="3360">
                  <c:v>0.50359867125984248</c:v>
                </c:pt>
                <c:pt idx="3361">
                  <c:v>0.50390625</c:v>
                </c:pt>
                <c:pt idx="3362">
                  <c:v>0.50390625</c:v>
                </c:pt>
                <c:pt idx="3363">
                  <c:v>0.50421382874015752</c:v>
                </c:pt>
                <c:pt idx="3364">
                  <c:v>0.50421382874015752</c:v>
                </c:pt>
                <c:pt idx="3365">
                  <c:v>0.50452140748031493</c:v>
                </c:pt>
                <c:pt idx="3366">
                  <c:v>0.50452140748031493</c:v>
                </c:pt>
                <c:pt idx="3367">
                  <c:v>0.50479822834645671</c:v>
                </c:pt>
                <c:pt idx="3368">
                  <c:v>0.50479822834645671</c:v>
                </c:pt>
                <c:pt idx="3369">
                  <c:v>0.50510580708661412</c:v>
                </c:pt>
                <c:pt idx="3370">
                  <c:v>0.50510580708661412</c:v>
                </c:pt>
                <c:pt idx="3371">
                  <c:v>0.50541338582677164</c:v>
                </c:pt>
                <c:pt idx="3372">
                  <c:v>0.50541338582677164</c:v>
                </c:pt>
                <c:pt idx="3373">
                  <c:v>0.50572096456692917</c:v>
                </c:pt>
                <c:pt idx="3374">
                  <c:v>0.50572096456692917</c:v>
                </c:pt>
                <c:pt idx="3375">
                  <c:v>0.50599778543307083</c:v>
                </c:pt>
                <c:pt idx="3376">
                  <c:v>0.50599778543307083</c:v>
                </c:pt>
                <c:pt idx="3377">
                  <c:v>0.50630536417322836</c:v>
                </c:pt>
                <c:pt idx="3378">
                  <c:v>0.50630536417322836</c:v>
                </c:pt>
                <c:pt idx="3379">
                  <c:v>0.50661294291338588</c:v>
                </c:pt>
                <c:pt idx="3380">
                  <c:v>0.50661294291338588</c:v>
                </c:pt>
                <c:pt idx="3381">
                  <c:v>0.50692052165354329</c:v>
                </c:pt>
                <c:pt idx="3382">
                  <c:v>0.50692052165354329</c:v>
                </c:pt>
                <c:pt idx="3383">
                  <c:v>0.50719734251968507</c:v>
                </c:pt>
                <c:pt idx="3384">
                  <c:v>0.50719734251968507</c:v>
                </c:pt>
                <c:pt idx="3385">
                  <c:v>0.50750492125984248</c:v>
                </c:pt>
                <c:pt idx="3386">
                  <c:v>0.50750492125984248</c:v>
                </c:pt>
                <c:pt idx="3387">
                  <c:v>0.5078125</c:v>
                </c:pt>
                <c:pt idx="3388">
                  <c:v>0.5078125</c:v>
                </c:pt>
                <c:pt idx="3389">
                  <c:v>0.50812007874015752</c:v>
                </c:pt>
                <c:pt idx="3390">
                  <c:v>0.50812007874015752</c:v>
                </c:pt>
                <c:pt idx="3391">
                  <c:v>0.50839689960629919</c:v>
                </c:pt>
                <c:pt idx="3392">
                  <c:v>0.50839689960629919</c:v>
                </c:pt>
                <c:pt idx="3393">
                  <c:v>0.50870447834645671</c:v>
                </c:pt>
                <c:pt idx="3394">
                  <c:v>0.50870447834645671</c:v>
                </c:pt>
                <c:pt idx="3395">
                  <c:v>0.50901205708661412</c:v>
                </c:pt>
                <c:pt idx="3396">
                  <c:v>0.50901205708661412</c:v>
                </c:pt>
                <c:pt idx="3397">
                  <c:v>0.50931963582677164</c:v>
                </c:pt>
                <c:pt idx="3398">
                  <c:v>0.50931963582677164</c:v>
                </c:pt>
                <c:pt idx="3399">
                  <c:v>0.50959645669291342</c:v>
                </c:pt>
                <c:pt idx="3400">
                  <c:v>0.50959645669291342</c:v>
                </c:pt>
                <c:pt idx="3401">
                  <c:v>0.50990403543307083</c:v>
                </c:pt>
                <c:pt idx="3402">
                  <c:v>0.50990403543307083</c:v>
                </c:pt>
                <c:pt idx="3403">
                  <c:v>0.51021161417322836</c:v>
                </c:pt>
                <c:pt idx="3404">
                  <c:v>0.51021161417322836</c:v>
                </c:pt>
                <c:pt idx="3405">
                  <c:v>0.51051919291338588</c:v>
                </c:pt>
                <c:pt idx="3406">
                  <c:v>0.51051919291338588</c:v>
                </c:pt>
                <c:pt idx="3407">
                  <c:v>0.51079601377952755</c:v>
                </c:pt>
                <c:pt idx="3408">
                  <c:v>0.51079601377952755</c:v>
                </c:pt>
                <c:pt idx="3409">
                  <c:v>0.51110359251968507</c:v>
                </c:pt>
                <c:pt idx="3410">
                  <c:v>0.51110359251968507</c:v>
                </c:pt>
                <c:pt idx="3411">
                  <c:v>0.51141117125984248</c:v>
                </c:pt>
                <c:pt idx="3412">
                  <c:v>0.51141117125984248</c:v>
                </c:pt>
                <c:pt idx="3413">
                  <c:v>0.51171875</c:v>
                </c:pt>
                <c:pt idx="3414">
                  <c:v>0.51171875</c:v>
                </c:pt>
                <c:pt idx="3415">
                  <c:v>0.51199557086614178</c:v>
                </c:pt>
                <c:pt idx="3416">
                  <c:v>0.51199557086614178</c:v>
                </c:pt>
                <c:pt idx="3417">
                  <c:v>0.51230314960629919</c:v>
                </c:pt>
                <c:pt idx="3418">
                  <c:v>0.51230314960629919</c:v>
                </c:pt>
                <c:pt idx="3419">
                  <c:v>0.51261072834645671</c:v>
                </c:pt>
                <c:pt idx="3420">
                  <c:v>0.51261072834645671</c:v>
                </c:pt>
                <c:pt idx="3421">
                  <c:v>0.51291830708661412</c:v>
                </c:pt>
                <c:pt idx="3422">
                  <c:v>0.51291830708661412</c:v>
                </c:pt>
                <c:pt idx="3423">
                  <c:v>0.5131951279527559</c:v>
                </c:pt>
                <c:pt idx="3424">
                  <c:v>0.5131951279527559</c:v>
                </c:pt>
                <c:pt idx="3425">
                  <c:v>0.51350270669291342</c:v>
                </c:pt>
                <c:pt idx="3426">
                  <c:v>0.51350270669291342</c:v>
                </c:pt>
                <c:pt idx="3427">
                  <c:v>0.51381028543307083</c:v>
                </c:pt>
                <c:pt idx="3428">
                  <c:v>0.51381028543307083</c:v>
                </c:pt>
                <c:pt idx="3429">
                  <c:v>0.51411786417322836</c:v>
                </c:pt>
                <c:pt idx="3430">
                  <c:v>0.51411786417322836</c:v>
                </c:pt>
                <c:pt idx="3431">
                  <c:v>0.51439468503937003</c:v>
                </c:pt>
                <c:pt idx="3432">
                  <c:v>0.51439468503937003</c:v>
                </c:pt>
                <c:pt idx="3433">
                  <c:v>0.51470226377952755</c:v>
                </c:pt>
                <c:pt idx="3434">
                  <c:v>0.51470226377952755</c:v>
                </c:pt>
                <c:pt idx="3435">
                  <c:v>0.51500984251968507</c:v>
                </c:pt>
                <c:pt idx="3436">
                  <c:v>0.51500984251968507</c:v>
                </c:pt>
                <c:pt idx="3437">
                  <c:v>0.51531742125984248</c:v>
                </c:pt>
                <c:pt idx="3438">
                  <c:v>0.51531742125984248</c:v>
                </c:pt>
                <c:pt idx="3439">
                  <c:v>0.51559424212598426</c:v>
                </c:pt>
                <c:pt idx="3440">
                  <c:v>0.51559424212598426</c:v>
                </c:pt>
                <c:pt idx="3441">
                  <c:v>0.51590182086614178</c:v>
                </c:pt>
                <c:pt idx="3442">
                  <c:v>0.51590182086614178</c:v>
                </c:pt>
                <c:pt idx="3443">
                  <c:v>0.51620939960629919</c:v>
                </c:pt>
                <c:pt idx="3444">
                  <c:v>0.51620939960629919</c:v>
                </c:pt>
                <c:pt idx="3445">
                  <c:v>0.51651697834645671</c:v>
                </c:pt>
                <c:pt idx="3446">
                  <c:v>0.51651697834645671</c:v>
                </c:pt>
                <c:pt idx="3447">
                  <c:v>0.51679379921259838</c:v>
                </c:pt>
                <c:pt idx="3448">
                  <c:v>0.51679379921259838</c:v>
                </c:pt>
                <c:pt idx="3449">
                  <c:v>0.5171013779527559</c:v>
                </c:pt>
                <c:pt idx="3450">
                  <c:v>0.5171013779527559</c:v>
                </c:pt>
                <c:pt idx="3451">
                  <c:v>0.51740895669291342</c:v>
                </c:pt>
                <c:pt idx="3452">
                  <c:v>0.51740895669291342</c:v>
                </c:pt>
                <c:pt idx="3453">
                  <c:v>0.51771653543307083</c:v>
                </c:pt>
                <c:pt idx="3454">
                  <c:v>0.51771653543307083</c:v>
                </c:pt>
                <c:pt idx="3455">
                  <c:v>0.51799335629921262</c:v>
                </c:pt>
                <c:pt idx="3456">
                  <c:v>0.51799335629921262</c:v>
                </c:pt>
                <c:pt idx="3457">
                  <c:v>0.51830093503937003</c:v>
                </c:pt>
                <c:pt idx="3458">
                  <c:v>0.51830093503937003</c:v>
                </c:pt>
                <c:pt idx="3459">
                  <c:v>0.51860851377952755</c:v>
                </c:pt>
                <c:pt idx="3460">
                  <c:v>0.51860851377952755</c:v>
                </c:pt>
                <c:pt idx="3461">
                  <c:v>0.51891609251968507</c:v>
                </c:pt>
                <c:pt idx="3462">
                  <c:v>0.51891609251968507</c:v>
                </c:pt>
                <c:pt idx="3463">
                  <c:v>0.51919291338582674</c:v>
                </c:pt>
                <c:pt idx="3464">
                  <c:v>0.51919291338582674</c:v>
                </c:pt>
                <c:pt idx="3465">
                  <c:v>0.51950049212598426</c:v>
                </c:pt>
                <c:pt idx="3466">
                  <c:v>0.51950049212598426</c:v>
                </c:pt>
                <c:pt idx="3467">
                  <c:v>0.51980807086614178</c:v>
                </c:pt>
                <c:pt idx="3468">
                  <c:v>0.51980807086614178</c:v>
                </c:pt>
                <c:pt idx="3469">
                  <c:v>0.52011564960629919</c:v>
                </c:pt>
                <c:pt idx="3470">
                  <c:v>0.52011564960629919</c:v>
                </c:pt>
                <c:pt idx="3471">
                  <c:v>0.52039247047244097</c:v>
                </c:pt>
                <c:pt idx="3472">
                  <c:v>0.52039247047244097</c:v>
                </c:pt>
                <c:pt idx="3473">
                  <c:v>0.52070004921259838</c:v>
                </c:pt>
                <c:pt idx="3474">
                  <c:v>0.52070004921259838</c:v>
                </c:pt>
                <c:pt idx="3475">
                  <c:v>0.5210076279527559</c:v>
                </c:pt>
                <c:pt idx="3476">
                  <c:v>0.5210076279527559</c:v>
                </c:pt>
                <c:pt idx="3477">
                  <c:v>0.52131520669291342</c:v>
                </c:pt>
                <c:pt idx="3478">
                  <c:v>0.52131520669291342</c:v>
                </c:pt>
                <c:pt idx="3479">
                  <c:v>0.52159202755905509</c:v>
                </c:pt>
                <c:pt idx="3480">
                  <c:v>0.52159202755905509</c:v>
                </c:pt>
                <c:pt idx="3481">
                  <c:v>0.52189960629921262</c:v>
                </c:pt>
                <c:pt idx="3482">
                  <c:v>0.52189960629921262</c:v>
                </c:pt>
                <c:pt idx="3483">
                  <c:v>0.52220718503937003</c:v>
                </c:pt>
                <c:pt idx="3484">
                  <c:v>0.52220718503937003</c:v>
                </c:pt>
                <c:pt idx="3485">
                  <c:v>0.52251476377952755</c:v>
                </c:pt>
                <c:pt idx="3486">
                  <c:v>0.52251476377952755</c:v>
                </c:pt>
                <c:pt idx="3487">
                  <c:v>0.52279158464566933</c:v>
                </c:pt>
                <c:pt idx="3488">
                  <c:v>0.52279158464566933</c:v>
                </c:pt>
                <c:pt idx="3489">
                  <c:v>0.52309916338582674</c:v>
                </c:pt>
                <c:pt idx="3490">
                  <c:v>0.52309916338582674</c:v>
                </c:pt>
                <c:pt idx="3491">
                  <c:v>0.52340674212598426</c:v>
                </c:pt>
                <c:pt idx="3492">
                  <c:v>0.52340674212598426</c:v>
                </c:pt>
                <c:pt idx="3493">
                  <c:v>0.52371432086614178</c:v>
                </c:pt>
                <c:pt idx="3494">
                  <c:v>0.52371432086614178</c:v>
                </c:pt>
                <c:pt idx="3495">
                  <c:v>0.52399114173228345</c:v>
                </c:pt>
                <c:pt idx="3496">
                  <c:v>0.52399114173228345</c:v>
                </c:pt>
                <c:pt idx="3497">
                  <c:v>0.52429872047244097</c:v>
                </c:pt>
                <c:pt idx="3498">
                  <c:v>0.52429872047244097</c:v>
                </c:pt>
                <c:pt idx="3499">
                  <c:v>0.52460629921259838</c:v>
                </c:pt>
                <c:pt idx="3500">
                  <c:v>0.52460629921259838</c:v>
                </c:pt>
                <c:pt idx="3501">
                  <c:v>0.5249138779527559</c:v>
                </c:pt>
                <c:pt idx="3502">
                  <c:v>0.5249138779527559</c:v>
                </c:pt>
                <c:pt idx="3503">
                  <c:v>0.52519069881889768</c:v>
                </c:pt>
                <c:pt idx="3504">
                  <c:v>0.52519069881889768</c:v>
                </c:pt>
                <c:pt idx="3505">
                  <c:v>0.52549827755905509</c:v>
                </c:pt>
                <c:pt idx="3506">
                  <c:v>0.52549827755905509</c:v>
                </c:pt>
                <c:pt idx="3507">
                  <c:v>0.52580585629921262</c:v>
                </c:pt>
                <c:pt idx="3508">
                  <c:v>0.52580585629921262</c:v>
                </c:pt>
                <c:pt idx="3509">
                  <c:v>0.52611343503937003</c:v>
                </c:pt>
                <c:pt idx="3510">
                  <c:v>0.52611343503937003</c:v>
                </c:pt>
                <c:pt idx="3511">
                  <c:v>0.52639025590551181</c:v>
                </c:pt>
                <c:pt idx="3512">
                  <c:v>0.52639025590551181</c:v>
                </c:pt>
                <c:pt idx="3513">
                  <c:v>0.52669783464566933</c:v>
                </c:pt>
                <c:pt idx="3514">
                  <c:v>0.52669783464566933</c:v>
                </c:pt>
                <c:pt idx="3515">
                  <c:v>0.52700541338582674</c:v>
                </c:pt>
                <c:pt idx="3516">
                  <c:v>0.52700541338582674</c:v>
                </c:pt>
                <c:pt idx="3517">
                  <c:v>0.52731299212598426</c:v>
                </c:pt>
                <c:pt idx="3518">
                  <c:v>0.52731299212598426</c:v>
                </c:pt>
                <c:pt idx="3519">
                  <c:v>0.52758981299212604</c:v>
                </c:pt>
                <c:pt idx="3520">
                  <c:v>0.52758981299212604</c:v>
                </c:pt>
                <c:pt idx="3521">
                  <c:v>0.52789739173228345</c:v>
                </c:pt>
                <c:pt idx="3522">
                  <c:v>0.52789739173228345</c:v>
                </c:pt>
                <c:pt idx="3523">
                  <c:v>0.52820497047244097</c:v>
                </c:pt>
                <c:pt idx="3524">
                  <c:v>0.52820497047244097</c:v>
                </c:pt>
                <c:pt idx="3525">
                  <c:v>0.52851254921259838</c:v>
                </c:pt>
                <c:pt idx="3526">
                  <c:v>0.52851254921259838</c:v>
                </c:pt>
                <c:pt idx="3527">
                  <c:v>0.5288201279527559</c:v>
                </c:pt>
                <c:pt idx="3528">
                  <c:v>0.5288201279527559</c:v>
                </c:pt>
                <c:pt idx="3529">
                  <c:v>0.52909694881889768</c:v>
                </c:pt>
                <c:pt idx="3530">
                  <c:v>0.52909694881889768</c:v>
                </c:pt>
                <c:pt idx="3531">
                  <c:v>0.52940452755905509</c:v>
                </c:pt>
                <c:pt idx="3532">
                  <c:v>0.52940452755905509</c:v>
                </c:pt>
                <c:pt idx="3533">
                  <c:v>0.52971210629921262</c:v>
                </c:pt>
                <c:pt idx="3534">
                  <c:v>0.52971210629921262</c:v>
                </c:pt>
                <c:pt idx="3535">
                  <c:v>0.53001968503937003</c:v>
                </c:pt>
                <c:pt idx="3536">
                  <c:v>0.53001968503937003</c:v>
                </c:pt>
                <c:pt idx="3537">
                  <c:v>0.53029650590551181</c:v>
                </c:pt>
                <c:pt idx="3538">
                  <c:v>0.53029650590551181</c:v>
                </c:pt>
                <c:pt idx="3539">
                  <c:v>0.53060408464566933</c:v>
                </c:pt>
                <c:pt idx="3540">
                  <c:v>0.53060408464566933</c:v>
                </c:pt>
                <c:pt idx="3541">
                  <c:v>0.53091166338582674</c:v>
                </c:pt>
                <c:pt idx="3542">
                  <c:v>0.53091166338582674</c:v>
                </c:pt>
                <c:pt idx="3543">
                  <c:v>0.53121924212598426</c:v>
                </c:pt>
                <c:pt idx="3544">
                  <c:v>0.53121924212598426</c:v>
                </c:pt>
                <c:pt idx="3545">
                  <c:v>0.53149606299212604</c:v>
                </c:pt>
                <c:pt idx="3546">
                  <c:v>0.53149606299212604</c:v>
                </c:pt>
                <c:pt idx="3547">
                  <c:v>0.53180364173228345</c:v>
                </c:pt>
                <c:pt idx="3548">
                  <c:v>0.53180364173228345</c:v>
                </c:pt>
                <c:pt idx="3549">
                  <c:v>0.53211122047244097</c:v>
                </c:pt>
                <c:pt idx="3550">
                  <c:v>0.53211122047244097</c:v>
                </c:pt>
                <c:pt idx="3551">
                  <c:v>0.53241879921259838</c:v>
                </c:pt>
                <c:pt idx="3552">
                  <c:v>0.53241879921259838</c:v>
                </c:pt>
                <c:pt idx="3553">
                  <c:v>0.53269562007874016</c:v>
                </c:pt>
                <c:pt idx="3554">
                  <c:v>0.53269562007874016</c:v>
                </c:pt>
                <c:pt idx="3555">
                  <c:v>0.53300319881889768</c:v>
                </c:pt>
                <c:pt idx="3556">
                  <c:v>0.53300319881889768</c:v>
                </c:pt>
                <c:pt idx="3557">
                  <c:v>0.53331077755905509</c:v>
                </c:pt>
                <c:pt idx="3558">
                  <c:v>0.53331077755905509</c:v>
                </c:pt>
                <c:pt idx="3559">
                  <c:v>0.53361835629921262</c:v>
                </c:pt>
                <c:pt idx="3560">
                  <c:v>0.53361835629921262</c:v>
                </c:pt>
                <c:pt idx="3561">
                  <c:v>0.53389517716535428</c:v>
                </c:pt>
                <c:pt idx="3562">
                  <c:v>0.53389517716535428</c:v>
                </c:pt>
                <c:pt idx="3563">
                  <c:v>0.53420275590551181</c:v>
                </c:pt>
                <c:pt idx="3564">
                  <c:v>0.53420275590551181</c:v>
                </c:pt>
                <c:pt idx="3565">
                  <c:v>0.53451033464566933</c:v>
                </c:pt>
                <c:pt idx="3566">
                  <c:v>0.53451033464566933</c:v>
                </c:pt>
                <c:pt idx="3567">
                  <c:v>0.53481791338582674</c:v>
                </c:pt>
                <c:pt idx="3568">
                  <c:v>0.53481791338582674</c:v>
                </c:pt>
                <c:pt idx="3569">
                  <c:v>0.53509473425196852</c:v>
                </c:pt>
                <c:pt idx="3570">
                  <c:v>0.53509473425196852</c:v>
                </c:pt>
                <c:pt idx="3571">
                  <c:v>0.53540231299212604</c:v>
                </c:pt>
                <c:pt idx="3572">
                  <c:v>0.53540231299212604</c:v>
                </c:pt>
                <c:pt idx="3573">
                  <c:v>0.53570989173228345</c:v>
                </c:pt>
                <c:pt idx="3574">
                  <c:v>0.53570989173228345</c:v>
                </c:pt>
                <c:pt idx="3575">
                  <c:v>0.53601747047244097</c:v>
                </c:pt>
                <c:pt idx="3576">
                  <c:v>0.53601747047244097</c:v>
                </c:pt>
                <c:pt idx="3577">
                  <c:v>0.53629429133858264</c:v>
                </c:pt>
                <c:pt idx="3578">
                  <c:v>0.53629429133858264</c:v>
                </c:pt>
                <c:pt idx="3579">
                  <c:v>0.53660187007874016</c:v>
                </c:pt>
                <c:pt idx="3580">
                  <c:v>0.53660187007874016</c:v>
                </c:pt>
                <c:pt idx="3581">
                  <c:v>0.53690944881889768</c:v>
                </c:pt>
                <c:pt idx="3582">
                  <c:v>0.53690944881889768</c:v>
                </c:pt>
                <c:pt idx="3583">
                  <c:v>0.53721702755905509</c:v>
                </c:pt>
                <c:pt idx="3584">
                  <c:v>0.53721702755905509</c:v>
                </c:pt>
                <c:pt idx="3585">
                  <c:v>0.53749384842519687</c:v>
                </c:pt>
                <c:pt idx="3586">
                  <c:v>0.53749384842519687</c:v>
                </c:pt>
                <c:pt idx="3587">
                  <c:v>0.53780142716535428</c:v>
                </c:pt>
                <c:pt idx="3588">
                  <c:v>0.53780142716535428</c:v>
                </c:pt>
                <c:pt idx="3589">
                  <c:v>0.53810900590551181</c:v>
                </c:pt>
                <c:pt idx="3590">
                  <c:v>0.53810900590551181</c:v>
                </c:pt>
                <c:pt idx="3591">
                  <c:v>0.53841658464566933</c:v>
                </c:pt>
                <c:pt idx="3592">
                  <c:v>0.53841658464566933</c:v>
                </c:pt>
                <c:pt idx="3593">
                  <c:v>0.538693405511811</c:v>
                </c:pt>
                <c:pt idx="3594">
                  <c:v>0.538693405511811</c:v>
                </c:pt>
                <c:pt idx="3595">
                  <c:v>0.53900098425196852</c:v>
                </c:pt>
                <c:pt idx="3596">
                  <c:v>0.53900098425196852</c:v>
                </c:pt>
                <c:pt idx="3597">
                  <c:v>0.53930856299212604</c:v>
                </c:pt>
                <c:pt idx="3598">
                  <c:v>0.53930856299212604</c:v>
                </c:pt>
                <c:pt idx="3599">
                  <c:v>0.53961614173228345</c:v>
                </c:pt>
                <c:pt idx="3600">
                  <c:v>0.53961614173228345</c:v>
                </c:pt>
                <c:pt idx="3601">
                  <c:v>0.53989296259842523</c:v>
                </c:pt>
                <c:pt idx="3602">
                  <c:v>0.53989296259842523</c:v>
                </c:pt>
                <c:pt idx="3603">
                  <c:v>0.54020054133858264</c:v>
                </c:pt>
                <c:pt idx="3604">
                  <c:v>0.54020054133858264</c:v>
                </c:pt>
                <c:pt idx="3605">
                  <c:v>0.54050812007874016</c:v>
                </c:pt>
                <c:pt idx="3606">
                  <c:v>0.54050812007874016</c:v>
                </c:pt>
                <c:pt idx="3607">
                  <c:v>0.54081569881889768</c:v>
                </c:pt>
                <c:pt idx="3608">
                  <c:v>0.54081569881889768</c:v>
                </c:pt>
                <c:pt idx="3609">
                  <c:v>0.54109251968503935</c:v>
                </c:pt>
                <c:pt idx="3610">
                  <c:v>0.54109251968503935</c:v>
                </c:pt>
                <c:pt idx="3611">
                  <c:v>0.54140009842519687</c:v>
                </c:pt>
                <c:pt idx="3612">
                  <c:v>0.54140009842519687</c:v>
                </c:pt>
                <c:pt idx="3613">
                  <c:v>0.54170767716535428</c:v>
                </c:pt>
                <c:pt idx="3614">
                  <c:v>0.54170767716535428</c:v>
                </c:pt>
                <c:pt idx="3615">
                  <c:v>0.54201525590551181</c:v>
                </c:pt>
                <c:pt idx="3616">
                  <c:v>0.54201525590551181</c:v>
                </c:pt>
                <c:pt idx="3617">
                  <c:v>0.54229207677165359</c:v>
                </c:pt>
                <c:pt idx="3618">
                  <c:v>0.54229207677165359</c:v>
                </c:pt>
                <c:pt idx="3619">
                  <c:v>0.542599655511811</c:v>
                </c:pt>
                <c:pt idx="3620">
                  <c:v>0.542599655511811</c:v>
                </c:pt>
                <c:pt idx="3621">
                  <c:v>0.54290723425196852</c:v>
                </c:pt>
                <c:pt idx="3622">
                  <c:v>0.54290723425196852</c:v>
                </c:pt>
                <c:pt idx="3623">
                  <c:v>0.54321481299212604</c:v>
                </c:pt>
                <c:pt idx="3624">
                  <c:v>0.54321481299212604</c:v>
                </c:pt>
                <c:pt idx="3625">
                  <c:v>0.54349163385826771</c:v>
                </c:pt>
                <c:pt idx="3626">
                  <c:v>0.54349163385826771</c:v>
                </c:pt>
                <c:pt idx="3627">
                  <c:v>0.54379921259842523</c:v>
                </c:pt>
                <c:pt idx="3628">
                  <c:v>0.54379921259842523</c:v>
                </c:pt>
                <c:pt idx="3629">
                  <c:v>0.54410679133858264</c:v>
                </c:pt>
                <c:pt idx="3630">
                  <c:v>0.54410679133858264</c:v>
                </c:pt>
                <c:pt idx="3631">
                  <c:v>0.54441437007874016</c:v>
                </c:pt>
                <c:pt idx="3632">
                  <c:v>0.54441437007874016</c:v>
                </c:pt>
                <c:pt idx="3633">
                  <c:v>0.54469119094488194</c:v>
                </c:pt>
                <c:pt idx="3634">
                  <c:v>0.54469119094488194</c:v>
                </c:pt>
                <c:pt idx="3635">
                  <c:v>0.54499876968503935</c:v>
                </c:pt>
                <c:pt idx="3636">
                  <c:v>0.54499876968503935</c:v>
                </c:pt>
                <c:pt idx="3637">
                  <c:v>0.54530634842519687</c:v>
                </c:pt>
                <c:pt idx="3638">
                  <c:v>0.54530634842519687</c:v>
                </c:pt>
                <c:pt idx="3639">
                  <c:v>0.54561392716535428</c:v>
                </c:pt>
                <c:pt idx="3640">
                  <c:v>0.54561392716535428</c:v>
                </c:pt>
                <c:pt idx="3641">
                  <c:v>0.54589074803149606</c:v>
                </c:pt>
                <c:pt idx="3642">
                  <c:v>0.54589074803149606</c:v>
                </c:pt>
                <c:pt idx="3643">
                  <c:v>0.54619832677165359</c:v>
                </c:pt>
                <c:pt idx="3644">
                  <c:v>0.54619832677165359</c:v>
                </c:pt>
                <c:pt idx="3645">
                  <c:v>0.546505905511811</c:v>
                </c:pt>
                <c:pt idx="3646">
                  <c:v>0.546505905511811</c:v>
                </c:pt>
                <c:pt idx="3647">
                  <c:v>0.54681348425196852</c:v>
                </c:pt>
                <c:pt idx="3648">
                  <c:v>0.54681348425196852</c:v>
                </c:pt>
                <c:pt idx="3649">
                  <c:v>0.54709030511811019</c:v>
                </c:pt>
                <c:pt idx="3650">
                  <c:v>0.54709030511811019</c:v>
                </c:pt>
                <c:pt idx="3651">
                  <c:v>0.54739788385826771</c:v>
                </c:pt>
                <c:pt idx="3652">
                  <c:v>0.54739788385826771</c:v>
                </c:pt>
                <c:pt idx="3653">
                  <c:v>0.54770546259842523</c:v>
                </c:pt>
                <c:pt idx="3654">
                  <c:v>0.54770546259842523</c:v>
                </c:pt>
                <c:pt idx="3655">
                  <c:v>0.54801304133858264</c:v>
                </c:pt>
                <c:pt idx="3656">
                  <c:v>0.54801304133858264</c:v>
                </c:pt>
                <c:pt idx="3657">
                  <c:v>0.54828986220472442</c:v>
                </c:pt>
                <c:pt idx="3658">
                  <c:v>0.54828986220472442</c:v>
                </c:pt>
                <c:pt idx="3659">
                  <c:v>0.54859744094488194</c:v>
                </c:pt>
                <c:pt idx="3660">
                  <c:v>0.54859744094488194</c:v>
                </c:pt>
                <c:pt idx="3661">
                  <c:v>0.54890501968503935</c:v>
                </c:pt>
                <c:pt idx="3662">
                  <c:v>0.54890501968503935</c:v>
                </c:pt>
                <c:pt idx="3663">
                  <c:v>0.54921259842519687</c:v>
                </c:pt>
                <c:pt idx="3664">
                  <c:v>0.54921259842519687</c:v>
                </c:pt>
                <c:pt idx="3665">
                  <c:v>0.54948941929133854</c:v>
                </c:pt>
                <c:pt idx="3666">
                  <c:v>0.54948941929133854</c:v>
                </c:pt>
                <c:pt idx="3667">
                  <c:v>0.54979699803149606</c:v>
                </c:pt>
                <c:pt idx="3668">
                  <c:v>0.54979699803149606</c:v>
                </c:pt>
                <c:pt idx="3669">
                  <c:v>0.55010457677165359</c:v>
                </c:pt>
                <c:pt idx="3670">
                  <c:v>0.55010457677165359</c:v>
                </c:pt>
                <c:pt idx="3671">
                  <c:v>0.550412155511811</c:v>
                </c:pt>
                <c:pt idx="3672">
                  <c:v>0.550412155511811</c:v>
                </c:pt>
                <c:pt idx="3673">
                  <c:v>0.55068897637795278</c:v>
                </c:pt>
                <c:pt idx="3674">
                  <c:v>0.55068897637795278</c:v>
                </c:pt>
                <c:pt idx="3675">
                  <c:v>0.55099655511811019</c:v>
                </c:pt>
                <c:pt idx="3676">
                  <c:v>0.55099655511811019</c:v>
                </c:pt>
                <c:pt idx="3677">
                  <c:v>0.55130413385826771</c:v>
                </c:pt>
                <c:pt idx="3678">
                  <c:v>0.55130413385826771</c:v>
                </c:pt>
                <c:pt idx="3679">
                  <c:v>0.55161171259842523</c:v>
                </c:pt>
                <c:pt idx="3680">
                  <c:v>0.55161171259842523</c:v>
                </c:pt>
                <c:pt idx="3681">
                  <c:v>0.5518885334645669</c:v>
                </c:pt>
                <c:pt idx="3682">
                  <c:v>0.5518885334645669</c:v>
                </c:pt>
                <c:pt idx="3683">
                  <c:v>0.55219611220472442</c:v>
                </c:pt>
                <c:pt idx="3684">
                  <c:v>0.55219611220472442</c:v>
                </c:pt>
                <c:pt idx="3685">
                  <c:v>0.55250369094488194</c:v>
                </c:pt>
                <c:pt idx="3686">
                  <c:v>0.55250369094488194</c:v>
                </c:pt>
                <c:pt idx="3687">
                  <c:v>0.55281126968503935</c:v>
                </c:pt>
                <c:pt idx="3688">
                  <c:v>0.55281126968503935</c:v>
                </c:pt>
                <c:pt idx="3689">
                  <c:v>0.55308809055118113</c:v>
                </c:pt>
                <c:pt idx="3690">
                  <c:v>0.55308809055118113</c:v>
                </c:pt>
                <c:pt idx="3691">
                  <c:v>0.55339566929133854</c:v>
                </c:pt>
                <c:pt idx="3692">
                  <c:v>0.55339566929133854</c:v>
                </c:pt>
                <c:pt idx="3693">
                  <c:v>0.55370324803149606</c:v>
                </c:pt>
                <c:pt idx="3694">
                  <c:v>0.55370324803149606</c:v>
                </c:pt>
                <c:pt idx="3695">
                  <c:v>0.55401082677165359</c:v>
                </c:pt>
                <c:pt idx="3696">
                  <c:v>0.55401082677165359</c:v>
                </c:pt>
                <c:pt idx="3697">
                  <c:v>0.55428764763779526</c:v>
                </c:pt>
                <c:pt idx="3698">
                  <c:v>0.55428764763779526</c:v>
                </c:pt>
                <c:pt idx="3699">
                  <c:v>0.55459522637795278</c:v>
                </c:pt>
                <c:pt idx="3700">
                  <c:v>0.55459522637795278</c:v>
                </c:pt>
                <c:pt idx="3701">
                  <c:v>0.55490280511811019</c:v>
                </c:pt>
                <c:pt idx="3702">
                  <c:v>0.55490280511811019</c:v>
                </c:pt>
                <c:pt idx="3703">
                  <c:v>0.55521038385826771</c:v>
                </c:pt>
                <c:pt idx="3704">
                  <c:v>0.55521038385826771</c:v>
                </c:pt>
                <c:pt idx="3705">
                  <c:v>0.55548720472440949</c:v>
                </c:pt>
                <c:pt idx="3706">
                  <c:v>0.55548720472440949</c:v>
                </c:pt>
                <c:pt idx="3707">
                  <c:v>0.5557947834645669</c:v>
                </c:pt>
                <c:pt idx="3708">
                  <c:v>0.5557947834645669</c:v>
                </c:pt>
                <c:pt idx="3709">
                  <c:v>0.55610236220472442</c:v>
                </c:pt>
                <c:pt idx="3710">
                  <c:v>0.55610236220472442</c:v>
                </c:pt>
                <c:pt idx="3711">
                  <c:v>0.55640994094488194</c:v>
                </c:pt>
                <c:pt idx="3712">
                  <c:v>0.55640994094488194</c:v>
                </c:pt>
                <c:pt idx="3713">
                  <c:v>0.55668676181102361</c:v>
                </c:pt>
                <c:pt idx="3714">
                  <c:v>0.55668676181102361</c:v>
                </c:pt>
                <c:pt idx="3715">
                  <c:v>0.55699434055118113</c:v>
                </c:pt>
                <c:pt idx="3716">
                  <c:v>0.55699434055118113</c:v>
                </c:pt>
                <c:pt idx="3717">
                  <c:v>0.55730191929133854</c:v>
                </c:pt>
                <c:pt idx="3718">
                  <c:v>0.55730191929133854</c:v>
                </c:pt>
                <c:pt idx="3719">
                  <c:v>0.55760949803149606</c:v>
                </c:pt>
                <c:pt idx="3720">
                  <c:v>0.55760949803149606</c:v>
                </c:pt>
                <c:pt idx="3721">
                  <c:v>0.55788631889763785</c:v>
                </c:pt>
                <c:pt idx="3722">
                  <c:v>0.55788631889763785</c:v>
                </c:pt>
                <c:pt idx="3723">
                  <c:v>0.55819389763779526</c:v>
                </c:pt>
                <c:pt idx="3724">
                  <c:v>0.55819389763779526</c:v>
                </c:pt>
                <c:pt idx="3725">
                  <c:v>0.55850147637795278</c:v>
                </c:pt>
                <c:pt idx="3726">
                  <c:v>0.55850147637795278</c:v>
                </c:pt>
                <c:pt idx="3727">
                  <c:v>0.55880905511811019</c:v>
                </c:pt>
                <c:pt idx="3728">
                  <c:v>0.55880905511811019</c:v>
                </c:pt>
                <c:pt idx="3729">
                  <c:v>0.55908587598425197</c:v>
                </c:pt>
                <c:pt idx="3730">
                  <c:v>0.55908587598425197</c:v>
                </c:pt>
                <c:pt idx="3731">
                  <c:v>0.55939345472440949</c:v>
                </c:pt>
                <c:pt idx="3732">
                  <c:v>0.55939345472440949</c:v>
                </c:pt>
                <c:pt idx="3733">
                  <c:v>0.5597010334645669</c:v>
                </c:pt>
                <c:pt idx="3734">
                  <c:v>0.5597010334645669</c:v>
                </c:pt>
                <c:pt idx="3735">
                  <c:v>0.56000861220472442</c:v>
                </c:pt>
                <c:pt idx="3736">
                  <c:v>0.56000861220472442</c:v>
                </c:pt>
                <c:pt idx="3737">
                  <c:v>0.56028543307086609</c:v>
                </c:pt>
                <c:pt idx="3738">
                  <c:v>0.56028543307086609</c:v>
                </c:pt>
                <c:pt idx="3739">
                  <c:v>0.56059301181102361</c:v>
                </c:pt>
                <c:pt idx="3740">
                  <c:v>0.56059301181102361</c:v>
                </c:pt>
                <c:pt idx="3741">
                  <c:v>0.56090059055118113</c:v>
                </c:pt>
                <c:pt idx="3742">
                  <c:v>0.56090059055118113</c:v>
                </c:pt>
                <c:pt idx="3743">
                  <c:v>0.56120816929133854</c:v>
                </c:pt>
                <c:pt idx="3744">
                  <c:v>0.56120816929133854</c:v>
                </c:pt>
                <c:pt idx="3745">
                  <c:v>0.56148499015748032</c:v>
                </c:pt>
                <c:pt idx="3746">
                  <c:v>0.56148499015748032</c:v>
                </c:pt>
                <c:pt idx="3747">
                  <c:v>0.56179256889763785</c:v>
                </c:pt>
                <c:pt idx="3748">
                  <c:v>0.56179256889763785</c:v>
                </c:pt>
                <c:pt idx="3749">
                  <c:v>0.56210014763779526</c:v>
                </c:pt>
                <c:pt idx="3750">
                  <c:v>0.56210014763779526</c:v>
                </c:pt>
                <c:pt idx="3751">
                  <c:v>0.56240772637795278</c:v>
                </c:pt>
                <c:pt idx="3752">
                  <c:v>0.56240772637795278</c:v>
                </c:pt>
                <c:pt idx="3753">
                  <c:v>0.56268454724409445</c:v>
                </c:pt>
                <c:pt idx="3754">
                  <c:v>0.56268454724409445</c:v>
                </c:pt>
                <c:pt idx="3755">
                  <c:v>0.56299212598425197</c:v>
                </c:pt>
                <c:pt idx="3756">
                  <c:v>0.56299212598425197</c:v>
                </c:pt>
                <c:pt idx="3757">
                  <c:v>0.56329970472440949</c:v>
                </c:pt>
                <c:pt idx="3758">
                  <c:v>0.56329970472440949</c:v>
                </c:pt>
                <c:pt idx="3759">
                  <c:v>0.5636072834645669</c:v>
                </c:pt>
                <c:pt idx="3760">
                  <c:v>0.5636072834645669</c:v>
                </c:pt>
                <c:pt idx="3761">
                  <c:v>0.56391486220472442</c:v>
                </c:pt>
                <c:pt idx="3762">
                  <c:v>0.56391486220472442</c:v>
                </c:pt>
                <c:pt idx="3763">
                  <c:v>0.56419168307086609</c:v>
                </c:pt>
                <c:pt idx="3764">
                  <c:v>0.56419168307086609</c:v>
                </c:pt>
                <c:pt idx="3765">
                  <c:v>0.56449926181102361</c:v>
                </c:pt>
                <c:pt idx="3766">
                  <c:v>0.56449926181102361</c:v>
                </c:pt>
                <c:pt idx="3767">
                  <c:v>0.56480684055118113</c:v>
                </c:pt>
                <c:pt idx="3768">
                  <c:v>0.56480684055118113</c:v>
                </c:pt>
                <c:pt idx="3769">
                  <c:v>0.56511441929133854</c:v>
                </c:pt>
                <c:pt idx="3770">
                  <c:v>0.56511441929133854</c:v>
                </c:pt>
                <c:pt idx="3771">
                  <c:v>0.56539124015748032</c:v>
                </c:pt>
                <c:pt idx="3772">
                  <c:v>0.56539124015748032</c:v>
                </c:pt>
                <c:pt idx="3773">
                  <c:v>0.56569881889763785</c:v>
                </c:pt>
                <c:pt idx="3774">
                  <c:v>0.56569881889763785</c:v>
                </c:pt>
                <c:pt idx="3775">
                  <c:v>0.56600639763779526</c:v>
                </c:pt>
                <c:pt idx="3776">
                  <c:v>0.56600639763779526</c:v>
                </c:pt>
                <c:pt idx="3777">
                  <c:v>0.56631397637795278</c:v>
                </c:pt>
                <c:pt idx="3778">
                  <c:v>0.56631397637795278</c:v>
                </c:pt>
                <c:pt idx="3779">
                  <c:v>0.56659079724409445</c:v>
                </c:pt>
                <c:pt idx="3780">
                  <c:v>0.56659079724409445</c:v>
                </c:pt>
                <c:pt idx="3781">
                  <c:v>0.56689837598425197</c:v>
                </c:pt>
                <c:pt idx="3782">
                  <c:v>0.56689837598425197</c:v>
                </c:pt>
                <c:pt idx="3783">
                  <c:v>0.56720595472440949</c:v>
                </c:pt>
                <c:pt idx="3784">
                  <c:v>0.56720595472440949</c:v>
                </c:pt>
                <c:pt idx="3785">
                  <c:v>0.5675135334645669</c:v>
                </c:pt>
                <c:pt idx="3786">
                  <c:v>0.5675135334645669</c:v>
                </c:pt>
                <c:pt idx="3787">
                  <c:v>0.56779035433070868</c:v>
                </c:pt>
                <c:pt idx="3788">
                  <c:v>0.56779035433070868</c:v>
                </c:pt>
                <c:pt idx="3789">
                  <c:v>0.56809793307086609</c:v>
                </c:pt>
                <c:pt idx="3790">
                  <c:v>0.56809793307086609</c:v>
                </c:pt>
                <c:pt idx="3791">
                  <c:v>0.56840551181102361</c:v>
                </c:pt>
                <c:pt idx="3792">
                  <c:v>0.56840551181102361</c:v>
                </c:pt>
                <c:pt idx="3793">
                  <c:v>0.56871309055118113</c:v>
                </c:pt>
                <c:pt idx="3794">
                  <c:v>0.56871309055118113</c:v>
                </c:pt>
                <c:pt idx="3795">
                  <c:v>0.5689899114173228</c:v>
                </c:pt>
                <c:pt idx="3796">
                  <c:v>0.5689899114173228</c:v>
                </c:pt>
                <c:pt idx="3797">
                  <c:v>0.56929749015748032</c:v>
                </c:pt>
                <c:pt idx="3798">
                  <c:v>0.56929749015748032</c:v>
                </c:pt>
                <c:pt idx="3799">
                  <c:v>0.56960506889763785</c:v>
                </c:pt>
                <c:pt idx="3800">
                  <c:v>0.56960506889763785</c:v>
                </c:pt>
                <c:pt idx="3801">
                  <c:v>0.56991264763779526</c:v>
                </c:pt>
                <c:pt idx="3802">
                  <c:v>0.56991264763779526</c:v>
                </c:pt>
                <c:pt idx="3803">
                  <c:v>0.57018946850393704</c:v>
                </c:pt>
                <c:pt idx="3804">
                  <c:v>0.57018946850393704</c:v>
                </c:pt>
                <c:pt idx="3805">
                  <c:v>0.57049704724409445</c:v>
                </c:pt>
                <c:pt idx="3806">
                  <c:v>0.57049704724409445</c:v>
                </c:pt>
                <c:pt idx="3807">
                  <c:v>0.57080462598425197</c:v>
                </c:pt>
                <c:pt idx="3808">
                  <c:v>0.57080462598425197</c:v>
                </c:pt>
                <c:pt idx="3809">
                  <c:v>0.57111220472440949</c:v>
                </c:pt>
                <c:pt idx="3810">
                  <c:v>0.57111220472440949</c:v>
                </c:pt>
                <c:pt idx="3811">
                  <c:v>0.57138902559055116</c:v>
                </c:pt>
                <c:pt idx="3812">
                  <c:v>0.57138902559055116</c:v>
                </c:pt>
                <c:pt idx="3813">
                  <c:v>0.57169660433070868</c:v>
                </c:pt>
                <c:pt idx="3814">
                  <c:v>0.57169660433070868</c:v>
                </c:pt>
                <c:pt idx="3815">
                  <c:v>0.57200418307086609</c:v>
                </c:pt>
                <c:pt idx="3816">
                  <c:v>0.57200418307086609</c:v>
                </c:pt>
                <c:pt idx="3817">
                  <c:v>0.57231176181102361</c:v>
                </c:pt>
                <c:pt idx="3818">
                  <c:v>0.57231176181102361</c:v>
                </c:pt>
                <c:pt idx="3819">
                  <c:v>0.57258858267716539</c:v>
                </c:pt>
                <c:pt idx="3820">
                  <c:v>0.57258858267716539</c:v>
                </c:pt>
                <c:pt idx="3821">
                  <c:v>0.5728961614173228</c:v>
                </c:pt>
                <c:pt idx="3822">
                  <c:v>0.5728961614173228</c:v>
                </c:pt>
                <c:pt idx="3823">
                  <c:v>0.57320374015748032</c:v>
                </c:pt>
                <c:pt idx="3824">
                  <c:v>0.57320374015748032</c:v>
                </c:pt>
                <c:pt idx="3825">
                  <c:v>0.57351131889763785</c:v>
                </c:pt>
                <c:pt idx="3826">
                  <c:v>0.57351131889763785</c:v>
                </c:pt>
                <c:pt idx="3827">
                  <c:v>0.57378813976377951</c:v>
                </c:pt>
                <c:pt idx="3828">
                  <c:v>0.57378813976377951</c:v>
                </c:pt>
                <c:pt idx="3829">
                  <c:v>0.57409571850393704</c:v>
                </c:pt>
                <c:pt idx="3830">
                  <c:v>0.57409571850393704</c:v>
                </c:pt>
                <c:pt idx="3831">
                  <c:v>0.57440329724409445</c:v>
                </c:pt>
                <c:pt idx="3832">
                  <c:v>0.57440329724409445</c:v>
                </c:pt>
                <c:pt idx="3833">
                  <c:v>0.57471087598425197</c:v>
                </c:pt>
                <c:pt idx="3834">
                  <c:v>0.57471087598425197</c:v>
                </c:pt>
                <c:pt idx="3835">
                  <c:v>0.57498769685039375</c:v>
                </c:pt>
                <c:pt idx="3836">
                  <c:v>0.57498769685039375</c:v>
                </c:pt>
                <c:pt idx="3837">
                  <c:v>0.57529527559055116</c:v>
                </c:pt>
                <c:pt idx="3838">
                  <c:v>0.57529527559055116</c:v>
                </c:pt>
                <c:pt idx="3839">
                  <c:v>0.57560285433070868</c:v>
                </c:pt>
                <c:pt idx="3840">
                  <c:v>0.57560285433070868</c:v>
                </c:pt>
                <c:pt idx="3841">
                  <c:v>0.57591043307086609</c:v>
                </c:pt>
                <c:pt idx="3842">
                  <c:v>0.57591043307086609</c:v>
                </c:pt>
                <c:pt idx="3843">
                  <c:v>0.57618725393700787</c:v>
                </c:pt>
                <c:pt idx="3844">
                  <c:v>0.57618725393700787</c:v>
                </c:pt>
                <c:pt idx="3845">
                  <c:v>0.57649483267716539</c:v>
                </c:pt>
                <c:pt idx="3846">
                  <c:v>0.57649483267716539</c:v>
                </c:pt>
                <c:pt idx="3847">
                  <c:v>0.5768024114173228</c:v>
                </c:pt>
                <c:pt idx="3848">
                  <c:v>0.5768024114173228</c:v>
                </c:pt>
                <c:pt idx="3849">
                  <c:v>0.57710999015748032</c:v>
                </c:pt>
                <c:pt idx="3850">
                  <c:v>0.57710999015748032</c:v>
                </c:pt>
                <c:pt idx="3851">
                  <c:v>0.57738681102362199</c:v>
                </c:pt>
                <c:pt idx="3852">
                  <c:v>0.57738681102362199</c:v>
                </c:pt>
                <c:pt idx="3853">
                  <c:v>0.57769438976377951</c:v>
                </c:pt>
                <c:pt idx="3854">
                  <c:v>0.57769438976377951</c:v>
                </c:pt>
                <c:pt idx="3855">
                  <c:v>0.57800196850393704</c:v>
                </c:pt>
                <c:pt idx="3856">
                  <c:v>0.57800196850393704</c:v>
                </c:pt>
                <c:pt idx="3857">
                  <c:v>0.57830954724409445</c:v>
                </c:pt>
                <c:pt idx="3858">
                  <c:v>0.57830954724409445</c:v>
                </c:pt>
                <c:pt idx="3859">
                  <c:v>0.57858636811023623</c:v>
                </c:pt>
                <c:pt idx="3860">
                  <c:v>0.57858636811023623</c:v>
                </c:pt>
                <c:pt idx="3861">
                  <c:v>0.57889394685039375</c:v>
                </c:pt>
                <c:pt idx="3862">
                  <c:v>0.57889394685039375</c:v>
                </c:pt>
                <c:pt idx="3863">
                  <c:v>0.57920152559055116</c:v>
                </c:pt>
                <c:pt idx="3864">
                  <c:v>0.57920152559055116</c:v>
                </c:pt>
                <c:pt idx="3865">
                  <c:v>0.57950910433070868</c:v>
                </c:pt>
                <c:pt idx="3866">
                  <c:v>0.57950910433070868</c:v>
                </c:pt>
                <c:pt idx="3867">
                  <c:v>0.57978592519685035</c:v>
                </c:pt>
                <c:pt idx="3868">
                  <c:v>0.57978592519685035</c:v>
                </c:pt>
                <c:pt idx="3869">
                  <c:v>0.58009350393700787</c:v>
                </c:pt>
                <c:pt idx="3870">
                  <c:v>0.58009350393700787</c:v>
                </c:pt>
                <c:pt idx="3871">
                  <c:v>0.58040108267716539</c:v>
                </c:pt>
                <c:pt idx="3872">
                  <c:v>0.58040108267716539</c:v>
                </c:pt>
                <c:pt idx="3873">
                  <c:v>0.5807086614173228</c:v>
                </c:pt>
                <c:pt idx="3874">
                  <c:v>0.5807086614173228</c:v>
                </c:pt>
                <c:pt idx="3875">
                  <c:v>0.58098548228346458</c:v>
                </c:pt>
                <c:pt idx="3876">
                  <c:v>0.58098548228346458</c:v>
                </c:pt>
                <c:pt idx="3877">
                  <c:v>0.58129306102362199</c:v>
                </c:pt>
                <c:pt idx="3878">
                  <c:v>0.58129306102362199</c:v>
                </c:pt>
                <c:pt idx="3879">
                  <c:v>0.58160063976377951</c:v>
                </c:pt>
                <c:pt idx="3880">
                  <c:v>0.58160063976377951</c:v>
                </c:pt>
                <c:pt idx="3881">
                  <c:v>0.58190821850393704</c:v>
                </c:pt>
                <c:pt idx="3882">
                  <c:v>0.58190821850393704</c:v>
                </c:pt>
                <c:pt idx="3883">
                  <c:v>0.58218503937007871</c:v>
                </c:pt>
                <c:pt idx="3884">
                  <c:v>0.58218503937007871</c:v>
                </c:pt>
                <c:pt idx="3885">
                  <c:v>0.58249261811023623</c:v>
                </c:pt>
                <c:pt idx="3886">
                  <c:v>0.58249261811023623</c:v>
                </c:pt>
                <c:pt idx="3887">
                  <c:v>0.58280019685039375</c:v>
                </c:pt>
                <c:pt idx="3888">
                  <c:v>0.58280019685039375</c:v>
                </c:pt>
                <c:pt idx="3889">
                  <c:v>0.58310777559055116</c:v>
                </c:pt>
                <c:pt idx="3890">
                  <c:v>0.58310777559055116</c:v>
                </c:pt>
                <c:pt idx="3891">
                  <c:v>0.58338459645669294</c:v>
                </c:pt>
                <c:pt idx="3892">
                  <c:v>0.58338459645669294</c:v>
                </c:pt>
                <c:pt idx="3893">
                  <c:v>0.58369217519685035</c:v>
                </c:pt>
                <c:pt idx="3894">
                  <c:v>0.58369217519685035</c:v>
                </c:pt>
                <c:pt idx="3895">
                  <c:v>0.58399975393700787</c:v>
                </c:pt>
                <c:pt idx="3896">
                  <c:v>0.58399975393700787</c:v>
                </c:pt>
                <c:pt idx="3897">
                  <c:v>0.58430733267716539</c:v>
                </c:pt>
                <c:pt idx="3898">
                  <c:v>0.58430733267716539</c:v>
                </c:pt>
                <c:pt idx="3899">
                  <c:v>0.58458415354330706</c:v>
                </c:pt>
                <c:pt idx="3900">
                  <c:v>0.58458415354330706</c:v>
                </c:pt>
                <c:pt idx="3901">
                  <c:v>0.58489173228346458</c:v>
                </c:pt>
                <c:pt idx="3902">
                  <c:v>0.58489173228346458</c:v>
                </c:pt>
                <c:pt idx="3903">
                  <c:v>0.58519931102362199</c:v>
                </c:pt>
                <c:pt idx="3904">
                  <c:v>0.58519931102362199</c:v>
                </c:pt>
                <c:pt idx="3905">
                  <c:v>0.58550688976377951</c:v>
                </c:pt>
                <c:pt idx="3906">
                  <c:v>0.58550688976377951</c:v>
                </c:pt>
                <c:pt idx="3907">
                  <c:v>0.58578371062992129</c:v>
                </c:pt>
                <c:pt idx="3908">
                  <c:v>0.58578371062992129</c:v>
                </c:pt>
                <c:pt idx="3909">
                  <c:v>0.58609128937007871</c:v>
                </c:pt>
                <c:pt idx="3910">
                  <c:v>0.58609128937007871</c:v>
                </c:pt>
                <c:pt idx="3911">
                  <c:v>0.58639886811023623</c:v>
                </c:pt>
                <c:pt idx="3912">
                  <c:v>0.58639886811023623</c:v>
                </c:pt>
                <c:pt idx="3913">
                  <c:v>0.58670644685039375</c:v>
                </c:pt>
                <c:pt idx="3914">
                  <c:v>0.58670644685039375</c:v>
                </c:pt>
                <c:pt idx="3915">
                  <c:v>0.58698326771653542</c:v>
                </c:pt>
                <c:pt idx="3916">
                  <c:v>0.58698326771653542</c:v>
                </c:pt>
                <c:pt idx="3917">
                  <c:v>0.58729084645669294</c:v>
                </c:pt>
                <c:pt idx="3918">
                  <c:v>0.58729084645669294</c:v>
                </c:pt>
                <c:pt idx="3919">
                  <c:v>0.58759842519685035</c:v>
                </c:pt>
                <c:pt idx="3920">
                  <c:v>0.58759842519685035</c:v>
                </c:pt>
                <c:pt idx="3921">
                  <c:v>0.58790600393700787</c:v>
                </c:pt>
                <c:pt idx="3922">
                  <c:v>0.58790600393700787</c:v>
                </c:pt>
                <c:pt idx="3923">
                  <c:v>0.58818282480314965</c:v>
                </c:pt>
                <c:pt idx="3924">
                  <c:v>0.58818282480314965</c:v>
                </c:pt>
                <c:pt idx="3925">
                  <c:v>0.58849040354330706</c:v>
                </c:pt>
                <c:pt idx="3926">
                  <c:v>0.58849040354330706</c:v>
                </c:pt>
                <c:pt idx="3927">
                  <c:v>0.58879798228346458</c:v>
                </c:pt>
                <c:pt idx="3928">
                  <c:v>0.58879798228346458</c:v>
                </c:pt>
                <c:pt idx="3929">
                  <c:v>0.58910556102362199</c:v>
                </c:pt>
                <c:pt idx="3930">
                  <c:v>0.58910556102362199</c:v>
                </c:pt>
                <c:pt idx="3931">
                  <c:v>0.58938238188976377</c:v>
                </c:pt>
                <c:pt idx="3932">
                  <c:v>0.58938238188976377</c:v>
                </c:pt>
                <c:pt idx="3933">
                  <c:v>0.58968996062992129</c:v>
                </c:pt>
                <c:pt idx="3934">
                  <c:v>0.58968996062992129</c:v>
                </c:pt>
                <c:pt idx="3935">
                  <c:v>0.58999753937007871</c:v>
                </c:pt>
                <c:pt idx="3936">
                  <c:v>0.58999753937007871</c:v>
                </c:pt>
                <c:pt idx="3937">
                  <c:v>0.59030511811023623</c:v>
                </c:pt>
                <c:pt idx="3938">
                  <c:v>0.59030511811023623</c:v>
                </c:pt>
                <c:pt idx="3939">
                  <c:v>0.59058193897637801</c:v>
                </c:pt>
                <c:pt idx="3940">
                  <c:v>0.59058193897637801</c:v>
                </c:pt>
                <c:pt idx="3941">
                  <c:v>0.59088951771653542</c:v>
                </c:pt>
                <c:pt idx="3942">
                  <c:v>0.59088951771653542</c:v>
                </c:pt>
                <c:pt idx="3943">
                  <c:v>0.59119709645669294</c:v>
                </c:pt>
                <c:pt idx="3944">
                  <c:v>0.59119709645669294</c:v>
                </c:pt>
                <c:pt idx="3945">
                  <c:v>0.59150467519685035</c:v>
                </c:pt>
                <c:pt idx="3946">
                  <c:v>0.59150467519685035</c:v>
                </c:pt>
                <c:pt idx="3947">
                  <c:v>0.59178149606299213</c:v>
                </c:pt>
                <c:pt idx="3948">
                  <c:v>0.59178149606299213</c:v>
                </c:pt>
                <c:pt idx="3949">
                  <c:v>0.59208907480314965</c:v>
                </c:pt>
                <c:pt idx="3950">
                  <c:v>0.59208907480314965</c:v>
                </c:pt>
                <c:pt idx="3951">
                  <c:v>0.59239665354330706</c:v>
                </c:pt>
                <c:pt idx="3952">
                  <c:v>0.59239665354330706</c:v>
                </c:pt>
                <c:pt idx="3953">
                  <c:v>0.59270423228346458</c:v>
                </c:pt>
                <c:pt idx="3954">
                  <c:v>0.59270423228346458</c:v>
                </c:pt>
                <c:pt idx="3955">
                  <c:v>0.59298105314960625</c:v>
                </c:pt>
                <c:pt idx="3956">
                  <c:v>0.59298105314960625</c:v>
                </c:pt>
                <c:pt idx="3957">
                  <c:v>0.59328863188976377</c:v>
                </c:pt>
                <c:pt idx="3958">
                  <c:v>0.59328863188976377</c:v>
                </c:pt>
                <c:pt idx="3959">
                  <c:v>0.59359621062992129</c:v>
                </c:pt>
                <c:pt idx="3960">
                  <c:v>0.59359621062992129</c:v>
                </c:pt>
                <c:pt idx="3961">
                  <c:v>0.59390378937007871</c:v>
                </c:pt>
                <c:pt idx="3962">
                  <c:v>0.59390378937007871</c:v>
                </c:pt>
                <c:pt idx="3963">
                  <c:v>0.59418061023622049</c:v>
                </c:pt>
                <c:pt idx="3964">
                  <c:v>0.59418061023622049</c:v>
                </c:pt>
                <c:pt idx="3965">
                  <c:v>0.59448818897637801</c:v>
                </c:pt>
                <c:pt idx="3966">
                  <c:v>0.59448818897637801</c:v>
                </c:pt>
                <c:pt idx="3967">
                  <c:v>0.59479576771653542</c:v>
                </c:pt>
                <c:pt idx="3968">
                  <c:v>0.59479576771653542</c:v>
                </c:pt>
                <c:pt idx="3969">
                  <c:v>0.59510334645669294</c:v>
                </c:pt>
                <c:pt idx="3970">
                  <c:v>0.59510334645669294</c:v>
                </c:pt>
                <c:pt idx="3971">
                  <c:v>0.59538016732283461</c:v>
                </c:pt>
                <c:pt idx="3972">
                  <c:v>0.59538016732283461</c:v>
                </c:pt>
                <c:pt idx="3973">
                  <c:v>0.59568774606299213</c:v>
                </c:pt>
                <c:pt idx="3974">
                  <c:v>0.59568774606299213</c:v>
                </c:pt>
                <c:pt idx="3975">
                  <c:v>0.59599532480314965</c:v>
                </c:pt>
                <c:pt idx="3976">
                  <c:v>0.59599532480314965</c:v>
                </c:pt>
                <c:pt idx="3977">
                  <c:v>0.59630290354330706</c:v>
                </c:pt>
                <c:pt idx="3978">
                  <c:v>0.59630290354330706</c:v>
                </c:pt>
                <c:pt idx="3979">
                  <c:v>0.59657972440944884</c:v>
                </c:pt>
                <c:pt idx="3980">
                  <c:v>0.59657972440944884</c:v>
                </c:pt>
                <c:pt idx="3981">
                  <c:v>0.59688730314960625</c:v>
                </c:pt>
                <c:pt idx="3982">
                  <c:v>0.59688730314960625</c:v>
                </c:pt>
                <c:pt idx="3983">
                  <c:v>0.59719488188976377</c:v>
                </c:pt>
                <c:pt idx="3984">
                  <c:v>0.59719488188976377</c:v>
                </c:pt>
                <c:pt idx="3985">
                  <c:v>0.59750246062992129</c:v>
                </c:pt>
                <c:pt idx="3986">
                  <c:v>0.59750246062992129</c:v>
                </c:pt>
                <c:pt idx="3987">
                  <c:v>0.59777928149606296</c:v>
                </c:pt>
                <c:pt idx="3988">
                  <c:v>0.59777928149606296</c:v>
                </c:pt>
                <c:pt idx="3989">
                  <c:v>0.59808686023622049</c:v>
                </c:pt>
                <c:pt idx="3990">
                  <c:v>0.59808686023622049</c:v>
                </c:pt>
                <c:pt idx="3991">
                  <c:v>0.59839443897637801</c:v>
                </c:pt>
                <c:pt idx="3992">
                  <c:v>0.59839443897637801</c:v>
                </c:pt>
                <c:pt idx="3993">
                  <c:v>0.59870201771653542</c:v>
                </c:pt>
                <c:pt idx="3994">
                  <c:v>0.59870201771653542</c:v>
                </c:pt>
                <c:pt idx="3995">
                  <c:v>0.59900959645669294</c:v>
                </c:pt>
                <c:pt idx="3996">
                  <c:v>0.59900959645669294</c:v>
                </c:pt>
              </c:numCache>
            </c:numRef>
          </c:xVal>
          <c:yVal>
            <c:numRef>
              <c:f>データ!$E$2:$E$3998</c:f>
              <c:numCache>
                <c:formatCode>General</c:formatCode>
                <c:ptCount val="3997"/>
                <c:pt idx="0">
                  <c:v>0</c:v>
                </c:pt>
                <c:pt idx="1">
                  <c:v>0</c:v>
                </c:pt>
                <c:pt idx="2">
                  <c:v>0</c:v>
                </c:pt>
                <c:pt idx="3">
                  <c:v>0</c:v>
                </c:pt>
                <c:pt idx="4">
                  <c:v>0</c:v>
                </c:pt>
                <c:pt idx="5">
                  <c:v>0</c:v>
                </c:pt>
                <c:pt idx="6">
                  <c:v>0</c:v>
                </c:pt>
                <c:pt idx="7">
                  <c:v>0</c:v>
                </c:pt>
                <c:pt idx="8">
                  <c:v>0</c:v>
                </c:pt>
                <c:pt idx="9">
                  <c:v>0</c:v>
                </c:pt>
                <c:pt idx="10">
                  <c:v>0</c:v>
                </c:pt>
                <c:pt idx="11">
                  <c:v>0</c:v>
                </c:pt>
                <c:pt idx="12">
                  <c:v>5.0000000000000001E-3</c:v>
                </c:pt>
                <c:pt idx="13">
                  <c:v>5.0000000000000001E-3</c:v>
                </c:pt>
                <c:pt idx="14">
                  <c:v>0.01</c:v>
                </c:pt>
                <c:pt idx="15">
                  <c:v>0.01</c:v>
                </c:pt>
                <c:pt idx="16">
                  <c:v>0.02</c:v>
                </c:pt>
                <c:pt idx="17">
                  <c:v>0.02</c:v>
                </c:pt>
                <c:pt idx="18">
                  <c:v>0.02</c:v>
                </c:pt>
                <c:pt idx="19">
                  <c:v>0.02</c:v>
                </c:pt>
                <c:pt idx="20">
                  <c:v>0.02</c:v>
                </c:pt>
                <c:pt idx="21">
                  <c:v>0.02</c:v>
                </c:pt>
                <c:pt idx="22">
                  <c:v>0.02</c:v>
                </c:pt>
                <c:pt idx="23">
                  <c:v>0.02</c:v>
                </c:pt>
                <c:pt idx="24">
                  <c:v>0.02</c:v>
                </c:pt>
                <c:pt idx="25">
                  <c:v>0.02</c:v>
                </c:pt>
                <c:pt idx="26">
                  <c:v>2.5000000000000001E-2</c:v>
                </c:pt>
                <c:pt idx="27">
                  <c:v>2.5000000000000001E-2</c:v>
                </c:pt>
                <c:pt idx="28">
                  <c:v>2.5000000000000001E-2</c:v>
                </c:pt>
                <c:pt idx="29">
                  <c:v>2.5000000000000001E-2</c:v>
                </c:pt>
                <c:pt idx="30">
                  <c:v>0.03</c:v>
                </c:pt>
                <c:pt idx="31">
                  <c:v>0.03</c:v>
                </c:pt>
                <c:pt idx="32">
                  <c:v>3.5000000000000003E-2</c:v>
                </c:pt>
                <c:pt idx="33">
                  <c:v>3.5000000000000003E-2</c:v>
                </c:pt>
                <c:pt idx="34">
                  <c:v>3.5000000000000003E-2</c:v>
                </c:pt>
                <c:pt idx="35">
                  <c:v>3.5000000000000003E-2</c:v>
                </c:pt>
                <c:pt idx="36">
                  <c:v>0.04</c:v>
                </c:pt>
                <c:pt idx="37">
                  <c:v>0.04</c:v>
                </c:pt>
                <c:pt idx="38">
                  <c:v>0.05</c:v>
                </c:pt>
                <c:pt idx="39">
                  <c:v>0.05</c:v>
                </c:pt>
                <c:pt idx="40">
                  <c:v>5.5E-2</c:v>
                </c:pt>
                <c:pt idx="41">
                  <c:v>5.5E-2</c:v>
                </c:pt>
                <c:pt idx="42">
                  <c:v>0.06</c:v>
                </c:pt>
                <c:pt idx="43">
                  <c:v>0.06</c:v>
                </c:pt>
                <c:pt idx="44">
                  <c:v>0.06</c:v>
                </c:pt>
                <c:pt idx="45">
                  <c:v>0.06</c:v>
                </c:pt>
                <c:pt idx="46">
                  <c:v>7.4999999999999997E-2</c:v>
                </c:pt>
                <c:pt idx="47">
                  <c:v>7.4999999999999997E-2</c:v>
                </c:pt>
                <c:pt idx="48">
                  <c:v>7.4999999999999997E-2</c:v>
                </c:pt>
                <c:pt idx="49">
                  <c:v>7.4999999999999997E-2</c:v>
                </c:pt>
                <c:pt idx="50">
                  <c:v>0.08</c:v>
                </c:pt>
                <c:pt idx="51">
                  <c:v>0.08</c:v>
                </c:pt>
                <c:pt idx="52">
                  <c:v>0.08</c:v>
                </c:pt>
                <c:pt idx="53">
                  <c:v>0.08</c:v>
                </c:pt>
                <c:pt idx="54">
                  <c:v>0.08</c:v>
                </c:pt>
                <c:pt idx="55">
                  <c:v>0.08</c:v>
                </c:pt>
                <c:pt idx="56">
                  <c:v>0.08</c:v>
                </c:pt>
                <c:pt idx="57">
                  <c:v>0.08</c:v>
                </c:pt>
                <c:pt idx="58">
                  <c:v>0.08</c:v>
                </c:pt>
                <c:pt idx="59">
                  <c:v>0.08</c:v>
                </c:pt>
                <c:pt idx="60">
                  <c:v>0.08</c:v>
                </c:pt>
                <c:pt idx="61">
                  <c:v>0.08</c:v>
                </c:pt>
                <c:pt idx="62">
                  <c:v>0.08</c:v>
                </c:pt>
                <c:pt idx="63">
                  <c:v>0.08</c:v>
                </c:pt>
                <c:pt idx="64">
                  <c:v>0.1</c:v>
                </c:pt>
                <c:pt idx="65">
                  <c:v>0.1</c:v>
                </c:pt>
                <c:pt idx="66">
                  <c:v>0.1</c:v>
                </c:pt>
                <c:pt idx="67">
                  <c:v>0.1</c:v>
                </c:pt>
                <c:pt idx="68">
                  <c:v>0.11</c:v>
                </c:pt>
                <c:pt idx="69">
                  <c:v>0.11</c:v>
                </c:pt>
                <c:pt idx="70">
                  <c:v>0.115</c:v>
                </c:pt>
                <c:pt idx="71">
                  <c:v>0.115</c:v>
                </c:pt>
                <c:pt idx="72">
                  <c:v>0.13500000000000001</c:v>
                </c:pt>
                <c:pt idx="73">
                  <c:v>0.13500000000000001</c:v>
                </c:pt>
                <c:pt idx="74">
                  <c:v>0.13500000000000001</c:v>
                </c:pt>
                <c:pt idx="75">
                  <c:v>0.13500000000000001</c:v>
                </c:pt>
                <c:pt idx="76">
                  <c:v>0.14000000000000001</c:v>
                </c:pt>
                <c:pt idx="77">
                  <c:v>0.14000000000000001</c:v>
                </c:pt>
                <c:pt idx="78">
                  <c:v>0.14000000000000001</c:v>
                </c:pt>
                <c:pt idx="79">
                  <c:v>0.14000000000000001</c:v>
                </c:pt>
                <c:pt idx="80">
                  <c:v>0.16</c:v>
                </c:pt>
                <c:pt idx="81">
                  <c:v>0.16</c:v>
                </c:pt>
                <c:pt idx="82">
                  <c:v>0.16500000000000001</c:v>
                </c:pt>
                <c:pt idx="83">
                  <c:v>0.16500000000000001</c:v>
                </c:pt>
                <c:pt idx="84">
                  <c:v>0.16500000000000001</c:v>
                </c:pt>
                <c:pt idx="85">
                  <c:v>0.16500000000000001</c:v>
                </c:pt>
                <c:pt idx="86">
                  <c:v>0.17499999999999999</c:v>
                </c:pt>
                <c:pt idx="87">
                  <c:v>0.17499999999999999</c:v>
                </c:pt>
                <c:pt idx="88">
                  <c:v>0.19500000000000001</c:v>
                </c:pt>
                <c:pt idx="89">
                  <c:v>0.19500000000000001</c:v>
                </c:pt>
                <c:pt idx="90">
                  <c:v>0.19500000000000001</c:v>
                </c:pt>
                <c:pt idx="91">
                  <c:v>0.19500000000000001</c:v>
                </c:pt>
                <c:pt idx="92">
                  <c:v>0.21</c:v>
                </c:pt>
                <c:pt idx="93">
                  <c:v>0.21</c:v>
                </c:pt>
                <c:pt idx="94">
                  <c:v>0.215</c:v>
                </c:pt>
                <c:pt idx="95">
                  <c:v>0.215</c:v>
                </c:pt>
                <c:pt idx="96">
                  <c:v>0.215</c:v>
                </c:pt>
                <c:pt idx="97">
                  <c:v>0.215</c:v>
                </c:pt>
                <c:pt idx="98">
                  <c:v>0.22</c:v>
                </c:pt>
                <c:pt idx="99">
                  <c:v>0.22</c:v>
                </c:pt>
                <c:pt idx="100">
                  <c:v>0.245</c:v>
                </c:pt>
                <c:pt idx="101">
                  <c:v>0.245</c:v>
                </c:pt>
                <c:pt idx="102">
                  <c:v>0.26</c:v>
                </c:pt>
                <c:pt idx="103">
                  <c:v>0.26</c:v>
                </c:pt>
                <c:pt idx="104">
                  <c:v>0.26</c:v>
                </c:pt>
                <c:pt idx="105">
                  <c:v>0.26</c:v>
                </c:pt>
                <c:pt idx="106">
                  <c:v>0.26500000000000001</c:v>
                </c:pt>
                <c:pt idx="107">
                  <c:v>0.26500000000000001</c:v>
                </c:pt>
                <c:pt idx="108">
                  <c:v>0.27500000000000002</c:v>
                </c:pt>
                <c:pt idx="109">
                  <c:v>0.27500000000000002</c:v>
                </c:pt>
                <c:pt idx="110">
                  <c:v>0.27500000000000002</c:v>
                </c:pt>
                <c:pt idx="111">
                  <c:v>0.27500000000000002</c:v>
                </c:pt>
                <c:pt idx="112">
                  <c:v>0.29499999999999998</c:v>
                </c:pt>
                <c:pt idx="113">
                  <c:v>0.29499999999999998</c:v>
                </c:pt>
                <c:pt idx="114">
                  <c:v>0.29499999999999998</c:v>
                </c:pt>
                <c:pt idx="115">
                  <c:v>0.29499999999999998</c:v>
                </c:pt>
                <c:pt idx="116">
                  <c:v>0.3</c:v>
                </c:pt>
                <c:pt idx="117">
                  <c:v>0.3</c:v>
                </c:pt>
                <c:pt idx="118">
                  <c:v>0.30499999999999999</c:v>
                </c:pt>
                <c:pt idx="119">
                  <c:v>0.30499999999999999</c:v>
                </c:pt>
                <c:pt idx="120">
                  <c:v>0.32</c:v>
                </c:pt>
                <c:pt idx="121">
                  <c:v>0.32</c:v>
                </c:pt>
                <c:pt idx="122">
                  <c:v>0.33</c:v>
                </c:pt>
                <c:pt idx="123">
                  <c:v>0.33</c:v>
                </c:pt>
                <c:pt idx="124">
                  <c:v>0.34499999999999997</c:v>
                </c:pt>
                <c:pt idx="125">
                  <c:v>0.34499999999999997</c:v>
                </c:pt>
                <c:pt idx="126">
                  <c:v>0.35499999999999998</c:v>
                </c:pt>
                <c:pt idx="127">
                  <c:v>0.35499999999999998</c:v>
                </c:pt>
                <c:pt idx="128">
                  <c:v>0.35499999999999998</c:v>
                </c:pt>
                <c:pt idx="129">
                  <c:v>0.35499999999999998</c:v>
                </c:pt>
                <c:pt idx="130">
                  <c:v>0.36499999999999999</c:v>
                </c:pt>
                <c:pt idx="131">
                  <c:v>0.36499999999999999</c:v>
                </c:pt>
                <c:pt idx="132">
                  <c:v>0.375</c:v>
                </c:pt>
                <c:pt idx="133">
                  <c:v>0.375</c:v>
                </c:pt>
                <c:pt idx="134">
                  <c:v>0.38500000000000001</c:v>
                </c:pt>
                <c:pt idx="135">
                  <c:v>0.38500000000000001</c:v>
                </c:pt>
                <c:pt idx="136">
                  <c:v>0.38500000000000001</c:v>
                </c:pt>
                <c:pt idx="137">
                  <c:v>0.38500000000000001</c:v>
                </c:pt>
                <c:pt idx="138">
                  <c:v>0.39500000000000002</c:v>
                </c:pt>
                <c:pt idx="139">
                  <c:v>0.39500000000000002</c:v>
                </c:pt>
                <c:pt idx="140">
                  <c:v>0.40500000000000003</c:v>
                </c:pt>
                <c:pt idx="141">
                  <c:v>0.40500000000000003</c:v>
                </c:pt>
                <c:pt idx="142">
                  <c:v>0.40500000000000003</c:v>
                </c:pt>
                <c:pt idx="143">
                  <c:v>0.40500000000000003</c:v>
                </c:pt>
                <c:pt idx="144">
                  <c:v>0.42</c:v>
                </c:pt>
                <c:pt idx="145">
                  <c:v>0.42</c:v>
                </c:pt>
                <c:pt idx="146">
                  <c:v>0.435</c:v>
                </c:pt>
                <c:pt idx="147">
                  <c:v>0.435</c:v>
                </c:pt>
                <c:pt idx="148">
                  <c:v>0.44</c:v>
                </c:pt>
                <c:pt idx="149">
                  <c:v>0.44</c:v>
                </c:pt>
                <c:pt idx="150">
                  <c:v>0.45500000000000002</c:v>
                </c:pt>
                <c:pt idx="151">
                  <c:v>0.45500000000000002</c:v>
                </c:pt>
                <c:pt idx="152">
                  <c:v>0.47</c:v>
                </c:pt>
                <c:pt idx="153">
                  <c:v>0.47</c:v>
                </c:pt>
                <c:pt idx="154">
                  <c:v>0.47499999999999998</c:v>
                </c:pt>
                <c:pt idx="155">
                  <c:v>0.47499999999999998</c:v>
                </c:pt>
                <c:pt idx="156">
                  <c:v>0.495</c:v>
                </c:pt>
                <c:pt idx="157">
                  <c:v>0.495</c:v>
                </c:pt>
                <c:pt idx="158">
                  <c:v>0.505</c:v>
                </c:pt>
                <c:pt idx="159">
                  <c:v>0.505</c:v>
                </c:pt>
                <c:pt idx="160">
                  <c:v>0.51</c:v>
                </c:pt>
                <c:pt idx="161">
                  <c:v>0.51</c:v>
                </c:pt>
                <c:pt idx="162">
                  <c:v>0.51500000000000001</c:v>
                </c:pt>
                <c:pt idx="163">
                  <c:v>0.51500000000000001</c:v>
                </c:pt>
                <c:pt idx="164">
                  <c:v>0.51500000000000001</c:v>
                </c:pt>
                <c:pt idx="165">
                  <c:v>0.51500000000000001</c:v>
                </c:pt>
                <c:pt idx="166">
                  <c:v>0.52500000000000002</c:v>
                </c:pt>
                <c:pt idx="167">
                  <c:v>0.52500000000000002</c:v>
                </c:pt>
                <c:pt idx="168">
                  <c:v>0.53500000000000003</c:v>
                </c:pt>
                <c:pt idx="169">
                  <c:v>0.53500000000000003</c:v>
                </c:pt>
                <c:pt idx="170">
                  <c:v>0.54</c:v>
                </c:pt>
                <c:pt idx="171">
                  <c:v>0.54</c:v>
                </c:pt>
                <c:pt idx="172">
                  <c:v>0.5625</c:v>
                </c:pt>
                <c:pt idx="173">
                  <c:v>0.5625</c:v>
                </c:pt>
                <c:pt idx="174">
                  <c:v>0.5625</c:v>
                </c:pt>
                <c:pt idx="175">
                  <c:v>0.5625</c:v>
                </c:pt>
                <c:pt idx="176">
                  <c:v>0.5675</c:v>
                </c:pt>
                <c:pt idx="177">
                  <c:v>0.5675</c:v>
                </c:pt>
                <c:pt idx="178">
                  <c:v>0.57750000000000001</c:v>
                </c:pt>
                <c:pt idx="179">
                  <c:v>0.57750000000000001</c:v>
                </c:pt>
                <c:pt idx="180">
                  <c:v>0.58750000000000002</c:v>
                </c:pt>
                <c:pt idx="181">
                  <c:v>0.58750000000000002</c:v>
                </c:pt>
                <c:pt idx="182">
                  <c:v>0.60750000000000004</c:v>
                </c:pt>
                <c:pt idx="183">
                  <c:v>0.60750000000000004</c:v>
                </c:pt>
                <c:pt idx="184">
                  <c:v>0.61250000000000004</c:v>
                </c:pt>
                <c:pt idx="185">
                  <c:v>0.61250000000000004</c:v>
                </c:pt>
                <c:pt idx="186">
                  <c:v>0.62250000000000005</c:v>
                </c:pt>
                <c:pt idx="187">
                  <c:v>0.62250000000000005</c:v>
                </c:pt>
                <c:pt idx="188">
                  <c:v>0.62749999999999995</c:v>
                </c:pt>
                <c:pt idx="189">
                  <c:v>0.62749999999999995</c:v>
                </c:pt>
                <c:pt idx="190">
                  <c:v>0.65249999999999997</c:v>
                </c:pt>
                <c:pt idx="191">
                  <c:v>0.65249999999999997</c:v>
                </c:pt>
                <c:pt idx="192">
                  <c:v>0.67249999999999999</c:v>
                </c:pt>
                <c:pt idx="193">
                  <c:v>0.67249999999999999</c:v>
                </c:pt>
                <c:pt idx="194">
                  <c:v>0.67749999999999999</c:v>
                </c:pt>
                <c:pt idx="195">
                  <c:v>0.67749999999999999</c:v>
                </c:pt>
                <c:pt idx="196">
                  <c:v>0.67749999999999999</c:v>
                </c:pt>
                <c:pt idx="197">
                  <c:v>0.67749999999999999</c:v>
                </c:pt>
                <c:pt idx="198">
                  <c:v>0.6825</c:v>
                </c:pt>
                <c:pt idx="199">
                  <c:v>0.6825</c:v>
                </c:pt>
                <c:pt idx="200">
                  <c:v>0.6875</c:v>
                </c:pt>
                <c:pt idx="201">
                  <c:v>0.6875</c:v>
                </c:pt>
                <c:pt idx="202">
                  <c:v>0.6925</c:v>
                </c:pt>
                <c:pt idx="203">
                  <c:v>0.6925</c:v>
                </c:pt>
                <c:pt idx="204">
                  <c:v>0.69750000000000001</c:v>
                </c:pt>
                <c:pt idx="205">
                  <c:v>0.69750000000000001</c:v>
                </c:pt>
                <c:pt idx="206">
                  <c:v>0.71583333333333343</c:v>
                </c:pt>
                <c:pt idx="207">
                  <c:v>0.71583333333333343</c:v>
                </c:pt>
                <c:pt idx="208">
                  <c:v>0.72583333333333344</c:v>
                </c:pt>
                <c:pt idx="209">
                  <c:v>0.72583333333333344</c:v>
                </c:pt>
                <c:pt idx="210">
                  <c:v>0.72583333333333344</c:v>
                </c:pt>
                <c:pt idx="211">
                  <c:v>0.72583333333333344</c:v>
                </c:pt>
                <c:pt idx="212">
                  <c:v>0.72583333333333344</c:v>
                </c:pt>
                <c:pt idx="213">
                  <c:v>0.72583333333333344</c:v>
                </c:pt>
                <c:pt idx="214">
                  <c:v>0.73083333333333345</c:v>
                </c:pt>
                <c:pt idx="215">
                  <c:v>0.73083333333333345</c:v>
                </c:pt>
                <c:pt idx="216">
                  <c:v>0.73583333333333334</c:v>
                </c:pt>
                <c:pt idx="217">
                  <c:v>0.73583333333333334</c:v>
                </c:pt>
                <c:pt idx="218">
                  <c:v>0.75083333333333324</c:v>
                </c:pt>
                <c:pt idx="219">
                  <c:v>0.75083333333333324</c:v>
                </c:pt>
                <c:pt idx="220">
                  <c:v>0.77583333333333326</c:v>
                </c:pt>
                <c:pt idx="221">
                  <c:v>0.77583333333333326</c:v>
                </c:pt>
                <c:pt idx="222">
                  <c:v>0.79083333333333328</c:v>
                </c:pt>
                <c:pt idx="223">
                  <c:v>0.79083333333333328</c:v>
                </c:pt>
                <c:pt idx="224">
                  <c:v>0.79583333333333328</c:v>
                </c:pt>
                <c:pt idx="225">
                  <c:v>0.79583333333333328</c:v>
                </c:pt>
                <c:pt idx="226">
                  <c:v>0.80083333333333329</c:v>
                </c:pt>
                <c:pt idx="227">
                  <c:v>0.80083333333333329</c:v>
                </c:pt>
                <c:pt idx="228">
                  <c:v>0.81083333333333329</c:v>
                </c:pt>
                <c:pt idx="229">
                  <c:v>0.81083333333333329</c:v>
                </c:pt>
                <c:pt idx="230">
                  <c:v>0.8158333333333333</c:v>
                </c:pt>
                <c:pt idx="231">
                  <c:v>0.8158333333333333</c:v>
                </c:pt>
                <c:pt idx="232">
                  <c:v>0.8208333333333333</c:v>
                </c:pt>
                <c:pt idx="233">
                  <c:v>0.8208333333333333</c:v>
                </c:pt>
                <c:pt idx="234">
                  <c:v>0.84083333333333332</c:v>
                </c:pt>
                <c:pt idx="235">
                  <c:v>0.84083333333333332</c:v>
                </c:pt>
                <c:pt idx="236">
                  <c:v>0.84083333333333332</c:v>
                </c:pt>
                <c:pt idx="237">
                  <c:v>0.84083333333333332</c:v>
                </c:pt>
                <c:pt idx="238">
                  <c:v>0.86083333333333334</c:v>
                </c:pt>
                <c:pt idx="239">
                  <c:v>0.86083333333333334</c:v>
                </c:pt>
                <c:pt idx="240">
                  <c:v>0.86583333333333323</c:v>
                </c:pt>
                <c:pt idx="241">
                  <c:v>0.86583333333333323</c:v>
                </c:pt>
                <c:pt idx="242">
                  <c:v>0.87083333333333324</c:v>
                </c:pt>
                <c:pt idx="243">
                  <c:v>0.87083333333333324</c:v>
                </c:pt>
                <c:pt idx="244">
                  <c:v>0.87083333333333324</c:v>
                </c:pt>
                <c:pt idx="245">
                  <c:v>0.87083333333333324</c:v>
                </c:pt>
                <c:pt idx="246">
                  <c:v>0.87083333333333324</c:v>
                </c:pt>
                <c:pt idx="247">
                  <c:v>0.87083333333333324</c:v>
                </c:pt>
                <c:pt idx="248">
                  <c:v>0.87583333333333324</c:v>
                </c:pt>
                <c:pt idx="249">
                  <c:v>0.87583333333333324</c:v>
                </c:pt>
                <c:pt idx="250">
                  <c:v>0.89583333333333326</c:v>
                </c:pt>
                <c:pt idx="251">
                  <c:v>0.89583333333333326</c:v>
                </c:pt>
                <c:pt idx="252">
                  <c:v>0.90583333333333316</c:v>
                </c:pt>
                <c:pt idx="253">
                  <c:v>0.90583333333333316</c:v>
                </c:pt>
                <c:pt idx="254">
                  <c:v>0.90583333333333316</c:v>
                </c:pt>
                <c:pt idx="255">
                  <c:v>0.90583333333333316</c:v>
                </c:pt>
                <c:pt idx="256">
                  <c:v>0.91583333333333317</c:v>
                </c:pt>
                <c:pt idx="257">
                  <c:v>0.91583333333333317</c:v>
                </c:pt>
                <c:pt idx="258">
                  <c:v>0.92083333333333317</c:v>
                </c:pt>
                <c:pt idx="259">
                  <c:v>0.92083333333333317</c:v>
                </c:pt>
                <c:pt idx="260">
                  <c:v>0.92083333333333317</c:v>
                </c:pt>
                <c:pt idx="261">
                  <c:v>0.92083333333333317</c:v>
                </c:pt>
                <c:pt idx="262">
                  <c:v>0.92033333333333323</c:v>
                </c:pt>
                <c:pt idx="263">
                  <c:v>0.92033333333333323</c:v>
                </c:pt>
                <c:pt idx="264">
                  <c:v>0.92366666666666664</c:v>
                </c:pt>
                <c:pt idx="265">
                  <c:v>0.92366666666666664</c:v>
                </c:pt>
                <c:pt idx="266">
                  <c:v>0.92366666666666664</c:v>
                </c:pt>
                <c:pt idx="267">
                  <c:v>0.92366666666666664</c:v>
                </c:pt>
                <c:pt idx="268">
                  <c:v>0.92866666666666664</c:v>
                </c:pt>
                <c:pt idx="269">
                  <c:v>0.92866666666666664</c:v>
                </c:pt>
                <c:pt idx="270">
                  <c:v>0.9325</c:v>
                </c:pt>
                <c:pt idx="271">
                  <c:v>0.9325</c:v>
                </c:pt>
                <c:pt idx="272">
                  <c:v>0.9325</c:v>
                </c:pt>
                <c:pt idx="273">
                  <c:v>0.9325</c:v>
                </c:pt>
                <c:pt idx="274">
                  <c:v>0.9325</c:v>
                </c:pt>
                <c:pt idx="275">
                  <c:v>0.9325</c:v>
                </c:pt>
                <c:pt idx="276">
                  <c:v>0.9325</c:v>
                </c:pt>
                <c:pt idx="277">
                  <c:v>0.9325</c:v>
                </c:pt>
                <c:pt idx="278">
                  <c:v>0.9325</c:v>
                </c:pt>
                <c:pt idx="279">
                  <c:v>0.9325</c:v>
                </c:pt>
                <c:pt idx="280">
                  <c:v>0.9375</c:v>
                </c:pt>
                <c:pt idx="281">
                  <c:v>0.9375</c:v>
                </c:pt>
                <c:pt idx="282">
                  <c:v>0.9375</c:v>
                </c:pt>
                <c:pt idx="283">
                  <c:v>0.9375</c:v>
                </c:pt>
                <c:pt idx="284">
                  <c:v>0.94750000000000001</c:v>
                </c:pt>
                <c:pt idx="285">
                  <c:v>0.94750000000000001</c:v>
                </c:pt>
                <c:pt idx="286">
                  <c:v>0.95250000000000001</c:v>
                </c:pt>
                <c:pt idx="287">
                  <c:v>0.95250000000000001</c:v>
                </c:pt>
                <c:pt idx="288">
                  <c:v>0.95750000000000002</c:v>
                </c:pt>
                <c:pt idx="289">
                  <c:v>0.95750000000000002</c:v>
                </c:pt>
                <c:pt idx="290">
                  <c:v>0.95750000000000002</c:v>
                </c:pt>
                <c:pt idx="291">
                  <c:v>0.95750000000000002</c:v>
                </c:pt>
                <c:pt idx="292">
                  <c:v>0.96750000000000003</c:v>
                </c:pt>
                <c:pt idx="293">
                  <c:v>0.96750000000000003</c:v>
                </c:pt>
                <c:pt idx="294">
                  <c:v>0.97250000000000003</c:v>
                </c:pt>
                <c:pt idx="295">
                  <c:v>0.97250000000000003</c:v>
                </c:pt>
                <c:pt idx="296">
                  <c:v>0.97250000000000003</c:v>
                </c:pt>
                <c:pt idx="297">
                  <c:v>0.97250000000000003</c:v>
                </c:pt>
                <c:pt idx="298">
                  <c:v>0.97250000000000003</c:v>
                </c:pt>
                <c:pt idx="299">
                  <c:v>0.97250000000000003</c:v>
                </c:pt>
                <c:pt idx="300">
                  <c:v>0.97250000000000003</c:v>
                </c:pt>
                <c:pt idx="301">
                  <c:v>0.97250000000000003</c:v>
                </c:pt>
                <c:pt idx="302">
                  <c:v>0.97166666666666657</c:v>
                </c:pt>
                <c:pt idx="303">
                  <c:v>0.97166666666666657</c:v>
                </c:pt>
                <c:pt idx="304">
                  <c:v>0.97166666666666657</c:v>
                </c:pt>
                <c:pt idx="305">
                  <c:v>0.97166666666666657</c:v>
                </c:pt>
                <c:pt idx="306">
                  <c:v>0.97166666666666657</c:v>
                </c:pt>
                <c:pt idx="307">
                  <c:v>0.97166666666666657</c:v>
                </c:pt>
                <c:pt idx="308">
                  <c:v>0.97166666666666657</c:v>
                </c:pt>
                <c:pt idx="309">
                  <c:v>0.97166666666666657</c:v>
                </c:pt>
                <c:pt idx="310">
                  <c:v>0.97666666666666657</c:v>
                </c:pt>
                <c:pt idx="311">
                  <c:v>0.97666666666666657</c:v>
                </c:pt>
                <c:pt idx="312">
                  <c:v>0.97842857142857165</c:v>
                </c:pt>
                <c:pt idx="313">
                  <c:v>0.97842857142857165</c:v>
                </c:pt>
                <c:pt idx="314">
                  <c:v>0.97842857142857165</c:v>
                </c:pt>
                <c:pt idx="315">
                  <c:v>0.97842857142857165</c:v>
                </c:pt>
                <c:pt idx="316">
                  <c:v>0.97842857142857165</c:v>
                </c:pt>
                <c:pt idx="317">
                  <c:v>0.97842857142857165</c:v>
                </c:pt>
                <c:pt idx="318">
                  <c:v>0.98342857142857165</c:v>
                </c:pt>
                <c:pt idx="319">
                  <c:v>0.98342857142857165</c:v>
                </c:pt>
                <c:pt idx="320">
                  <c:v>0.9879285714285716</c:v>
                </c:pt>
                <c:pt idx="321">
                  <c:v>0.9879285714285716</c:v>
                </c:pt>
                <c:pt idx="322">
                  <c:v>0.9929285714285716</c:v>
                </c:pt>
                <c:pt idx="323">
                  <c:v>0.9929285714285716</c:v>
                </c:pt>
                <c:pt idx="324">
                  <c:v>0.9929285714285716</c:v>
                </c:pt>
                <c:pt idx="325">
                  <c:v>0.9929285714285716</c:v>
                </c:pt>
                <c:pt idx="326">
                  <c:v>0.99275000000000002</c:v>
                </c:pt>
                <c:pt idx="327">
                  <c:v>0.99275000000000002</c:v>
                </c:pt>
                <c:pt idx="328">
                  <c:v>0.99417857142857158</c:v>
                </c:pt>
                <c:pt idx="329">
                  <c:v>0.99417857142857158</c:v>
                </c:pt>
                <c:pt idx="330">
                  <c:v>0.99417857142857158</c:v>
                </c:pt>
                <c:pt idx="331">
                  <c:v>0.99417857142857158</c:v>
                </c:pt>
                <c:pt idx="332">
                  <c:v>0.99384523809523817</c:v>
                </c:pt>
                <c:pt idx="333">
                  <c:v>0.99384523809523817</c:v>
                </c:pt>
                <c:pt idx="334">
                  <c:v>0.99634523809523801</c:v>
                </c:pt>
                <c:pt idx="335">
                  <c:v>0.99634523809523801</c:v>
                </c:pt>
                <c:pt idx="336">
                  <c:v>0.99610714285714275</c:v>
                </c:pt>
                <c:pt idx="337">
                  <c:v>0.99610714285714275</c:v>
                </c:pt>
                <c:pt idx="338">
                  <c:v>0.99610714285714275</c:v>
                </c:pt>
                <c:pt idx="339">
                  <c:v>0.99610714285714275</c:v>
                </c:pt>
                <c:pt idx="340">
                  <c:v>0.99610714285714275</c:v>
                </c:pt>
                <c:pt idx="341">
                  <c:v>0.99610714285714275</c:v>
                </c:pt>
                <c:pt idx="342">
                  <c:v>1.0011071428571428</c:v>
                </c:pt>
                <c:pt idx="343">
                  <c:v>1.0011071428571428</c:v>
                </c:pt>
                <c:pt idx="344">
                  <c:v>1.0011071428571428</c:v>
                </c:pt>
                <c:pt idx="345">
                  <c:v>1.0011071428571428</c:v>
                </c:pt>
                <c:pt idx="346">
                  <c:v>1.0059285714285715</c:v>
                </c:pt>
                <c:pt idx="347">
                  <c:v>1.0059285714285715</c:v>
                </c:pt>
                <c:pt idx="348">
                  <c:v>1.0059285714285715</c:v>
                </c:pt>
                <c:pt idx="349">
                  <c:v>1.0059285714285715</c:v>
                </c:pt>
                <c:pt idx="350">
                  <c:v>1.0104285714285717</c:v>
                </c:pt>
                <c:pt idx="351">
                  <c:v>1.0104285714285717</c:v>
                </c:pt>
                <c:pt idx="352">
                  <c:v>1.0100952380952382</c:v>
                </c:pt>
                <c:pt idx="353">
                  <c:v>1.0100952380952382</c:v>
                </c:pt>
                <c:pt idx="354">
                  <c:v>1.0100952380952382</c:v>
                </c:pt>
                <c:pt idx="355">
                  <c:v>1.0100952380952382</c:v>
                </c:pt>
                <c:pt idx="356">
                  <c:v>1.0100952380952382</c:v>
                </c:pt>
                <c:pt idx="357">
                  <c:v>1.0100952380952382</c:v>
                </c:pt>
                <c:pt idx="358">
                  <c:v>1.0100952380952382</c:v>
                </c:pt>
                <c:pt idx="359">
                  <c:v>1.0100952380952382</c:v>
                </c:pt>
                <c:pt idx="360">
                  <c:v>1.0100952380952382</c:v>
                </c:pt>
                <c:pt idx="361">
                  <c:v>1.0100952380952382</c:v>
                </c:pt>
                <c:pt idx="362">
                  <c:v>1.0100952380952382</c:v>
                </c:pt>
                <c:pt idx="363">
                  <c:v>1.0100952380952382</c:v>
                </c:pt>
                <c:pt idx="364">
                  <c:v>1.0113452380952379</c:v>
                </c:pt>
                <c:pt idx="365">
                  <c:v>1.0113452380952379</c:v>
                </c:pt>
                <c:pt idx="366">
                  <c:v>1.016345238095238</c:v>
                </c:pt>
                <c:pt idx="367">
                  <c:v>1.016345238095238</c:v>
                </c:pt>
                <c:pt idx="368">
                  <c:v>1.016345238095238</c:v>
                </c:pt>
                <c:pt idx="369">
                  <c:v>1.016345238095238</c:v>
                </c:pt>
                <c:pt idx="370">
                  <c:v>1.0161071428571429</c:v>
                </c:pt>
                <c:pt idx="371">
                  <c:v>1.0161071428571429</c:v>
                </c:pt>
                <c:pt idx="372">
                  <c:v>1.0161071428571429</c:v>
                </c:pt>
                <c:pt idx="373">
                  <c:v>1.0161071428571429</c:v>
                </c:pt>
                <c:pt idx="374">
                  <c:v>1.0157738095238096</c:v>
                </c:pt>
                <c:pt idx="375">
                  <c:v>1.0157738095238096</c:v>
                </c:pt>
                <c:pt idx="376">
                  <c:v>1.0154563492063493</c:v>
                </c:pt>
                <c:pt idx="377">
                  <c:v>1.0154563492063493</c:v>
                </c:pt>
                <c:pt idx="378">
                  <c:v>1.0154563492063493</c:v>
                </c:pt>
                <c:pt idx="379">
                  <c:v>1.0154563492063493</c:v>
                </c:pt>
                <c:pt idx="380">
                  <c:v>1.0153174603174604</c:v>
                </c:pt>
                <c:pt idx="381">
                  <c:v>1.0153174603174604</c:v>
                </c:pt>
                <c:pt idx="382">
                  <c:v>1.0153174603174604</c:v>
                </c:pt>
                <c:pt idx="383">
                  <c:v>1.0153174603174604</c:v>
                </c:pt>
                <c:pt idx="384">
                  <c:v>1.0153174603174604</c:v>
                </c:pt>
                <c:pt idx="385">
                  <c:v>1.0153174603174604</c:v>
                </c:pt>
                <c:pt idx="386">
                  <c:v>1.0153174603174604</c:v>
                </c:pt>
                <c:pt idx="387">
                  <c:v>1.0153174603174604</c:v>
                </c:pt>
                <c:pt idx="388">
                  <c:v>1.0165674603174604</c:v>
                </c:pt>
                <c:pt idx="389">
                  <c:v>1.0165674603174604</c:v>
                </c:pt>
                <c:pt idx="390">
                  <c:v>1.0165674603174604</c:v>
                </c:pt>
                <c:pt idx="391">
                  <c:v>1.0165674603174604</c:v>
                </c:pt>
                <c:pt idx="392">
                  <c:v>1.0190674603174603</c:v>
                </c:pt>
                <c:pt idx="393">
                  <c:v>1.0190674603174603</c:v>
                </c:pt>
                <c:pt idx="394">
                  <c:v>1.0224007936507935</c:v>
                </c:pt>
                <c:pt idx="395">
                  <c:v>1.0224007936507935</c:v>
                </c:pt>
                <c:pt idx="396">
                  <c:v>1.0222619047619048</c:v>
                </c:pt>
                <c:pt idx="397">
                  <c:v>1.0222619047619048</c:v>
                </c:pt>
                <c:pt idx="398">
                  <c:v>1.0222619047619048</c:v>
                </c:pt>
                <c:pt idx="399">
                  <c:v>1.0222619047619048</c:v>
                </c:pt>
                <c:pt idx="400">
                  <c:v>1.0222619047619048</c:v>
                </c:pt>
                <c:pt idx="401">
                  <c:v>1.0222619047619048</c:v>
                </c:pt>
                <c:pt idx="402">
                  <c:v>1.0220119047619047</c:v>
                </c:pt>
                <c:pt idx="403">
                  <c:v>1.0220119047619047</c:v>
                </c:pt>
                <c:pt idx="404">
                  <c:v>1.0270955988455988</c:v>
                </c:pt>
                <c:pt idx="405">
                  <c:v>1.0270955988455988</c:v>
                </c:pt>
                <c:pt idx="406">
                  <c:v>1.0269032911532912</c:v>
                </c:pt>
                <c:pt idx="407">
                  <c:v>1.0269032911532912</c:v>
                </c:pt>
                <c:pt idx="408">
                  <c:v>1.0269032911532912</c:v>
                </c:pt>
                <c:pt idx="409">
                  <c:v>1.0269032911532912</c:v>
                </c:pt>
                <c:pt idx="410">
                  <c:v>1.026812382062382</c:v>
                </c:pt>
                <c:pt idx="411">
                  <c:v>1.026812382062382</c:v>
                </c:pt>
                <c:pt idx="412">
                  <c:v>1.026812382062382</c:v>
                </c:pt>
                <c:pt idx="413">
                  <c:v>1.026812382062382</c:v>
                </c:pt>
                <c:pt idx="414">
                  <c:v>1.0278123820623819</c:v>
                </c:pt>
                <c:pt idx="415">
                  <c:v>1.0278123820623819</c:v>
                </c:pt>
                <c:pt idx="416">
                  <c:v>1.0278123820623819</c:v>
                </c:pt>
                <c:pt idx="417">
                  <c:v>1.0278123820623819</c:v>
                </c:pt>
                <c:pt idx="418">
                  <c:v>1.0276103618603618</c:v>
                </c:pt>
                <c:pt idx="419">
                  <c:v>1.0276103618603618</c:v>
                </c:pt>
                <c:pt idx="420">
                  <c:v>1.0276103618603618</c:v>
                </c:pt>
                <c:pt idx="421">
                  <c:v>1.0276103618603618</c:v>
                </c:pt>
                <c:pt idx="422">
                  <c:v>1.0267770285270286</c:v>
                </c:pt>
                <c:pt idx="423">
                  <c:v>1.0267770285270286</c:v>
                </c:pt>
                <c:pt idx="424">
                  <c:v>1.0267770285270286</c:v>
                </c:pt>
                <c:pt idx="425">
                  <c:v>1.0267770285270286</c:v>
                </c:pt>
                <c:pt idx="426">
                  <c:v>1.0278881396381396</c:v>
                </c:pt>
                <c:pt idx="427">
                  <c:v>1.0278881396381396</c:v>
                </c:pt>
                <c:pt idx="428">
                  <c:v>1.0278881396381396</c:v>
                </c:pt>
                <c:pt idx="429">
                  <c:v>1.0278881396381396</c:v>
                </c:pt>
                <c:pt idx="430">
                  <c:v>1.027507548007548</c:v>
                </c:pt>
                <c:pt idx="431">
                  <c:v>1.027507548007548</c:v>
                </c:pt>
                <c:pt idx="432">
                  <c:v>1.027507548007548</c:v>
                </c:pt>
                <c:pt idx="433">
                  <c:v>1.027507548007548</c:v>
                </c:pt>
                <c:pt idx="434">
                  <c:v>1.0268960761460759</c:v>
                </c:pt>
                <c:pt idx="435">
                  <c:v>1.0268960761460759</c:v>
                </c:pt>
                <c:pt idx="436">
                  <c:v>1.0268960761460759</c:v>
                </c:pt>
                <c:pt idx="437">
                  <c:v>1.0268960761460759</c:v>
                </c:pt>
                <c:pt idx="438">
                  <c:v>1.0260627428127429</c:v>
                </c:pt>
                <c:pt idx="439">
                  <c:v>1.0260627428127429</c:v>
                </c:pt>
                <c:pt idx="440">
                  <c:v>1.0260627428127429</c:v>
                </c:pt>
                <c:pt idx="441">
                  <c:v>1.0260627428127429</c:v>
                </c:pt>
                <c:pt idx="442">
                  <c:v>1.0260627428127429</c:v>
                </c:pt>
                <c:pt idx="443">
                  <c:v>1.0260627428127429</c:v>
                </c:pt>
                <c:pt idx="444">
                  <c:v>1.0260627428127429</c:v>
                </c:pt>
                <c:pt idx="445">
                  <c:v>1.0260627428127429</c:v>
                </c:pt>
                <c:pt idx="446">
                  <c:v>1.02574888999889</c:v>
                </c:pt>
                <c:pt idx="447">
                  <c:v>1.02574888999889</c:v>
                </c:pt>
                <c:pt idx="448">
                  <c:v>1.0256847874347874</c:v>
                </c:pt>
                <c:pt idx="449">
                  <c:v>1.0256847874347874</c:v>
                </c:pt>
                <c:pt idx="450">
                  <c:v>1.0259549894549895</c:v>
                </c:pt>
                <c:pt idx="451">
                  <c:v>1.0259549894549895</c:v>
                </c:pt>
                <c:pt idx="452">
                  <c:v>1.0259549894549895</c:v>
                </c:pt>
                <c:pt idx="453">
                  <c:v>1.0259549894549895</c:v>
                </c:pt>
                <c:pt idx="454">
                  <c:v>1.0272764180264182</c:v>
                </c:pt>
                <c:pt idx="455">
                  <c:v>1.0272764180264182</c:v>
                </c:pt>
                <c:pt idx="456">
                  <c:v>1.0267006604506606</c:v>
                </c:pt>
                <c:pt idx="457">
                  <c:v>1.0267006604506606</c:v>
                </c:pt>
                <c:pt idx="458">
                  <c:v>1.026545648795649</c:v>
                </c:pt>
                <c:pt idx="459">
                  <c:v>1.026545648795649</c:v>
                </c:pt>
                <c:pt idx="460">
                  <c:v>1.026545648795649</c:v>
                </c:pt>
                <c:pt idx="461">
                  <c:v>1.026545648795649</c:v>
                </c:pt>
                <c:pt idx="462">
                  <c:v>1.0276857586857588</c:v>
                </c:pt>
                <c:pt idx="463">
                  <c:v>1.0276857586857588</c:v>
                </c:pt>
                <c:pt idx="464">
                  <c:v>1.0276857586857588</c:v>
                </c:pt>
                <c:pt idx="465">
                  <c:v>1.0276857586857588</c:v>
                </c:pt>
                <c:pt idx="466">
                  <c:v>1.0276857586857588</c:v>
                </c:pt>
                <c:pt idx="467">
                  <c:v>1.0276857586857588</c:v>
                </c:pt>
                <c:pt idx="468">
                  <c:v>1.0288520646020649</c:v>
                </c:pt>
                <c:pt idx="469">
                  <c:v>1.0288520646020649</c:v>
                </c:pt>
                <c:pt idx="470">
                  <c:v>1.028324286824287</c:v>
                </c:pt>
                <c:pt idx="471">
                  <c:v>1.028324286824287</c:v>
                </c:pt>
                <c:pt idx="472">
                  <c:v>1.0279016677766679</c:v>
                </c:pt>
                <c:pt idx="473">
                  <c:v>1.0279016677766679</c:v>
                </c:pt>
                <c:pt idx="474">
                  <c:v>1.0276268078326902</c:v>
                </c:pt>
                <c:pt idx="475">
                  <c:v>1.0276268078326902</c:v>
                </c:pt>
                <c:pt idx="476">
                  <c:v>1.0276847498906323</c:v>
                </c:pt>
                <c:pt idx="477">
                  <c:v>1.0276847498906323</c:v>
                </c:pt>
                <c:pt idx="478">
                  <c:v>1.0275748597807419</c:v>
                </c:pt>
                <c:pt idx="479">
                  <c:v>1.0275748597807419</c:v>
                </c:pt>
                <c:pt idx="480">
                  <c:v>1.0282449217449221</c:v>
                </c:pt>
                <c:pt idx="481">
                  <c:v>1.0282449217449221</c:v>
                </c:pt>
                <c:pt idx="482">
                  <c:v>1.0277528582528586</c:v>
                </c:pt>
                <c:pt idx="483">
                  <c:v>1.0277528582528586</c:v>
                </c:pt>
                <c:pt idx="484">
                  <c:v>1.0274195249195253</c:v>
                </c:pt>
                <c:pt idx="485">
                  <c:v>1.0274195249195253</c:v>
                </c:pt>
                <c:pt idx="486">
                  <c:v>1.0270728715728716</c:v>
                </c:pt>
                <c:pt idx="487">
                  <c:v>1.0270728715728716</c:v>
                </c:pt>
                <c:pt idx="488">
                  <c:v>1.0268347763347765</c:v>
                </c:pt>
                <c:pt idx="489">
                  <c:v>1.0268347763347765</c:v>
                </c:pt>
                <c:pt idx="490">
                  <c:v>1.0266562049062049</c:v>
                </c:pt>
                <c:pt idx="491">
                  <c:v>1.0266562049062049</c:v>
                </c:pt>
                <c:pt idx="492">
                  <c:v>1.0266562049062049</c:v>
                </c:pt>
                <c:pt idx="493">
                  <c:v>1.0266562049062049</c:v>
                </c:pt>
                <c:pt idx="494">
                  <c:v>1.0265176767676769</c:v>
                </c:pt>
                <c:pt idx="495">
                  <c:v>1.0265176767676769</c:v>
                </c:pt>
                <c:pt idx="496">
                  <c:v>1.0272121212121212</c:v>
                </c:pt>
                <c:pt idx="497">
                  <c:v>1.0272121212121212</c:v>
                </c:pt>
                <c:pt idx="498">
                  <c:v>1.0279694472194474</c:v>
                </c:pt>
                <c:pt idx="499">
                  <c:v>1.0279694472194474</c:v>
                </c:pt>
                <c:pt idx="500">
                  <c:v>1.0279694472194474</c:v>
                </c:pt>
                <c:pt idx="501">
                  <c:v>1.0279694472194474</c:v>
                </c:pt>
                <c:pt idx="502">
                  <c:v>1.027747224997225</c:v>
                </c:pt>
                <c:pt idx="503">
                  <c:v>1.027747224997225</c:v>
                </c:pt>
                <c:pt idx="504">
                  <c:v>1.0269048671916321</c:v>
                </c:pt>
                <c:pt idx="505">
                  <c:v>1.0269048671916321</c:v>
                </c:pt>
                <c:pt idx="506">
                  <c:v>1.0268395077145078</c:v>
                </c:pt>
                <c:pt idx="507">
                  <c:v>1.0268395077145078</c:v>
                </c:pt>
                <c:pt idx="508">
                  <c:v>1.0267006188256189</c:v>
                </c:pt>
                <c:pt idx="509">
                  <c:v>1.0267006188256189</c:v>
                </c:pt>
                <c:pt idx="510">
                  <c:v>1.0270892579642581</c:v>
                </c:pt>
                <c:pt idx="511">
                  <c:v>1.0270892579642581</c:v>
                </c:pt>
                <c:pt idx="512">
                  <c:v>1.0275217976467976</c:v>
                </c:pt>
                <c:pt idx="513">
                  <c:v>1.0275217976467976</c:v>
                </c:pt>
                <c:pt idx="514">
                  <c:v>1.0279494292257452</c:v>
                </c:pt>
                <c:pt idx="515">
                  <c:v>1.0279494292257452</c:v>
                </c:pt>
                <c:pt idx="516">
                  <c:v>1.0287827625590784</c:v>
                </c:pt>
                <c:pt idx="517">
                  <c:v>1.0287827625590784</c:v>
                </c:pt>
                <c:pt idx="518">
                  <c:v>1.028610393261709</c:v>
                </c:pt>
                <c:pt idx="519">
                  <c:v>1.028610393261709</c:v>
                </c:pt>
                <c:pt idx="520">
                  <c:v>1.0284588781101938</c:v>
                </c:pt>
                <c:pt idx="521">
                  <c:v>1.0284588781101938</c:v>
                </c:pt>
                <c:pt idx="522">
                  <c:v>1.0298874495387651</c:v>
                </c:pt>
                <c:pt idx="523">
                  <c:v>1.0298874495387651</c:v>
                </c:pt>
                <c:pt idx="524">
                  <c:v>1.0294592388605546</c:v>
                </c:pt>
                <c:pt idx="525">
                  <c:v>1.0294592388605546</c:v>
                </c:pt>
                <c:pt idx="526">
                  <c:v>1.029395136296452</c:v>
                </c:pt>
                <c:pt idx="527">
                  <c:v>1.029395136296452</c:v>
                </c:pt>
                <c:pt idx="528">
                  <c:v>1.0290661735924893</c:v>
                </c:pt>
                <c:pt idx="529">
                  <c:v>1.0290661735924893</c:v>
                </c:pt>
                <c:pt idx="530">
                  <c:v>1.0295164820559557</c:v>
                </c:pt>
                <c:pt idx="531">
                  <c:v>1.0295164820559557</c:v>
                </c:pt>
                <c:pt idx="532">
                  <c:v>1.0301679972074711</c:v>
                </c:pt>
                <c:pt idx="533">
                  <c:v>1.0301679972074711</c:v>
                </c:pt>
                <c:pt idx="534">
                  <c:v>1.0304645658349221</c:v>
                </c:pt>
                <c:pt idx="535">
                  <c:v>1.0304645658349221</c:v>
                </c:pt>
                <c:pt idx="536">
                  <c:v>1.0303769410414148</c:v>
                </c:pt>
                <c:pt idx="537">
                  <c:v>1.0303769410414148</c:v>
                </c:pt>
                <c:pt idx="538">
                  <c:v>1.0308808660379869</c:v>
                </c:pt>
                <c:pt idx="539">
                  <c:v>1.0308808660379869</c:v>
                </c:pt>
                <c:pt idx="540">
                  <c:v>1.0325790569080044</c:v>
                </c:pt>
                <c:pt idx="541">
                  <c:v>1.0325790569080044</c:v>
                </c:pt>
                <c:pt idx="542">
                  <c:v>1.0323644104433578</c:v>
                </c:pt>
                <c:pt idx="543">
                  <c:v>1.0323644104433578</c:v>
                </c:pt>
                <c:pt idx="544">
                  <c:v>1.0335162169701644</c:v>
                </c:pt>
                <c:pt idx="545">
                  <c:v>1.0335162169701644</c:v>
                </c:pt>
                <c:pt idx="546">
                  <c:v>1.0340565100104575</c:v>
                </c:pt>
                <c:pt idx="547">
                  <c:v>1.0340565100104575</c:v>
                </c:pt>
                <c:pt idx="548">
                  <c:v>1.0354215010136063</c:v>
                </c:pt>
                <c:pt idx="549">
                  <c:v>1.0354215010136063</c:v>
                </c:pt>
                <c:pt idx="550">
                  <c:v>1.0351864119712415</c:v>
                </c:pt>
                <c:pt idx="551">
                  <c:v>1.0351864119712415</c:v>
                </c:pt>
                <c:pt idx="552">
                  <c:v>1.0358054595902892</c:v>
                </c:pt>
                <c:pt idx="553">
                  <c:v>1.0358054595902892</c:v>
                </c:pt>
                <c:pt idx="554">
                  <c:v>1.0355955028803323</c:v>
                </c:pt>
                <c:pt idx="555">
                  <c:v>1.0355955028803323</c:v>
                </c:pt>
                <c:pt idx="556">
                  <c:v>1.0352034176264051</c:v>
                </c:pt>
                <c:pt idx="557">
                  <c:v>1.0352034176264051</c:v>
                </c:pt>
                <c:pt idx="558">
                  <c:v>1.03664847257146</c:v>
                </c:pt>
                <c:pt idx="559">
                  <c:v>1.03664847257146</c:v>
                </c:pt>
                <c:pt idx="560">
                  <c:v>1.0364333861872559</c:v>
                </c:pt>
                <c:pt idx="561">
                  <c:v>1.0364333861872559</c:v>
                </c:pt>
                <c:pt idx="562">
                  <c:v>1.0360144542420082</c:v>
                </c:pt>
                <c:pt idx="563">
                  <c:v>1.0360144542420082</c:v>
                </c:pt>
                <c:pt idx="564">
                  <c:v>1.0357986021116825</c:v>
                </c:pt>
                <c:pt idx="565">
                  <c:v>1.0357986021116825</c:v>
                </c:pt>
                <c:pt idx="566">
                  <c:v>1.0354811417942222</c:v>
                </c:pt>
                <c:pt idx="567">
                  <c:v>1.0354811417942222</c:v>
                </c:pt>
                <c:pt idx="568">
                  <c:v>1.0361719411909041</c:v>
                </c:pt>
                <c:pt idx="569">
                  <c:v>1.0361719411909041</c:v>
                </c:pt>
                <c:pt idx="570">
                  <c:v>1.0357491607549658</c:v>
                </c:pt>
                <c:pt idx="571">
                  <c:v>1.0357491607549658</c:v>
                </c:pt>
                <c:pt idx="572">
                  <c:v>1.0367288795655669</c:v>
                </c:pt>
                <c:pt idx="573">
                  <c:v>1.0367288795655669</c:v>
                </c:pt>
                <c:pt idx="574">
                  <c:v>1.0366412547720598</c:v>
                </c:pt>
                <c:pt idx="575">
                  <c:v>1.0366412547720598</c:v>
                </c:pt>
                <c:pt idx="576">
                  <c:v>1.0384465671067835</c:v>
                </c:pt>
                <c:pt idx="577">
                  <c:v>1.0384465671067835</c:v>
                </c:pt>
                <c:pt idx="578">
                  <c:v>1.038932802491626</c:v>
                </c:pt>
                <c:pt idx="579">
                  <c:v>1.038932802491626</c:v>
                </c:pt>
                <c:pt idx="580">
                  <c:v>1.0389821877468934</c:v>
                </c:pt>
                <c:pt idx="581">
                  <c:v>1.0389821877468934</c:v>
                </c:pt>
                <c:pt idx="582">
                  <c:v>1.0400089844795726</c:v>
                </c:pt>
                <c:pt idx="583">
                  <c:v>1.0400089844795726</c:v>
                </c:pt>
                <c:pt idx="584">
                  <c:v>1.0395323916279799</c:v>
                </c:pt>
                <c:pt idx="585">
                  <c:v>1.0395323916279799</c:v>
                </c:pt>
                <c:pt idx="586">
                  <c:v>1.0400148576913282</c:v>
                </c:pt>
                <c:pt idx="587">
                  <c:v>1.0400148576913282</c:v>
                </c:pt>
                <c:pt idx="588">
                  <c:v>1.0396072245458434</c:v>
                </c:pt>
                <c:pt idx="589">
                  <c:v>1.0396072245458434</c:v>
                </c:pt>
                <c:pt idx="590">
                  <c:v>1.0394961134347325</c:v>
                </c:pt>
                <c:pt idx="591">
                  <c:v>1.0394961134347325</c:v>
                </c:pt>
                <c:pt idx="592">
                  <c:v>1.0394723039109228</c:v>
                </c:pt>
                <c:pt idx="593">
                  <c:v>1.0394723039109228</c:v>
                </c:pt>
                <c:pt idx="594">
                  <c:v>1.0401122432199796</c:v>
                </c:pt>
                <c:pt idx="595">
                  <c:v>1.0401122432199796</c:v>
                </c:pt>
                <c:pt idx="596">
                  <c:v>1.0399193713343835</c:v>
                </c:pt>
                <c:pt idx="597">
                  <c:v>1.0399193713343835</c:v>
                </c:pt>
                <c:pt idx="598">
                  <c:v>1.041341845317229</c:v>
                </c:pt>
                <c:pt idx="599">
                  <c:v>1.041341845317229</c:v>
                </c:pt>
                <c:pt idx="600">
                  <c:v>1.0411122277126117</c:v>
                </c:pt>
                <c:pt idx="601">
                  <c:v>1.0411122277126117</c:v>
                </c:pt>
                <c:pt idx="602">
                  <c:v>1.0429877437084836</c:v>
                </c:pt>
                <c:pt idx="603">
                  <c:v>1.0429877437084836</c:v>
                </c:pt>
                <c:pt idx="604">
                  <c:v>1.0435123784585021</c:v>
                </c:pt>
                <c:pt idx="605">
                  <c:v>1.0435123784585021</c:v>
                </c:pt>
                <c:pt idx="606">
                  <c:v>1.0439248840815338</c:v>
                </c:pt>
                <c:pt idx="607">
                  <c:v>1.0439248840815338</c:v>
                </c:pt>
                <c:pt idx="608">
                  <c:v>1.0456336335233396</c:v>
                </c:pt>
                <c:pt idx="609">
                  <c:v>1.0456336335233396</c:v>
                </c:pt>
                <c:pt idx="610">
                  <c:v>1.0452653827682468</c:v>
                </c:pt>
                <c:pt idx="611">
                  <c:v>1.0452653827682468</c:v>
                </c:pt>
                <c:pt idx="612">
                  <c:v>1.0453473424752069</c:v>
                </c:pt>
                <c:pt idx="613">
                  <c:v>1.0453473424752069</c:v>
                </c:pt>
                <c:pt idx="614">
                  <c:v>1.048241270013097</c:v>
                </c:pt>
                <c:pt idx="615">
                  <c:v>1.048241270013097</c:v>
                </c:pt>
                <c:pt idx="616">
                  <c:v>1.0477695387818386</c:v>
                </c:pt>
                <c:pt idx="617">
                  <c:v>1.0477695387818386</c:v>
                </c:pt>
                <c:pt idx="618">
                  <c:v>1.0477150605803016</c:v>
                </c:pt>
                <c:pt idx="619">
                  <c:v>1.0477150605803016</c:v>
                </c:pt>
                <c:pt idx="620">
                  <c:v>1.0474255200125102</c:v>
                </c:pt>
                <c:pt idx="621">
                  <c:v>1.0474255200125102</c:v>
                </c:pt>
                <c:pt idx="622">
                  <c:v>1.0469767640327947</c:v>
                </c:pt>
                <c:pt idx="623">
                  <c:v>1.0469767640327947</c:v>
                </c:pt>
                <c:pt idx="624">
                  <c:v>1.0468012210085671</c:v>
                </c:pt>
                <c:pt idx="625">
                  <c:v>1.0468012210085671</c:v>
                </c:pt>
                <c:pt idx="626">
                  <c:v>1.0466750157896378</c:v>
                </c:pt>
                <c:pt idx="627">
                  <c:v>1.0466750157896378</c:v>
                </c:pt>
                <c:pt idx="628">
                  <c:v>1.0483695993988464</c:v>
                </c:pt>
                <c:pt idx="629">
                  <c:v>1.0483695993988464</c:v>
                </c:pt>
                <c:pt idx="630">
                  <c:v>1.0484217172729458</c:v>
                </c:pt>
                <c:pt idx="631">
                  <c:v>1.0484217172729458</c:v>
                </c:pt>
                <c:pt idx="632">
                  <c:v>1.0491395552055669</c:v>
                </c:pt>
                <c:pt idx="633">
                  <c:v>1.0491395552055669</c:v>
                </c:pt>
                <c:pt idx="634">
                  <c:v>1.0569242833836421</c:v>
                </c:pt>
                <c:pt idx="635">
                  <c:v>1.0569242833836421</c:v>
                </c:pt>
                <c:pt idx="636">
                  <c:v>1.0579089325064492</c:v>
                </c:pt>
                <c:pt idx="637">
                  <c:v>1.0579089325064492</c:v>
                </c:pt>
                <c:pt idx="638">
                  <c:v>1.0581927732357232</c:v>
                </c:pt>
                <c:pt idx="639">
                  <c:v>1.0581927732357232</c:v>
                </c:pt>
                <c:pt idx="640">
                  <c:v>1.0573926533200426</c:v>
                </c:pt>
                <c:pt idx="641">
                  <c:v>1.0573926533200426</c:v>
                </c:pt>
                <c:pt idx="642">
                  <c:v>1.057268147863339</c:v>
                </c:pt>
                <c:pt idx="643">
                  <c:v>1.057268147863339</c:v>
                </c:pt>
                <c:pt idx="644">
                  <c:v>1.0572293017895793</c:v>
                </c:pt>
                <c:pt idx="645">
                  <c:v>1.0572293017895793</c:v>
                </c:pt>
                <c:pt idx="646">
                  <c:v>1.0580675692302497</c:v>
                </c:pt>
                <c:pt idx="647">
                  <c:v>1.0580675692302497</c:v>
                </c:pt>
                <c:pt idx="648">
                  <c:v>1.0582576518972671</c:v>
                </c:pt>
                <c:pt idx="649">
                  <c:v>1.0582576518972671</c:v>
                </c:pt>
                <c:pt idx="650">
                  <c:v>1.0578799334255082</c:v>
                </c:pt>
                <c:pt idx="651">
                  <c:v>1.0578799334255082</c:v>
                </c:pt>
                <c:pt idx="652">
                  <c:v>1.0575477752137734</c:v>
                </c:pt>
                <c:pt idx="653">
                  <c:v>1.0575477752137734</c:v>
                </c:pt>
                <c:pt idx="654">
                  <c:v>1.058526671141734</c:v>
                </c:pt>
                <c:pt idx="655">
                  <c:v>1.058526671141734</c:v>
                </c:pt>
                <c:pt idx="656">
                  <c:v>1.0599523209219504</c:v>
                </c:pt>
                <c:pt idx="657">
                  <c:v>1.0599523209219504</c:v>
                </c:pt>
                <c:pt idx="658">
                  <c:v>1.0601608149006387</c:v>
                </c:pt>
                <c:pt idx="659">
                  <c:v>1.0601608149006387</c:v>
                </c:pt>
                <c:pt idx="660">
                  <c:v>1.0598620308027129</c:v>
                </c:pt>
                <c:pt idx="661">
                  <c:v>1.0598620308027129</c:v>
                </c:pt>
                <c:pt idx="662">
                  <c:v>1.0594734243248616</c:v>
                </c:pt>
                <c:pt idx="663">
                  <c:v>1.0594734243248616</c:v>
                </c:pt>
                <c:pt idx="664">
                  <c:v>1.0604458013798372</c:v>
                </c:pt>
                <c:pt idx="665">
                  <c:v>1.0604458013798372</c:v>
                </c:pt>
                <c:pt idx="666">
                  <c:v>1.0611275919776868</c:v>
                </c:pt>
                <c:pt idx="667">
                  <c:v>1.0611275919776868</c:v>
                </c:pt>
                <c:pt idx="668">
                  <c:v>1.0605876064251829</c:v>
                </c:pt>
                <c:pt idx="669">
                  <c:v>1.0605876064251829</c:v>
                </c:pt>
                <c:pt idx="670">
                  <c:v>1.0610860729009008</c:v>
                </c:pt>
                <c:pt idx="671">
                  <c:v>1.0610860729009008</c:v>
                </c:pt>
                <c:pt idx="672">
                  <c:v>1.0609985568171032</c:v>
                </c:pt>
                <c:pt idx="673">
                  <c:v>1.0609985568171032</c:v>
                </c:pt>
                <c:pt idx="674">
                  <c:v>1.0611379765951383</c:v>
                </c:pt>
                <c:pt idx="675">
                  <c:v>1.0611379765951383</c:v>
                </c:pt>
                <c:pt idx="676">
                  <c:v>1.0616306844507652</c:v>
                </c:pt>
                <c:pt idx="677">
                  <c:v>1.0616306844507652</c:v>
                </c:pt>
                <c:pt idx="678">
                  <c:v>1.0620703488046137</c:v>
                </c:pt>
                <c:pt idx="679">
                  <c:v>1.0620703488046137</c:v>
                </c:pt>
                <c:pt idx="680">
                  <c:v>1.0615548231107126</c:v>
                </c:pt>
                <c:pt idx="681">
                  <c:v>1.0615548231107126</c:v>
                </c:pt>
                <c:pt idx="682">
                  <c:v>1.0614957971740653</c:v>
                </c:pt>
                <c:pt idx="683">
                  <c:v>1.0614957971740653</c:v>
                </c:pt>
                <c:pt idx="684">
                  <c:v>1.0631388990418609</c:v>
                </c:pt>
                <c:pt idx="685">
                  <c:v>1.0631388990418609</c:v>
                </c:pt>
                <c:pt idx="686">
                  <c:v>1.063445258011338</c:v>
                </c:pt>
                <c:pt idx="687">
                  <c:v>1.063445258011338</c:v>
                </c:pt>
                <c:pt idx="688">
                  <c:v>1.063301406736157</c:v>
                </c:pt>
                <c:pt idx="689">
                  <c:v>1.063301406736157</c:v>
                </c:pt>
                <c:pt idx="690">
                  <c:v>1.0636493580980468</c:v>
                </c:pt>
                <c:pt idx="691">
                  <c:v>1.0636493580980468</c:v>
                </c:pt>
                <c:pt idx="692">
                  <c:v>1.0631645745186586</c:v>
                </c:pt>
                <c:pt idx="693">
                  <c:v>1.0631645745186586</c:v>
                </c:pt>
                <c:pt idx="694">
                  <c:v>1.0629747535815759</c:v>
                </c:pt>
                <c:pt idx="695">
                  <c:v>1.0629747535815759</c:v>
                </c:pt>
                <c:pt idx="696">
                  <c:v>1.0636659121737946</c:v>
                </c:pt>
                <c:pt idx="697">
                  <c:v>1.0636659121737946</c:v>
                </c:pt>
                <c:pt idx="698">
                  <c:v>1.064596248303044</c:v>
                </c:pt>
                <c:pt idx="699">
                  <c:v>1.064596248303044</c:v>
                </c:pt>
                <c:pt idx="700">
                  <c:v>1.0643022648579512</c:v>
                </c:pt>
                <c:pt idx="701">
                  <c:v>1.0643022648579512</c:v>
                </c:pt>
                <c:pt idx="702">
                  <c:v>1.0640011268658165</c:v>
                </c:pt>
                <c:pt idx="703">
                  <c:v>1.0640011268658165</c:v>
                </c:pt>
                <c:pt idx="704">
                  <c:v>1.0644032388926996</c:v>
                </c:pt>
                <c:pt idx="705">
                  <c:v>1.0644032388926996</c:v>
                </c:pt>
                <c:pt idx="706">
                  <c:v>1.0645987273639237</c:v>
                </c:pt>
                <c:pt idx="707">
                  <c:v>1.0645987273639237</c:v>
                </c:pt>
                <c:pt idx="708">
                  <c:v>1.0645670905220144</c:v>
                </c:pt>
                <c:pt idx="709">
                  <c:v>1.0645670905220144</c:v>
                </c:pt>
                <c:pt idx="710">
                  <c:v>1.0648480147026429</c:v>
                </c:pt>
                <c:pt idx="711">
                  <c:v>1.0648480147026429</c:v>
                </c:pt>
                <c:pt idx="712">
                  <c:v>1.0652422789503011</c:v>
                </c:pt>
                <c:pt idx="713">
                  <c:v>1.0652422789503011</c:v>
                </c:pt>
                <c:pt idx="714">
                  <c:v>1.0648046495267314</c:v>
                </c:pt>
                <c:pt idx="715">
                  <c:v>1.0648046495267314</c:v>
                </c:pt>
                <c:pt idx="716">
                  <c:v>1.064428592627813</c:v>
                </c:pt>
                <c:pt idx="717">
                  <c:v>1.064428592627813</c:v>
                </c:pt>
                <c:pt idx="718">
                  <c:v>1.0661231760909331</c:v>
                </c:pt>
                <c:pt idx="719">
                  <c:v>1.0661231760909331</c:v>
                </c:pt>
                <c:pt idx="720">
                  <c:v>1.0665397875931515</c:v>
                </c:pt>
                <c:pt idx="721">
                  <c:v>1.0665397875931515</c:v>
                </c:pt>
                <c:pt idx="722">
                  <c:v>1.0663384440488914</c:v>
                </c:pt>
                <c:pt idx="723">
                  <c:v>1.0663384440488914</c:v>
                </c:pt>
                <c:pt idx="724">
                  <c:v>1.0661467030580802</c:v>
                </c:pt>
                <c:pt idx="725">
                  <c:v>1.0661467030580802</c:v>
                </c:pt>
                <c:pt idx="726">
                  <c:v>1.0696094408837875</c:v>
                </c:pt>
                <c:pt idx="727">
                  <c:v>1.0696094408837875</c:v>
                </c:pt>
                <c:pt idx="728">
                  <c:v>1.0696151880954909</c:v>
                </c:pt>
                <c:pt idx="729">
                  <c:v>1.0696151880954909</c:v>
                </c:pt>
                <c:pt idx="730">
                  <c:v>1.0691801300617267</c:v>
                </c:pt>
                <c:pt idx="731">
                  <c:v>1.0691801300617267</c:v>
                </c:pt>
                <c:pt idx="732">
                  <c:v>1.0693999449979377</c:v>
                </c:pt>
                <c:pt idx="733">
                  <c:v>1.0693999449979377</c:v>
                </c:pt>
                <c:pt idx="734">
                  <c:v>1.0689397728535568</c:v>
                </c:pt>
                <c:pt idx="735">
                  <c:v>1.0689397728535568</c:v>
                </c:pt>
                <c:pt idx="736">
                  <c:v>1.068993856055543</c:v>
                </c:pt>
                <c:pt idx="737">
                  <c:v>1.068993856055543</c:v>
                </c:pt>
                <c:pt idx="738">
                  <c:v>1.0700595984411114</c:v>
                </c:pt>
                <c:pt idx="739">
                  <c:v>1.0700595984411114</c:v>
                </c:pt>
                <c:pt idx="740">
                  <c:v>1.0706348130848198</c:v>
                </c:pt>
                <c:pt idx="741">
                  <c:v>1.0706348130848198</c:v>
                </c:pt>
                <c:pt idx="742">
                  <c:v>1.0704886309123429</c:v>
                </c:pt>
                <c:pt idx="743">
                  <c:v>1.0704886309123429</c:v>
                </c:pt>
                <c:pt idx="744">
                  <c:v>1.0704732605563181</c:v>
                </c:pt>
                <c:pt idx="745">
                  <c:v>1.0704732605563181</c:v>
                </c:pt>
                <c:pt idx="746">
                  <c:v>1.0715252105270023</c:v>
                </c:pt>
                <c:pt idx="747">
                  <c:v>1.0715252105270023</c:v>
                </c:pt>
                <c:pt idx="748">
                  <c:v>1.0730959998970493</c:v>
                </c:pt>
                <c:pt idx="749">
                  <c:v>1.0730959998970493</c:v>
                </c:pt>
                <c:pt idx="750">
                  <c:v>1.0744438319735974</c:v>
                </c:pt>
                <c:pt idx="751">
                  <c:v>1.0744438319735974</c:v>
                </c:pt>
                <c:pt idx="752">
                  <c:v>1.0740726990118743</c:v>
                </c:pt>
                <c:pt idx="753">
                  <c:v>1.0740726990118743</c:v>
                </c:pt>
                <c:pt idx="754">
                  <c:v>1.0745699051463855</c:v>
                </c:pt>
                <c:pt idx="755">
                  <c:v>1.0745699051463855</c:v>
                </c:pt>
                <c:pt idx="756">
                  <c:v>1.0745542736283669</c:v>
                </c:pt>
                <c:pt idx="757">
                  <c:v>1.0745542736283669</c:v>
                </c:pt>
                <c:pt idx="758">
                  <c:v>1.0739514768394756</c:v>
                </c:pt>
                <c:pt idx="759">
                  <c:v>1.0739514768394756</c:v>
                </c:pt>
                <c:pt idx="760">
                  <c:v>1.0738442074044807</c:v>
                </c:pt>
                <c:pt idx="761">
                  <c:v>1.0738442074044807</c:v>
                </c:pt>
                <c:pt idx="762">
                  <c:v>1.0753781912661884</c:v>
                </c:pt>
                <c:pt idx="763">
                  <c:v>1.0753781912661884</c:v>
                </c:pt>
                <c:pt idx="764">
                  <c:v>1.0748338381711624</c:v>
                </c:pt>
                <c:pt idx="765">
                  <c:v>1.0748338381711624</c:v>
                </c:pt>
                <c:pt idx="766">
                  <c:v>1.0766130040613691</c:v>
                </c:pt>
                <c:pt idx="767">
                  <c:v>1.0766130040613691</c:v>
                </c:pt>
                <c:pt idx="768">
                  <c:v>1.0788571120398449</c:v>
                </c:pt>
                <c:pt idx="769">
                  <c:v>1.0788571120398449</c:v>
                </c:pt>
                <c:pt idx="770">
                  <c:v>1.0816245434386249</c:v>
                </c:pt>
                <c:pt idx="771">
                  <c:v>1.0816245434386249</c:v>
                </c:pt>
                <c:pt idx="772">
                  <c:v>1.0824007287553332</c:v>
                </c:pt>
                <c:pt idx="773">
                  <c:v>1.0824007287553332</c:v>
                </c:pt>
                <c:pt idx="774">
                  <c:v>1.0829070203038669</c:v>
                </c:pt>
                <c:pt idx="775">
                  <c:v>1.0829070203038669</c:v>
                </c:pt>
                <c:pt idx="776">
                  <c:v>1.0828116973255679</c:v>
                </c:pt>
                <c:pt idx="777">
                  <c:v>1.0828116973255679</c:v>
                </c:pt>
                <c:pt idx="778">
                  <c:v>1.0810739391582489</c:v>
                </c:pt>
                <c:pt idx="779">
                  <c:v>1.0810739391582489</c:v>
                </c:pt>
                <c:pt idx="780">
                  <c:v>1.0816559466134732</c:v>
                </c:pt>
                <c:pt idx="781">
                  <c:v>1.0816559466134732</c:v>
                </c:pt>
                <c:pt idx="782">
                  <c:v>1.0819372291544631</c:v>
                </c:pt>
                <c:pt idx="783">
                  <c:v>1.0819372291544631</c:v>
                </c:pt>
                <c:pt idx="784">
                  <c:v>1.0820209899451849</c:v>
                </c:pt>
                <c:pt idx="785">
                  <c:v>1.0820209899451849</c:v>
                </c:pt>
                <c:pt idx="786">
                  <c:v>1.0833882350911963</c:v>
                </c:pt>
                <c:pt idx="787">
                  <c:v>1.0833882350911963</c:v>
                </c:pt>
                <c:pt idx="788">
                  <c:v>1.0831930854397624</c:v>
                </c:pt>
                <c:pt idx="789">
                  <c:v>1.0831930854397624</c:v>
                </c:pt>
                <c:pt idx="790">
                  <c:v>1.0843530978040401</c:v>
                </c:pt>
                <c:pt idx="791">
                  <c:v>1.0843530978040401</c:v>
                </c:pt>
                <c:pt idx="792">
                  <c:v>1.0845790073997743</c:v>
                </c:pt>
                <c:pt idx="793">
                  <c:v>1.0845790073997743</c:v>
                </c:pt>
                <c:pt idx="794">
                  <c:v>1.0850689821673829</c:v>
                </c:pt>
                <c:pt idx="795">
                  <c:v>1.0850689821673829</c:v>
                </c:pt>
                <c:pt idx="796">
                  <c:v>1.0852435835589924</c:v>
                </c:pt>
                <c:pt idx="797">
                  <c:v>1.0852435835589924</c:v>
                </c:pt>
                <c:pt idx="798">
                  <c:v>1.0848841375977814</c:v>
                </c:pt>
                <c:pt idx="799">
                  <c:v>1.0848841375977814</c:v>
                </c:pt>
                <c:pt idx="800">
                  <c:v>1.0848257811570392</c:v>
                </c:pt>
                <c:pt idx="801">
                  <c:v>1.0848257811570392</c:v>
                </c:pt>
                <c:pt idx="802">
                  <c:v>1.0846977825266544</c:v>
                </c:pt>
                <c:pt idx="803">
                  <c:v>1.0846977825266544</c:v>
                </c:pt>
                <c:pt idx="804">
                  <c:v>1.0848091779151383</c:v>
                </c:pt>
                <c:pt idx="805">
                  <c:v>1.0848091779151383</c:v>
                </c:pt>
                <c:pt idx="806">
                  <c:v>1.0849672842508411</c:v>
                </c:pt>
                <c:pt idx="807">
                  <c:v>1.0849672842508411</c:v>
                </c:pt>
                <c:pt idx="808">
                  <c:v>1.0848293860364295</c:v>
                </c:pt>
                <c:pt idx="809">
                  <c:v>1.0848293860364295</c:v>
                </c:pt>
                <c:pt idx="810">
                  <c:v>1.085007393769162</c:v>
                </c:pt>
                <c:pt idx="811">
                  <c:v>1.085007393769162</c:v>
                </c:pt>
                <c:pt idx="812">
                  <c:v>1.0850100740655964</c:v>
                </c:pt>
                <c:pt idx="813">
                  <c:v>1.0850100740655964</c:v>
                </c:pt>
                <c:pt idx="814">
                  <c:v>1.0844056954671064</c:v>
                </c:pt>
                <c:pt idx="815">
                  <c:v>1.0844056954671064</c:v>
                </c:pt>
                <c:pt idx="816">
                  <c:v>1.0843153444416569</c:v>
                </c:pt>
                <c:pt idx="817">
                  <c:v>1.0843153444416569</c:v>
                </c:pt>
                <c:pt idx="818">
                  <c:v>1.0850041242844539</c:v>
                </c:pt>
                <c:pt idx="819">
                  <c:v>1.0850041242844539</c:v>
                </c:pt>
                <c:pt idx="820">
                  <c:v>1.0852998014621884</c:v>
                </c:pt>
                <c:pt idx="821">
                  <c:v>1.0852998014621884</c:v>
                </c:pt>
                <c:pt idx="822">
                  <c:v>1.0858418256454423</c:v>
                </c:pt>
                <c:pt idx="823">
                  <c:v>1.0858418256454423</c:v>
                </c:pt>
                <c:pt idx="824">
                  <c:v>1.0863906000966206</c:v>
                </c:pt>
                <c:pt idx="825">
                  <c:v>1.0863906000966206</c:v>
                </c:pt>
                <c:pt idx="826">
                  <c:v>1.0877017831896605</c:v>
                </c:pt>
                <c:pt idx="827">
                  <c:v>1.0877017831896605</c:v>
                </c:pt>
                <c:pt idx="828">
                  <c:v>1.0884126959105584</c:v>
                </c:pt>
                <c:pt idx="829">
                  <c:v>1.0884126959105584</c:v>
                </c:pt>
                <c:pt idx="830">
                  <c:v>1.0890396563180471</c:v>
                </c:pt>
                <c:pt idx="831">
                  <c:v>1.0890396563180471</c:v>
                </c:pt>
                <c:pt idx="832">
                  <c:v>1.0888848186571771</c:v>
                </c:pt>
                <c:pt idx="833">
                  <c:v>1.0888848186571771</c:v>
                </c:pt>
                <c:pt idx="834">
                  <c:v>1.0887467749886739</c:v>
                </c:pt>
                <c:pt idx="835">
                  <c:v>1.0887467749886739</c:v>
                </c:pt>
                <c:pt idx="836">
                  <c:v>1.0888838197875943</c:v>
                </c:pt>
                <c:pt idx="837">
                  <c:v>1.0888838197875943</c:v>
                </c:pt>
                <c:pt idx="838">
                  <c:v>1.0896508815664063</c:v>
                </c:pt>
                <c:pt idx="839">
                  <c:v>1.0896508815664063</c:v>
                </c:pt>
                <c:pt idx="840">
                  <c:v>1.0894820668073275</c:v>
                </c:pt>
                <c:pt idx="841">
                  <c:v>1.0894820668073275</c:v>
                </c:pt>
                <c:pt idx="842">
                  <c:v>1.0895523291871023</c:v>
                </c:pt>
                <c:pt idx="843">
                  <c:v>1.0895523291871023</c:v>
                </c:pt>
                <c:pt idx="844">
                  <c:v>1.0906742647939682</c:v>
                </c:pt>
                <c:pt idx="845">
                  <c:v>1.0906742647939682</c:v>
                </c:pt>
                <c:pt idx="846">
                  <c:v>1.0903376044278079</c:v>
                </c:pt>
                <c:pt idx="847">
                  <c:v>1.0903376044278079</c:v>
                </c:pt>
                <c:pt idx="848">
                  <c:v>1.0905212636881725</c:v>
                </c:pt>
                <c:pt idx="849">
                  <c:v>1.0905212636881725</c:v>
                </c:pt>
                <c:pt idx="850">
                  <c:v>1.090634675844838</c:v>
                </c:pt>
                <c:pt idx="851">
                  <c:v>1.090634675844838</c:v>
                </c:pt>
                <c:pt idx="852">
                  <c:v>1.0912251560712456</c:v>
                </c:pt>
                <c:pt idx="853">
                  <c:v>1.0912251560712456</c:v>
                </c:pt>
                <c:pt idx="854">
                  <c:v>1.090654438912271</c:v>
                </c:pt>
                <c:pt idx="855">
                  <c:v>1.090654438912271</c:v>
                </c:pt>
                <c:pt idx="856">
                  <c:v>1.0913998891058554</c:v>
                </c:pt>
                <c:pt idx="857">
                  <c:v>1.0913998891058554</c:v>
                </c:pt>
                <c:pt idx="858">
                  <c:v>1.0917714474731015</c:v>
                </c:pt>
                <c:pt idx="859">
                  <c:v>1.0917714474731015</c:v>
                </c:pt>
                <c:pt idx="860">
                  <c:v>1.0912281863561388</c:v>
                </c:pt>
                <c:pt idx="861">
                  <c:v>1.0912281863561388</c:v>
                </c:pt>
                <c:pt idx="862">
                  <c:v>1.0912995959691911</c:v>
                </c:pt>
                <c:pt idx="863">
                  <c:v>1.0912995959691911</c:v>
                </c:pt>
                <c:pt idx="864">
                  <c:v>1.0914812951393362</c:v>
                </c:pt>
                <c:pt idx="865">
                  <c:v>1.0914812951393362</c:v>
                </c:pt>
                <c:pt idx="866">
                  <c:v>1.0929774688901119</c:v>
                </c:pt>
                <c:pt idx="867">
                  <c:v>1.0929774688901119</c:v>
                </c:pt>
                <c:pt idx="868">
                  <c:v>1.0932200471931726</c:v>
                </c:pt>
                <c:pt idx="869">
                  <c:v>1.0932200471931726</c:v>
                </c:pt>
                <c:pt idx="870">
                  <c:v>1.0933144019041483</c:v>
                </c:pt>
                <c:pt idx="871">
                  <c:v>1.0933144019041483</c:v>
                </c:pt>
                <c:pt idx="872">
                  <c:v>1.093592535052722</c:v>
                </c:pt>
                <c:pt idx="873">
                  <c:v>1.093592535052722</c:v>
                </c:pt>
                <c:pt idx="874">
                  <c:v>1.0951508947864448</c:v>
                </c:pt>
                <c:pt idx="875">
                  <c:v>1.0951508947864448</c:v>
                </c:pt>
                <c:pt idx="876">
                  <c:v>1.0958111151301799</c:v>
                </c:pt>
                <c:pt idx="877">
                  <c:v>1.0958111151301799</c:v>
                </c:pt>
                <c:pt idx="878">
                  <c:v>1.0952207333371755</c:v>
                </c:pt>
                <c:pt idx="879">
                  <c:v>1.0952207333371755</c:v>
                </c:pt>
                <c:pt idx="880">
                  <c:v>1.0965775526890476</c:v>
                </c:pt>
                <c:pt idx="881">
                  <c:v>1.0965775526890476</c:v>
                </c:pt>
                <c:pt idx="882">
                  <c:v>1.0967263125344195</c:v>
                </c:pt>
                <c:pt idx="883">
                  <c:v>1.0967263125344195</c:v>
                </c:pt>
                <c:pt idx="884">
                  <c:v>1.0964856463405479</c:v>
                </c:pt>
                <c:pt idx="885">
                  <c:v>1.0964856463405479</c:v>
                </c:pt>
                <c:pt idx="886">
                  <c:v>1.0970908510992718</c:v>
                </c:pt>
                <c:pt idx="887">
                  <c:v>1.0970908510992718</c:v>
                </c:pt>
                <c:pt idx="888">
                  <c:v>1.0968632025142198</c:v>
                </c:pt>
                <c:pt idx="889">
                  <c:v>1.0968632025142198</c:v>
                </c:pt>
                <c:pt idx="890">
                  <c:v>1.0974572154442603</c:v>
                </c:pt>
                <c:pt idx="891">
                  <c:v>1.0974572154442603</c:v>
                </c:pt>
                <c:pt idx="892">
                  <c:v>1.0972491754034466</c:v>
                </c:pt>
                <c:pt idx="893">
                  <c:v>1.0972491754034466</c:v>
                </c:pt>
                <c:pt idx="894">
                  <c:v>1.0970382805034633</c:v>
                </c:pt>
                <c:pt idx="895">
                  <c:v>1.0970382805034633</c:v>
                </c:pt>
                <c:pt idx="896">
                  <c:v>1.0976312878314796</c:v>
                </c:pt>
                <c:pt idx="897">
                  <c:v>1.0976312878314796</c:v>
                </c:pt>
                <c:pt idx="898">
                  <c:v>1.0970545527543043</c:v>
                </c:pt>
                <c:pt idx="899">
                  <c:v>1.0970545527543043</c:v>
                </c:pt>
                <c:pt idx="900">
                  <c:v>1.0972606517305383</c:v>
                </c:pt>
                <c:pt idx="901">
                  <c:v>1.0972606517305383</c:v>
                </c:pt>
                <c:pt idx="902">
                  <c:v>1.0973797457660148</c:v>
                </c:pt>
                <c:pt idx="903">
                  <c:v>1.0973797457660148</c:v>
                </c:pt>
                <c:pt idx="904">
                  <c:v>1.0987985769317772</c:v>
                </c:pt>
                <c:pt idx="905">
                  <c:v>1.0987985769317772</c:v>
                </c:pt>
                <c:pt idx="906">
                  <c:v>1.0986695570664835</c:v>
                </c:pt>
                <c:pt idx="907">
                  <c:v>1.0986695570664835</c:v>
                </c:pt>
                <c:pt idx="908">
                  <c:v>1.1003755889424347</c:v>
                </c:pt>
                <c:pt idx="909">
                  <c:v>1.1003755889424347</c:v>
                </c:pt>
                <c:pt idx="910">
                  <c:v>1.1019165269147029</c:v>
                </c:pt>
                <c:pt idx="911">
                  <c:v>1.1019165269147029</c:v>
                </c:pt>
                <c:pt idx="912">
                  <c:v>1.1022600672043268</c:v>
                </c:pt>
                <c:pt idx="913">
                  <c:v>1.1022600672043268</c:v>
                </c:pt>
                <c:pt idx="914">
                  <c:v>1.1073633197086703</c:v>
                </c:pt>
                <c:pt idx="915">
                  <c:v>1.1073633197086703</c:v>
                </c:pt>
                <c:pt idx="916">
                  <c:v>1.1076972671978844</c:v>
                </c:pt>
                <c:pt idx="917">
                  <c:v>1.1076972671978844</c:v>
                </c:pt>
                <c:pt idx="918">
                  <c:v>1.1080221425000307</c:v>
                </c:pt>
                <c:pt idx="919">
                  <c:v>1.1080221425000307</c:v>
                </c:pt>
                <c:pt idx="920">
                  <c:v>1.1084774426553687</c:v>
                </c:pt>
                <c:pt idx="921">
                  <c:v>1.1084774426553687</c:v>
                </c:pt>
                <c:pt idx="922">
                  <c:v>1.1083379661819821</c:v>
                </c:pt>
                <c:pt idx="923">
                  <c:v>1.1083379661819821</c:v>
                </c:pt>
                <c:pt idx="924">
                  <c:v>1.1081913723356778</c:v>
                </c:pt>
                <c:pt idx="925">
                  <c:v>1.1081913723356778</c:v>
                </c:pt>
                <c:pt idx="926">
                  <c:v>1.1079951220552118</c:v>
                </c:pt>
                <c:pt idx="927">
                  <c:v>1.1079951220552118</c:v>
                </c:pt>
                <c:pt idx="928">
                  <c:v>1.1085815789414608</c:v>
                </c:pt>
                <c:pt idx="929">
                  <c:v>1.1085815789414608</c:v>
                </c:pt>
                <c:pt idx="930">
                  <c:v>1.1093285579285233</c:v>
                </c:pt>
                <c:pt idx="931">
                  <c:v>1.1093285579285233</c:v>
                </c:pt>
                <c:pt idx="932">
                  <c:v>1.1096788541819771</c:v>
                </c:pt>
                <c:pt idx="933">
                  <c:v>1.1096788541819771</c:v>
                </c:pt>
                <c:pt idx="934">
                  <c:v>1.1104982486458628</c:v>
                </c:pt>
                <c:pt idx="935">
                  <c:v>1.1104982486458628</c:v>
                </c:pt>
                <c:pt idx="936">
                  <c:v>1.1110648180249716</c:v>
                </c:pt>
                <c:pt idx="937">
                  <c:v>1.1110648180249716</c:v>
                </c:pt>
                <c:pt idx="938">
                  <c:v>1.1114410515790392</c:v>
                </c:pt>
                <c:pt idx="939">
                  <c:v>1.1114410515790392</c:v>
                </c:pt>
                <c:pt idx="940">
                  <c:v>1.1114852285785539</c:v>
                </c:pt>
                <c:pt idx="941">
                  <c:v>1.1114852285785539</c:v>
                </c:pt>
                <c:pt idx="942">
                  <c:v>1.1113409799579086</c:v>
                </c:pt>
                <c:pt idx="943">
                  <c:v>1.1113409799579086</c:v>
                </c:pt>
                <c:pt idx="944">
                  <c:v>1.111940047252544</c:v>
                </c:pt>
                <c:pt idx="945">
                  <c:v>1.111940047252544</c:v>
                </c:pt>
                <c:pt idx="946">
                  <c:v>1.1122733794754429</c:v>
                </c:pt>
                <c:pt idx="947">
                  <c:v>1.1122733794754429</c:v>
                </c:pt>
                <c:pt idx="948">
                  <c:v>1.1125451848655543</c:v>
                </c:pt>
                <c:pt idx="949">
                  <c:v>1.1125451848655543</c:v>
                </c:pt>
                <c:pt idx="950">
                  <c:v>1.1128065304629471</c:v>
                </c:pt>
                <c:pt idx="951">
                  <c:v>1.1128065304629471</c:v>
                </c:pt>
                <c:pt idx="952">
                  <c:v>1.112642364928653</c:v>
                </c:pt>
                <c:pt idx="953">
                  <c:v>1.112642364928653</c:v>
                </c:pt>
                <c:pt idx="954">
                  <c:v>1.1126839654716949</c:v>
                </c:pt>
                <c:pt idx="955">
                  <c:v>1.1126839654716949</c:v>
                </c:pt>
                <c:pt idx="956">
                  <c:v>1.112515964202732</c:v>
                </c:pt>
                <c:pt idx="957">
                  <c:v>1.112515964202732</c:v>
                </c:pt>
                <c:pt idx="958">
                  <c:v>1.1144057820156521</c:v>
                </c:pt>
                <c:pt idx="959">
                  <c:v>1.1144057820156521</c:v>
                </c:pt>
                <c:pt idx="960">
                  <c:v>1.1159362253823462</c:v>
                </c:pt>
                <c:pt idx="961">
                  <c:v>1.1159362253823462</c:v>
                </c:pt>
                <c:pt idx="962">
                  <c:v>1.1156274850959014</c:v>
                </c:pt>
                <c:pt idx="963">
                  <c:v>1.1156274850959014</c:v>
                </c:pt>
                <c:pt idx="964">
                  <c:v>1.1150497680566658</c:v>
                </c:pt>
                <c:pt idx="965">
                  <c:v>1.1150497680566658</c:v>
                </c:pt>
                <c:pt idx="966">
                  <c:v>1.1149216556415056</c:v>
                </c:pt>
                <c:pt idx="967">
                  <c:v>1.1149216556415056</c:v>
                </c:pt>
                <c:pt idx="968">
                  <c:v>1.1147495695695593</c:v>
                </c:pt>
                <c:pt idx="969">
                  <c:v>1.1147495695695593</c:v>
                </c:pt>
                <c:pt idx="970">
                  <c:v>1.1148108925342817</c:v>
                </c:pt>
                <c:pt idx="971">
                  <c:v>1.1148108925342817</c:v>
                </c:pt>
                <c:pt idx="972">
                  <c:v>1.1143444832875358</c:v>
                </c:pt>
                <c:pt idx="973">
                  <c:v>1.1143444832875358</c:v>
                </c:pt>
                <c:pt idx="974">
                  <c:v>1.114586688243747</c:v>
                </c:pt>
                <c:pt idx="975">
                  <c:v>1.114586688243747</c:v>
                </c:pt>
                <c:pt idx="976">
                  <c:v>1.1140373873402556</c:v>
                </c:pt>
                <c:pt idx="977">
                  <c:v>1.1140373873402556</c:v>
                </c:pt>
                <c:pt idx="978">
                  <c:v>1.1135736925909263</c:v>
                </c:pt>
                <c:pt idx="979">
                  <c:v>1.1135736925909263</c:v>
                </c:pt>
                <c:pt idx="980">
                  <c:v>1.1132706109593216</c:v>
                </c:pt>
                <c:pt idx="981">
                  <c:v>1.1132706109593216</c:v>
                </c:pt>
                <c:pt idx="982">
                  <c:v>1.1140581184988343</c:v>
                </c:pt>
                <c:pt idx="983">
                  <c:v>1.1140581184988343</c:v>
                </c:pt>
                <c:pt idx="984">
                  <c:v>1.1140890169006596</c:v>
                </c:pt>
                <c:pt idx="985">
                  <c:v>1.1140890169006596</c:v>
                </c:pt>
                <c:pt idx="986">
                  <c:v>1.1140216498103499</c:v>
                </c:pt>
                <c:pt idx="987">
                  <c:v>1.1140216498103499</c:v>
                </c:pt>
                <c:pt idx="988">
                  <c:v>1.1137304105193264</c:v>
                </c:pt>
                <c:pt idx="989">
                  <c:v>1.1137304105193264</c:v>
                </c:pt>
                <c:pt idx="990">
                  <c:v>1.1130612773765245</c:v>
                </c:pt>
                <c:pt idx="991">
                  <c:v>1.1130612773765245</c:v>
                </c:pt>
                <c:pt idx="992">
                  <c:v>1.1128912202738732</c:v>
                </c:pt>
                <c:pt idx="993">
                  <c:v>1.1128912202738732</c:v>
                </c:pt>
                <c:pt idx="994">
                  <c:v>1.1130240967258331</c:v>
                </c:pt>
                <c:pt idx="995">
                  <c:v>1.1130240967258331</c:v>
                </c:pt>
                <c:pt idx="996">
                  <c:v>1.1124830781605994</c:v>
                </c:pt>
                <c:pt idx="997">
                  <c:v>1.1124830781605994</c:v>
                </c:pt>
                <c:pt idx="998">
                  <c:v>1.1130457422825124</c:v>
                </c:pt>
                <c:pt idx="999">
                  <c:v>1.1130457422825124</c:v>
                </c:pt>
                <c:pt idx="1000">
                  <c:v>1.1129358313866409</c:v>
                </c:pt>
                <c:pt idx="1001">
                  <c:v>1.1129358313866409</c:v>
                </c:pt>
                <c:pt idx="1002">
                  <c:v>1.1124965706533207</c:v>
                </c:pt>
                <c:pt idx="1003">
                  <c:v>1.1124965706533207</c:v>
                </c:pt>
                <c:pt idx="1004">
                  <c:v>1.1128363044910852</c:v>
                </c:pt>
                <c:pt idx="1005">
                  <c:v>1.1128363044910852</c:v>
                </c:pt>
                <c:pt idx="1006">
                  <c:v>1.1128167995087632</c:v>
                </c:pt>
                <c:pt idx="1007">
                  <c:v>1.1128167995087632</c:v>
                </c:pt>
                <c:pt idx="1008">
                  <c:v>1.1126210708488598</c:v>
                </c:pt>
                <c:pt idx="1009">
                  <c:v>1.1126210708488598</c:v>
                </c:pt>
                <c:pt idx="1010">
                  <c:v>1.1122022246133982</c:v>
                </c:pt>
                <c:pt idx="1011">
                  <c:v>1.1122022246133982</c:v>
                </c:pt>
                <c:pt idx="1012">
                  <c:v>1.1126066935479948</c:v>
                </c:pt>
                <c:pt idx="1013">
                  <c:v>1.1126066935479948</c:v>
                </c:pt>
                <c:pt idx="1014">
                  <c:v>1.1132397488438297</c:v>
                </c:pt>
                <c:pt idx="1015">
                  <c:v>1.1132397488438297</c:v>
                </c:pt>
                <c:pt idx="1016">
                  <c:v>1.1135658694359885</c:v>
                </c:pt>
                <c:pt idx="1017">
                  <c:v>1.1135658694359885</c:v>
                </c:pt>
                <c:pt idx="1018">
                  <c:v>1.1143035591496753</c:v>
                </c:pt>
                <c:pt idx="1019">
                  <c:v>1.1143035591496753</c:v>
                </c:pt>
                <c:pt idx="1020">
                  <c:v>1.1142850018855377</c:v>
                </c:pt>
                <c:pt idx="1021">
                  <c:v>1.1142850018855377</c:v>
                </c:pt>
                <c:pt idx="1022">
                  <c:v>1.1146214382928874</c:v>
                </c:pt>
                <c:pt idx="1023">
                  <c:v>1.1146214382928874</c:v>
                </c:pt>
                <c:pt idx="1024">
                  <c:v>1.1152081487769172</c:v>
                </c:pt>
                <c:pt idx="1025">
                  <c:v>1.1152081487769172</c:v>
                </c:pt>
                <c:pt idx="1026">
                  <c:v>1.1147789354147637</c:v>
                </c:pt>
                <c:pt idx="1027">
                  <c:v>1.1147789354147637</c:v>
                </c:pt>
                <c:pt idx="1028">
                  <c:v>1.1152093793644635</c:v>
                </c:pt>
                <c:pt idx="1029">
                  <c:v>1.1152093793644635</c:v>
                </c:pt>
                <c:pt idx="1030">
                  <c:v>1.1153371204748992</c:v>
                </c:pt>
                <c:pt idx="1031">
                  <c:v>1.1153371204748992</c:v>
                </c:pt>
                <c:pt idx="1032">
                  <c:v>1.1154254180932983</c:v>
                </c:pt>
                <c:pt idx="1033">
                  <c:v>1.1154254180932983</c:v>
                </c:pt>
                <c:pt idx="1034">
                  <c:v>1.1158607660828683</c:v>
                </c:pt>
                <c:pt idx="1035">
                  <c:v>1.1158607660828683</c:v>
                </c:pt>
                <c:pt idx="1036">
                  <c:v>1.1167240820499778</c:v>
                </c:pt>
                <c:pt idx="1037">
                  <c:v>1.1167240820499778</c:v>
                </c:pt>
                <c:pt idx="1038">
                  <c:v>1.1174796391898445</c:v>
                </c:pt>
                <c:pt idx="1039">
                  <c:v>1.1174796391898445</c:v>
                </c:pt>
                <c:pt idx="1040">
                  <c:v>1.1176977427321864</c:v>
                </c:pt>
                <c:pt idx="1041">
                  <c:v>1.1176977427321864</c:v>
                </c:pt>
                <c:pt idx="1042">
                  <c:v>1.1177011221108308</c:v>
                </c:pt>
                <c:pt idx="1043">
                  <c:v>1.1177011221108308</c:v>
                </c:pt>
                <c:pt idx="1044">
                  <c:v>1.1186235177640791</c:v>
                </c:pt>
                <c:pt idx="1045">
                  <c:v>1.1186235177640791</c:v>
                </c:pt>
                <c:pt idx="1046">
                  <c:v>1.1186432139358744</c:v>
                </c:pt>
                <c:pt idx="1047">
                  <c:v>1.1186432139358744</c:v>
                </c:pt>
                <c:pt idx="1048">
                  <c:v>1.1191146876779312</c:v>
                </c:pt>
                <c:pt idx="1049">
                  <c:v>1.1191146876779312</c:v>
                </c:pt>
                <c:pt idx="1050">
                  <c:v>1.119872966984822</c:v>
                </c:pt>
                <c:pt idx="1051">
                  <c:v>1.119872966984822</c:v>
                </c:pt>
                <c:pt idx="1052">
                  <c:v>1.12006961695334</c:v>
                </c:pt>
                <c:pt idx="1053">
                  <c:v>1.12006961695334</c:v>
                </c:pt>
                <c:pt idx="1054">
                  <c:v>1.1212359076325698</c:v>
                </c:pt>
                <c:pt idx="1055">
                  <c:v>1.1212359076325698</c:v>
                </c:pt>
                <c:pt idx="1056">
                  <c:v>1.1213998203070661</c:v>
                </c:pt>
                <c:pt idx="1057">
                  <c:v>1.1213998203070661</c:v>
                </c:pt>
                <c:pt idx="1058">
                  <c:v>1.1216750269140976</c:v>
                </c:pt>
                <c:pt idx="1059">
                  <c:v>1.1216750269140976</c:v>
                </c:pt>
                <c:pt idx="1060">
                  <c:v>1.1232113173267819</c:v>
                </c:pt>
                <c:pt idx="1061">
                  <c:v>1.1232113173267819</c:v>
                </c:pt>
                <c:pt idx="1062">
                  <c:v>1.1232405256443403</c:v>
                </c:pt>
                <c:pt idx="1063">
                  <c:v>1.1232405256443403</c:v>
                </c:pt>
                <c:pt idx="1064">
                  <c:v>1.1238050287051005</c:v>
                </c:pt>
                <c:pt idx="1065">
                  <c:v>1.1238050287051005</c:v>
                </c:pt>
                <c:pt idx="1066">
                  <c:v>1.1242165301345473</c:v>
                </c:pt>
                <c:pt idx="1067">
                  <c:v>1.1242165301345473</c:v>
                </c:pt>
                <c:pt idx="1068">
                  <c:v>1.1281595434704517</c:v>
                </c:pt>
                <c:pt idx="1069">
                  <c:v>1.1281595434704517</c:v>
                </c:pt>
                <c:pt idx="1070">
                  <c:v>1.1289762833586805</c:v>
                </c:pt>
                <c:pt idx="1071">
                  <c:v>1.1289762833586805</c:v>
                </c:pt>
                <c:pt idx="1072">
                  <c:v>1.1301045129842855</c:v>
                </c:pt>
                <c:pt idx="1073">
                  <c:v>1.1301045129842855</c:v>
                </c:pt>
                <c:pt idx="1074">
                  <c:v>1.1298784435174971</c:v>
                </c:pt>
                <c:pt idx="1075">
                  <c:v>1.1298784435174971</c:v>
                </c:pt>
                <c:pt idx="1076">
                  <c:v>1.1300861058716705</c:v>
                </c:pt>
                <c:pt idx="1077">
                  <c:v>1.1300861058716705</c:v>
                </c:pt>
                <c:pt idx="1078">
                  <c:v>1.1304032113297484</c:v>
                </c:pt>
                <c:pt idx="1079">
                  <c:v>1.1304032113297484</c:v>
                </c:pt>
                <c:pt idx="1080">
                  <c:v>1.1316617769469424</c:v>
                </c:pt>
                <c:pt idx="1081">
                  <c:v>1.1316617769469424</c:v>
                </c:pt>
                <c:pt idx="1082">
                  <c:v>1.1318391961689611</c:v>
                </c:pt>
                <c:pt idx="1083">
                  <c:v>1.1318391961689611</c:v>
                </c:pt>
                <c:pt idx="1084">
                  <c:v>1.1320780984330387</c:v>
                </c:pt>
                <c:pt idx="1085">
                  <c:v>1.1320780984330387</c:v>
                </c:pt>
                <c:pt idx="1086">
                  <c:v>1.1317361810634388</c:v>
                </c:pt>
                <c:pt idx="1087">
                  <c:v>1.1317361810634388</c:v>
                </c:pt>
                <c:pt idx="1088">
                  <c:v>1.1313237740094408</c:v>
                </c:pt>
                <c:pt idx="1089">
                  <c:v>1.1313237740094408</c:v>
                </c:pt>
                <c:pt idx="1090">
                  <c:v>1.1313177218129686</c:v>
                </c:pt>
                <c:pt idx="1091">
                  <c:v>1.1313177218129686</c:v>
                </c:pt>
                <c:pt idx="1092">
                  <c:v>1.1314344373843506</c:v>
                </c:pt>
                <c:pt idx="1093">
                  <c:v>1.1314344373843506</c:v>
                </c:pt>
                <c:pt idx="1094">
                  <c:v>1.131945124841494</c:v>
                </c:pt>
                <c:pt idx="1095">
                  <c:v>1.131945124841494</c:v>
                </c:pt>
                <c:pt idx="1096">
                  <c:v>1.1318131280862884</c:v>
                </c:pt>
                <c:pt idx="1097">
                  <c:v>1.1318131280862884</c:v>
                </c:pt>
                <c:pt idx="1098">
                  <c:v>1.1336955530766255</c:v>
                </c:pt>
                <c:pt idx="1099">
                  <c:v>1.1336955530766255</c:v>
                </c:pt>
                <c:pt idx="1100">
                  <c:v>1.1336435204178386</c:v>
                </c:pt>
                <c:pt idx="1101">
                  <c:v>1.1336435204178386</c:v>
                </c:pt>
                <c:pt idx="1102">
                  <c:v>1.1334542018661304</c:v>
                </c:pt>
                <c:pt idx="1103">
                  <c:v>1.1334542018661304</c:v>
                </c:pt>
                <c:pt idx="1104">
                  <c:v>1.1332804991345653</c:v>
                </c:pt>
                <c:pt idx="1105">
                  <c:v>1.1332804991345653</c:v>
                </c:pt>
                <c:pt idx="1106">
                  <c:v>1.1335843260084824</c:v>
                </c:pt>
                <c:pt idx="1107">
                  <c:v>1.1335843260084824</c:v>
                </c:pt>
                <c:pt idx="1108">
                  <c:v>1.1349046716321114</c:v>
                </c:pt>
                <c:pt idx="1109">
                  <c:v>1.1349046716321114</c:v>
                </c:pt>
                <c:pt idx="1110">
                  <c:v>1.1345559784615746</c:v>
                </c:pt>
                <c:pt idx="1111">
                  <c:v>1.1345559784615746</c:v>
                </c:pt>
                <c:pt idx="1112">
                  <c:v>1.1342689479797254</c:v>
                </c:pt>
                <c:pt idx="1113">
                  <c:v>1.1342689479797254</c:v>
                </c:pt>
                <c:pt idx="1114">
                  <c:v>1.1343331089155742</c:v>
                </c:pt>
                <c:pt idx="1115">
                  <c:v>1.1343331089155742</c:v>
                </c:pt>
                <c:pt idx="1116">
                  <c:v>1.1347150936035235</c:v>
                </c:pt>
                <c:pt idx="1117">
                  <c:v>1.1347150936035235</c:v>
                </c:pt>
                <c:pt idx="1118">
                  <c:v>1.1358550954211626</c:v>
                </c:pt>
                <c:pt idx="1119">
                  <c:v>1.1358550954211626</c:v>
                </c:pt>
                <c:pt idx="1120">
                  <c:v>1.1363445453580576</c:v>
                </c:pt>
                <c:pt idx="1121">
                  <c:v>1.1363445453580576</c:v>
                </c:pt>
                <c:pt idx="1122">
                  <c:v>1.1369350616423797</c:v>
                </c:pt>
                <c:pt idx="1123">
                  <c:v>1.1369350616423797</c:v>
                </c:pt>
                <c:pt idx="1124">
                  <c:v>1.1374454557777556</c:v>
                </c:pt>
                <c:pt idx="1125">
                  <c:v>1.1374454557777556</c:v>
                </c:pt>
                <c:pt idx="1126">
                  <c:v>1.1371715712992014</c:v>
                </c:pt>
                <c:pt idx="1127">
                  <c:v>1.1371715712992014</c:v>
                </c:pt>
                <c:pt idx="1128">
                  <c:v>1.1369049023561346</c:v>
                </c:pt>
                <c:pt idx="1129">
                  <c:v>1.1369049023561346</c:v>
                </c:pt>
                <c:pt idx="1130">
                  <c:v>1.1368474855920996</c:v>
                </c:pt>
                <c:pt idx="1131">
                  <c:v>1.1368474855920996</c:v>
                </c:pt>
                <c:pt idx="1132">
                  <c:v>1.1373525937435121</c:v>
                </c:pt>
                <c:pt idx="1133">
                  <c:v>1.1373525937435121</c:v>
                </c:pt>
                <c:pt idx="1134">
                  <c:v>1.1373958240580793</c:v>
                </c:pt>
                <c:pt idx="1135">
                  <c:v>1.1373958240580793</c:v>
                </c:pt>
                <c:pt idx="1136">
                  <c:v>1.1371171056020719</c:v>
                </c:pt>
                <c:pt idx="1137">
                  <c:v>1.1371171056020719</c:v>
                </c:pt>
                <c:pt idx="1138">
                  <c:v>1.1373387929161003</c:v>
                </c:pt>
                <c:pt idx="1139">
                  <c:v>1.1373387929161003</c:v>
                </c:pt>
                <c:pt idx="1140">
                  <c:v>1.1379146680325276</c:v>
                </c:pt>
                <c:pt idx="1141">
                  <c:v>1.1379146680325276</c:v>
                </c:pt>
                <c:pt idx="1142">
                  <c:v>1.1384891341043979</c:v>
                </c:pt>
                <c:pt idx="1143">
                  <c:v>1.1384891341043979</c:v>
                </c:pt>
                <c:pt idx="1144">
                  <c:v>1.1385274384209645</c:v>
                </c:pt>
                <c:pt idx="1145">
                  <c:v>1.1385274384209645</c:v>
                </c:pt>
                <c:pt idx="1146">
                  <c:v>1.1385770181675203</c:v>
                </c:pt>
                <c:pt idx="1147">
                  <c:v>1.1385770181675203</c:v>
                </c:pt>
                <c:pt idx="1148">
                  <c:v>1.1391552656351851</c:v>
                </c:pt>
                <c:pt idx="1149">
                  <c:v>1.1391552656351851</c:v>
                </c:pt>
                <c:pt idx="1150">
                  <c:v>1.1393552821588455</c:v>
                </c:pt>
                <c:pt idx="1151">
                  <c:v>1.1393552821588455</c:v>
                </c:pt>
                <c:pt idx="1152">
                  <c:v>1.1391081817998334</c:v>
                </c:pt>
                <c:pt idx="1153">
                  <c:v>1.1391081817998334</c:v>
                </c:pt>
                <c:pt idx="1154">
                  <c:v>1.1390930531059236</c:v>
                </c:pt>
                <c:pt idx="1155">
                  <c:v>1.1390930531059236</c:v>
                </c:pt>
                <c:pt idx="1156">
                  <c:v>1.140280358813579</c:v>
                </c:pt>
                <c:pt idx="1157">
                  <c:v>1.140280358813579</c:v>
                </c:pt>
                <c:pt idx="1158">
                  <c:v>1.1402717820822197</c:v>
                </c:pt>
                <c:pt idx="1159">
                  <c:v>1.1402717820822197</c:v>
                </c:pt>
                <c:pt idx="1160">
                  <c:v>1.14017149416731</c:v>
                </c:pt>
                <c:pt idx="1161">
                  <c:v>1.14017149416731</c:v>
                </c:pt>
                <c:pt idx="1162">
                  <c:v>1.1399843218001351</c:v>
                </c:pt>
                <c:pt idx="1163">
                  <c:v>1.1399843218001351</c:v>
                </c:pt>
                <c:pt idx="1164">
                  <c:v>1.1431619607253607</c:v>
                </c:pt>
                <c:pt idx="1165">
                  <c:v>1.1431619607253607</c:v>
                </c:pt>
                <c:pt idx="1166">
                  <c:v>1.1434676892520359</c:v>
                </c:pt>
                <c:pt idx="1167">
                  <c:v>1.1434676892520359</c:v>
                </c:pt>
                <c:pt idx="1168">
                  <c:v>1.1437694690337259</c:v>
                </c:pt>
                <c:pt idx="1169">
                  <c:v>1.1437694690337259</c:v>
                </c:pt>
                <c:pt idx="1170">
                  <c:v>1.1440937293937261</c:v>
                </c:pt>
                <c:pt idx="1171">
                  <c:v>1.1440937293937261</c:v>
                </c:pt>
                <c:pt idx="1172">
                  <c:v>1.1445899962560502</c:v>
                </c:pt>
                <c:pt idx="1173">
                  <c:v>1.1445899962560502</c:v>
                </c:pt>
                <c:pt idx="1174">
                  <c:v>1.1445208223913022</c:v>
                </c:pt>
                <c:pt idx="1175">
                  <c:v>1.1445208223913022</c:v>
                </c:pt>
                <c:pt idx="1176">
                  <c:v>1.1460180634926678</c:v>
                </c:pt>
                <c:pt idx="1177">
                  <c:v>1.1460180634926678</c:v>
                </c:pt>
                <c:pt idx="1178">
                  <c:v>1.1460193549908402</c:v>
                </c:pt>
                <c:pt idx="1179">
                  <c:v>1.1460193549908402</c:v>
                </c:pt>
                <c:pt idx="1180">
                  <c:v>1.1462585936851786</c:v>
                </c:pt>
                <c:pt idx="1181">
                  <c:v>1.1462585936851786</c:v>
                </c:pt>
                <c:pt idx="1182">
                  <c:v>1.1459415556225541</c:v>
                </c:pt>
                <c:pt idx="1183">
                  <c:v>1.1459415556225541</c:v>
                </c:pt>
                <c:pt idx="1184">
                  <c:v>1.1465415239578829</c:v>
                </c:pt>
                <c:pt idx="1185">
                  <c:v>1.1465415239578829</c:v>
                </c:pt>
                <c:pt idx="1186">
                  <c:v>1.1473489817408902</c:v>
                </c:pt>
                <c:pt idx="1187">
                  <c:v>1.1473489817408902</c:v>
                </c:pt>
                <c:pt idx="1188">
                  <c:v>1.1478626594783052</c:v>
                </c:pt>
                <c:pt idx="1189">
                  <c:v>1.1478626594783052</c:v>
                </c:pt>
                <c:pt idx="1190">
                  <c:v>1.1474997991427731</c:v>
                </c:pt>
                <c:pt idx="1191">
                  <c:v>1.1474997991427731</c:v>
                </c:pt>
                <c:pt idx="1192">
                  <c:v>1.1484123744948094</c:v>
                </c:pt>
                <c:pt idx="1193">
                  <c:v>1.1484123744948094</c:v>
                </c:pt>
                <c:pt idx="1194">
                  <c:v>1.1484926042626586</c:v>
                </c:pt>
                <c:pt idx="1195">
                  <c:v>1.1484926042626586</c:v>
                </c:pt>
                <c:pt idx="1196">
                  <c:v>1.1503665331423674</c:v>
                </c:pt>
                <c:pt idx="1197">
                  <c:v>1.1503665331423674</c:v>
                </c:pt>
                <c:pt idx="1198">
                  <c:v>1.152676839224017</c:v>
                </c:pt>
                <c:pt idx="1199">
                  <c:v>1.152676839224017</c:v>
                </c:pt>
                <c:pt idx="1200">
                  <c:v>1.1531184469381708</c:v>
                </c:pt>
                <c:pt idx="1201">
                  <c:v>1.1531184469381708</c:v>
                </c:pt>
                <c:pt idx="1202">
                  <c:v>1.1536394286881029</c:v>
                </c:pt>
                <c:pt idx="1203">
                  <c:v>1.1536394286881029</c:v>
                </c:pt>
                <c:pt idx="1204">
                  <c:v>1.1539470786610933</c:v>
                </c:pt>
                <c:pt idx="1205">
                  <c:v>1.1539470786610933</c:v>
                </c:pt>
                <c:pt idx="1206">
                  <c:v>1.1544263460354016</c:v>
                </c:pt>
                <c:pt idx="1207">
                  <c:v>1.1544263460354016</c:v>
                </c:pt>
                <c:pt idx="1208">
                  <c:v>1.1550056134900903</c:v>
                </c:pt>
                <c:pt idx="1209">
                  <c:v>1.1550056134900903</c:v>
                </c:pt>
                <c:pt idx="1210">
                  <c:v>1.1550049725020717</c:v>
                </c:pt>
                <c:pt idx="1211">
                  <c:v>1.1550049725020717</c:v>
                </c:pt>
                <c:pt idx="1212">
                  <c:v>1.1551136855016082</c:v>
                </c:pt>
                <c:pt idx="1213">
                  <c:v>1.1551136855016082</c:v>
                </c:pt>
                <c:pt idx="1214">
                  <c:v>1.1562067414364829</c:v>
                </c:pt>
                <c:pt idx="1215">
                  <c:v>1.1562067414364829</c:v>
                </c:pt>
                <c:pt idx="1216">
                  <c:v>1.1560872864149769</c:v>
                </c:pt>
                <c:pt idx="1217">
                  <c:v>1.1560872864149769</c:v>
                </c:pt>
                <c:pt idx="1218">
                  <c:v>1.1584506099581695</c:v>
                </c:pt>
                <c:pt idx="1219">
                  <c:v>1.1584506099581695</c:v>
                </c:pt>
                <c:pt idx="1220">
                  <c:v>1.1586727142300344</c:v>
                </c:pt>
                <c:pt idx="1221">
                  <c:v>1.1586727142300344</c:v>
                </c:pt>
                <c:pt idx="1222">
                  <c:v>1.1595533191975591</c:v>
                </c:pt>
                <c:pt idx="1223">
                  <c:v>1.1595533191975591</c:v>
                </c:pt>
                <c:pt idx="1224">
                  <c:v>1.1602832482038159</c:v>
                </c:pt>
                <c:pt idx="1225">
                  <c:v>1.1602832482038159</c:v>
                </c:pt>
                <c:pt idx="1226">
                  <c:v>1.1610052391766681</c:v>
                </c:pt>
                <c:pt idx="1227">
                  <c:v>1.1610052391766681</c:v>
                </c:pt>
                <c:pt idx="1228">
                  <c:v>1.1616688094348122</c:v>
                </c:pt>
                <c:pt idx="1229">
                  <c:v>1.1616688094348122</c:v>
                </c:pt>
                <c:pt idx="1230">
                  <c:v>1.1614555477231021</c:v>
                </c:pt>
                <c:pt idx="1231">
                  <c:v>1.1614555477231021</c:v>
                </c:pt>
                <c:pt idx="1232">
                  <c:v>1.1621826194060825</c:v>
                </c:pt>
                <c:pt idx="1233">
                  <c:v>1.1621826194060825</c:v>
                </c:pt>
                <c:pt idx="1234">
                  <c:v>1.1624844771352427</c:v>
                </c:pt>
                <c:pt idx="1235">
                  <c:v>1.1624844771352427</c:v>
                </c:pt>
                <c:pt idx="1236">
                  <c:v>1.1625904159292773</c:v>
                </c:pt>
                <c:pt idx="1237">
                  <c:v>1.1625904159292773</c:v>
                </c:pt>
                <c:pt idx="1238">
                  <c:v>1.1627728253640537</c:v>
                </c:pt>
                <c:pt idx="1239">
                  <c:v>1.1627728253640537</c:v>
                </c:pt>
                <c:pt idx="1240">
                  <c:v>1.1638084000758551</c:v>
                </c:pt>
                <c:pt idx="1241">
                  <c:v>1.1638084000758551</c:v>
                </c:pt>
                <c:pt idx="1242">
                  <c:v>1.163362264424757</c:v>
                </c:pt>
                <c:pt idx="1243">
                  <c:v>1.163362264424757</c:v>
                </c:pt>
                <c:pt idx="1244">
                  <c:v>1.1634108123176004</c:v>
                </c:pt>
                <c:pt idx="1245">
                  <c:v>1.1634108123176004</c:v>
                </c:pt>
                <c:pt idx="1246">
                  <c:v>1.1633175921539247</c:v>
                </c:pt>
                <c:pt idx="1247">
                  <c:v>1.1633175921539247</c:v>
                </c:pt>
                <c:pt idx="1248">
                  <c:v>1.1659359940256591</c:v>
                </c:pt>
                <c:pt idx="1249">
                  <c:v>1.1659359940256591</c:v>
                </c:pt>
                <c:pt idx="1250">
                  <c:v>1.1657481380500705</c:v>
                </c:pt>
                <c:pt idx="1251">
                  <c:v>1.1657481380500705</c:v>
                </c:pt>
                <c:pt idx="1252">
                  <c:v>1.1661425092533728</c:v>
                </c:pt>
                <c:pt idx="1253">
                  <c:v>1.1661425092533728</c:v>
                </c:pt>
                <c:pt idx="1254">
                  <c:v>1.1659864298586138</c:v>
                </c:pt>
                <c:pt idx="1255">
                  <c:v>1.1659864298586138</c:v>
                </c:pt>
                <c:pt idx="1256">
                  <c:v>1.1667430396629259</c:v>
                </c:pt>
                <c:pt idx="1257">
                  <c:v>1.1667430396629259</c:v>
                </c:pt>
                <c:pt idx="1258">
                  <c:v>1.1669052222327132</c:v>
                </c:pt>
                <c:pt idx="1259">
                  <c:v>1.1669052222327132</c:v>
                </c:pt>
                <c:pt idx="1260">
                  <c:v>1.167219554950121</c:v>
                </c:pt>
                <c:pt idx="1261">
                  <c:v>1.167219554950121</c:v>
                </c:pt>
                <c:pt idx="1262">
                  <c:v>1.1673139231868572</c:v>
                </c:pt>
                <c:pt idx="1263">
                  <c:v>1.1673139231868572</c:v>
                </c:pt>
                <c:pt idx="1264">
                  <c:v>1.1679975028443728</c:v>
                </c:pt>
                <c:pt idx="1265">
                  <c:v>1.1679975028443728</c:v>
                </c:pt>
                <c:pt idx="1266">
                  <c:v>1.1681547806734585</c:v>
                </c:pt>
                <c:pt idx="1267">
                  <c:v>1.1681547806734585</c:v>
                </c:pt>
                <c:pt idx="1268">
                  <c:v>1.1688917384308823</c:v>
                </c:pt>
                <c:pt idx="1269">
                  <c:v>1.1688917384308823</c:v>
                </c:pt>
                <c:pt idx="1270">
                  <c:v>1.1695811322481022</c:v>
                </c:pt>
                <c:pt idx="1271">
                  <c:v>1.1695811322481022</c:v>
                </c:pt>
                <c:pt idx="1272">
                  <c:v>1.1702762433565526</c:v>
                </c:pt>
                <c:pt idx="1273">
                  <c:v>1.1702762433565526</c:v>
                </c:pt>
                <c:pt idx="1274">
                  <c:v>1.1701006584022891</c:v>
                </c:pt>
                <c:pt idx="1275">
                  <c:v>1.1701006584022891</c:v>
                </c:pt>
                <c:pt idx="1276">
                  <c:v>1.1742302544090979</c:v>
                </c:pt>
                <c:pt idx="1277">
                  <c:v>1.1742302544090979</c:v>
                </c:pt>
                <c:pt idx="1278">
                  <c:v>1.1741811509594775</c:v>
                </c:pt>
                <c:pt idx="1279">
                  <c:v>1.1741811509594775</c:v>
                </c:pt>
                <c:pt idx="1280">
                  <c:v>1.1750574036244046</c:v>
                </c:pt>
                <c:pt idx="1281">
                  <c:v>1.1750574036244046</c:v>
                </c:pt>
                <c:pt idx="1282">
                  <c:v>1.1753145140462411</c:v>
                </c:pt>
                <c:pt idx="1283">
                  <c:v>1.1753145140462411</c:v>
                </c:pt>
                <c:pt idx="1284">
                  <c:v>1.1757043400077001</c:v>
                </c:pt>
                <c:pt idx="1285">
                  <c:v>1.1757043400077001</c:v>
                </c:pt>
                <c:pt idx="1286">
                  <c:v>1.1761389561005271</c:v>
                </c:pt>
                <c:pt idx="1287">
                  <c:v>1.1761389561005271</c:v>
                </c:pt>
                <c:pt idx="1288">
                  <c:v>1.1762666510186419</c:v>
                </c:pt>
                <c:pt idx="1289">
                  <c:v>1.1762666510186419</c:v>
                </c:pt>
                <c:pt idx="1290">
                  <c:v>1.1766861659951844</c:v>
                </c:pt>
                <c:pt idx="1291">
                  <c:v>1.1766861659951844</c:v>
                </c:pt>
                <c:pt idx="1292">
                  <c:v>1.1784588436207748</c:v>
                </c:pt>
                <c:pt idx="1293">
                  <c:v>1.1784588436207748</c:v>
                </c:pt>
                <c:pt idx="1294">
                  <c:v>1.1788859644601657</c:v>
                </c:pt>
                <c:pt idx="1295">
                  <c:v>1.1788859644601657</c:v>
                </c:pt>
                <c:pt idx="1296">
                  <c:v>1.1789180183040084</c:v>
                </c:pt>
                <c:pt idx="1297">
                  <c:v>1.1789180183040084</c:v>
                </c:pt>
                <c:pt idx="1298">
                  <c:v>1.1789356309036381</c:v>
                </c:pt>
                <c:pt idx="1299">
                  <c:v>1.1789356309036381</c:v>
                </c:pt>
                <c:pt idx="1300">
                  <c:v>1.1790413220724874</c:v>
                </c:pt>
                <c:pt idx="1301">
                  <c:v>1.1790413220724874</c:v>
                </c:pt>
                <c:pt idx="1302">
                  <c:v>1.1787977408834891</c:v>
                </c:pt>
                <c:pt idx="1303">
                  <c:v>1.1787977408834891</c:v>
                </c:pt>
                <c:pt idx="1304">
                  <c:v>1.1786490017262654</c:v>
                </c:pt>
                <c:pt idx="1305">
                  <c:v>1.1786490017262654</c:v>
                </c:pt>
                <c:pt idx="1306">
                  <c:v>1.1791814925774431</c:v>
                </c:pt>
                <c:pt idx="1307">
                  <c:v>1.1791814925774431</c:v>
                </c:pt>
                <c:pt idx="1308">
                  <c:v>1.1795151651891458</c:v>
                </c:pt>
                <c:pt idx="1309">
                  <c:v>1.1795151651891458</c:v>
                </c:pt>
                <c:pt idx="1310">
                  <c:v>1.1796517172353966</c:v>
                </c:pt>
                <c:pt idx="1311">
                  <c:v>1.1796517172353966</c:v>
                </c:pt>
                <c:pt idx="1312">
                  <c:v>1.1803113403102865</c:v>
                </c:pt>
                <c:pt idx="1313">
                  <c:v>1.1803113403102865</c:v>
                </c:pt>
                <c:pt idx="1314">
                  <c:v>1.1806504947328096</c:v>
                </c:pt>
                <c:pt idx="1315">
                  <c:v>1.1806504947328096</c:v>
                </c:pt>
                <c:pt idx="1316">
                  <c:v>1.1810818499980049</c:v>
                </c:pt>
                <c:pt idx="1317">
                  <c:v>1.1810818499980049</c:v>
                </c:pt>
                <c:pt idx="1318">
                  <c:v>1.182467835780548</c:v>
                </c:pt>
                <c:pt idx="1319">
                  <c:v>1.182467835780548</c:v>
                </c:pt>
                <c:pt idx="1320">
                  <c:v>1.1828573527319868</c:v>
                </c:pt>
                <c:pt idx="1321">
                  <c:v>1.1828573527319868</c:v>
                </c:pt>
                <c:pt idx="1322">
                  <c:v>1.1835203188656132</c:v>
                </c:pt>
                <c:pt idx="1323">
                  <c:v>1.1835203188656132</c:v>
                </c:pt>
                <c:pt idx="1324">
                  <c:v>1.1831579510320944</c:v>
                </c:pt>
                <c:pt idx="1325">
                  <c:v>1.1831579510320944</c:v>
                </c:pt>
                <c:pt idx="1326">
                  <c:v>1.1831514251314197</c:v>
                </c:pt>
                <c:pt idx="1327">
                  <c:v>1.1831514251314197</c:v>
                </c:pt>
                <c:pt idx="1328">
                  <c:v>1.1850460789973072</c:v>
                </c:pt>
                <c:pt idx="1329">
                  <c:v>1.1850460789973072</c:v>
                </c:pt>
                <c:pt idx="1330">
                  <c:v>1.1852041431469726</c:v>
                </c:pt>
                <c:pt idx="1331">
                  <c:v>1.1852041431469726</c:v>
                </c:pt>
                <c:pt idx="1332">
                  <c:v>1.1854398688614227</c:v>
                </c:pt>
                <c:pt idx="1333">
                  <c:v>1.1854398688614227</c:v>
                </c:pt>
                <c:pt idx="1334">
                  <c:v>1.1860203979751285</c:v>
                </c:pt>
                <c:pt idx="1335">
                  <c:v>1.1860203979751285</c:v>
                </c:pt>
                <c:pt idx="1336">
                  <c:v>1.186486720871446</c:v>
                </c:pt>
                <c:pt idx="1337">
                  <c:v>1.186486720871446</c:v>
                </c:pt>
                <c:pt idx="1338">
                  <c:v>1.1874565688924359</c:v>
                </c:pt>
                <c:pt idx="1339">
                  <c:v>1.1874565688924359</c:v>
                </c:pt>
                <c:pt idx="1340">
                  <c:v>1.1875370385383459</c:v>
                </c:pt>
                <c:pt idx="1341">
                  <c:v>1.1875370385383459</c:v>
                </c:pt>
                <c:pt idx="1342">
                  <c:v>1.1883457119523584</c:v>
                </c:pt>
                <c:pt idx="1343">
                  <c:v>1.1883457119523584</c:v>
                </c:pt>
                <c:pt idx="1344">
                  <c:v>1.1887622794092425</c:v>
                </c:pt>
                <c:pt idx="1345">
                  <c:v>1.1887622794092425</c:v>
                </c:pt>
                <c:pt idx="1346">
                  <c:v>1.1917841500718425</c:v>
                </c:pt>
                <c:pt idx="1347">
                  <c:v>1.1917841500718425</c:v>
                </c:pt>
                <c:pt idx="1348">
                  <c:v>1.1923606905986091</c:v>
                </c:pt>
                <c:pt idx="1349">
                  <c:v>1.1923606905986091</c:v>
                </c:pt>
                <c:pt idx="1350">
                  <c:v>1.1927402389705226</c:v>
                </c:pt>
                <c:pt idx="1351">
                  <c:v>1.1927402389705226</c:v>
                </c:pt>
                <c:pt idx="1352">
                  <c:v>1.1934310792747247</c:v>
                </c:pt>
                <c:pt idx="1353">
                  <c:v>1.1934310792747247</c:v>
                </c:pt>
                <c:pt idx="1354">
                  <c:v>1.193206545539081</c:v>
                </c:pt>
                <c:pt idx="1355">
                  <c:v>1.193206545539081</c:v>
                </c:pt>
                <c:pt idx="1356">
                  <c:v>1.1932926591960642</c:v>
                </c:pt>
                <c:pt idx="1357">
                  <c:v>1.1932926591960642</c:v>
                </c:pt>
                <c:pt idx="1358">
                  <c:v>1.19403439257352</c:v>
                </c:pt>
                <c:pt idx="1359">
                  <c:v>1.19403439257352</c:v>
                </c:pt>
                <c:pt idx="1360">
                  <c:v>1.1946805611188176</c:v>
                </c:pt>
                <c:pt idx="1361">
                  <c:v>1.1946805611188176</c:v>
                </c:pt>
                <c:pt idx="1362">
                  <c:v>1.1953676772277255</c:v>
                </c:pt>
                <c:pt idx="1363">
                  <c:v>1.1953676772277255</c:v>
                </c:pt>
                <c:pt idx="1364">
                  <c:v>1.1960184694173364</c:v>
                </c:pt>
                <c:pt idx="1365">
                  <c:v>1.1960184694173364</c:v>
                </c:pt>
                <c:pt idx="1366">
                  <c:v>1.1970205282735007</c:v>
                </c:pt>
                <c:pt idx="1367">
                  <c:v>1.1970205282735007</c:v>
                </c:pt>
                <c:pt idx="1368">
                  <c:v>1.1974120081021631</c:v>
                </c:pt>
                <c:pt idx="1369">
                  <c:v>1.1974120081021631</c:v>
                </c:pt>
                <c:pt idx="1370">
                  <c:v>1.1974337553118295</c:v>
                </c:pt>
                <c:pt idx="1371">
                  <c:v>1.1974337553118295</c:v>
                </c:pt>
                <c:pt idx="1372">
                  <c:v>1.1990409674882252</c:v>
                </c:pt>
                <c:pt idx="1373">
                  <c:v>1.1990409674882252</c:v>
                </c:pt>
                <c:pt idx="1374">
                  <c:v>1.1997169140723301</c:v>
                </c:pt>
                <c:pt idx="1375">
                  <c:v>1.1997169140723301</c:v>
                </c:pt>
                <c:pt idx="1376">
                  <c:v>1.2004820937179816</c:v>
                </c:pt>
                <c:pt idx="1377">
                  <c:v>1.2004820937179816</c:v>
                </c:pt>
                <c:pt idx="1378">
                  <c:v>1.2010013104403541</c:v>
                </c:pt>
                <c:pt idx="1379">
                  <c:v>1.2010013104403541</c:v>
                </c:pt>
                <c:pt idx="1380">
                  <c:v>1.2028627519444923</c:v>
                </c:pt>
                <c:pt idx="1381">
                  <c:v>1.2028627519444923</c:v>
                </c:pt>
                <c:pt idx="1382">
                  <c:v>1.2050219542681118</c:v>
                </c:pt>
                <c:pt idx="1383">
                  <c:v>1.2050219542681118</c:v>
                </c:pt>
                <c:pt idx="1384">
                  <c:v>1.2054019029005028</c:v>
                </c:pt>
                <c:pt idx="1385">
                  <c:v>1.2054019029005028</c:v>
                </c:pt>
                <c:pt idx="1386">
                  <c:v>1.2070044879862176</c:v>
                </c:pt>
                <c:pt idx="1387">
                  <c:v>1.2070044879862176</c:v>
                </c:pt>
                <c:pt idx="1388">
                  <c:v>1.20706411304546</c:v>
                </c:pt>
                <c:pt idx="1389">
                  <c:v>1.20706411304546</c:v>
                </c:pt>
                <c:pt idx="1390">
                  <c:v>1.2077905766409902</c:v>
                </c:pt>
                <c:pt idx="1391">
                  <c:v>1.2077905766409902</c:v>
                </c:pt>
                <c:pt idx="1392">
                  <c:v>1.2124946380690416</c:v>
                </c:pt>
                <c:pt idx="1393">
                  <c:v>1.2124946380690416</c:v>
                </c:pt>
                <c:pt idx="1394">
                  <c:v>1.2135108353201829</c:v>
                </c:pt>
                <c:pt idx="1395">
                  <c:v>1.2135108353201829</c:v>
                </c:pt>
                <c:pt idx="1396">
                  <c:v>1.2147143714279367</c:v>
                </c:pt>
                <c:pt idx="1397">
                  <c:v>1.2147143714279367</c:v>
                </c:pt>
                <c:pt idx="1398">
                  <c:v>1.2153061119004205</c:v>
                </c:pt>
                <c:pt idx="1399">
                  <c:v>1.2153061119004205</c:v>
                </c:pt>
                <c:pt idx="1400">
                  <c:v>1.2160006763025657</c:v>
                </c:pt>
                <c:pt idx="1401">
                  <c:v>1.2160006763025657</c:v>
                </c:pt>
                <c:pt idx="1402">
                  <c:v>1.2158269174476175</c:v>
                </c:pt>
                <c:pt idx="1403">
                  <c:v>1.2158269174476175</c:v>
                </c:pt>
                <c:pt idx="1404">
                  <c:v>1.2165474856284642</c:v>
                </c:pt>
                <c:pt idx="1405">
                  <c:v>1.2165474856284642</c:v>
                </c:pt>
                <c:pt idx="1406">
                  <c:v>1.2165436401699079</c:v>
                </c:pt>
                <c:pt idx="1407">
                  <c:v>1.2165436401699079</c:v>
                </c:pt>
                <c:pt idx="1408">
                  <c:v>1.2174634888043718</c:v>
                </c:pt>
                <c:pt idx="1409">
                  <c:v>1.2174634888043718</c:v>
                </c:pt>
                <c:pt idx="1410">
                  <c:v>1.2174535133367776</c:v>
                </c:pt>
                <c:pt idx="1411">
                  <c:v>1.2174535133367776</c:v>
                </c:pt>
                <c:pt idx="1412">
                  <c:v>1.2171482625515742</c:v>
                </c:pt>
                <c:pt idx="1413">
                  <c:v>1.2171482625515742</c:v>
                </c:pt>
                <c:pt idx="1414">
                  <c:v>1.2187241618530258</c:v>
                </c:pt>
                <c:pt idx="1415">
                  <c:v>1.2187241618530258</c:v>
                </c:pt>
                <c:pt idx="1416">
                  <c:v>1.2195645879980916</c:v>
                </c:pt>
                <c:pt idx="1417">
                  <c:v>1.2195645879980916</c:v>
                </c:pt>
                <c:pt idx="1418">
                  <c:v>1.2193946811041856</c:v>
                </c:pt>
                <c:pt idx="1419">
                  <c:v>1.2193946811041856</c:v>
                </c:pt>
                <c:pt idx="1420">
                  <c:v>1.2199885576001486</c:v>
                </c:pt>
                <c:pt idx="1421">
                  <c:v>1.2199885576001486</c:v>
                </c:pt>
                <c:pt idx="1422">
                  <c:v>1.2212597228804305</c:v>
                </c:pt>
                <c:pt idx="1423">
                  <c:v>1.2212597228804305</c:v>
                </c:pt>
                <c:pt idx="1424">
                  <c:v>1.2238935207005319</c:v>
                </c:pt>
                <c:pt idx="1425">
                  <c:v>1.2238935207005319</c:v>
                </c:pt>
                <c:pt idx="1426">
                  <c:v>1.224857659989647</c:v>
                </c:pt>
                <c:pt idx="1427">
                  <c:v>1.224857659989647</c:v>
                </c:pt>
                <c:pt idx="1428">
                  <c:v>1.2236019016461419</c:v>
                </c:pt>
                <c:pt idx="1429">
                  <c:v>1.2236019016461419</c:v>
                </c:pt>
                <c:pt idx="1430">
                  <c:v>1.2240254387435217</c:v>
                </c:pt>
                <c:pt idx="1431">
                  <c:v>1.2240254387435217</c:v>
                </c:pt>
                <c:pt idx="1432">
                  <c:v>1.2248936432761603</c:v>
                </c:pt>
                <c:pt idx="1433">
                  <c:v>1.2248936432761603</c:v>
                </c:pt>
                <c:pt idx="1434">
                  <c:v>1.2259932342900171</c:v>
                </c:pt>
                <c:pt idx="1435">
                  <c:v>1.2259932342900171</c:v>
                </c:pt>
                <c:pt idx="1436">
                  <c:v>1.2271182529629612</c:v>
                </c:pt>
                <c:pt idx="1437">
                  <c:v>1.2271182529629612</c:v>
                </c:pt>
                <c:pt idx="1438">
                  <c:v>1.2278530414265001</c:v>
                </c:pt>
                <c:pt idx="1439">
                  <c:v>1.2278530414265001</c:v>
                </c:pt>
                <c:pt idx="1440">
                  <c:v>1.2285862096952007</c:v>
                </c:pt>
                <c:pt idx="1441">
                  <c:v>1.2285862096952007</c:v>
                </c:pt>
                <c:pt idx="1442">
                  <c:v>1.2288781223691896</c:v>
                </c:pt>
                <c:pt idx="1443">
                  <c:v>1.2288781223691896</c:v>
                </c:pt>
                <c:pt idx="1444">
                  <c:v>1.2321075940463151</c:v>
                </c:pt>
                <c:pt idx="1445">
                  <c:v>1.2321075940463151</c:v>
                </c:pt>
                <c:pt idx="1446">
                  <c:v>1.2320440332007141</c:v>
                </c:pt>
                <c:pt idx="1447">
                  <c:v>1.2320440332007141</c:v>
                </c:pt>
                <c:pt idx="1448">
                  <c:v>1.2326416028858451</c:v>
                </c:pt>
                <c:pt idx="1449">
                  <c:v>1.2326416028858451</c:v>
                </c:pt>
                <c:pt idx="1450">
                  <c:v>1.2335896373119626</c:v>
                </c:pt>
                <c:pt idx="1451">
                  <c:v>1.2335896373119626</c:v>
                </c:pt>
                <c:pt idx="1452">
                  <c:v>1.2338014292437349</c:v>
                </c:pt>
                <c:pt idx="1453">
                  <c:v>1.2338014292437349</c:v>
                </c:pt>
                <c:pt idx="1454">
                  <c:v>1.234996454005884</c:v>
                </c:pt>
                <c:pt idx="1455">
                  <c:v>1.234996454005884</c:v>
                </c:pt>
                <c:pt idx="1456">
                  <c:v>1.2353003683033486</c:v>
                </c:pt>
                <c:pt idx="1457">
                  <c:v>1.2353003683033486</c:v>
                </c:pt>
                <c:pt idx="1458">
                  <c:v>1.2362413448015197</c:v>
                </c:pt>
                <c:pt idx="1459">
                  <c:v>1.2362413448015197</c:v>
                </c:pt>
                <c:pt idx="1460">
                  <c:v>1.2381920337548915</c:v>
                </c:pt>
                <c:pt idx="1461">
                  <c:v>1.2381920337548915</c:v>
                </c:pt>
                <c:pt idx="1462">
                  <c:v>1.2382894082280509</c:v>
                </c:pt>
                <c:pt idx="1463">
                  <c:v>1.2382894082280509</c:v>
                </c:pt>
                <c:pt idx="1464">
                  <c:v>1.2382973595305378</c:v>
                </c:pt>
                <c:pt idx="1465">
                  <c:v>1.2382973595305378</c:v>
                </c:pt>
                <c:pt idx="1466">
                  <c:v>1.2395267229780649</c:v>
                </c:pt>
                <c:pt idx="1467">
                  <c:v>1.2395267229780649</c:v>
                </c:pt>
                <c:pt idx="1468">
                  <c:v>1.2408969305706847</c:v>
                </c:pt>
                <c:pt idx="1469">
                  <c:v>1.2408969305706847</c:v>
                </c:pt>
                <c:pt idx="1470">
                  <c:v>1.244200786910556</c:v>
                </c:pt>
                <c:pt idx="1471">
                  <c:v>1.244200786910556</c:v>
                </c:pt>
                <c:pt idx="1472">
                  <c:v>1.2454659699450561</c:v>
                </c:pt>
                <c:pt idx="1473">
                  <c:v>1.2454659699450561</c:v>
                </c:pt>
                <c:pt idx="1474">
                  <c:v>1.2455088556133105</c:v>
                </c:pt>
                <c:pt idx="1475">
                  <c:v>1.2455088556133105</c:v>
                </c:pt>
                <c:pt idx="1476">
                  <c:v>1.2456993676870869</c:v>
                </c:pt>
                <c:pt idx="1477">
                  <c:v>1.2456993676870869</c:v>
                </c:pt>
                <c:pt idx="1478">
                  <c:v>1.2485406331729323</c:v>
                </c:pt>
                <c:pt idx="1479">
                  <c:v>1.2485406331729323</c:v>
                </c:pt>
                <c:pt idx="1480">
                  <c:v>1.2494759869051904</c:v>
                </c:pt>
                <c:pt idx="1481">
                  <c:v>1.2494759869051904</c:v>
                </c:pt>
                <c:pt idx="1482">
                  <c:v>1.2497187809210155</c:v>
                </c:pt>
                <c:pt idx="1483">
                  <c:v>1.2497187809210155</c:v>
                </c:pt>
                <c:pt idx="1484">
                  <c:v>1.2497843648278451</c:v>
                </c:pt>
                <c:pt idx="1485">
                  <c:v>1.2497843648278451</c:v>
                </c:pt>
                <c:pt idx="1486">
                  <c:v>1.251229229213729</c:v>
                </c:pt>
                <c:pt idx="1487">
                  <c:v>1.251229229213729</c:v>
                </c:pt>
                <c:pt idx="1488">
                  <c:v>1.2514501832806046</c:v>
                </c:pt>
                <c:pt idx="1489">
                  <c:v>1.2514501832806046</c:v>
                </c:pt>
                <c:pt idx="1490">
                  <c:v>1.252128836983746</c:v>
                </c:pt>
                <c:pt idx="1491">
                  <c:v>1.252128836983746</c:v>
                </c:pt>
                <c:pt idx="1492">
                  <c:v>1.2528244564970945</c:v>
                </c:pt>
                <c:pt idx="1493">
                  <c:v>1.2528244564970945</c:v>
                </c:pt>
                <c:pt idx="1494">
                  <c:v>1.2538603326916635</c:v>
                </c:pt>
                <c:pt idx="1495">
                  <c:v>1.2538603326916635</c:v>
                </c:pt>
                <c:pt idx="1496">
                  <c:v>1.25484284176739</c:v>
                </c:pt>
                <c:pt idx="1497">
                  <c:v>1.25484284176739</c:v>
                </c:pt>
                <c:pt idx="1498">
                  <c:v>1.2557552476861655</c:v>
                </c:pt>
                <c:pt idx="1499">
                  <c:v>1.2557552476861655</c:v>
                </c:pt>
                <c:pt idx="1500">
                  <c:v>1.2560684501574702</c:v>
                </c:pt>
                <c:pt idx="1501">
                  <c:v>1.2560684501574702</c:v>
                </c:pt>
                <c:pt idx="1502">
                  <c:v>1.2564868576100796</c:v>
                </c:pt>
                <c:pt idx="1503">
                  <c:v>1.2564868576100796</c:v>
                </c:pt>
                <c:pt idx="1504">
                  <c:v>1.2574688276827768</c:v>
                </c:pt>
                <c:pt idx="1505">
                  <c:v>1.2574688276827768</c:v>
                </c:pt>
                <c:pt idx="1506">
                  <c:v>1.2581147677102871</c:v>
                </c:pt>
                <c:pt idx="1507">
                  <c:v>1.2581147677102871</c:v>
                </c:pt>
                <c:pt idx="1508">
                  <c:v>1.2589657149615829</c:v>
                </c:pt>
                <c:pt idx="1509">
                  <c:v>1.2589657149615829</c:v>
                </c:pt>
                <c:pt idx="1510">
                  <c:v>1.2584712041206845</c:v>
                </c:pt>
                <c:pt idx="1511">
                  <c:v>1.2584712041206845</c:v>
                </c:pt>
                <c:pt idx="1512">
                  <c:v>1.2596172523647682</c:v>
                </c:pt>
                <c:pt idx="1513">
                  <c:v>1.2596172523647682</c:v>
                </c:pt>
                <c:pt idx="1514">
                  <c:v>1.2601310651371194</c:v>
                </c:pt>
                <c:pt idx="1515">
                  <c:v>1.2601310651371194</c:v>
                </c:pt>
                <c:pt idx="1516">
                  <c:v>1.2611466759905725</c:v>
                </c:pt>
                <c:pt idx="1517">
                  <c:v>1.2611466759905725</c:v>
                </c:pt>
                <c:pt idx="1518">
                  <c:v>1.2619404708103497</c:v>
                </c:pt>
                <c:pt idx="1519">
                  <c:v>1.2619404708103497</c:v>
                </c:pt>
                <c:pt idx="1520">
                  <c:v>1.263129656906397</c:v>
                </c:pt>
                <c:pt idx="1521">
                  <c:v>1.263129656906397</c:v>
                </c:pt>
                <c:pt idx="1522">
                  <c:v>1.265054539816721</c:v>
                </c:pt>
                <c:pt idx="1523">
                  <c:v>1.265054539816721</c:v>
                </c:pt>
                <c:pt idx="1524">
                  <c:v>1.2676204577659751</c:v>
                </c:pt>
                <c:pt idx="1525">
                  <c:v>1.2676204577659751</c:v>
                </c:pt>
                <c:pt idx="1526">
                  <c:v>1.2686590280377985</c:v>
                </c:pt>
                <c:pt idx="1527">
                  <c:v>1.2686590280377985</c:v>
                </c:pt>
                <c:pt idx="1528">
                  <c:v>1.2690022398432359</c:v>
                </c:pt>
                <c:pt idx="1529">
                  <c:v>1.2690022398432359</c:v>
                </c:pt>
                <c:pt idx="1530">
                  <c:v>1.2691445682434754</c:v>
                </c:pt>
                <c:pt idx="1531">
                  <c:v>1.2691445682434754</c:v>
                </c:pt>
                <c:pt idx="1532">
                  <c:v>1.2716222108710551</c:v>
                </c:pt>
                <c:pt idx="1533">
                  <c:v>1.2716222108710551</c:v>
                </c:pt>
                <c:pt idx="1534">
                  <c:v>1.2852615273647914</c:v>
                </c:pt>
                <c:pt idx="1535">
                  <c:v>1.2852615273647914</c:v>
                </c:pt>
                <c:pt idx="1536">
                  <c:v>1.2864090451715919</c:v>
                </c:pt>
                <c:pt idx="1537">
                  <c:v>1.2864090451715919</c:v>
                </c:pt>
                <c:pt idx="1538">
                  <c:v>1.2870592062142416</c:v>
                </c:pt>
                <c:pt idx="1539">
                  <c:v>1.2870592062142416</c:v>
                </c:pt>
                <c:pt idx="1540">
                  <c:v>1.2864080974101584</c:v>
                </c:pt>
                <c:pt idx="1541">
                  <c:v>1.2864080974101584</c:v>
                </c:pt>
                <c:pt idx="1542">
                  <c:v>1.2865488626884596</c:v>
                </c:pt>
                <c:pt idx="1543">
                  <c:v>1.2865488626884596</c:v>
                </c:pt>
                <c:pt idx="1544">
                  <c:v>1.2863546112450106</c:v>
                </c:pt>
                <c:pt idx="1545">
                  <c:v>1.2863546112450106</c:v>
                </c:pt>
                <c:pt idx="1546">
                  <c:v>1.2868790857564889</c:v>
                </c:pt>
                <c:pt idx="1547">
                  <c:v>1.2868790857564889</c:v>
                </c:pt>
                <c:pt idx="1548">
                  <c:v>1.2868764864187665</c:v>
                </c:pt>
                <c:pt idx="1549">
                  <c:v>1.2868764864187665</c:v>
                </c:pt>
                <c:pt idx="1550">
                  <c:v>1.2870460232976393</c:v>
                </c:pt>
                <c:pt idx="1551">
                  <c:v>1.2870460232976393</c:v>
                </c:pt>
                <c:pt idx="1552">
                  <c:v>1.2870402953516549</c:v>
                </c:pt>
                <c:pt idx="1553">
                  <c:v>1.2870402953516549</c:v>
                </c:pt>
                <c:pt idx="1554">
                  <c:v>1.2882465569074657</c:v>
                </c:pt>
                <c:pt idx="1555">
                  <c:v>1.2882465569074657</c:v>
                </c:pt>
                <c:pt idx="1556">
                  <c:v>1.2891776129486958</c:v>
                </c:pt>
                <c:pt idx="1557">
                  <c:v>1.2891776129486958</c:v>
                </c:pt>
                <c:pt idx="1558">
                  <c:v>1.2893722209734426</c:v>
                </c:pt>
                <c:pt idx="1559">
                  <c:v>1.2893722209734426</c:v>
                </c:pt>
                <c:pt idx="1560">
                  <c:v>1.2896926174250791</c:v>
                </c:pt>
                <c:pt idx="1561">
                  <c:v>1.2896926174250791</c:v>
                </c:pt>
                <c:pt idx="1562">
                  <c:v>1.2903285910082132</c:v>
                </c:pt>
                <c:pt idx="1563">
                  <c:v>1.2903285910082132</c:v>
                </c:pt>
                <c:pt idx="1564">
                  <c:v>1.2924391212160904</c:v>
                </c:pt>
                <c:pt idx="1565">
                  <c:v>1.2924391212160904</c:v>
                </c:pt>
                <c:pt idx="1566">
                  <c:v>1.2952718414056867</c:v>
                </c:pt>
                <c:pt idx="1567">
                  <c:v>1.2952718414056867</c:v>
                </c:pt>
                <c:pt idx="1568">
                  <c:v>1.2961731167572967</c:v>
                </c:pt>
                <c:pt idx="1569">
                  <c:v>1.2961731167572967</c:v>
                </c:pt>
                <c:pt idx="1570">
                  <c:v>1.2989413001297192</c:v>
                </c:pt>
                <c:pt idx="1571">
                  <c:v>1.2989413001297192</c:v>
                </c:pt>
                <c:pt idx="1572">
                  <c:v>1.3005042586356603</c:v>
                </c:pt>
                <c:pt idx="1573">
                  <c:v>1.3005042586356603</c:v>
                </c:pt>
                <c:pt idx="1574">
                  <c:v>1.3019747740136254</c:v>
                </c:pt>
                <c:pt idx="1575">
                  <c:v>1.3019747740136254</c:v>
                </c:pt>
                <c:pt idx="1576">
                  <c:v>1.3029785017837017</c:v>
                </c:pt>
                <c:pt idx="1577">
                  <c:v>1.3029785017837017</c:v>
                </c:pt>
                <c:pt idx="1578">
                  <c:v>1.3038283469982432</c:v>
                </c:pt>
                <c:pt idx="1579">
                  <c:v>1.3038283469982432</c:v>
                </c:pt>
                <c:pt idx="1580">
                  <c:v>1.3040331848065805</c:v>
                </c:pt>
                <c:pt idx="1581">
                  <c:v>1.3040331848065805</c:v>
                </c:pt>
                <c:pt idx="1582">
                  <c:v>1.3044510373326867</c:v>
                </c:pt>
                <c:pt idx="1583">
                  <c:v>1.3044510373326867</c:v>
                </c:pt>
                <c:pt idx="1584">
                  <c:v>1.3045921993012639</c:v>
                </c:pt>
                <c:pt idx="1585">
                  <c:v>1.3045921993012639</c:v>
                </c:pt>
                <c:pt idx="1586">
                  <c:v>1.305031358164839</c:v>
                </c:pt>
                <c:pt idx="1587">
                  <c:v>1.305031358164839</c:v>
                </c:pt>
                <c:pt idx="1588">
                  <c:v>1.3065214282849054</c:v>
                </c:pt>
                <c:pt idx="1589">
                  <c:v>1.3065214282849054</c:v>
                </c:pt>
                <c:pt idx="1590">
                  <c:v>1.306448318261449</c:v>
                </c:pt>
                <c:pt idx="1591">
                  <c:v>1.306448318261449</c:v>
                </c:pt>
                <c:pt idx="1592">
                  <c:v>1.3073067071612114</c:v>
                </c:pt>
                <c:pt idx="1593">
                  <c:v>1.3073067071612114</c:v>
                </c:pt>
                <c:pt idx="1594">
                  <c:v>1.3072444682569386</c:v>
                </c:pt>
                <c:pt idx="1595">
                  <c:v>1.3072444682569386</c:v>
                </c:pt>
                <c:pt idx="1596">
                  <c:v>1.3084784030753849</c:v>
                </c:pt>
                <c:pt idx="1597">
                  <c:v>1.3084784030753849</c:v>
                </c:pt>
                <c:pt idx="1598">
                  <c:v>1.3093675082579006</c:v>
                </c:pt>
                <c:pt idx="1599">
                  <c:v>1.3093675082579006</c:v>
                </c:pt>
                <c:pt idx="1600">
                  <c:v>1.3099770740392571</c:v>
                </c:pt>
                <c:pt idx="1601">
                  <c:v>1.3099770740392571</c:v>
                </c:pt>
                <c:pt idx="1602">
                  <c:v>1.3168126209587052</c:v>
                </c:pt>
                <c:pt idx="1603">
                  <c:v>1.3168126209587052</c:v>
                </c:pt>
                <c:pt idx="1604">
                  <c:v>1.3179638334165993</c:v>
                </c:pt>
                <c:pt idx="1605">
                  <c:v>1.3179638334165993</c:v>
                </c:pt>
                <c:pt idx="1606">
                  <c:v>1.3178060735903347</c:v>
                </c:pt>
                <c:pt idx="1607">
                  <c:v>1.3178060735903347</c:v>
                </c:pt>
                <c:pt idx="1608">
                  <c:v>1.3186321413862263</c:v>
                </c:pt>
                <c:pt idx="1609">
                  <c:v>1.3186321413862263</c:v>
                </c:pt>
                <c:pt idx="1610">
                  <c:v>1.318528197270904</c:v>
                </c:pt>
                <c:pt idx="1611">
                  <c:v>1.318528197270904</c:v>
                </c:pt>
                <c:pt idx="1612">
                  <c:v>1.3191974380555749</c:v>
                </c:pt>
                <c:pt idx="1613">
                  <c:v>1.3191974380555749</c:v>
                </c:pt>
                <c:pt idx="1614">
                  <c:v>1.319154338812458</c:v>
                </c:pt>
                <c:pt idx="1615">
                  <c:v>1.319154338812458</c:v>
                </c:pt>
                <c:pt idx="1616">
                  <c:v>1.3200346109496757</c:v>
                </c:pt>
                <c:pt idx="1617">
                  <c:v>1.3200346109496757</c:v>
                </c:pt>
                <c:pt idx="1618">
                  <c:v>1.3216969979639981</c:v>
                </c:pt>
                <c:pt idx="1619">
                  <c:v>1.3216969979639981</c:v>
                </c:pt>
                <c:pt idx="1620">
                  <c:v>1.3222831824962291</c:v>
                </c:pt>
                <c:pt idx="1621">
                  <c:v>1.3222831824962291</c:v>
                </c:pt>
                <c:pt idx="1622">
                  <c:v>1.3226552350718048</c:v>
                </c:pt>
                <c:pt idx="1623">
                  <c:v>1.3226552350718048</c:v>
                </c:pt>
                <c:pt idx="1624">
                  <c:v>1.3232986966140521</c:v>
                </c:pt>
                <c:pt idx="1625">
                  <c:v>1.3232986966140521</c:v>
                </c:pt>
                <c:pt idx="1626">
                  <c:v>1.3232518611816697</c:v>
                </c:pt>
                <c:pt idx="1627">
                  <c:v>1.3232518611816697</c:v>
                </c:pt>
                <c:pt idx="1628">
                  <c:v>1.3243455835112341</c:v>
                </c:pt>
                <c:pt idx="1629">
                  <c:v>1.3243455835112341</c:v>
                </c:pt>
                <c:pt idx="1630">
                  <c:v>1.3257403151109428</c:v>
                </c:pt>
                <c:pt idx="1631">
                  <c:v>1.3257403151109428</c:v>
                </c:pt>
                <c:pt idx="1632">
                  <c:v>1.3282174974483745</c:v>
                </c:pt>
                <c:pt idx="1633">
                  <c:v>1.3282174974483745</c:v>
                </c:pt>
                <c:pt idx="1634">
                  <c:v>1.3303843663624431</c:v>
                </c:pt>
                <c:pt idx="1635">
                  <c:v>1.3303843663624431</c:v>
                </c:pt>
                <c:pt idx="1636">
                  <c:v>1.33076701048729</c:v>
                </c:pt>
                <c:pt idx="1637">
                  <c:v>1.33076701048729</c:v>
                </c:pt>
                <c:pt idx="1638">
                  <c:v>1.3308541284431847</c:v>
                </c:pt>
                <c:pt idx="1639">
                  <c:v>1.3308541284431847</c:v>
                </c:pt>
                <c:pt idx="1640">
                  <c:v>1.3310886892599267</c:v>
                </c:pt>
                <c:pt idx="1641">
                  <c:v>1.3310886892599267</c:v>
                </c:pt>
                <c:pt idx="1642">
                  <c:v>1.3274836994561745</c:v>
                </c:pt>
                <c:pt idx="1643">
                  <c:v>1.3274836994561745</c:v>
                </c:pt>
                <c:pt idx="1644">
                  <c:v>1.3279177341599504</c:v>
                </c:pt>
                <c:pt idx="1645">
                  <c:v>1.3279177341599504</c:v>
                </c:pt>
                <c:pt idx="1646">
                  <c:v>1.3359826796968348</c:v>
                </c:pt>
                <c:pt idx="1647">
                  <c:v>1.3359826796968348</c:v>
                </c:pt>
                <c:pt idx="1648">
                  <c:v>1.3371602430663421</c:v>
                </c:pt>
                <c:pt idx="1649">
                  <c:v>1.3371602430663421</c:v>
                </c:pt>
                <c:pt idx="1650">
                  <c:v>1.3405423508350609</c:v>
                </c:pt>
                <c:pt idx="1651">
                  <c:v>1.3405423508350609</c:v>
                </c:pt>
                <c:pt idx="1652">
                  <c:v>1.3415335452823784</c:v>
                </c:pt>
                <c:pt idx="1653">
                  <c:v>1.3415335452823784</c:v>
                </c:pt>
                <c:pt idx="1654">
                  <c:v>1.3418384613073184</c:v>
                </c:pt>
                <c:pt idx="1655">
                  <c:v>1.3418384613073184</c:v>
                </c:pt>
                <c:pt idx="1656">
                  <c:v>1.3506610918756885</c:v>
                </c:pt>
                <c:pt idx="1657">
                  <c:v>1.3506610918756885</c:v>
                </c:pt>
                <c:pt idx="1658">
                  <c:v>1.3525127916593755</c:v>
                </c:pt>
                <c:pt idx="1659">
                  <c:v>1.3525127916593755</c:v>
                </c:pt>
                <c:pt idx="1660">
                  <c:v>1.3535753714424019</c:v>
                </c:pt>
                <c:pt idx="1661">
                  <c:v>1.3535753714424019</c:v>
                </c:pt>
                <c:pt idx="1662">
                  <c:v>1.3576464535340202</c:v>
                </c:pt>
                <c:pt idx="1663">
                  <c:v>1.3576464535340202</c:v>
                </c:pt>
                <c:pt idx="1664">
                  <c:v>1.3580183987131269</c:v>
                </c:pt>
                <c:pt idx="1665">
                  <c:v>1.3580183987131269</c:v>
                </c:pt>
                <c:pt idx="1666">
                  <c:v>1.3580116244506737</c:v>
                </c:pt>
                <c:pt idx="1667">
                  <c:v>1.3580116244506737</c:v>
                </c:pt>
                <c:pt idx="1668">
                  <c:v>1.3578269325330732</c:v>
                </c:pt>
                <c:pt idx="1669">
                  <c:v>1.3578269325330732</c:v>
                </c:pt>
                <c:pt idx="1670">
                  <c:v>1.3587197246530294</c:v>
                </c:pt>
                <c:pt idx="1671">
                  <c:v>1.3587197246530294</c:v>
                </c:pt>
                <c:pt idx="1672">
                  <c:v>1.3608196570342566</c:v>
                </c:pt>
                <c:pt idx="1673">
                  <c:v>1.3608196570342566</c:v>
                </c:pt>
                <c:pt idx="1674">
                  <c:v>1.3618247478654415</c:v>
                </c:pt>
                <c:pt idx="1675">
                  <c:v>1.3618247478654415</c:v>
                </c:pt>
                <c:pt idx="1676">
                  <c:v>1.361997669055981</c:v>
                </c:pt>
                <c:pt idx="1677">
                  <c:v>1.361997669055981</c:v>
                </c:pt>
                <c:pt idx="1678">
                  <c:v>1.362450692516753</c:v>
                </c:pt>
                <c:pt idx="1679">
                  <c:v>1.362450692516753</c:v>
                </c:pt>
                <c:pt idx="1680">
                  <c:v>1.3639461771430217</c:v>
                </c:pt>
                <c:pt idx="1681">
                  <c:v>1.3639461771430217</c:v>
                </c:pt>
                <c:pt idx="1682">
                  <c:v>1.3681484203200407</c:v>
                </c:pt>
                <c:pt idx="1683">
                  <c:v>1.3681484203200407</c:v>
                </c:pt>
                <c:pt idx="1684">
                  <c:v>1.3698734444892315</c:v>
                </c:pt>
                <c:pt idx="1685">
                  <c:v>1.3698734444892315</c:v>
                </c:pt>
                <c:pt idx="1686">
                  <c:v>1.3711042359828289</c:v>
                </c:pt>
                <c:pt idx="1687">
                  <c:v>1.3711042359828289</c:v>
                </c:pt>
                <c:pt idx="1688">
                  <c:v>1.3727811239013448</c:v>
                </c:pt>
                <c:pt idx="1689">
                  <c:v>1.3727811239013448</c:v>
                </c:pt>
                <c:pt idx="1690">
                  <c:v>1.3726357606627246</c:v>
                </c:pt>
                <c:pt idx="1691">
                  <c:v>1.3726357606627246</c:v>
                </c:pt>
                <c:pt idx="1692">
                  <c:v>1.3744170345596158</c:v>
                </c:pt>
                <c:pt idx="1693">
                  <c:v>1.3744170345596158</c:v>
                </c:pt>
                <c:pt idx="1694">
                  <c:v>1.3762462524863437</c:v>
                </c:pt>
                <c:pt idx="1695">
                  <c:v>1.3762462524863437</c:v>
                </c:pt>
                <c:pt idx="1696">
                  <c:v>1.3768093338938352</c:v>
                </c:pt>
                <c:pt idx="1697">
                  <c:v>1.3768093338938352</c:v>
                </c:pt>
                <c:pt idx="1698">
                  <c:v>1.3795013509506069</c:v>
                </c:pt>
                <c:pt idx="1699">
                  <c:v>1.3795013509506069</c:v>
                </c:pt>
                <c:pt idx="1700">
                  <c:v>1.3807916451844036</c:v>
                </c:pt>
                <c:pt idx="1701">
                  <c:v>1.3807916451844036</c:v>
                </c:pt>
                <c:pt idx="1702">
                  <c:v>1.3830987256331548</c:v>
                </c:pt>
                <c:pt idx="1703">
                  <c:v>1.3830987256331548</c:v>
                </c:pt>
                <c:pt idx="1704">
                  <c:v>1.3845595931170218</c:v>
                </c:pt>
                <c:pt idx="1705">
                  <c:v>1.3845595931170218</c:v>
                </c:pt>
                <c:pt idx="1706">
                  <c:v>1.3855194773095261</c:v>
                </c:pt>
                <c:pt idx="1707">
                  <c:v>1.3855194773095261</c:v>
                </c:pt>
                <c:pt idx="1708">
                  <c:v>1.3864637114069609</c:v>
                </c:pt>
                <c:pt idx="1709">
                  <c:v>1.3864637114069609</c:v>
                </c:pt>
                <c:pt idx="1710">
                  <c:v>1.3873145340557478</c:v>
                </c:pt>
                <c:pt idx="1711">
                  <c:v>1.3873145340557478</c:v>
                </c:pt>
                <c:pt idx="1712">
                  <c:v>1.3885287722513835</c:v>
                </c:pt>
                <c:pt idx="1713">
                  <c:v>1.3885287722513835</c:v>
                </c:pt>
                <c:pt idx="1714">
                  <c:v>1.3885955330104462</c:v>
                </c:pt>
                <c:pt idx="1715">
                  <c:v>1.3885955330104462</c:v>
                </c:pt>
                <c:pt idx="1716">
                  <c:v>1.3887983075783836</c:v>
                </c:pt>
                <c:pt idx="1717">
                  <c:v>1.3887983075783836</c:v>
                </c:pt>
                <c:pt idx="1718">
                  <c:v>1.389656025446437</c:v>
                </c:pt>
                <c:pt idx="1719">
                  <c:v>1.389656025446437</c:v>
                </c:pt>
                <c:pt idx="1720">
                  <c:v>1.3908425589517994</c:v>
                </c:pt>
                <c:pt idx="1721">
                  <c:v>1.3908425589517994</c:v>
                </c:pt>
                <c:pt idx="1722">
                  <c:v>1.3908823411177422</c:v>
                </c:pt>
                <c:pt idx="1723">
                  <c:v>1.3908823411177422</c:v>
                </c:pt>
                <c:pt idx="1724">
                  <c:v>1.3917498640253558</c:v>
                </c:pt>
                <c:pt idx="1725">
                  <c:v>1.3917498640253558</c:v>
                </c:pt>
                <c:pt idx="1726">
                  <c:v>1.3929998814744906</c:v>
                </c:pt>
                <c:pt idx="1727">
                  <c:v>1.3929998814744906</c:v>
                </c:pt>
                <c:pt idx="1728">
                  <c:v>1.4002532091637461</c:v>
                </c:pt>
                <c:pt idx="1729">
                  <c:v>1.4002532091637461</c:v>
                </c:pt>
                <c:pt idx="1730">
                  <c:v>1.4013273500904304</c:v>
                </c:pt>
                <c:pt idx="1731">
                  <c:v>1.4013273500904304</c:v>
                </c:pt>
                <c:pt idx="1732">
                  <c:v>1.4031950257373995</c:v>
                </c:pt>
                <c:pt idx="1733">
                  <c:v>1.4031950257373995</c:v>
                </c:pt>
                <c:pt idx="1734">
                  <c:v>1.4042753897848059</c:v>
                </c:pt>
                <c:pt idx="1735">
                  <c:v>1.4042753897848059</c:v>
                </c:pt>
                <c:pt idx="1736">
                  <c:v>1.4041339495101539</c:v>
                </c:pt>
                <c:pt idx="1737">
                  <c:v>1.4041339495101539</c:v>
                </c:pt>
                <c:pt idx="1738">
                  <c:v>1.4070573701552165</c:v>
                </c:pt>
                <c:pt idx="1739">
                  <c:v>1.4070573701552165</c:v>
                </c:pt>
                <c:pt idx="1740">
                  <c:v>1.4074439814032189</c:v>
                </c:pt>
                <c:pt idx="1741">
                  <c:v>1.4074439814032189</c:v>
                </c:pt>
                <c:pt idx="1742">
                  <c:v>1.4073066448887217</c:v>
                </c:pt>
                <c:pt idx="1743">
                  <c:v>1.4073066448887217</c:v>
                </c:pt>
                <c:pt idx="1744">
                  <c:v>1.4075717543334645</c:v>
                </c:pt>
                <c:pt idx="1745">
                  <c:v>1.4075717543334645</c:v>
                </c:pt>
                <c:pt idx="1746">
                  <c:v>1.4084132445796025</c:v>
                </c:pt>
                <c:pt idx="1747">
                  <c:v>1.4084132445796025</c:v>
                </c:pt>
                <c:pt idx="1748">
                  <c:v>1.4085327424803535</c:v>
                </c:pt>
                <c:pt idx="1749">
                  <c:v>1.4085327424803535</c:v>
                </c:pt>
                <c:pt idx="1750">
                  <c:v>1.4124122521112992</c:v>
                </c:pt>
                <c:pt idx="1751">
                  <c:v>1.4124122521112992</c:v>
                </c:pt>
                <c:pt idx="1752">
                  <c:v>1.4124098187116931</c:v>
                </c:pt>
                <c:pt idx="1753">
                  <c:v>1.4124098187116931</c:v>
                </c:pt>
                <c:pt idx="1754">
                  <c:v>1.4147533245643882</c:v>
                </c:pt>
                <c:pt idx="1755">
                  <c:v>1.4147533245643882</c:v>
                </c:pt>
                <c:pt idx="1756">
                  <c:v>1.4152474698727706</c:v>
                </c:pt>
                <c:pt idx="1757">
                  <c:v>1.4152474698727706</c:v>
                </c:pt>
                <c:pt idx="1758">
                  <c:v>1.4154445275816041</c:v>
                </c:pt>
                <c:pt idx="1759">
                  <c:v>1.4154445275816041</c:v>
                </c:pt>
                <c:pt idx="1760">
                  <c:v>1.4165338815164576</c:v>
                </c:pt>
                <c:pt idx="1761">
                  <c:v>1.4165338815164576</c:v>
                </c:pt>
                <c:pt idx="1762">
                  <c:v>1.4174102525641248</c:v>
                </c:pt>
                <c:pt idx="1763">
                  <c:v>1.4174102525641248</c:v>
                </c:pt>
                <c:pt idx="1764">
                  <c:v>1.4210835080312685</c:v>
                </c:pt>
                <c:pt idx="1765">
                  <c:v>1.4210835080312685</c:v>
                </c:pt>
                <c:pt idx="1766">
                  <c:v>1.4232607331988698</c:v>
                </c:pt>
                <c:pt idx="1767">
                  <c:v>1.4232607331988698</c:v>
                </c:pt>
                <c:pt idx="1768">
                  <c:v>1.4243560511830775</c:v>
                </c:pt>
                <c:pt idx="1769">
                  <c:v>1.4243560511830775</c:v>
                </c:pt>
                <c:pt idx="1770">
                  <c:v>1.4256868661353126</c:v>
                </c:pt>
                <c:pt idx="1771">
                  <c:v>1.4256868661353126</c:v>
                </c:pt>
                <c:pt idx="1772">
                  <c:v>1.4253008083825871</c:v>
                </c:pt>
                <c:pt idx="1773">
                  <c:v>1.4253008083825871</c:v>
                </c:pt>
                <c:pt idx="1774">
                  <c:v>1.4256023434495371</c:v>
                </c:pt>
                <c:pt idx="1775">
                  <c:v>1.4256023434495371</c:v>
                </c:pt>
                <c:pt idx="1776">
                  <c:v>1.4264875025521095</c:v>
                </c:pt>
                <c:pt idx="1777">
                  <c:v>1.4264875025521095</c:v>
                </c:pt>
                <c:pt idx="1778">
                  <c:v>1.4280309415829633</c:v>
                </c:pt>
                <c:pt idx="1779">
                  <c:v>1.4280309415829633</c:v>
                </c:pt>
                <c:pt idx="1780">
                  <c:v>1.4282194126244234</c:v>
                </c:pt>
                <c:pt idx="1781">
                  <c:v>1.4282194126244234</c:v>
                </c:pt>
                <c:pt idx="1782">
                  <c:v>1.4279879164694129</c:v>
                </c:pt>
                <c:pt idx="1783">
                  <c:v>1.4279879164694129</c:v>
                </c:pt>
                <c:pt idx="1784">
                  <c:v>1.428754543396243</c:v>
                </c:pt>
                <c:pt idx="1785">
                  <c:v>1.428754543396243</c:v>
                </c:pt>
                <c:pt idx="1786">
                  <c:v>1.4286158455046454</c:v>
                </c:pt>
                <c:pt idx="1787">
                  <c:v>1.4286158455046454</c:v>
                </c:pt>
                <c:pt idx="1788">
                  <c:v>1.4291991148511116</c:v>
                </c:pt>
                <c:pt idx="1789">
                  <c:v>1.4291991148511116</c:v>
                </c:pt>
                <c:pt idx="1790">
                  <c:v>1.4304329064048122</c:v>
                </c:pt>
                <c:pt idx="1791">
                  <c:v>1.4304329064048122</c:v>
                </c:pt>
                <c:pt idx="1792">
                  <c:v>1.4311530313582379</c:v>
                </c:pt>
                <c:pt idx="1793">
                  <c:v>1.4311530313582379</c:v>
                </c:pt>
                <c:pt idx="1794">
                  <c:v>1.432899619039083</c:v>
                </c:pt>
                <c:pt idx="1795">
                  <c:v>1.432899619039083</c:v>
                </c:pt>
                <c:pt idx="1796">
                  <c:v>1.432513280631579</c:v>
                </c:pt>
                <c:pt idx="1797">
                  <c:v>1.432513280631579</c:v>
                </c:pt>
                <c:pt idx="1798">
                  <c:v>1.4334447493497984</c:v>
                </c:pt>
                <c:pt idx="1799">
                  <c:v>1.4334447493497984</c:v>
                </c:pt>
                <c:pt idx="1800">
                  <c:v>1.4354765879773297</c:v>
                </c:pt>
                <c:pt idx="1801">
                  <c:v>1.4354765879773297</c:v>
                </c:pt>
                <c:pt idx="1802">
                  <c:v>1.4436526594516821</c:v>
                </c:pt>
                <c:pt idx="1803">
                  <c:v>1.4436526594516821</c:v>
                </c:pt>
                <c:pt idx="1804">
                  <c:v>1.4475491049630571</c:v>
                </c:pt>
                <c:pt idx="1805">
                  <c:v>1.4475491049630571</c:v>
                </c:pt>
                <c:pt idx="1806">
                  <c:v>1.4468833780329355</c:v>
                </c:pt>
                <c:pt idx="1807">
                  <c:v>1.4468833780329355</c:v>
                </c:pt>
                <c:pt idx="1808">
                  <c:v>1.4477866194409623</c:v>
                </c:pt>
                <c:pt idx="1809">
                  <c:v>1.4477866194409623</c:v>
                </c:pt>
                <c:pt idx="1810">
                  <c:v>1.4490958600065531</c:v>
                </c:pt>
                <c:pt idx="1811">
                  <c:v>1.4490958600065531</c:v>
                </c:pt>
                <c:pt idx="1812">
                  <c:v>1.4506194235531833</c:v>
                </c:pt>
                <c:pt idx="1813">
                  <c:v>1.4506194235531833</c:v>
                </c:pt>
                <c:pt idx="1814">
                  <c:v>1.4519907552853111</c:v>
                </c:pt>
                <c:pt idx="1815">
                  <c:v>1.4519907552853111</c:v>
                </c:pt>
                <c:pt idx="1816">
                  <c:v>1.4537392535899645</c:v>
                </c:pt>
                <c:pt idx="1817">
                  <c:v>1.4537392535899645</c:v>
                </c:pt>
                <c:pt idx="1818">
                  <c:v>1.4538956619133645</c:v>
                </c:pt>
                <c:pt idx="1819">
                  <c:v>1.4538956619133645</c:v>
                </c:pt>
                <c:pt idx="1820">
                  <c:v>1.4535739934770586</c:v>
                </c:pt>
                <c:pt idx="1821">
                  <c:v>1.4535739934770586</c:v>
                </c:pt>
                <c:pt idx="1822">
                  <c:v>1.4556237075292082</c:v>
                </c:pt>
                <c:pt idx="1823">
                  <c:v>1.4556237075292082</c:v>
                </c:pt>
                <c:pt idx="1824">
                  <c:v>1.4565261812178736</c:v>
                </c:pt>
                <c:pt idx="1825">
                  <c:v>1.4565261812178736</c:v>
                </c:pt>
                <c:pt idx="1826">
                  <c:v>1.4571494809363466</c:v>
                </c:pt>
                <c:pt idx="1827">
                  <c:v>1.4571494809363466</c:v>
                </c:pt>
                <c:pt idx="1828">
                  <c:v>1.4576882404508964</c:v>
                </c:pt>
                <c:pt idx="1829">
                  <c:v>1.4576882404508964</c:v>
                </c:pt>
                <c:pt idx="1830">
                  <c:v>1.4573789396486652</c:v>
                </c:pt>
                <c:pt idx="1831">
                  <c:v>1.4573789396486652</c:v>
                </c:pt>
                <c:pt idx="1832">
                  <c:v>1.4579899648556298</c:v>
                </c:pt>
                <c:pt idx="1833">
                  <c:v>1.4579899648556298</c:v>
                </c:pt>
                <c:pt idx="1834">
                  <c:v>1.4589421558400286</c:v>
                </c:pt>
                <c:pt idx="1835">
                  <c:v>1.4589421558400286</c:v>
                </c:pt>
                <c:pt idx="1836">
                  <c:v>1.4615121746820463</c:v>
                </c:pt>
                <c:pt idx="1837">
                  <c:v>1.4615121746820463</c:v>
                </c:pt>
                <c:pt idx="1838">
                  <c:v>1.4693149756889221</c:v>
                </c:pt>
                <c:pt idx="1839">
                  <c:v>1.4693149756889221</c:v>
                </c:pt>
                <c:pt idx="1840">
                  <c:v>1.4705789550776931</c:v>
                </c:pt>
                <c:pt idx="1841">
                  <c:v>1.4705789550776931</c:v>
                </c:pt>
                <c:pt idx="1842">
                  <c:v>1.4718923095237948</c:v>
                </c:pt>
                <c:pt idx="1843">
                  <c:v>1.4718923095237948</c:v>
                </c:pt>
                <c:pt idx="1844">
                  <c:v>1.474373987831997</c:v>
                </c:pt>
                <c:pt idx="1845">
                  <c:v>1.474373987831997</c:v>
                </c:pt>
                <c:pt idx="1846">
                  <c:v>1.4771870456201142</c:v>
                </c:pt>
                <c:pt idx="1847">
                  <c:v>1.4771870456201142</c:v>
                </c:pt>
                <c:pt idx="1848">
                  <c:v>1.4788246133961649</c:v>
                </c:pt>
                <c:pt idx="1849">
                  <c:v>1.4788246133961649</c:v>
                </c:pt>
                <c:pt idx="1850">
                  <c:v>1.4792619315536697</c:v>
                </c:pt>
                <c:pt idx="1851">
                  <c:v>1.4792619315536697</c:v>
                </c:pt>
                <c:pt idx="1852">
                  <c:v>1.484106753044798</c:v>
                </c:pt>
                <c:pt idx="1853">
                  <c:v>1.484106753044798</c:v>
                </c:pt>
                <c:pt idx="1854">
                  <c:v>1.4893124755979272</c:v>
                </c:pt>
                <c:pt idx="1855">
                  <c:v>1.4893124755979272</c:v>
                </c:pt>
                <c:pt idx="1856">
                  <c:v>1.4961891628331956</c:v>
                </c:pt>
                <c:pt idx="1857">
                  <c:v>1.4961891628331956</c:v>
                </c:pt>
                <c:pt idx="1858">
                  <c:v>1.4972758902555936</c:v>
                </c:pt>
                <c:pt idx="1859">
                  <c:v>1.4972758902555936</c:v>
                </c:pt>
                <c:pt idx="1860">
                  <c:v>1.4998038183376865</c:v>
                </c:pt>
                <c:pt idx="1861">
                  <c:v>1.4998038183376865</c:v>
                </c:pt>
                <c:pt idx="1862">
                  <c:v>1.5018610162967172</c:v>
                </c:pt>
                <c:pt idx="1863">
                  <c:v>1.5018610162967172</c:v>
                </c:pt>
                <c:pt idx="1864">
                  <c:v>1.5028472787693037</c:v>
                </c:pt>
                <c:pt idx="1865">
                  <c:v>1.5028472787693037</c:v>
                </c:pt>
                <c:pt idx="1866">
                  <c:v>1.5036091368219979</c:v>
                </c:pt>
                <c:pt idx="1867">
                  <c:v>1.5036091368219979</c:v>
                </c:pt>
                <c:pt idx="1868">
                  <c:v>1.5046162985632956</c:v>
                </c:pt>
                <c:pt idx="1869">
                  <c:v>1.5046162985632956</c:v>
                </c:pt>
                <c:pt idx="1870">
                  <c:v>1.5057119477577734</c:v>
                </c:pt>
                <c:pt idx="1871">
                  <c:v>1.5057119477577734</c:v>
                </c:pt>
                <c:pt idx="1872">
                  <c:v>1.5056220947743739</c:v>
                </c:pt>
                <c:pt idx="1873">
                  <c:v>1.5056220947743739</c:v>
                </c:pt>
                <c:pt idx="1874">
                  <c:v>1.5076697569097843</c:v>
                </c:pt>
                <c:pt idx="1875">
                  <c:v>1.5076697569097843</c:v>
                </c:pt>
                <c:pt idx="1876">
                  <c:v>1.5114157758597502</c:v>
                </c:pt>
                <c:pt idx="1877">
                  <c:v>1.5114157758597502</c:v>
                </c:pt>
                <c:pt idx="1878">
                  <c:v>1.51276309482571</c:v>
                </c:pt>
                <c:pt idx="1879">
                  <c:v>1.51276309482571</c:v>
                </c:pt>
                <c:pt idx="1880">
                  <c:v>1.514257044986258</c:v>
                </c:pt>
                <c:pt idx="1881">
                  <c:v>1.514257044986258</c:v>
                </c:pt>
                <c:pt idx="1882">
                  <c:v>1.5142963335707782</c:v>
                </c:pt>
                <c:pt idx="1883">
                  <c:v>1.5142963335707782</c:v>
                </c:pt>
                <c:pt idx="1884">
                  <c:v>1.5160215455754409</c:v>
                </c:pt>
                <c:pt idx="1885">
                  <c:v>1.5160215455754409</c:v>
                </c:pt>
                <c:pt idx="1886">
                  <c:v>1.517803571195256</c:v>
                </c:pt>
                <c:pt idx="1887">
                  <c:v>1.517803571195256</c:v>
                </c:pt>
                <c:pt idx="1888">
                  <c:v>1.5203636273968957</c:v>
                </c:pt>
                <c:pt idx="1889">
                  <c:v>1.5203636273968957</c:v>
                </c:pt>
                <c:pt idx="1890">
                  <c:v>1.5257482546211714</c:v>
                </c:pt>
                <c:pt idx="1891">
                  <c:v>1.5257482546211714</c:v>
                </c:pt>
                <c:pt idx="1892">
                  <c:v>1.5255893480651641</c:v>
                </c:pt>
                <c:pt idx="1893">
                  <c:v>1.5255893480651641</c:v>
                </c:pt>
                <c:pt idx="1894">
                  <c:v>1.5257899851375654</c:v>
                </c:pt>
                <c:pt idx="1895">
                  <c:v>1.5257899851375654</c:v>
                </c:pt>
                <c:pt idx="1896">
                  <c:v>1.5262157749534184</c:v>
                </c:pt>
                <c:pt idx="1897">
                  <c:v>1.5262157749534184</c:v>
                </c:pt>
                <c:pt idx="1898">
                  <c:v>1.5331563360471636</c:v>
                </c:pt>
                <c:pt idx="1899">
                  <c:v>1.5331563360471636</c:v>
                </c:pt>
                <c:pt idx="1900">
                  <c:v>1.5349036209131897</c:v>
                </c:pt>
                <c:pt idx="1901">
                  <c:v>1.5349036209131897</c:v>
                </c:pt>
                <c:pt idx="1902">
                  <c:v>1.5362654226428034</c:v>
                </c:pt>
                <c:pt idx="1903">
                  <c:v>1.5362654226428034</c:v>
                </c:pt>
                <c:pt idx="1904">
                  <c:v>1.5366264454470111</c:v>
                </c:pt>
                <c:pt idx="1905">
                  <c:v>1.5366264454470111</c:v>
                </c:pt>
                <c:pt idx="1906">
                  <c:v>1.5370126475734347</c:v>
                </c:pt>
                <c:pt idx="1907">
                  <c:v>1.5370126475734347</c:v>
                </c:pt>
                <c:pt idx="1908">
                  <c:v>1.5404487105200459</c:v>
                </c:pt>
                <c:pt idx="1909">
                  <c:v>1.5404487105200459</c:v>
                </c:pt>
                <c:pt idx="1910">
                  <c:v>1.5420969139462113</c:v>
                </c:pt>
                <c:pt idx="1911">
                  <c:v>1.5420969139462113</c:v>
                </c:pt>
                <c:pt idx="1912">
                  <c:v>1.5428898202130412</c:v>
                </c:pt>
                <c:pt idx="1913">
                  <c:v>1.5428898202130412</c:v>
                </c:pt>
                <c:pt idx="1914">
                  <c:v>1.5445672822533281</c:v>
                </c:pt>
                <c:pt idx="1915">
                  <c:v>1.5445672822533281</c:v>
                </c:pt>
                <c:pt idx="1916">
                  <c:v>1.5453247872578331</c:v>
                </c:pt>
                <c:pt idx="1917">
                  <c:v>1.5453247872578331</c:v>
                </c:pt>
                <c:pt idx="1918">
                  <c:v>1.5463217880362701</c:v>
                </c:pt>
                <c:pt idx="1919">
                  <c:v>1.5463217880362701</c:v>
                </c:pt>
                <c:pt idx="1920">
                  <c:v>1.54603327800124</c:v>
                </c:pt>
                <c:pt idx="1921">
                  <c:v>1.54603327800124</c:v>
                </c:pt>
                <c:pt idx="1922">
                  <c:v>1.547804016705449</c:v>
                </c:pt>
                <c:pt idx="1923">
                  <c:v>1.547804016705449</c:v>
                </c:pt>
                <c:pt idx="1924">
                  <c:v>1.5476122129769836</c:v>
                </c:pt>
                <c:pt idx="1925">
                  <c:v>1.5476122129769836</c:v>
                </c:pt>
                <c:pt idx="1926">
                  <c:v>1.5486842949967681</c:v>
                </c:pt>
                <c:pt idx="1927">
                  <c:v>1.5486842949967681</c:v>
                </c:pt>
                <c:pt idx="1928">
                  <c:v>1.5517455673587934</c:v>
                </c:pt>
                <c:pt idx="1929">
                  <c:v>1.5517455673587934</c:v>
                </c:pt>
                <c:pt idx="1930">
                  <c:v>1.553280483855686</c:v>
                </c:pt>
                <c:pt idx="1931">
                  <c:v>1.553280483855686</c:v>
                </c:pt>
                <c:pt idx="1932">
                  <c:v>1.5569383443561866</c:v>
                </c:pt>
                <c:pt idx="1933">
                  <c:v>1.5569383443561866</c:v>
                </c:pt>
                <c:pt idx="1934">
                  <c:v>1.5581460110321861</c:v>
                </c:pt>
                <c:pt idx="1935">
                  <c:v>1.5581460110321861</c:v>
                </c:pt>
                <c:pt idx="1936">
                  <c:v>1.5595151219652248</c:v>
                </c:pt>
                <c:pt idx="1937">
                  <c:v>1.5595151219652248</c:v>
                </c:pt>
                <c:pt idx="1938">
                  <c:v>1.5598969537784353</c:v>
                </c:pt>
                <c:pt idx="1939">
                  <c:v>1.5598969537784353</c:v>
                </c:pt>
                <c:pt idx="1940">
                  <c:v>1.5607774219902182</c:v>
                </c:pt>
                <c:pt idx="1941">
                  <c:v>1.5607774219902182</c:v>
                </c:pt>
                <c:pt idx="1942">
                  <c:v>1.5628444459934825</c:v>
                </c:pt>
                <c:pt idx="1943">
                  <c:v>1.5628444459934825</c:v>
                </c:pt>
                <c:pt idx="1944">
                  <c:v>1.5632600580080134</c:v>
                </c:pt>
                <c:pt idx="1945">
                  <c:v>1.5632600580080134</c:v>
                </c:pt>
                <c:pt idx="1946">
                  <c:v>1.5656775687566959</c:v>
                </c:pt>
                <c:pt idx="1947">
                  <c:v>1.5656775687566959</c:v>
                </c:pt>
                <c:pt idx="1948">
                  <c:v>1.5671237921049339</c:v>
                </c:pt>
                <c:pt idx="1949">
                  <c:v>1.5671237921049339</c:v>
                </c:pt>
                <c:pt idx="1950">
                  <c:v>1.5683707220621563</c:v>
                </c:pt>
                <c:pt idx="1951">
                  <c:v>1.5683707220621563</c:v>
                </c:pt>
                <c:pt idx="1952">
                  <c:v>1.5694397240044839</c:v>
                </c:pt>
                <c:pt idx="1953">
                  <c:v>1.5694397240044839</c:v>
                </c:pt>
                <c:pt idx="1954">
                  <c:v>1.5697319318973486</c:v>
                </c:pt>
                <c:pt idx="1955">
                  <c:v>1.5697319318973486</c:v>
                </c:pt>
                <c:pt idx="1956">
                  <c:v>1.5830614376879391</c:v>
                </c:pt>
                <c:pt idx="1957">
                  <c:v>1.5830614376879391</c:v>
                </c:pt>
                <c:pt idx="1958">
                  <c:v>1.5885588360053029</c:v>
                </c:pt>
                <c:pt idx="1959">
                  <c:v>1.5885588360053029</c:v>
                </c:pt>
                <c:pt idx="1960">
                  <c:v>1.5888756185883033</c:v>
                </c:pt>
                <c:pt idx="1961">
                  <c:v>1.5888756185883033</c:v>
                </c:pt>
                <c:pt idx="1962">
                  <c:v>1.5893884940170424</c:v>
                </c:pt>
                <c:pt idx="1963">
                  <c:v>1.5893884940170424</c:v>
                </c:pt>
                <c:pt idx="1964">
                  <c:v>1.5917857894994747</c:v>
                </c:pt>
                <c:pt idx="1965">
                  <c:v>1.5917857894994747</c:v>
                </c:pt>
                <c:pt idx="1966">
                  <c:v>1.59483747006069</c:v>
                </c:pt>
                <c:pt idx="1967">
                  <c:v>1.59483747006069</c:v>
                </c:pt>
                <c:pt idx="1968">
                  <c:v>1.5974978533564419</c:v>
                </c:pt>
                <c:pt idx="1969">
                  <c:v>1.5974978533564419</c:v>
                </c:pt>
                <c:pt idx="1970">
                  <c:v>1.5977858728316641</c:v>
                </c:pt>
                <c:pt idx="1971">
                  <c:v>1.5977858728316641</c:v>
                </c:pt>
                <c:pt idx="1972">
                  <c:v>1.5988979070144276</c:v>
                </c:pt>
                <c:pt idx="1973">
                  <c:v>1.5988979070144276</c:v>
                </c:pt>
                <c:pt idx="1974">
                  <c:v>1.6023594520591755</c:v>
                </c:pt>
                <c:pt idx="1975">
                  <c:v>1.6023594520591755</c:v>
                </c:pt>
                <c:pt idx="1976">
                  <c:v>1.6035592167442028</c:v>
                </c:pt>
                <c:pt idx="1977">
                  <c:v>1.6035592167442028</c:v>
                </c:pt>
                <c:pt idx="1978">
                  <c:v>1.6032680653559792</c:v>
                </c:pt>
                <c:pt idx="1979">
                  <c:v>1.6032680653559792</c:v>
                </c:pt>
                <c:pt idx="1980">
                  <c:v>1.6033998632845874</c:v>
                </c:pt>
                <c:pt idx="1981">
                  <c:v>1.6033998632845874</c:v>
                </c:pt>
                <c:pt idx="1982">
                  <c:v>1.6080833049595276</c:v>
                </c:pt>
                <c:pt idx="1983">
                  <c:v>1.6080833049595276</c:v>
                </c:pt>
                <c:pt idx="1984">
                  <c:v>1.6095702091711508</c:v>
                </c:pt>
                <c:pt idx="1985">
                  <c:v>1.6095702091711508</c:v>
                </c:pt>
                <c:pt idx="1986">
                  <c:v>1.6111082267823569</c:v>
                </c:pt>
                <c:pt idx="1987">
                  <c:v>1.6111082267823569</c:v>
                </c:pt>
                <c:pt idx="1988">
                  <c:v>1.6116910137771481</c:v>
                </c:pt>
                <c:pt idx="1989">
                  <c:v>1.6116910137771481</c:v>
                </c:pt>
                <c:pt idx="1990">
                  <c:v>1.6119912158222447</c:v>
                </c:pt>
                <c:pt idx="1991">
                  <c:v>1.6119912158222447</c:v>
                </c:pt>
                <c:pt idx="1992">
                  <c:v>1.6164678693601695</c:v>
                </c:pt>
                <c:pt idx="1993">
                  <c:v>1.6164678693601695</c:v>
                </c:pt>
                <c:pt idx="1994">
                  <c:v>1.6190824182835684</c:v>
                </c:pt>
                <c:pt idx="1995">
                  <c:v>1.6190824182835684</c:v>
                </c:pt>
                <c:pt idx="1996">
                  <c:v>1.6193433913866828</c:v>
                </c:pt>
                <c:pt idx="1997">
                  <c:v>1.6193433913866828</c:v>
                </c:pt>
                <c:pt idx="1998">
                  <c:v>1.6195911316990932</c:v>
                </c:pt>
                <c:pt idx="1999">
                  <c:v>1.6195911316990932</c:v>
                </c:pt>
                <c:pt idx="2000">
                  <c:v>1.6227652791071101</c:v>
                </c:pt>
                <c:pt idx="2001">
                  <c:v>1.6227652791071101</c:v>
                </c:pt>
                <c:pt idx="2002">
                  <c:v>1.6241724013488661</c:v>
                </c:pt>
                <c:pt idx="2003">
                  <c:v>1.6241724013488661</c:v>
                </c:pt>
                <c:pt idx="2004">
                  <c:v>1.6296032721502609</c:v>
                </c:pt>
                <c:pt idx="2005">
                  <c:v>1.6296032721502609</c:v>
                </c:pt>
                <c:pt idx="2006">
                  <c:v>1.6335011578144476</c:v>
                </c:pt>
                <c:pt idx="2007">
                  <c:v>1.6335011578144476</c:v>
                </c:pt>
                <c:pt idx="2008">
                  <c:v>1.634630384449846</c:v>
                </c:pt>
                <c:pt idx="2009">
                  <c:v>1.634630384449846</c:v>
                </c:pt>
                <c:pt idx="2010">
                  <c:v>1.6372428622968069</c:v>
                </c:pt>
                <c:pt idx="2011">
                  <c:v>1.6372428622968069</c:v>
                </c:pt>
                <c:pt idx="2012">
                  <c:v>1.6388348580029961</c:v>
                </c:pt>
                <c:pt idx="2013">
                  <c:v>1.6388348580029961</c:v>
                </c:pt>
                <c:pt idx="2014">
                  <c:v>1.639108175868317</c:v>
                </c:pt>
                <c:pt idx="2015">
                  <c:v>1.639108175868317</c:v>
                </c:pt>
                <c:pt idx="2016">
                  <c:v>1.6395137534801023</c:v>
                </c:pt>
                <c:pt idx="2017">
                  <c:v>1.6395137534801023</c:v>
                </c:pt>
                <c:pt idx="2018">
                  <c:v>1.642279991401334</c:v>
                </c:pt>
                <c:pt idx="2019">
                  <c:v>1.642279991401334</c:v>
                </c:pt>
                <c:pt idx="2020">
                  <c:v>1.6611604491971956</c:v>
                </c:pt>
                <c:pt idx="2021">
                  <c:v>1.6611604491971956</c:v>
                </c:pt>
                <c:pt idx="2022">
                  <c:v>1.6620941644018461</c:v>
                </c:pt>
                <c:pt idx="2023">
                  <c:v>1.6620941644018461</c:v>
                </c:pt>
                <c:pt idx="2024">
                  <c:v>1.6634234033415651</c:v>
                </c:pt>
                <c:pt idx="2025">
                  <c:v>1.6634234033415651</c:v>
                </c:pt>
                <c:pt idx="2026">
                  <c:v>1.6669812113612861</c:v>
                </c:pt>
                <c:pt idx="2027">
                  <c:v>1.6669812113612861</c:v>
                </c:pt>
                <c:pt idx="2028">
                  <c:v>1.6738976708178506</c:v>
                </c:pt>
                <c:pt idx="2029">
                  <c:v>1.6738976708178506</c:v>
                </c:pt>
                <c:pt idx="2030">
                  <c:v>1.6759912351879476</c:v>
                </c:pt>
                <c:pt idx="2031">
                  <c:v>1.6759912351879476</c:v>
                </c:pt>
                <c:pt idx="2032">
                  <c:v>1.6760127305470789</c:v>
                </c:pt>
                <c:pt idx="2033">
                  <c:v>1.6760127305470789</c:v>
                </c:pt>
                <c:pt idx="2034">
                  <c:v>1.6787978301992248</c:v>
                </c:pt>
                <c:pt idx="2035">
                  <c:v>1.6787978301992248</c:v>
                </c:pt>
                <c:pt idx="2036">
                  <c:v>1.6836940390196782</c:v>
                </c:pt>
                <c:pt idx="2037">
                  <c:v>1.6836940390196782</c:v>
                </c:pt>
                <c:pt idx="2038">
                  <c:v>1.6833655847548299</c:v>
                </c:pt>
                <c:pt idx="2039">
                  <c:v>1.6833655847548299</c:v>
                </c:pt>
                <c:pt idx="2040">
                  <c:v>1.6838142332442081</c:v>
                </c:pt>
                <c:pt idx="2041">
                  <c:v>1.6838142332442081</c:v>
                </c:pt>
                <c:pt idx="2042">
                  <c:v>1.6838260167683616</c:v>
                </c:pt>
                <c:pt idx="2043">
                  <c:v>1.6838260167683616</c:v>
                </c:pt>
                <c:pt idx="2044">
                  <c:v>1.6852676285476438</c:v>
                </c:pt>
                <c:pt idx="2045">
                  <c:v>1.6852676285476438</c:v>
                </c:pt>
                <c:pt idx="2046">
                  <c:v>1.692805266276739</c:v>
                </c:pt>
                <c:pt idx="2047">
                  <c:v>1.692805266276739</c:v>
                </c:pt>
                <c:pt idx="2048">
                  <c:v>1.6951862248694158</c:v>
                </c:pt>
                <c:pt idx="2049">
                  <c:v>1.6951862248694158</c:v>
                </c:pt>
                <c:pt idx="2050">
                  <c:v>1.6961225109860074</c:v>
                </c:pt>
                <c:pt idx="2051">
                  <c:v>1.6961225109860074</c:v>
                </c:pt>
                <c:pt idx="2052">
                  <c:v>1.6981906308130099</c:v>
                </c:pt>
                <c:pt idx="2053">
                  <c:v>1.6981906308130099</c:v>
                </c:pt>
                <c:pt idx="2054">
                  <c:v>1.701337809634941</c:v>
                </c:pt>
                <c:pt idx="2055">
                  <c:v>1.701337809634941</c:v>
                </c:pt>
                <c:pt idx="2056">
                  <c:v>1.7064909117231579</c:v>
                </c:pt>
                <c:pt idx="2057">
                  <c:v>1.7064909117231579</c:v>
                </c:pt>
                <c:pt idx="2058">
                  <c:v>1.707938412324413</c:v>
                </c:pt>
                <c:pt idx="2059">
                  <c:v>1.707938412324413</c:v>
                </c:pt>
                <c:pt idx="2060">
                  <c:v>1.7119766558309586</c:v>
                </c:pt>
                <c:pt idx="2061">
                  <c:v>1.7119766558309586</c:v>
                </c:pt>
                <c:pt idx="2062">
                  <c:v>1.7166013431360023</c:v>
                </c:pt>
                <c:pt idx="2063">
                  <c:v>1.7166013431360023</c:v>
                </c:pt>
                <c:pt idx="2064">
                  <c:v>1.7296046504677829</c:v>
                </c:pt>
                <c:pt idx="2065">
                  <c:v>1.7296046504677829</c:v>
                </c:pt>
                <c:pt idx="2066">
                  <c:v>1.7316174299843894</c:v>
                </c:pt>
                <c:pt idx="2067">
                  <c:v>1.7316174299843894</c:v>
                </c:pt>
                <c:pt idx="2068">
                  <c:v>1.7347137413852185</c:v>
                </c:pt>
                <c:pt idx="2069">
                  <c:v>1.7347137413852185</c:v>
                </c:pt>
                <c:pt idx="2070">
                  <c:v>1.735104490474362</c:v>
                </c:pt>
                <c:pt idx="2071">
                  <c:v>1.735104490474362</c:v>
                </c:pt>
                <c:pt idx="2072">
                  <c:v>1.7359334322089155</c:v>
                </c:pt>
                <c:pt idx="2073">
                  <c:v>1.7359334322089155</c:v>
                </c:pt>
                <c:pt idx="2074">
                  <c:v>1.7360894953785913</c:v>
                </c:pt>
                <c:pt idx="2075">
                  <c:v>1.7360894953785913</c:v>
                </c:pt>
                <c:pt idx="2076">
                  <c:v>1.7380695732999194</c:v>
                </c:pt>
                <c:pt idx="2077">
                  <c:v>1.7380695732999194</c:v>
                </c:pt>
                <c:pt idx="2078">
                  <c:v>1.7384295345594891</c:v>
                </c:pt>
                <c:pt idx="2079">
                  <c:v>1.7384295345594891</c:v>
                </c:pt>
                <c:pt idx="2080">
                  <c:v>1.7395897298442244</c:v>
                </c:pt>
                <c:pt idx="2081">
                  <c:v>1.7395897298442244</c:v>
                </c:pt>
                <c:pt idx="2082">
                  <c:v>1.7413138646883122</c:v>
                </c:pt>
                <c:pt idx="2083">
                  <c:v>1.7413138646883122</c:v>
                </c:pt>
                <c:pt idx="2084">
                  <c:v>1.745969656708914</c:v>
                </c:pt>
                <c:pt idx="2085">
                  <c:v>1.745969656708914</c:v>
                </c:pt>
                <c:pt idx="2086">
                  <c:v>1.7466419186182107</c:v>
                </c:pt>
                <c:pt idx="2087">
                  <c:v>1.7466419186182107</c:v>
                </c:pt>
                <c:pt idx="2088">
                  <c:v>1.749566245490054</c:v>
                </c:pt>
                <c:pt idx="2089">
                  <c:v>1.749566245490054</c:v>
                </c:pt>
                <c:pt idx="2090">
                  <c:v>1.7497525955032267</c:v>
                </c:pt>
                <c:pt idx="2091">
                  <c:v>1.7497525955032267</c:v>
                </c:pt>
                <c:pt idx="2092">
                  <c:v>1.7481168536462637</c:v>
                </c:pt>
                <c:pt idx="2093">
                  <c:v>1.7481168536462637</c:v>
                </c:pt>
                <c:pt idx="2094">
                  <c:v>1.7491161750949344</c:v>
                </c:pt>
                <c:pt idx="2095">
                  <c:v>1.7491161750949344</c:v>
                </c:pt>
                <c:pt idx="2096">
                  <c:v>1.7494938927360209</c:v>
                </c:pt>
                <c:pt idx="2097">
                  <c:v>1.7494938927360209</c:v>
                </c:pt>
                <c:pt idx="2098">
                  <c:v>1.7517098161968616</c:v>
                </c:pt>
                <c:pt idx="2099">
                  <c:v>1.7517098161968616</c:v>
                </c:pt>
                <c:pt idx="2100">
                  <c:v>1.7542395751053002</c:v>
                </c:pt>
                <c:pt idx="2101">
                  <c:v>1.7542395751053002</c:v>
                </c:pt>
                <c:pt idx="2102">
                  <c:v>1.7540485510058277</c:v>
                </c:pt>
                <c:pt idx="2103">
                  <c:v>1.7540485510058277</c:v>
                </c:pt>
                <c:pt idx="2104">
                  <c:v>1.7551462061382577</c:v>
                </c:pt>
                <c:pt idx="2105">
                  <c:v>1.7551462061382577</c:v>
                </c:pt>
                <c:pt idx="2106">
                  <c:v>1.7601122919361254</c:v>
                </c:pt>
                <c:pt idx="2107">
                  <c:v>1.7601122919361254</c:v>
                </c:pt>
                <c:pt idx="2108">
                  <c:v>1.7600234617204966</c:v>
                </c:pt>
                <c:pt idx="2109">
                  <c:v>1.7600234617204966</c:v>
                </c:pt>
                <c:pt idx="2110">
                  <c:v>1.7659895031778283</c:v>
                </c:pt>
                <c:pt idx="2111">
                  <c:v>1.7659895031778283</c:v>
                </c:pt>
                <c:pt idx="2112">
                  <c:v>1.766773990730069</c:v>
                </c:pt>
                <c:pt idx="2113">
                  <c:v>1.766773990730069</c:v>
                </c:pt>
                <c:pt idx="2114">
                  <c:v>1.7678169166208952</c:v>
                </c:pt>
                <c:pt idx="2115">
                  <c:v>1.7678169166208952</c:v>
                </c:pt>
                <c:pt idx="2116">
                  <c:v>1.7697341464219081</c:v>
                </c:pt>
                <c:pt idx="2117">
                  <c:v>1.7697341464219081</c:v>
                </c:pt>
                <c:pt idx="2118">
                  <c:v>1.7701255719045892</c:v>
                </c:pt>
                <c:pt idx="2119">
                  <c:v>1.7701255719045892</c:v>
                </c:pt>
                <c:pt idx="2120">
                  <c:v>1.7706285878497352</c:v>
                </c:pt>
                <c:pt idx="2121">
                  <c:v>1.7706285878497352</c:v>
                </c:pt>
                <c:pt idx="2122">
                  <c:v>1.7709505406914523</c:v>
                </c:pt>
                <c:pt idx="2123">
                  <c:v>1.7709505406914523</c:v>
                </c:pt>
                <c:pt idx="2124">
                  <c:v>1.7727048491724491</c:v>
                </c:pt>
                <c:pt idx="2125">
                  <c:v>1.7727048491724491</c:v>
                </c:pt>
                <c:pt idx="2126">
                  <c:v>1.7745362178166173</c:v>
                </c:pt>
                <c:pt idx="2127">
                  <c:v>1.7745362178166173</c:v>
                </c:pt>
                <c:pt idx="2128">
                  <c:v>1.7814576893857761</c:v>
                </c:pt>
                <c:pt idx="2129">
                  <c:v>1.7814576893857761</c:v>
                </c:pt>
                <c:pt idx="2130">
                  <c:v>1.7814210300373017</c:v>
                </c:pt>
                <c:pt idx="2131">
                  <c:v>1.7814210300373017</c:v>
                </c:pt>
                <c:pt idx="2132">
                  <c:v>1.7823507314447833</c:v>
                </c:pt>
                <c:pt idx="2133">
                  <c:v>1.7823507314447833</c:v>
                </c:pt>
                <c:pt idx="2134">
                  <c:v>1.7838235127467446</c:v>
                </c:pt>
                <c:pt idx="2135">
                  <c:v>1.7838235127467446</c:v>
                </c:pt>
                <c:pt idx="2136">
                  <c:v>1.7860322499528538</c:v>
                </c:pt>
                <c:pt idx="2137">
                  <c:v>1.7860322499528538</c:v>
                </c:pt>
                <c:pt idx="2138">
                  <c:v>1.7881513992758249</c:v>
                </c:pt>
                <c:pt idx="2139">
                  <c:v>1.7881513992758249</c:v>
                </c:pt>
                <c:pt idx="2140">
                  <c:v>1.7898744936641091</c:v>
                </c:pt>
                <c:pt idx="2141">
                  <c:v>1.7898744936641091</c:v>
                </c:pt>
                <c:pt idx="2142">
                  <c:v>1.7946572581173286</c:v>
                </c:pt>
                <c:pt idx="2143">
                  <c:v>1.7946572581173286</c:v>
                </c:pt>
                <c:pt idx="2144">
                  <c:v>1.8167818585801208</c:v>
                </c:pt>
                <c:pt idx="2145">
                  <c:v>1.8167818585801208</c:v>
                </c:pt>
                <c:pt idx="2146">
                  <c:v>1.8187314680822049</c:v>
                </c:pt>
                <c:pt idx="2147">
                  <c:v>1.8187314680822049</c:v>
                </c:pt>
                <c:pt idx="2148">
                  <c:v>1.8195318463280232</c:v>
                </c:pt>
                <c:pt idx="2149">
                  <c:v>1.8195318463280232</c:v>
                </c:pt>
                <c:pt idx="2150">
                  <c:v>1.8220314896636931</c:v>
                </c:pt>
                <c:pt idx="2151">
                  <c:v>1.8220314896636931</c:v>
                </c:pt>
                <c:pt idx="2152">
                  <c:v>1.8301592804755225</c:v>
                </c:pt>
                <c:pt idx="2153">
                  <c:v>1.8301592804755225</c:v>
                </c:pt>
                <c:pt idx="2154">
                  <c:v>1.8331508313399465</c:v>
                </c:pt>
                <c:pt idx="2155">
                  <c:v>1.8331508313399465</c:v>
                </c:pt>
                <c:pt idx="2156">
                  <c:v>1.8466521126996012</c:v>
                </c:pt>
                <c:pt idx="2157">
                  <c:v>1.8466521126996012</c:v>
                </c:pt>
                <c:pt idx="2158">
                  <c:v>1.8473810836379168</c:v>
                </c:pt>
                <c:pt idx="2159">
                  <c:v>1.8473810836379168</c:v>
                </c:pt>
                <c:pt idx="2160">
                  <c:v>1.8480073080387549</c:v>
                </c:pt>
                <c:pt idx="2161">
                  <c:v>1.8480073080387549</c:v>
                </c:pt>
                <c:pt idx="2162">
                  <c:v>1.8506272825396364</c:v>
                </c:pt>
                <c:pt idx="2163">
                  <c:v>1.8506272825396364</c:v>
                </c:pt>
                <c:pt idx="2164">
                  <c:v>1.854162015028326</c:v>
                </c:pt>
                <c:pt idx="2165">
                  <c:v>1.854162015028326</c:v>
                </c:pt>
                <c:pt idx="2166">
                  <c:v>1.8559206727909143</c:v>
                </c:pt>
                <c:pt idx="2167">
                  <c:v>1.8559206727909143</c:v>
                </c:pt>
                <c:pt idx="2168">
                  <c:v>1.859389697757188</c:v>
                </c:pt>
                <c:pt idx="2169">
                  <c:v>1.859389697757188</c:v>
                </c:pt>
                <c:pt idx="2170">
                  <c:v>1.861162790562652</c:v>
                </c:pt>
                <c:pt idx="2171">
                  <c:v>1.861162790562652</c:v>
                </c:pt>
                <c:pt idx="2172">
                  <c:v>1.8649656998937687</c:v>
                </c:pt>
                <c:pt idx="2173">
                  <c:v>1.8649656998937687</c:v>
                </c:pt>
                <c:pt idx="2174">
                  <c:v>1.8699561146057837</c:v>
                </c:pt>
                <c:pt idx="2175">
                  <c:v>1.8699561146057837</c:v>
                </c:pt>
                <c:pt idx="2176">
                  <c:v>1.8705067172955989</c:v>
                </c:pt>
                <c:pt idx="2177">
                  <c:v>1.8705067172955989</c:v>
                </c:pt>
                <c:pt idx="2178">
                  <c:v>1.8711431761828212</c:v>
                </c:pt>
                <c:pt idx="2179">
                  <c:v>1.8711431761828212</c:v>
                </c:pt>
                <c:pt idx="2180">
                  <c:v>1.8726699743559605</c:v>
                </c:pt>
                <c:pt idx="2181">
                  <c:v>1.8726699743559605</c:v>
                </c:pt>
                <c:pt idx="2182">
                  <c:v>1.877550116056165</c:v>
                </c:pt>
                <c:pt idx="2183">
                  <c:v>1.877550116056165</c:v>
                </c:pt>
                <c:pt idx="2184">
                  <c:v>1.8799835012870656</c:v>
                </c:pt>
                <c:pt idx="2185">
                  <c:v>1.8799835012870656</c:v>
                </c:pt>
                <c:pt idx="2186">
                  <c:v>1.8823101732086336</c:v>
                </c:pt>
                <c:pt idx="2187">
                  <c:v>1.8823101732086336</c:v>
                </c:pt>
                <c:pt idx="2188">
                  <c:v>1.8931164597805148</c:v>
                </c:pt>
                <c:pt idx="2189">
                  <c:v>1.8931164597805148</c:v>
                </c:pt>
                <c:pt idx="2190">
                  <c:v>1.8974644802743572</c:v>
                </c:pt>
                <c:pt idx="2191">
                  <c:v>1.8974644802743572</c:v>
                </c:pt>
                <c:pt idx="2192">
                  <c:v>1.9014340403016812</c:v>
                </c:pt>
                <c:pt idx="2193">
                  <c:v>1.9014340403016812</c:v>
                </c:pt>
                <c:pt idx="2194">
                  <c:v>1.9050810292522156</c:v>
                </c:pt>
                <c:pt idx="2195">
                  <c:v>1.9050810292522156</c:v>
                </c:pt>
                <c:pt idx="2196">
                  <c:v>1.9082404481492348</c:v>
                </c:pt>
                <c:pt idx="2197">
                  <c:v>1.9082404481492348</c:v>
                </c:pt>
                <c:pt idx="2198">
                  <c:v>1.9108029295224651</c:v>
                </c:pt>
                <c:pt idx="2199">
                  <c:v>1.9108029295224651</c:v>
                </c:pt>
                <c:pt idx="2200">
                  <c:v>1.9111394451364472</c:v>
                </c:pt>
                <c:pt idx="2201">
                  <c:v>1.9111394451364472</c:v>
                </c:pt>
                <c:pt idx="2202">
                  <c:v>1.9112280094392191</c:v>
                </c:pt>
                <c:pt idx="2203">
                  <c:v>1.9112280094392191</c:v>
                </c:pt>
                <c:pt idx="2204">
                  <c:v>1.9149558256247683</c:v>
                </c:pt>
                <c:pt idx="2205">
                  <c:v>1.9149558256247683</c:v>
                </c:pt>
                <c:pt idx="2206">
                  <c:v>1.9147727912478596</c:v>
                </c:pt>
                <c:pt idx="2207">
                  <c:v>1.9147727912478596</c:v>
                </c:pt>
                <c:pt idx="2208">
                  <c:v>1.9195748566323609</c:v>
                </c:pt>
                <c:pt idx="2209">
                  <c:v>1.9195748566323609</c:v>
                </c:pt>
                <c:pt idx="2210">
                  <c:v>1.9223999172308299</c:v>
                </c:pt>
                <c:pt idx="2211">
                  <c:v>1.9223999172308299</c:v>
                </c:pt>
                <c:pt idx="2212">
                  <c:v>1.9246748753439027</c:v>
                </c:pt>
                <c:pt idx="2213">
                  <c:v>1.9246748753439027</c:v>
                </c:pt>
                <c:pt idx="2214">
                  <c:v>1.9401896193669643</c:v>
                </c:pt>
                <c:pt idx="2215">
                  <c:v>1.9401896193669643</c:v>
                </c:pt>
                <c:pt idx="2216">
                  <c:v>1.9409334308625088</c:v>
                </c:pt>
                <c:pt idx="2217">
                  <c:v>1.9409334308625088</c:v>
                </c:pt>
                <c:pt idx="2218">
                  <c:v>1.944238360646998</c:v>
                </c:pt>
                <c:pt idx="2219">
                  <c:v>1.944238360646998</c:v>
                </c:pt>
                <c:pt idx="2220">
                  <c:v>1.9440690327467665</c:v>
                </c:pt>
                <c:pt idx="2221">
                  <c:v>1.9440690327467665</c:v>
                </c:pt>
                <c:pt idx="2222">
                  <c:v>1.9550518404764945</c:v>
                </c:pt>
                <c:pt idx="2223">
                  <c:v>1.9550518404764945</c:v>
                </c:pt>
                <c:pt idx="2224">
                  <c:v>1.9518515738714379</c:v>
                </c:pt>
                <c:pt idx="2225">
                  <c:v>1.9518515738714379</c:v>
                </c:pt>
                <c:pt idx="2226">
                  <c:v>1.956718590599696</c:v>
                </c:pt>
                <c:pt idx="2227">
                  <c:v>1.956718590599696</c:v>
                </c:pt>
                <c:pt idx="2228">
                  <c:v>1.9590330243441905</c:v>
                </c:pt>
                <c:pt idx="2229">
                  <c:v>1.9590330243441905</c:v>
                </c:pt>
                <c:pt idx="2230">
                  <c:v>1.9645903195821288</c:v>
                </c:pt>
                <c:pt idx="2231">
                  <c:v>1.9645903195821288</c:v>
                </c:pt>
                <c:pt idx="2232">
                  <c:v>1.9729276830850639</c:v>
                </c:pt>
                <c:pt idx="2233">
                  <c:v>1.9729276830850639</c:v>
                </c:pt>
                <c:pt idx="2234">
                  <c:v>1.9812872425822832</c:v>
                </c:pt>
                <c:pt idx="2235">
                  <c:v>1.9812872425822832</c:v>
                </c:pt>
                <c:pt idx="2236">
                  <c:v>1.9824762378403109</c:v>
                </c:pt>
                <c:pt idx="2237">
                  <c:v>1.9824762378403109</c:v>
                </c:pt>
                <c:pt idx="2238">
                  <c:v>1.992556822921838</c:v>
                </c:pt>
                <c:pt idx="2239">
                  <c:v>1.992556822921838</c:v>
                </c:pt>
                <c:pt idx="2240">
                  <c:v>1.9933687336276296</c:v>
                </c:pt>
                <c:pt idx="2241">
                  <c:v>1.9933687336276296</c:v>
                </c:pt>
                <c:pt idx="2242">
                  <c:v>1.9971014940114733</c:v>
                </c:pt>
                <c:pt idx="2243">
                  <c:v>1.9971014940114733</c:v>
                </c:pt>
                <c:pt idx="2244">
                  <c:v>2.0003373775204825</c:v>
                </c:pt>
                <c:pt idx="2245">
                  <c:v>2.0003373775204825</c:v>
                </c:pt>
                <c:pt idx="2246">
                  <c:v>2.0021648911970105</c:v>
                </c:pt>
                <c:pt idx="2247">
                  <c:v>2.0021648911970105</c:v>
                </c:pt>
                <c:pt idx="2248">
                  <c:v>2.0082687874110836</c:v>
                </c:pt>
                <c:pt idx="2249">
                  <c:v>2.0082687874110836</c:v>
                </c:pt>
                <c:pt idx="2250">
                  <c:v>2.031764521792089</c:v>
                </c:pt>
                <c:pt idx="2251">
                  <c:v>2.031764521792089</c:v>
                </c:pt>
                <c:pt idx="2252">
                  <c:v>2.0343964335354472</c:v>
                </c:pt>
                <c:pt idx="2253">
                  <c:v>2.0343964335354472</c:v>
                </c:pt>
                <c:pt idx="2254">
                  <c:v>2.036583533185365</c:v>
                </c:pt>
                <c:pt idx="2255">
                  <c:v>2.036583533185365</c:v>
                </c:pt>
                <c:pt idx="2256">
                  <c:v>2.0377389719164913</c:v>
                </c:pt>
                <c:pt idx="2257">
                  <c:v>2.0377389719164913</c:v>
                </c:pt>
                <c:pt idx="2258">
                  <c:v>2.0413223734477968</c:v>
                </c:pt>
                <c:pt idx="2259">
                  <c:v>2.0413223734477968</c:v>
                </c:pt>
                <c:pt idx="2260">
                  <c:v>2.0435929465455227</c:v>
                </c:pt>
                <c:pt idx="2261">
                  <c:v>2.0435929465455227</c:v>
                </c:pt>
                <c:pt idx="2262">
                  <c:v>2.0438357489855092</c:v>
                </c:pt>
                <c:pt idx="2263">
                  <c:v>2.0438357489855092</c:v>
                </c:pt>
                <c:pt idx="2264">
                  <c:v>2.0432570388489744</c:v>
                </c:pt>
                <c:pt idx="2265">
                  <c:v>2.0432570388489744</c:v>
                </c:pt>
                <c:pt idx="2266">
                  <c:v>2.0520293558490907</c:v>
                </c:pt>
                <c:pt idx="2267">
                  <c:v>2.0520293558490907</c:v>
                </c:pt>
                <c:pt idx="2268">
                  <c:v>2.054844026935025</c:v>
                </c:pt>
                <c:pt idx="2269">
                  <c:v>2.054844026935025</c:v>
                </c:pt>
                <c:pt idx="2270">
                  <c:v>2.0642147078366788</c:v>
                </c:pt>
                <c:pt idx="2271">
                  <c:v>2.0642147078366788</c:v>
                </c:pt>
                <c:pt idx="2272">
                  <c:v>2.0706295729202187</c:v>
                </c:pt>
                <c:pt idx="2273">
                  <c:v>2.0706295729202187</c:v>
                </c:pt>
                <c:pt idx="2274">
                  <c:v>2.0782351691426344</c:v>
                </c:pt>
                <c:pt idx="2275">
                  <c:v>2.0782351691426344</c:v>
                </c:pt>
                <c:pt idx="2276">
                  <c:v>2.0801114401666307</c:v>
                </c:pt>
                <c:pt idx="2277">
                  <c:v>2.0801114401666307</c:v>
                </c:pt>
                <c:pt idx="2278">
                  <c:v>2.0851670990978888</c:v>
                </c:pt>
                <c:pt idx="2279">
                  <c:v>2.0851670990978888</c:v>
                </c:pt>
                <c:pt idx="2280">
                  <c:v>2.0912789370555531</c:v>
                </c:pt>
                <c:pt idx="2281">
                  <c:v>2.0912789370555531</c:v>
                </c:pt>
                <c:pt idx="2282">
                  <c:v>2.0917162752992744</c:v>
                </c:pt>
                <c:pt idx="2283">
                  <c:v>2.0917162752992744</c:v>
                </c:pt>
                <c:pt idx="2284">
                  <c:v>2.1050917975932051</c:v>
                </c:pt>
                <c:pt idx="2285">
                  <c:v>2.1050917975932051</c:v>
                </c:pt>
                <c:pt idx="2286">
                  <c:v>2.1044602000108399</c:v>
                </c:pt>
                <c:pt idx="2287">
                  <c:v>2.1044602000108399</c:v>
                </c:pt>
                <c:pt idx="2288">
                  <c:v>2.1116560861270472</c:v>
                </c:pt>
                <c:pt idx="2289">
                  <c:v>2.1116560861270472</c:v>
                </c:pt>
                <c:pt idx="2290">
                  <c:v>2.1139028873837482</c:v>
                </c:pt>
                <c:pt idx="2291">
                  <c:v>2.1139028873837482</c:v>
                </c:pt>
                <c:pt idx="2292">
                  <c:v>2.1143257271892715</c:v>
                </c:pt>
                <c:pt idx="2293">
                  <c:v>2.1143257271892715</c:v>
                </c:pt>
                <c:pt idx="2294">
                  <c:v>2.1203210179790348</c:v>
                </c:pt>
                <c:pt idx="2295">
                  <c:v>2.1203210179790348</c:v>
                </c:pt>
                <c:pt idx="2296">
                  <c:v>2.124982380893889</c:v>
                </c:pt>
                <c:pt idx="2297">
                  <c:v>2.124982380893889</c:v>
                </c:pt>
                <c:pt idx="2298">
                  <c:v>2.1318040578888087</c:v>
                </c:pt>
                <c:pt idx="2299">
                  <c:v>2.1318040578888087</c:v>
                </c:pt>
                <c:pt idx="2300">
                  <c:v>2.1316689482879245</c:v>
                </c:pt>
                <c:pt idx="2301">
                  <c:v>2.1316689482879245</c:v>
                </c:pt>
                <c:pt idx="2302">
                  <c:v>2.1380482134939807</c:v>
                </c:pt>
                <c:pt idx="2303">
                  <c:v>2.1380482134939807</c:v>
                </c:pt>
                <c:pt idx="2304">
                  <c:v>2.1405653914348961</c:v>
                </c:pt>
                <c:pt idx="2305">
                  <c:v>2.1405653914348961</c:v>
                </c:pt>
                <c:pt idx="2306">
                  <c:v>2.1496719716253474</c:v>
                </c:pt>
                <c:pt idx="2307">
                  <c:v>2.1496719716253474</c:v>
                </c:pt>
                <c:pt idx="2308">
                  <c:v>2.1500775126910892</c:v>
                </c:pt>
                <c:pt idx="2309">
                  <c:v>2.1500775126910892</c:v>
                </c:pt>
                <c:pt idx="2310">
                  <c:v>2.1559740166225039</c:v>
                </c:pt>
                <c:pt idx="2311">
                  <c:v>2.1559740166225039</c:v>
                </c:pt>
                <c:pt idx="2312">
                  <c:v>2.1575133244568274</c:v>
                </c:pt>
                <c:pt idx="2313">
                  <c:v>2.1575133244568274</c:v>
                </c:pt>
                <c:pt idx="2314">
                  <c:v>2.1576378321279028</c:v>
                </c:pt>
                <c:pt idx="2315">
                  <c:v>2.1576378321279028</c:v>
                </c:pt>
                <c:pt idx="2316">
                  <c:v>2.1574463591536666</c:v>
                </c:pt>
                <c:pt idx="2317">
                  <c:v>2.1574463591536666</c:v>
                </c:pt>
                <c:pt idx="2318">
                  <c:v>2.1585906072505341</c:v>
                </c:pt>
                <c:pt idx="2319">
                  <c:v>2.1585906072505341</c:v>
                </c:pt>
                <c:pt idx="2320">
                  <c:v>2.159147972229297</c:v>
                </c:pt>
                <c:pt idx="2321">
                  <c:v>2.159147972229297</c:v>
                </c:pt>
                <c:pt idx="2322">
                  <c:v>2.1718317965963494</c:v>
                </c:pt>
                <c:pt idx="2323">
                  <c:v>2.1718317965963494</c:v>
                </c:pt>
                <c:pt idx="2324">
                  <c:v>2.1748649652826844</c:v>
                </c:pt>
                <c:pt idx="2325">
                  <c:v>2.1748649652826844</c:v>
                </c:pt>
                <c:pt idx="2326">
                  <c:v>2.1784147506564095</c:v>
                </c:pt>
                <c:pt idx="2327">
                  <c:v>2.1784147506564095</c:v>
                </c:pt>
                <c:pt idx="2328">
                  <c:v>2.1832459544280987</c:v>
                </c:pt>
                <c:pt idx="2329">
                  <c:v>2.1832459544280987</c:v>
                </c:pt>
                <c:pt idx="2330">
                  <c:v>2.1944727170626015</c:v>
                </c:pt>
                <c:pt idx="2331">
                  <c:v>2.1944727170626015</c:v>
                </c:pt>
                <c:pt idx="2332">
                  <c:v>2.220766124647469</c:v>
                </c:pt>
                <c:pt idx="2333">
                  <c:v>2.220766124647469</c:v>
                </c:pt>
                <c:pt idx="2334">
                  <c:v>2.2300054895377102</c:v>
                </c:pt>
                <c:pt idx="2335">
                  <c:v>2.2300054895377102</c:v>
                </c:pt>
                <c:pt idx="2336">
                  <c:v>2.2338018961416166</c:v>
                </c:pt>
                <c:pt idx="2337">
                  <c:v>2.2338018961416166</c:v>
                </c:pt>
                <c:pt idx="2338">
                  <c:v>2.2509079984059341</c:v>
                </c:pt>
                <c:pt idx="2339">
                  <c:v>2.2509079984059341</c:v>
                </c:pt>
                <c:pt idx="2340">
                  <c:v>2.2538879518705475</c:v>
                </c:pt>
                <c:pt idx="2341">
                  <c:v>2.2538879518705475</c:v>
                </c:pt>
                <c:pt idx="2342">
                  <c:v>2.2597609655060036</c:v>
                </c:pt>
                <c:pt idx="2343">
                  <c:v>2.2597609655060036</c:v>
                </c:pt>
                <c:pt idx="2344">
                  <c:v>2.2615723079402597</c:v>
                </c:pt>
                <c:pt idx="2345">
                  <c:v>2.2615723079402597</c:v>
                </c:pt>
                <c:pt idx="2346">
                  <c:v>2.2854269291079472</c:v>
                </c:pt>
                <c:pt idx="2347">
                  <c:v>2.2854269291079472</c:v>
                </c:pt>
                <c:pt idx="2348">
                  <c:v>2.3049680017790712</c:v>
                </c:pt>
                <c:pt idx="2349">
                  <c:v>2.3049680017790712</c:v>
                </c:pt>
                <c:pt idx="2350">
                  <c:v>2.3142985866350121</c:v>
                </c:pt>
                <c:pt idx="2351">
                  <c:v>2.3142985866350121</c:v>
                </c:pt>
                <c:pt idx="2352">
                  <c:v>2.3166222121472453</c:v>
                </c:pt>
                <c:pt idx="2353">
                  <c:v>2.3166222121472453</c:v>
                </c:pt>
                <c:pt idx="2354">
                  <c:v>2.3146381580255242</c:v>
                </c:pt>
                <c:pt idx="2355">
                  <c:v>2.3146381580255242</c:v>
                </c:pt>
                <c:pt idx="2356">
                  <c:v>2.336534563064006</c:v>
                </c:pt>
                <c:pt idx="2357">
                  <c:v>2.336534563064006</c:v>
                </c:pt>
                <c:pt idx="2358">
                  <c:v>2.340910528605185</c:v>
                </c:pt>
                <c:pt idx="2359">
                  <c:v>2.340910528605185</c:v>
                </c:pt>
                <c:pt idx="2360">
                  <c:v>2.3426286740402853</c:v>
                </c:pt>
                <c:pt idx="2361">
                  <c:v>2.3426286740402853</c:v>
                </c:pt>
                <c:pt idx="2362">
                  <c:v>2.343159137252159</c:v>
                </c:pt>
                <c:pt idx="2363">
                  <c:v>2.343159137252159</c:v>
                </c:pt>
                <c:pt idx="2364">
                  <c:v>2.344047459454135</c:v>
                </c:pt>
                <c:pt idx="2365">
                  <c:v>2.344047459454135</c:v>
                </c:pt>
                <c:pt idx="2366">
                  <c:v>2.3466367831527442</c:v>
                </c:pt>
                <c:pt idx="2367">
                  <c:v>2.3466367831527442</c:v>
                </c:pt>
                <c:pt idx="2368">
                  <c:v>2.3495677569738542</c:v>
                </c:pt>
                <c:pt idx="2369">
                  <c:v>2.3495677569738542</c:v>
                </c:pt>
                <c:pt idx="2370">
                  <c:v>2.3521243207040876</c:v>
                </c:pt>
                <c:pt idx="2371">
                  <c:v>2.3521243207040876</c:v>
                </c:pt>
                <c:pt idx="2372">
                  <c:v>2.3542719613648653</c:v>
                </c:pt>
                <c:pt idx="2373">
                  <c:v>2.3542719613648653</c:v>
                </c:pt>
                <c:pt idx="2374">
                  <c:v>2.3543593247815666</c:v>
                </c:pt>
                <c:pt idx="2375">
                  <c:v>2.3543593247815666</c:v>
                </c:pt>
                <c:pt idx="2376">
                  <c:v>2.3576538341527917</c:v>
                </c:pt>
                <c:pt idx="2377">
                  <c:v>2.3576538341527917</c:v>
                </c:pt>
                <c:pt idx="2378">
                  <c:v>2.367745910802177</c:v>
                </c:pt>
                <c:pt idx="2379">
                  <c:v>2.367745910802177</c:v>
                </c:pt>
                <c:pt idx="2380">
                  <c:v>2.3724940155195742</c:v>
                </c:pt>
                <c:pt idx="2381">
                  <c:v>2.3724940155195742</c:v>
                </c:pt>
                <c:pt idx="2382">
                  <c:v>2.3719232349175909</c:v>
                </c:pt>
                <c:pt idx="2383">
                  <c:v>2.3719232349175909</c:v>
                </c:pt>
                <c:pt idx="2384">
                  <c:v>2.3722058928654608</c:v>
                </c:pt>
                <c:pt idx="2385">
                  <c:v>2.3722058928654608</c:v>
                </c:pt>
                <c:pt idx="2386">
                  <c:v>2.3777524612348553</c:v>
                </c:pt>
                <c:pt idx="2387">
                  <c:v>2.3777524612348553</c:v>
                </c:pt>
                <c:pt idx="2388">
                  <c:v>2.3871905141190108</c:v>
                </c:pt>
                <c:pt idx="2389">
                  <c:v>2.3871905141190108</c:v>
                </c:pt>
                <c:pt idx="2390">
                  <c:v>2.3977786301698685</c:v>
                </c:pt>
                <c:pt idx="2391">
                  <c:v>2.3977786301698685</c:v>
                </c:pt>
                <c:pt idx="2392">
                  <c:v>2.4042149428705084</c:v>
                </c:pt>
                <c:pt idx="2393">
                  <c:v>2.4042149428705084</c:v>
                </c:pt>
                <c:pt idx="2394">
                  <c:v>2.4059231930655702</c:v>
                </c:pt>
                <c:pt idx="2395">
                  <c:v>2.4059231930655702</c:v>
                </c:pt>
                <c:pt idx="2396">
                  <c:v>2.4101461438476308</c:v>
                </c:pt>
                <c:pt idx="2397">
                  <c:v>2.4101461438476308</c:v>
                </c:pt>
                <c:pt idx="2398">
                  <c:v>2.4223502700280104</c:v>
                </c:pt>
                <c:pt idx="2399">
                  <c:v>2.4223502700280104</c:v>
                </c:pt>
                <c:pt idx="2400">
                  <c:v>2.4849675302417418</c:v>
                </c:pt>
                <c:pt idx="2401">
                  <c:v>2.4849675302417418</c:v>
                </c:pt>
                <c:pt idx="2402">
                  <c:v>2.4935889240015756</c:v>
                </c:pt>
                <c:pt idx="2403">
                  <c:v>2.4935889240015756</c:v>
                </c:pt>
                <c:pt idx="2404">
                  <c:v>2.5011953927785142</c:v>
                </c:pt>
                <c:pt idx="2405">
                  <c:v>2.5011953927785142</c:v>
                </c:pt>
                <c:pt idx="2406">
                  <c:v>2.5061125323303486</c:v>
                </c:pt>
                <c:pt idx="2407">
                  <c:v>2.5061125323303486</c:v>
                </c:pt>
                <c:pt idx="2408">
                  <c:v>2.5260616927374828</c:v>
                </c:pt>
                <c:pt idx="2409">
                  <c:v>2.5260616927374828</c:v>
                </c:pt>
                <c:pt idx="2410">
                  <c:v>2.5257654251421062</c:v>
                </c:pt>
                <c:pt idx="2411">
                  <c:v>2.5257654251421062</c:v>
                </c:pt>
                <c:pt idx="2412">
                  <c:v>2.5290908055211649</c:v>
                </c:pt>
                <c:pt idx="2413">
                  <c:v>2.5290908055211649</c:v>
                </c:pt>
                <c:pt idx="2414">
                  <c:v>2.5338124993983659</c:v>
                </c:pt>
                <c:pt idx="2415">
                  <c:v>2.5338124993983659</c:v>
                </c:pt>
                <c:pt idx="2416">
                  <c:v>2.5289242752358105</c:v>
                </c:pt>
                <c:pt idx="2417">
                  <c:v>2.5289242752358105</c:v>
                </c:pt>
                <c:pt idx="2418">
                  <c:v>2.5335324187363901</c:v>
                </c:pt>
                <c:pt idx="2419">
                  <c:v>2.5335324187363901</c:v>
                </c:pt>
                <c:pt idx="2420">
                  <c:v>2.5433298949030241</c:v>
                </c:pt>
                <c:pt idx="2421">
                  <c:v>2.5433298949030241</c:v>
                </c:pt>
                <c:pt idx="2422">
                  <c:v>2.5435077228662131</c:v>
                </c:pt>
                <c:pt idx="2423">
                  <c:v>2.5435077228662131</c:v>
                </c:pt>
                <c:pt idx="2424">
                  <c:v>2.5426136601535241</c:v>
                </c:pt>
                <c:pt idx="2425">
                  <c:v>2.5426136601535241</c:v>
                </c:pt>
                <c:pt idx="2426">
                  <c:v>2.5450228594319411</c:v>
                </c:pt>
                <c:pt idx="2427">
                  <c:v>2.5450228594319411</c:v>
                </c:pt>
                <c:pt idx="2428">
                  <c:v>2.5526559134632865</c:v>
                </c:pt>
                <c:pt idx="2429">
                  <c:v>2.5526559134632865</c:v>
                </c:pt>
                <c:pt idx="2430">
                  <c:v>2.5592351614946827</c:v>
                </c:pt>
                <c:pt idx="2431">
                  <c:v>2.5592351614946827</c:v>
                </c:pt>
                <c:pt idx="2432">
                  <c:v>2.5618825723314704</c:v>
                </c:pt>
                <c:pt idx="2433">
                  <c:v>2.5618825723314704</c:v>
                </c:pt>
                <c:pt idx="2434">
                  <c:v>2.5639526948194766</c:v>
                </c:pt>
                <c:pt idx="2435">
                  <c:v>2.5639526948194766</c:v>
                </c:pt>
                <c:pt idx="2436">
                  <c:v>2.5632031693195838</c:v>
                </c:pt>
                <c:pt idx="2437">
                  <c:v>2.5632031693195838</c:v>
                </c:pt>
                <c:pt idx="2438">
                  <c:v>2.5709234745841725</c:v>
                </c:pt>
                <c:pt idx="2439">
                  <c:v>2.5709234745841725</c:v>
                </c:pt>
                <c:pt idx="2440">
                  <c:v>2.6233626782993156</c:v>
                </c:pt>
                <c:pt idx="2441">
                  <c:v>2.6233626782993156</c:v>
                </c:pt>
                <c:pt idx="2442">
                  <c:v>2.6199471070568632</c:v>
                </c:pt>
                <c:pt idx="2443">
                  <c:v>2.6199471070568632</c:v>
                </c:pt>
                <c:pt idx="2444">
                  <c:v>2.6204524791863242</c:v>
                </c:pt>
                <c:pt idx="2445">
                  <c:v>2.6204524791863242</c:v>
                </c:pt>
                <c:pt idx="2446">
                  <c:v>2.6344236438359978</c:v>
                </c:pt>
                <c:pt idx="2447">
                  <c:v>2.6344236438359978</c:v>
                </c:pt>
                <c:pt idx="2448">
                  <c:v>2.646293218278962</c:v>
                </c:pt>
                <c:pt idx="2449">
                  <c:v>2.646293218278962</c:v>
                </c:pt>
                <c:pt idx="2450">
                  <c:v>2.6566617392207985</c:v>
                </c:pt>
                <c:pt idx="2451">
                  <c:v>2.6566617392207985</c:v>
                </c:pt>
                <c:pt idx="2452">
                  <c:v>2.6705897748401743</c:v>
                </c:pt>
                <c:pt idx="2453">
                  <c:v>2.6705897748401743</c:v>
                </c:pt>
                <c:pt idx="2454">
                  <c:v>2.6682997196162637</c:v>
                </c:pt>
                <c:pt idx="2455">
                  <c:v>2.6682997196162637</c:v>
                </c:pt>
                <c:pt idx="2456">
                  <c:v>2.7032283793502048</c:v>
                </c:pt>
                <c:pt idx="2457">
                  <c:v>2.7032283793502048</c:v>
                </c:pt>
                <c:pt idx="2458">
                  <c:v>2.7249815334794261</c:v>
                </c:pt>
                <c:pt idx="2459">
                  <c:v>2.7249815334794261</c:v>
                </c:pt>
                <c:pt idx="2460">
                  <c:v>2.7237507440694126</c:v>
                </c:pt>
                <c:pt idx="2461">
                  <c:v>2.7237507440694126</c:v>
                </c:pt>
                <c:pt idx="2462">
                  <c:v>2.7287277554390301</c:v>
                </c:pt>
                <c:pt idx="2463">
                  <c:v>2.7287277554390301</c:v>
                </c:pt>
                <c:pt idx="2464">
                  <c:v>2.7290647365548732</c:v>
                </c:pt>
                <c:pt idx="2465">
                  <c:v>2.7290647365548732</c:v>
                </c:pt>
                <c:pt idx="2466">
                  <c:v>2.7293904653017158</c:v>
                </c:pt>
                <c:pt idx="2467">
                  <c:v>2.7293904653017158</c:v>
                </c:pt>
                <c:pt idx="2468">
                  <c:v>2.7565391972253948</c:v>
                </c:pt>
                <c:pt idx="2469">
                  <c:v>2.7565391972253948</c:v>
                </c:pt>
                <c:pt idx="2470">
                  <c:v>2.7705416107193663</c:v>
                </c:pt>
                <c:pt idx="2471">
                  <c:v>2.7705416107193663</c:v>
                </c:pt>
                <c:pt idx="2472">
                  <c:v>2.7846279265377074</c:v>
                </c:pt>
                <c:pt idx="2473">
                  <c:v>2.7846279265377074</c:v>
                </c:pt>
                <c:pt idx="2474">
                  <c:v>2.7785292691216448</c:v>
                </c:pt>
                <c:pt idx="2475">
                  <c:v>2.7785292691216448</c:v>
                </c:pt>
                <c:pt idx="2476">
                  <c:v>2.7826122534432391</c:v>
                </c:pt>
                <c:pt idx="2477">
                  <c:v>2.7826122534432391</c:v>
                </c:pt>
                <c:pt idx="2478">
                  <c:v>2.7897767724926585</c:v>
                </c:pt>
                <c:pt idx="2479">
                  <c:v>2.7897767724926585</c:v>
                </c:pt>
                <c:pt idx="2480">
                  <c:v>2.79032507635339</c:v>
                </c:pt>
                <c:pt idx="2481">
                  <c:v>2.79032507635339</c:v>
                </c:pt>
                <c:pt idx="2482">
                  <c:v>2.7986711683898635</c:v>
                </c:pt>
                <c:pt idx="2483">
                  <c:v>2.7986711683898635</c:v>
                </c:pt>
                <c:pt idx="2484">
                  <c:v>2.7992889154813527</c:v>
                </c:pt>
                <c:pt idx="2485">
                  <c:v>2.7992889154813527</c:v>
                </c:pt>
                <c:pt idx="2486">
                  <c:v>3.2045410616265588</c:v>
                </c:pt>
                <c:pt idx="2487">
                  <c:v>3.2045410616265588</c:v>
                </c:pt>
                <c:pt idx="2488">
                  <c:v>3.2148538168447764</c:v>
                </c:pt>
                <c:pt idx="2489">
                  <c:v>3.2148538168447764</c:v>
                </c:pt>
                <c:pt idx="2490">
                  <c:v>3.2196285728720202</c:v>
                </c:pt>
                <c:pt idx="2491">
                  <c:v>3.2196285728720202</c:v>
                </c:pt>
                <c:pt idx="2492">
                  <c:v>3.3179547983793656</c:v>
                </c:pt>
                <c:pt idx="2493">
                  <c:v>3.3179547983793656</c:v>
                </c:pt>
                <c:pt idx="2494">
                  <c:v>3.3151352723847158</c:v>
                </c:pt>
                <c:pt idx="2495">
                  <c:v>3.3151352723847158</c:v>
                </c:pt>
                <c:pt idx="2496">
                  <c:v>3.3363943726947354</c:v>
                </c:pt>
                <c:pt idx="2497">
                  <c:v>3.3363943726947354</c:v>
                </c:pt>
                <c:pt idx="2498">
                  <c:v>3.3640954000359535</c:v>
                </c:pt>
                <c:pt idx="2499">
                  <c:v>3.3640954000359535</c:v>
                </c:pt>
                <c:pt idx="2500">
                  <c:v>3.3644550596796652</c:v>
                </c:pt>
                <c:pt idx="2501">
                  <c:v>3.3644550596796652</c:v>
                </c:pt>
                <c:pt idx="2502">
                  <c:v>3.3667186160251386</c:v>
                </c:pt>
                <c:pt idx="2503">
                  <c:v>3.3667186160251386</c:v>
                </c:pt>
                <c:pt idx="2504">
                  <c:v>3.3742585758115924</c:v>
                </c:pt>
                <c:pt idx="2505">
                  <c:v>3.3742585758115924</c:v>
                </c:pt>
                <c:pt idx="2506">
                  <c:v>3.3789197807266169</c:v>
                </c:pt>
                <c:pt idx="2507">
                  <c:v>3.3789197807266169</c:v>
                </c:pt>
                <c:pt idx="2508">
                  <c:v>3.387898750480645</c:v>
                </c:pt>
                <c:pt idx="2509">
                  <c:v>3.387898750480645</c:v>
                </c:pt>
                <c:pt idx="2510">
                  <c:v>3.3928692246172072</c:v>
                </c:pt>
                <c:pt idx="2511">
                  <c:v>3.3928692246172072</c:v>
                </c:pt>
                <c:pt idx="2512">
                  <c:v>3.3954220997648705</c:v>
                </c:pt>
                <c:pt idx="2513">
                  <c:v>3.3954220997648705</c:v>
                </c:pt>
                <c:pt idx="2514">
                  <c:v>3.4079739810893024</c:v>
                </c:pt>
                <c:pt idx="2515">
                  <c:v>3.4079739810893024</c:v>
                </c:pt>
                <c:pt idx="2516">
                  <c:v>3.4095336782850194</c:v>
                </c:pt>
                <c:pt idx="2517">
                  <c:v>3.4095336782850194</c:v>
                </c:pt>
                <c:pt idx="2518">
                  <c:v>3.421681822992662</c:v>
                </c:pt>
                <c:pt idx="2519">
                  <c:v>3.421681822992662</c:v>
                </c:pt>
                <c:pt idx="2520">
                  <c:v>3.4266718789507382</c:v>
                </c:pt>
                <c:pt idx="2521">
                  <c:v>3.4266718789507382</c:v>
                </c:pt>
                <c:pt idx="2522">
                  <c:v>3.4272674750352632</c:v>
                </c:pt>
                <c:pt idx="2523">
                  <c:v>3.4272674750352632</c:v>
                </c:pt>
                <c:pt idx="2524">
                  <c:v>3.4282281618801846</c:v>
                </c:pt>
                <c:pt idx="2525">
                  <c:v>3.4282281618801846</c:v>
                </c:pt>
                <c:pt idx="2526">
                  <c:v>3.4316319719712127</c:v>
                </c:pt>
                <c:pt idx="2527">
                  <c:v>3.4316319719712127</c:v>
                </c:pt>
                <c:pt idx="2528">
                  <c:v>3.4641363357712072</c:v>
                </c:pt>
                <c:pt idx="2529">
                  <c:v>3.4641363357712072</c:v>
                </c:pt>
                <c:pt idx="2530">
                  <c:v>3.4726056533098824</c:v>
                </c:pt>
                <c:pt idx="2531">
                  <c:v>3.4726056533098824</c:v>
                </c:pt>
                <c:pt idx="2532">
                  <c:v>3.7401536143794241</c:v>
                </c:pt>
                <c:pt idx="2533">
                  <c:v>3.7401536143794241</c:v>
                </c:pt>
                <c:pt idx="2534">
                  <c:v>3.7608395317102303</c:v>
                </c:pt>
                <c:pt idx="2535">
                  <c:v>3.7608395317102303</c:v>
                </c:pt>
                <c:pt idx="2536">
                  <c:v>3.7638682377085848</c:v>
                </c:pt>
                <c:pt idx="2537">
                  <c:v>3.7638682377085848</c:v>
                </c:pt>
                <c:pt idx="2538">
                  <c:v>3.7774993841545159</c:v>
                </c:pt>
                <c:pt idx="2539">
                  <c:v>3.7774993841545159</c:v>
                </c:pt>
                <c:pt idx="2540">
                  <c:v>3.7808738966340063</c:v>
                </c:pt>
                <c:pt idx="2541">
                  <c:v>3.7808738966340063</c:v>
                </c:pt>
                <c:pt idx="2542">
                  <c:v>3.8222271972591888</c:v>
                </c:pt>
                <c:pt idx="2543">
                  <c:v>3.8222271972591888</c:v>
                </c:pt>
                <c:pt idx="2544">
                  <c:v>3.8284915883536068</c:v>
                </c:pt>
                <c:pt idx="2545">
                  <c:v>3.8284915883536068</c:v>
                </c:pt>
                <c:pt idx="2546">
                  <c:v>3.8338962744145539</c:v>
                </c:pt>
                <c:pt idx="2547">
                  <c:v>3.8338962744145539</c:v>
                </c:pt>
                <c:pt idx="2548">
                  <c:v>3.833984347474872</c:v>
                </c:pt>
                <c:pt idx="2549">
                  <c:v>3.833984347474872</c:v>
                </c:pt>
                <c:pt idx="2550">
                  <c:v>3.854484918965249</c:v>
                </c:pt>
                <c:pt idx="2551">
                  <c:v>3.854484918965249</c:v>
                </c:pt>
                <c:pt idx="2552">
                  <c:v>3.8997700115320062</c:v>
                </c:pt>
                <c:pt idx="2553">
                  <c:v>3.8997700115320062</c:v>
                </c:pt>
                <c:pt idx="2554">
                  <c:v>3.9174765282107256</c:v>
                </c:pt>
                <c:pt idx="2555">
                  <c:v>3.9174765282107256</c:v>
                </c:pt>
                <c:pt idx="2556">
                  <c:v>3.9256247707314982</c:v>
                </c:pt>
                <c:pt idx="2557">
                  <c:v>3.9256247707314982</c:v>
                </c:pt>
                <c:pt idx="2558">
                  <c:v>3.9229496017496772</c:v>
                </c:pt>
                <c:pt idx="2559">
                  <c:v>3.9229496017496772</c:v>
                </c:pt>
                <c:pt idx="2560">
                  <c:v>3.9194505780476585</c:v>
                </c:pt>
                <c:pt idx="2561">
                  <c:v>3.9194505780476585</c:v>
                </c:pt>
                <c:pt idx="2562">
                  <c:v>3.931168487373224</c:v>
                </c:pt>
                <c:pt idx="2563">
                  <c:v>3.931168487373224</c:v>
                </c:pt>
                <c:pt idx="2564">
                  <c:v>3.9536918867274209</c:v>
                </c:pt>
                <c:pt idx="2565">
                  <c:v>3.9536918867274209</c:v>
                </c:pt>
                <c:pt idx="2566">
                  <c:v>3.978422210315518</c:v>
                </c:pt>
                <c:pt idx="2567">
                  <c:v>3.978422210315518</c:v>
                </c:pt>
                <c:pt idx="2568">
                  <c:v>3.982917091848281</c:v>
                </c:pt>
                <c:pt idx="2569">
                  <c:v>3.982917091848281</c:v>
                </c:pt>
                <c:pt idx="2570">
                  <c:v>3.9845553921291481</c:v>
                </c:pt>
                <c:pt idx="2571">
                  <c:v>3.9845553921291481</c:v>
                </c:pt>
                <c:pt idx="2572">
                  <c:v>3.996537326990659</c:v>
                </c:pt>
                <c:pt idx="2573">
                  <c:v>3.996537326990659</c:v>
                </c:pt>
                <c:pt idx="2574">
                  <c:v>4.0248333943592689</c:v>
                </c:pt>
                <c:pt idx="2575">
                  <c:v>4.0248333943592689</c:v>
                </c:pt>
                <c:pt idx="2576">
                  <c:v>4.0150197855692751</c:v>
                </c:pt>
                <c:pt idx="2577">
                  <c:v>4.0150197855692751</c:v>
                </c:pt>
                <c:pt idx="2578">
                  <c:v>4.0201221877775621</c:v>
                </c:pt>
                <c:pt idx="2579">
                  <c:v>4.0201221877775621</c:v>
                </c:pt>
                <c:pt idx="2580">
                  <c:v>4.0199905041353174</c:v>
                </c:pt>
                <c:pt idx="2581">
                  <c:v>4.0199905041353174</c:v>
                </c:pt>
                <c:pt idx="2582">
                  <c:v>4.041493192623351</c:v>
                </c:pt>
                <c:pt idx="2583">
                  <c:v>4.041493192623351</c:v>
                </c:pt>
                <c:pt idx="2584">
                  <c:v>4.035655456428719</c:v>
                </c:pt>
                <c:pt idx="2585">
                  <c:v>4.035655456428719</c:v>
                </c:pt>
                <c:pt idx="2586">
                  <c:v>4.0724788680816264</c:v>
                </c:pt>
                <c:pt idx="2587">
                  <c:v>4.0724788680816264</c:v>
                </c:pt>
                <c:pt idx="2588">
                  <c:v>4.0756277233363098</c:v>
                </c:pt>
                <c:pt idx="2589">
                  <c:v>4.0756277233363098</c:v>
                </c:pt>
                <c:pt idx="2590">
                  <c:v>4.0786511044806737</c:v>
                </c:pt>
                <c:pt idx="2591">
                  <c:v>4.0786511044806737</c:v>
                </c:pt>
                <c:pt idx="2592">
                  <c:v>4.0857985574281601</c:v>
                </c:pt>
                <c:pt idx="2593">
                  <c:v>4.0857985574281601</c:v>
                </c:pt>
                <c:pt idx="2594">
                  <c:v>4.0874914292495639</c:v>
                </c:pt>
                <c:pt idx="2595">
                  <c:v>4.0874914292495639</c:v>
                </c:pt>
                <c:pt idx="2596">
                  <c:v>4.0948352693760945</c:v>
                </c:pt>
                <c:pt idx="2597">
                  <c:v>4.0948352693760945</c:v>
                </c:pt>
                <c:pt idx="2598">
                  <c:v>4.0978698841762125</c:v>
                </c:pt>
                <c:pt idx="2599">
                  <c:v>4.0978698841762125</c:v>
                </c:pt>
                <c:pt idx="2600">
                  <c:v>4.1095227715091687</c:v>
                </c:pt>
                <c:pt idx="2601">
                  <c:v>4.1095227715091687</c:v>
                </c:pt>
                <c:pt idx="2602">
                  <c:v>4.1503404234028984</c:v>
                </c:pt>
                <c:pt idx="2603">
                  <c:v>4.1503404234028984</c:v>
                </c:pt>
                <c:pt idx="2604">
                  <c:v>4.1669962458264358</c:v>
                </c:pt>
                <c:pt idx="2605">
                  <c:v>4.1669962458264358</c:v>
                </c:pt>
                <c:pt idx="2606">
                  <c:v>4.1669499381335422</c:v>
                </c:pt>
                <c:pt idx="2607">
                  <c:v>4.1669499381335422</c:v>
                </c:pt>
                <c:pt idx="2608">
                  <c:v>4.1720779776180121</c:v>
                </c:pt>
                <c:pt idx="2609">
                  <c:v>4.1720779776180121</c:v>
                </c:pt>
                <c:pt idx="2610">
                  <c:v>4.1848741223400188</c:v>
                </c:pt>
                <c:pt idx="2611">
                  <c:v>4.1848741223400188</c:v>
                </c:pt>
                <c:pt idx="2612">
                  <c:v>4.1803711262438688</c:v>
                </c:pt>
                <c:pt idx="2613">
                  <c:v>4.1803711262438688</c:v>
                </c:pt>
                <c:pt idx="2614">
                  <c:v>4.1817056347972894</c:v>
                </c:pt>
                <c:pt idx="2615">
                  <c:v>4.1817056347972894</c:v>
                </c:pt>
                <c:pt idx="2616">
                  <c:v>4.1847822291001249</c:v>
                </c:pt>
                <c:pt idx="2617">
                  <c:v>4.1847822291001249</c:v>
                </c:pt>
                <c:pt idx="2618">
                  <c:v>4.1865496634667769</c:v>
                </c:pt>
                <c:pt idx="2619">
                  <c:v>4.1865496634667769</c:v>
                </c:pt>
                <c:pt idx="2620">
                  <c:v>4.1838282660007522</c:v>
                </c:pt>
                <c:pt idx="2621">
                  <c:v>4.1838282660007522</c:v>
                </c:pt>
                <c:pt idx="2622">
                  <c:v>4.1843134130040953</c:v>
                </c:pt>
                <c:pt idx="2623">
                  <c:v>4.1843134130040953</c:v>
                </c:pt>
                <c:pt idx="2624">
                  <c:v>4.1918265596200159</c:v>
                </c:pt>
                <c:pt idx="2625">
                  <c:v>4.1918265596200159</c:v>
                </c:pt>
                <c:pt idx="2626">
                  <c:v>4.2160273919211635</c:v>
                </c:pt>
                <c:pt idx="2627">
                  <c:v>4.2160273919211635</c:v>
                </c:pt>
                <c:pt idx="2628">
                  <c:v>4.3702891814939662</c:v>
                </c:pt>
                <c:pt idx="2629">
                  <c:v>4.3702891814939662</c:v>
                </c:pt>
                <c:pt idx="2630">
                  <c:v>4.3914775065169671</c:v>
                </c:pt>
                <c:pt idx="2631">
                  <c:v>4.3914775065169671</c:v>
                </c:pt>
                <c:pt idx="2632">
                  <c:v>4.4063896959835729</c:v>
                </c:pt>
                <c:pt idx="2633">
                  <c:v>4.4063896959835729</c:v>
                </c:pt>
                <c:pt idx="2634">
                  <c:v>4.4474404817860895</c:v>
                </c:pt>
                <c:pt idx="2635">
                  <c:v>4.4474404817860895</c:v>
                </c:pt>
                <c:pt idx="2636">
                  <c:v>4.4546726313832377</c:v>
                </c:pt>
                <c:pt idx="2637">
                  <c:v>4.4546726313832377</c:v>
                </c:pt>
                <c:pt idx="2638">
                  <c:v>4.4948700636383121</c:v>
                </c:pt>
                <c:pt idx="2639">
                  <c:v>4.4948700636383121</c:v>
                </c:pt>
                <c:pt idx="2640">
                  <c:v>4.515980198733212</c:v>
                </c:pt>
                <c:pt idx="2641">
                  <c:v>4.515980198733212</c:v>
                </c:pt>
                <c:pt idx="2642">
                  <c:v>4.5218287830853221</c:v>
                </c:pt>
                <c:pt idx="2643">
                  <c:v>4.5218287830853221</c:v>
                </c:pt>
                <c:pt idx="2644">
                  <c:v>4.5256558817923311</c:v>
                </c:pt>
                <c:pt idx="2645">
                  <c:v>4.5256558817923311</c:v>
                </c:pt>
                <c:pt idx="2646">
                  <c:v>4.5293572139113101</c:v>
                </c:pt>
                <c:pt idx="2647">
                  <c:v>4.5293572139113101</c:v>
                </c:pt>
                <c:pt idx="2648">
                  <c:v>4.5330506471321987</c:v>
                </c:pt>
                <c:pt idx="2649">
                  <c:v>4.5330506471321987</c:v>
                </c:pt>
                <c:pt idx="2650">
                  <c:v>4.5491089916675813</c:v>
                </c:pt>
                <c:pt idx="2651">
                  <c:v>4.5491089916675813</c:v>
                </c:pt>
                <c:pt idx="2652">
                  <c:v>4.5903219164096498</c:v>
                </c:pt>
                <c:pt idx="2653">
                  <c:v>4.5903219164096498</c:v>
                </c:pt>
                <c:pt idx="2654">
                  <c:v>4.6049273767165486</c:v>
                </c:pt>
                <c:pt idx="2655">
                  <c:v>4.6049273767165486</c:v>
                </c:pt>
                <c:pt idx="2656">
                  <c:v>4.6114783547333325</c:v>
                </c:pt>
                <c:pt idx="2657">
                  <c:v>4.6114783547333325</c:v>
                </c:pt>
                <c:pt idx="2658">
                  <c:v>4.6164046372352434</c:v>
                </c:pt>
                <c:pt idx="2659">
                  <c:v>4.6164046372352434</c:v>
                </c:pt>
                <c:pt idx="2660">
                  <c:v>4.6504804199086456</c:v>
                </c:pt>
                <c:pt idx="2661">
                  <c:v>4.6504804199086456</c:v>
                </c:pt>
                <c:pt idx="2662">
                  <c:v>4.6478688365375698</c:v>
                </c:pt>
                <c:pt idx="2663">
                  <c:v>4.6478688365375698</c:v>
                </c:pt>
                <c:pt idx="2664">
                  <c:v>4.6578577252515343</c:v>
                </c:pt>
                <c:pt idx="2665">
                  <c:v>4.6578577252515343</c:v>
                </c:pt>
                <c:pt idx="2666">
                  <c:v>4.7177849386217305</c:v>
                </c:pt>
                <c:pt idx="2667">
                  <c:v>4.7177849386217305</c:v>
                </c:pt>
                <c:pt idx="2668">
                  <c:v>4.7183981658175815</c:v>
                </c:pt>
                <c:pt idx="2669">
                  <c:v>4.7183981658175815</c:v>
                </c:pt>
                <c:pt idx="2670">
                  <c:v>4.7226258361215203</c:v>
                </c:pt>
                <c:pt idx="2671">
                  <c:v>4.7226258361215203</c:v>
                </c:pt>
                <c:pt idx="2672">
                  <c:v>4.7474345318097821</c:v>
                </c:pt>
                <c:pt idx="2673">
                  <c:v>4.7474345318097821</c:v>
                </c:pt>
                <c:pt idx="2674">
                  <c:v>4.7528157948792149</c:v>
                </c:pt>
                <c:pt idx="2675">
                  <c:v>4.7528157948792149</c:v>
                </c:pt>
                <c:pt idx="2676">
                  <c:v>4.7393691283857944</c:v>
                </c:pt>
                <c:pt idx="2677">
                  <c:v>4.7393691283857944</c:v>
                </c:pt>
                <c:pt idx="2678">
                  <c:v>4.7441408457133232</c:v>
                </c:pt>
                <c:pt idx="2679">
                  <c:v>4.7441408457133232</c:v>
                </c:pt>
                <c:pt idx="2680">
                  <c:v>4.7473263338197524</c:v>
                </c:pt>
                <c:pt idx="2681">
                  <c:v>4.7473263338197524</c:v>
                </c:pt>
                <c:pt idx="2682">
                  <c:v>4.7469844809194708</c:v>
                </c:pt>
                <c:pt idx="2683">
                  <c:v>4.7469844809194708</c:v>
                </c:pt>
                <c:pt idx="2684">
                  <c:v>4.7992204647113885</c:v>
                </c:pt>
                <c:pt idx="2685">
                  <c:v>4.7992204647113885</c:v>
                </c:pt>
                <c:pt idx="2686">
                  <c:v>4.8171084939912818</c:v>
                </c:pt>
                <c:pt idx="2687">
                  <c:v>4.8171084939912818</c:v>
                </c:pt>
                <c:pt idx="2688">
                  <c:v>4.8241770194069593</c:v>
                </c:pt>
                <c:pt idx="2689">
                  <c:v>4.8241770194069593</c:v>
                </c:pt>
                <c:pt idx="2690">
                  <c:v>4.8440223338658077</c:v>
                </c:pt>
                <c:pt idx="2691">
                  <c:v>4.8440223338658077</c:v>
                </c:pt>
                <c:pt idx="2692">
                  <c:v>4.8587100764960525</c:v>
                </c:pt>
                <c:pt idx="2693">
                  <c:v>4.8587100764960525</c:v>
                </c:pt>
                <c:pt idx="2694">
                  <c:v>5.046067386443398</c:v>
                </c:pt>
                <c:pt idx="2695">
                  <c:v>5.046067386443398</c:v>
                </c:pt>
                <c:pt idx="2696">
                  <c:v>5.0610751948126325</c:v>
                </c:pt>
                <c:pt idx="2697">
                  <c:v>5.0610751948126325</c:v>
                </c:pt>
                <c:pt idx="2698">
                  <c:v>5.1110551845600476</c:v>
                </c:pt>
                <c:pt idx="2699">
                  <c:v>5.1110551845600476</c:v>
                </c:pt>
                <c:pt idx="2700">
                  <c:v>5.1136502590367545</c:v>
                </c:pt>
                <c:pt idx="2701">
                  <c:v>5.1136502590367545</c:v>
                </c:pt>
                <c:pt idx="2702">
                  <c:v>5.2199492018402314</c:v>
                </c:pt>
                <c:pt idx="2703">
                  <c:v>5.2199492018402314</c:v>
                </c:pt>
                <c:pt idx="2704">
                  <c:v>5.2488026123973883</c:v>
                </c:pt>
                <c:pt idx="2705">
                  <c:v>5.2488026123973883</c:v>
                </c:pt>
                <c:pt idx="2706">
                  <c:v>5.2647076338925309</c:v>
                </c:pt>
                <c:pt idx="2707">
                  <c:v>5.2647076338925309</c:v>
                </c:pt>
                <c:pt idx="2708">
                  <c:v>5.2634046743009968</c:v>
                </c:pt>
                <c:pt idx="2709">
                  <c:v>5.2634046743009968</c:v>
                </c:pt>
                <c:pt idx="2710">
                  <c:v>5.2707652052566027</c:v>
                </c:pt>
                <c:pt idx="2711">
                  <c:v>5.2707652052566027</c:v>
                </c:pt>
                <c:pt idx="2712">
                  <c:v>5.2706623612271173</c:v>
                </c:pt>
                <c:pt idx="2713">
                  <c:v>5.2706623612271173</c:v>
                </c:pt>
                <c:pt idx="2714">
                  <c:v>5.2731926739040231</c:v>
                </c:pt>
                <c:pt idx="2715">
                  <c:v>5.2731926739040231</c:v>
                </c:pt>
                <c:pt idx="2716">
                  <c:v>5.2717926828908368</c:v>
                </c:pt>
                <c:pt idx="2717">
                  <c:v>5.2717926828908368</c:v>
                </c:pt>
                <c:pt idx="2718">
                  <c:v>5.2694992835546497</c:v>
                </c:pt>
                <c:pt idx="2719">
                  <c:v>5.2694992835546497</c:v>
                </c:pt>
                <c:pt idx="2720">
                  <c:v>5.2763181789269469</c:v>
                </c:pt>
                <c:pt idx="2721">
                  <c:v>5.2763181789269469</c:v>
                </c:pt>
                <c:pt idx="2722">
                  <c:v>5.287117662387395</c:v>
                </c:pt>
                <c:pt idx="2723">
                  <c:v>5.287117662387395</c:v>
                </c:pt>
                <c:pt idx="2724">
                  <c:v>5.5439431978387583</c:v>
                </c:pt>
                <c:pt idx="2725">
                  <c:v>5.5439431978387583</c:v>
                </c:pt>
                <c:pt idx="2726">
                  <c:v>5.5432537469159273</c:v>
                </c:pt>
                <c:pt idx="2727">
                  <c:v>5.5432537469159273</c:v>
                </c:pt>
                <c:pt idx="2728">
                  <c:v>5.5634193041695337</c:v>
                </c:pt>
                <c:pt idx="2729">
                  <c:v>5.5634193041695337</c:v>
                </c:pt>
                <c:pt idx="2730">
                  <c:v>5.5819351017466419</c:v>
                </c:pt>
                <c:pt idx="2731">
                  <c:v>5.5819351017466419</c:v>
                </c:pt>
                <c:pt idx="2732">
                  <c:v>5.59961237578122</c:v>
                </c:pt>
                <c:pt idx="2733">
                  <c:v>5.59961237578122</c:v>
                </c:pt>
                <c:pt idx="2734">
                  <c:v>5.624720219148938</c:v>
                </c:pt>
                <c:pt idx="2735">
                  <c:v>5.624720219148938</c:v>
                </c:pt>
                <c:pt idx="2736">
                  <c:v>5.6678627183194763</c:v>
                </c:pt>
                <c:pt idx="2737">
                  <c:v>5.6678627183194763</c:v>
                </c:pt>
                <c:pt idx="2738">
                  <c:v>5.7824669532131008</c:v>
                </c:pt>
                <c:pt idx="2739">
                  <c:v>5.7824669532131008</c:v>
                </c:pt>
                <c:pt idx="2740">
                  <c:v>5.8552574274855624</c:v>
                </c:pt>
                <c:pt idx="2741">
                  <c:v>5.8552574274855624</c:v>
                </c:pt>
                <c:pt idx="2742">
                  <c:v>5.8750885341184356</c:v>
                </c:pt>
                <c:pt idx="2743">
                  <c:v>5.8750885341184356</c:v>
                </c:pt>
                <c:pt idx="2744">
                  <c:v>6.0412341698018928</c:v>
                </c:pt>
                <c:pt idx="2745">
                  <c:v>6.0412341698018928</c:v>
                </c:pt>
                <c:pt idx="2746">
                  <c:v>6.0583667955749707</c:v>
                </c:pt>
                <c:pt idx="2747">
                  <c:v>6.0583667955749707</c:v>
                </c:pt>
                <c:pt idx="2748">
                  <c:v>6.1100942976725765</c:v>
                </c:pt>
                <c:pt idx="2749">
                  <c:v>6.1100942976725765</c:v>
                </c:pt>
                <c:pt idx="2750">
                  <c:v>6.1044042275802681</c:v>
                </c:pt>
                <c:pt idx="2751">
                  <c:v>6.1044042275802681</c:v>
                </c:pt>
                <c:pt idx="2752">
                  <c:v>6.0799923964616571</c:v>
                </c:pt>
                <c:pt idx="2753">
                  <c:v>6.0799923964616571</c:v>
                </c:pt>
                <c:pt idx="2754">
                  <c:v>6.0779616656657689</c:v>
                </c:pt>
                <c:pt idx="2755">
                  <c:v>6.0779616656657689</c:v>
                </c:pt>
                <c:pt idx="2756">
                  <c:v>6.0752841376040703</c:v>
                </c:pt>
                <c:pt idx="2757">
                  <c:v>6.0752841376040703</c:v>
                </c:pt>
                <c:pt idx="2758">
                  <c:v>6.0697894427270933</c:v>
                </c:pt>
                <c:pt idx="2759">
                  <c:v>6.0697894427270933</c:v>
                </c:pt>
                <c:pt idx="2760">
                  <c:v>6.1171170918085691</c:v>
                </c:pt>
                <c:pt idx="2761">
                  <c:v>6.1171170918085691</c:v>
                </c:pt>
                <c:pt idx="2762">
                  <c:v>6.1345559328061698</c:v>
                </c:pt>
                <c:pt idx="2763">
                  <c:v>6.1345559328061698</c:v>
                </c:pt>
                <c:pt idx="2764">
                  <c:v>6.2474817109416287</c:v>
                </c:pt>
                <c:pt idx="2765">
                  <c:v>6.2474817109416287</c:v>
                </c:pt>
                <c:pt idx="2766">
                  <c:v>6.2736354802990357</c:v>
                </c:pt>
                <c:pt idx="2767">
                  <c:v>6.2736354802990357</c:v>
                </c:pt>
                <c:pt idx="2768">
                  <c:v>6.4138569132849792</c:v>
                </c:pt>
                <c:pt idx="2769">
                  <c:v>6.4138569132849792</c:v>
                </c:pt>
                <c:pt idx="2770">
                  <c:v>6.691864419530245</c:v>
                </c:pt>
                <c:pt idx="2771">
                  <c:v>6.691864419530245</c:v>
                </c:pt>
                <c:pt idx="2772">
                  <c:v>6.7054547235886881</c:v>
                </c:pt>
                <c:pt idx="2773">
                  <c:v>6.7054547235886881</c:v>
                </c:pt>
                <c:pt idx="2774">
                  <c:v>6.7618751869179929</c:v>
                </c:pt>
                <c:pt idx="2775">
                  <c:v>6.7618751869179929</c:v>
                </c:pt>
                <c:pt idx="2776">
                  <c:v>6.7686360828232033</c:v>
                </c:pt>
                <c:pt idx="2777">
                  <c:v>6.7686360828232033</c:v>
                </c:pt>
                <c:pt idx="2778">
                  <c:v>6.8012477681799171</c:v>
                </c:pt>
                <c:pt idx="2779">
                  <c:v>6.8012477681799171</c:v>
                </c:pt>
                <c:pt idx="2780">
                  <c:v>6.8261058771250722</c:v>
                </c:pt>
                <c:pt idx="2781">
                  <c:v>6.8261058771250722</c:v>
                </c:pt>
                <c:pt idx="2782">
                  <c:v>6.8663661333038331</c:v>
                </c:pt>
                <c:pt idx="2783">
                  <c:v>6.8663661333038331</c:v>
                </c:pt>
                <c:pt idx="2784">
                  <c:v>6.9086273912210778</c:v>
                </c:pt>
                <c:pt idx="2785">
                  <c:v>6.9086273912210778</c:v>
                </c:pt>
                <c:pt idx="2786">
                  <c:v>6.8934732002312753</c:v>
                </c:pt>
                <c:pt idx="2787">
                  <c:v>6.8934732002312753</c:v>
                </c:pt>
                <c:pt idx="2788">
                  <c:v>6.9252237810367161</c:v>
                </c:pt>
                <c:pt idx="2789">
                  <c:v>6.9252237810367161</c:v>
                </c:pt>
                <c:pt idx="2790">
                  <c:v>6.9645876071409951</c:v>
                </c:pt>
                <c:pt idx="2791">
                  <c:v>6.9645876071409951</c:v>
                </c:pt>
                <c:pt idx="2792">
                  <c:v>7.0360736460270479</c:v>
                </c:pt>
                <c:pt idx="2793">
                  <c:v>7.0360736460270479</c:v>
                </c:pt>
                <c:pt idx="2794">
                  <c:v>7.0789304888746907</c:v>
                </c:pt>
                <c:pt idx="2795">
                  <c:v>7.0789304888746907</c:v>
                </c:pt>
                <c:pt idx="2796">
                  <c:v>7.1244207420910479</c:v>
                </c:pt>
                <c:pt idx="2797">
                  <c:v>7.1244207420910479</c:v>
                </c:pt>
                <c:pt idx="2798">
                  <c:v>8.1851011284604311</c:v>
                </c:pt>
                <c:pt idx="2799">
                  <c:v>8.1851011284604311</c:v>
                </c:pt>
                <c:pt idx="2800">
                  <c:v>8.2525317852822155</c:v>
                </c:pt>
                <c:pt idx="2801">
                  <c:v>8.2525317852822155</c:v>
                </c:pt>
                <c:pt idx="2802">
                  <c:v>8.3032657720020424</c:v>
                </c:pt>
                <c:pt idx="2803">
                  <c:v>8.3032657720020424</c:v>
                </c:pt>
                <c:pt idx="2804">
                  <c:v>8.3190284128209235</c:v>
                </c:pt>
                <c:pt idx="2805">
                  <c:v>8.3190284128209235</c:v>
                </c:pt>
                <c:pt idx="2806">
                  <c:v>8.520273812707595</c:v>
                </c:pt>
                <c:pt idx="2807">
                  <c:v>8.520273812707595</c:v>
                </c:pt>
                <c:pt idx="2808">
                  <c:v>8.3664002483964488</c:v>
                </c:pt>
                <c:pt idx="2809">
                  <c:v>8.3664002483964488</c:v>
                </c:pt>
                <c:pt idx="2810">
                  <c:v>8.3548985978085497</c:v>
                </c:pt>
                <c:pt idx="2811">
                  <c:v>8.3548985978085497</c:v>
                </c:pt>
                <c:pt idx="2812">
                  <c:v>8.4051261010462142</c:v>
                </c:pt>
                <c:pt idx="2813">
                  <c:v>8.4051261010462142</c:v>
                </c:pt>
                <c:pt idx="2814">
                  <c:v>8.4546787634347123</c:v>
                </c:pt>
                <c:pt idx="2815">
                  <c:v>8.4546787634347123</c:v>
                </c:pt>
                <c:pt idx="2816">
                  <c:v>8.4841788280375017</c:v>
                </c:pt>
                <c:pt idx="2817">
                  <c:v>8.4841788280375017</c:v>
                </c:pt>
                <c:pt idx="2818">
                  <c:v>8.5228045298134081</c:v>
                </c:pt>
                <c:pt idx="2819">
                  <c:v>8.5228045298134081</c:v>
                </c:pt>
                <c:pt idx="2820">
                  <c:v>8.5481300884182563</c:v>
                </c:pt>
                <c:pt idx="2821">
                  <c:v>8.5481300884182563</c:v>
                </c:pt>
                <c:pt idx="2822">
                  <c:v>8.5372193605949853</c:v>
                </c:pt>
                <c:pt idx="2823">
                  <c:v>8.5372193605949853</c:v>
                </c:pt>
                <c:pt idx="2824">
                  <c:v>8.5978074419054966</c:v>
                </c:pt>
                <c:pt idx="2825">
                  <c:v>8.5978074419054966</c:v>
                </c:pt>
                <c:pt idx="2826">
                  <c:v>8.6238908604394879</c:v>
                </c:pt>
                <c:pt idx="2827">
                  <c:v>8.6238908604394879</c:v>
                </c:pt>
                <c:pt idx="2828">
                  <c:v>8.6446398994869149</c:v>
                </c:pt>
                <c:pt idx="2829">
                  <c:v>8.6446398994869149</c:v>
                </c:pt>
                <c:pt idx="2830">
                  <c:v>8.7204834706258811</c:v>
                </c:pt>
                <c:pt idx="2831">
                  <c:v>8.7204834706258811</c:v>
                </c:pt>
                <c:pt idx="2832">
                  <c:v>8.7636743924789204</c:v>
                </c:pt>
                <c:pt idx="2833">
                  <c:v>8.7636743924789204</c:v>
                </c:pt>
                <c:pt idx="2834">
                  <c:v>10.54040585458069</c:v>
                </c:pt>
                <c:pt idx="2835">
                  <c:v>10.54040585458069</c:v>
                </c:pt>
                <c:pt idx="2836">
                  <c:v>10.63415779916004</c:v>
                </c:pt>
                <c:pt idx="2837">
                  <c:v>10.63415779916004</c:v>
                </c:pt>
                <c:pt idx="2838">
                  <c:v>10.642235057789865</c:v>
                </c:pt>
                <c:pt idx="2839">
                  <c:v>10.642235057789865</c:v>
                </c:pt>
                <c:pt idx="2840">
                  <c:v>10.69416260742771</c:v>
                </c:pt>
                <c:pt idx="2841">
                  <c:v>10.69416260742771</c:v>
                </c:pt>
                <c:pt idx="2842">
                  <c:v>10.890278589822808</c:v>
                </c:pt>
                <c:pt idx="2843">
                  <c:v>10.890278589822808</c:v>
                </c:pt>
                <c:pt idx="2844">
                  <c:v>10.889218354942599</c:v>
                </c:pt>
                <c:pt idx="2845">
                  <c:v>10.889218354942599</c:v>
                </c:pt>
                <c:pt idx="2846">
                  <c:v>10.936685987996841</c:v>
                </c:pt>
                <c:pt idx="2847">
                  <c:v>10.936685987996841</c:v>
                </c:pt>
                <c:pt idx="2848">
                  <c:v>10.938211427624816</c:v>
                </c:pt>
                <c:pt idx="2849">
                  <c:v>10.938211427624816</c:v>
                </c:pt>
                <c:pt idx="2850">
                  <c:v>10.971901618397256</c:v>
                </c:pt>
                <c:pt idx="2851">
                  <c:v>10.971901618397256</c:v>
                </c:pt>
                <c:pt idx="2852">
                  <c:v>10.974609498386837</c:v>
                </c:pt>
                <c:pt idx="2853">
                  <c:v>10.974609498386837</c:v>
                </c:pt>
                <c:pt idx="2854">
                  <c:v>10.980745015565404</c:v>
                </c:pt>
                <c:pt idx="2855">
                  <c:v>10.980745015565404</c:v>
                </c:pt>
                <c:pt idx="2856">
                  <c:v>10.975197702956129</c:v>
                </c:pt>
                <c:pt idx="2857">
                  <c:v>10.975197702956129</c:v>
                </c:pt>
                <c:pt idx="2858">
                  <c:v>11.01254172631246</c:v>
                </c:pt>
                <c:pt idx="2859">
                  <c:v>11.01254172631246</c:v>
                </c:pt>
                <c:pt idx="2860">
                  <c:v>11.006715047492628</c:v>
                </c:pt>
                <c:pt idx="2861">
                  <c:v>11.006715047492628</c:v>
                </c:pt>
                <c:pt idx="2862">
                  <c:v>11.257766201142561</c:v>
                </c:pt>
                <c:pt idx="2863">
                  <c:v>11.257766201142561</c:v>
                </c:pt>
                <c:pt idx="2864">
                  <c:v>11.544914064610795</c:v>
                </c:pt>
                <c:pt idx="2865">
                  <c:v>11.544914064610795</c:v>
                </c:pt>
                <c:pt idx="2866">
                  <c:v>11.595682164019671</c:v>
                </c:pt>
                <c:pt idx="2867">
                  <c:v>11.595682164019671</c:v>
                </c:pt>
                <c:pt idx="2868">
                  <c:v>11.583772406285291</c:v>
                </c:pt>
                <c:pt idx="2869">
                  <c:v>11.583772406285291</c:v>
                </c:pt>
                <c:pt idx="2870">
                  <c:v>11.69096877386121</c:v>
                </c:pt>
                <c:pt idx="2871">
                  <c:v>11.69096877386121</c:v>
                </c:pt>
                <c:pt idx="2872">
                  <c:v>11.308716220038439</c:v>
                </c:pt>
                <c:pt idx="2873">
                  <c:v>11.308716220038439</c:v>
                </c:pt>
                <c:pt idx="2874">
                  <c:v>11.332879607284946</c:v>
                </c:pt>
                <c:pt idx="2875">
                  <c:v>11.332879607284946</c:v>
                </c:pt>
                <c:pt idx="2876">
                  <c:v>11.335414592786409</c:v>
                </c:pt>
                <c:pt idx="2877">
                  <c:v>11.335414592786409</c:v>
                </c:pt>
                <c:pt idx="2878">
                  <c:v>11.365049073891509</c:v>
                </c:pt>
                <c:pt idx="2879">
                  <c:v>11.365049073891509</c:v>
                </c:pt>
                <c:pt idx="2880">
                  <c:v>11.373211903235749</c:v>
                </c:pt>
                <c:pt idx="2881">
                  <c:v>11.373211903235749</c:v>
                </c:pt>
                <c:pt idx="2882">
                  <c:v>13.203469417583603</c:v>
                </c:pt>
                <c:pt idx="2883">
                  <c:v>13.203469417583603</c:v>
                </c:pt>
                <c:pt idx="2884">
                  <c:v>13.208438907465339</c:v>
                </c:pt>
                <c:pt idx="2885">
                  <c:v>13.208438907465339</c:v>
                </c:pt>
                <c:pt idx="2886">
                  <c:v>13.663746374329596</c:v>
                </c:pt>
                <c:pt idx="2887">
                  <c:v>13.663746374329596</c:v>
                </c:pt>
                <c:pt idx="2888">
                  <c:v>13.66753155816353</c:v>
                </c:pt>
                <c:pt idx="2889">
                  <c:v>13.66753155816353</c:v>
                </c:pt>
                <c:pt idx="2890">
                  <c:v>13.659172122191388</c:v>
                </c:pt>
                <c:pt idx="2891">
                  <c:v>13.659172122191388</c:v>
                </c:pt>
                <c:pt idx="2892">
                  <c:v>13.6806709906114</c:v>
                </c:pt>
                <c:pt idx="2893">
                  <c:v>13.6806709906114</c:v>
                </c:pt>
                <c:pt idx="2894">
                  <c:v>13.547089290264678</c:v>
                </c:pt>
                <c:pt idx="2895">
                  <c:v>13.547089290264678</c:v>
                </c:pt>
                <c:pt idx="2896">
                  <c:v>13.605355552589939</c:v>
                </c:pt>
                <c:pt idx="2897">
                  <c:v>13.605355552589939</c:v>
                </c:pt>
                <c:pt idx="2898">
                  <c:v>13.690404562345876</c:v>
                </c:pt>
                <c:pt idx="2899">
                  <c:v>13.690404562345876</c:v>
                </c:pt>
                <c:pt idx="2900">
                  <c:v>13.706205435613846</c:v>
                </c:pt>
                <c:pt idx="2901">
                  <c:v>13.706205435613846</c:v>
                </c:pt>
                <c:pt idx="2902">
                  <c:v>13.789370040012743</c:v>
                </c:pt>
                <c:pt idx="2903">
                  <c:v>13.789370040012743</c:v>
                </c:pt>
                <c:pt idx="2904">
                  <c:v>13.816839904896115</c:v>
                </c:pt>
                <c:pt idx="2905">
                  <c:v>13.816839904896115</c:v>
                </c:pt>
                <c:pt idx="2906">
                  <c:v>13.945520834961869</c:v>
                </c:pt>
                <c:pt idx="2907">
                  <c:v>13.945520834961869</c:v>
                </c:pt>
                <c:pt idx="2908">
                  <c:v>13.923294239702946</c:v>
                </c:pt>
                <c:pt idx="2909">
                  <c:v>13.923294239702946</c:v>
                </c:pt>
                <c:pt idx="2910">
                  <c:v>14.203403765930505</c:v>
                </c:pt>
                <c:pt idx="2911">
                  <c:v>14.203403765930505</c:v>
                </c:pt>
                <c:pt idx="2912">
                  <c:v>14.262399154188429</c:v>
                </c:pt>
                <c:pt idx="2913">
                  <c:v>14.262399154188429</c:v>
                </c:pt>
                <c:pt idx="2914">
                  <c:v>14.523646812130028</c:v>
                </c:pt>
                <c:pt idx="2915">
                  <c:v>14.523646812130028</c:v>
                </c:pt>
                <c:pt idx="2916">
                  <c:v>14.556304746365786</c:v>
                </c:pt>
                <c:pt idx="2917">
                  <c:v>14.556304746365786</c:v>
                </c:pt>
                <c:pt idx="2918">
                  <c:v>15.358599548942442</c:v>
                </c:pt>
                <c:pt idx="2919">
                  <c:v>15.358599548942442</c:v>
                </c:pt>
                <c:pt idx="2920">
                  <c:v>15.53749139375414</c:v>
                </c:pt>
                <c:pt idx="2921">
                  <c:v>15.53749139375414</c:v>
                </c:pt>
                <c:pt idx="2922">
                  <c:v>15.510144357264435</c:v>
                </c:pt>
                <c:pt idx="2923">
                  <c:v>15.510144357264435</c:v>
                </c:pt>
                <c:pt idx="2924">
                  <c:v>15.525572914036903</c:v>
                </c:pt>
                <c:pt idx="2925">
                  <c:v>15.525572914036903</c:v>
                </c:pt>
                <c:pt idx="2926">
                  <c:v>17.369699825210571</c:v>
                </c:pt>
                <c:pt idx="2927">
                  <c:v>17.369699825210571</c:v>
                </c:pt>
                <c:pt idx="2928">
                  <c:v>17.397845063187741</c:v>
                </c:pt>
                <c:pt idx="2929">
                  <c:v>17.397845063187741</c:v>
                </c:pt>
                <c:pt idx="2930">
                  <c:v>17.428634953777806</c:v>
                </c:pt>
                <c:pt idx="2931">
                  <c:v>17.428634953777806</c:v>
                </c:pt>
                <c:pt idx="2932">
                  <c:v>17.577235167043828</c:v>
                </c:pt>
                <c:pt idx="2933">
                  <c:v>17.577235167043828</c:v>
                </c:pt>
                <c:pt idx="2934">
                  <c:v>17.470935077463331</c:v>
                </c:pt>
                <c:pt idx="2935">
                  <c:v>17.470935077463331</c:v>
                </c:pt>
                <c:pt idx="2936">
                  <c:v>18.962579054452171</c:v>
                </c:pt>
                <c:pt idx="2937">
                  <c:v>18.962579054452171</c:v>
                </c:pt>
                <c:pt idx="2938">
                  <c:v>19.001594596686495</c:v>
                </c:pt>
                <c:pt idx="2939">
                  <c:v>19.001594596686495</c:v>
                </c:pt>
                <c:pt idx="2940">
                  <c:v>19.120297600014716</c:v>
                </c:pt>
                <c:pt idx="2941">
                  <c:v>19.120297600014716</c:v>
                </c:pt>
                <c:pt idx="2942">
                  <c:v>19.223094543034584</c:v>
                </c:pt>
                <c:pt idx="2943">
                  <c:v>19.223094543034584</c:v>
                </c:pt>
                <c:pt idx="2944">
                  <c:v>19.435264288159185</c:v>
                </c:pt>
                <c:pt idx="2945">
                  <c:v>19.435264288159185</c:v>
                </c:pt>
                <c:pt idx="2946">
                  <c:v>21.708735977670525</c:v>
                </c:pt>
                <c:pt idx="2947">
                  <c:v>21.708735977670525</c:v>
                </c:pt>
                <c:pt idx="2948">
                  <c:v>21.716561002118695</c:v>
                </c:pt>
                <c:pt idx="2949">
                  <c:v>21.716561002118695</c:v>
                </c:pt>
                <c:pt idx="2950">
                  <c:v>21.852896755174701</c:v>
                </c:pt>
                <c:pt idx="2951">
                  <c:v>21.852896755174701</c:v>
                </c:pt>
                <c:pt idx="2952">
                  <c:v>24.268599734427863</c:v>
                </c:pt>
                <c:pt idx="2953">
                  <c:v>24.268599734427863</c:v>
                </c:pt>
                <c:pt idx="2954">
                  <c:v>24.741398151672001</c:v>
                </c:pt>
                <c:pt idx="2955">
                  <c:v>24.741398151672001</c:v>
                </c:pt>
                <c:pt idx="2956">
                  <c:v>24.838373769833218</c:v>
                </c:pt>
                <c:pt idx="2957">
                  <c:v>24.838373769833218</c:v>
                </c:pt>
                <c:pt idx="2958">
                  <c:v>24.624182547433279</c:v>
                </c:pt>
                <c:pt idx="2959">
                  <c:v>24.624182547433279</c:v>
                </c:pt>
                <c:pt idx="2960">
                  <c:v>24.679269605837657</c:v>
                </c:pt>
                <c:pt idx="2961">
                  <c:v>24.679269605837657</c:v>
                </c:pt>
                <c:pt idx="2962">
                  <c:v>25.049069024612205</c:v>
                </c:pt>
                <c:pt idx="2963">
                  <c:v>25.049069024612205</c:v>
                </c:pt>
                <c:pt idx="2964">
                  <c:v>25.097684365960703</c:v>
                </c:pt>
                <c:pt idx="2965">
                  <c:v>25.097684365960703</c:v>
                </c:pt>
                <c:pt idx="2966">
                  <c:v>26.362681158804612</c:v>
                </c:pt>
                <c:pt idx="2967">
                  <c:v>26.362681158804612</c:v>
                </c:pt>
                <c:pt idx="2968">
                  <c:v>26.607628539453145</c:v>
                </c:pt>
                <c:pt idx="2969">
                  <c:v>26.607628539453145</c:v>
                </c:pt>
                <c:pt idx="2970">
                  <c:v>26.77791274024732</c:v>
                </c:pt>
                <c:pt idx="2971">
                  <c:v>26.77791274024732</c:v>
                </c:pt>
                <c:pt idx="2972">
                  <c:v>28.047819724248189</c:v>
                </c:pt>
                <c:pt idx="2973">
                  <c:v>28.047819724248189</c:v>
                </c:pt>
                <c:pt idx="2974">
                  <c:v>27.795077830996565</c:v>
                </c:pt>
                <c:pt idx="2975">
                  <c:v>27.795077830996565</c:v>
                </c:pt>
                <c:pt idx="2976">
                  <c:v>27.919060481260679</c:v>
                </c:pt>
                <c:pt idx="2977">
                  <c:v>27.919060481260679</c:v>
                </c:pt>
                <c:pt idx="2978">
                  <c:v>28.009269840604222</c:v>
                </c:pt>
                <c:pt idx="2979">
                  <c:v>28.009269840604222</c:v>
                </c:pt>
                <c:pt idx="2980">
                  <c:v>28.01793848395322</c:v>
                </c:pt>
                <c:pt idx="2981">
                  <c:v>28.01793848395322</c:v>
                </c:pt>
                <c:pt idx="2982">
                  <c:v>28.115307883522451</c:v>
                </c:pt>
                <c:pt idx="2983">
                  <c:v>28.115307883522451</c:v>
                </c:pt>
                <c:pt idx="2984">
                  <c:v>27.002853850004911</c:v>
                </c:pt>
                <c:pt idx="2985">
                  <c:v>27.002853850004911</c:v>
                </c:pt>
                <c:pt idx="2986">
                  <c:v>27.199368358650005</c:v>
                </c:pt>
                <c:pt idx="2987">
                  <c:v>27.199368358650005</c:v>
                </c:pt>
                <c:pt idx="2988">
                  <c:v>27.259048664380192</c:v>
                </c:pt>
                <c:pt idx="2989">
                  <c:v>27.259048664380192</c:v>
                </c:pt>
                <c:pt idx="2990">
                  <c:v>27.257745590716617</c:v>
                </c:pt>
                <c:pt idx="2991">
                  <c:v>27.257745590716617</c:v>
                </c:pt>
                <c:pt idx="2992">
                  <c:v>27.16112297415641</c:v>
                </c:pt>
                <c:pt idx="2993">
                  <c:v>27.16112297415641</c:v>
                </c:pt>
                <c:pt idx="2994">
                  <c:v>27.175047548851239</c:v>
                </c:pt>
                <c:pt idx="2995">
                  <c:v>27.175047548851239</c:v>
                </c:pt>
                <c:pt idx="2996">
                  <c:v>27.290870184027231</c:v>
                </c:pt>
                <c:pt idx="2997">
                  <c:v>27.290870184027231</c:v>
                </c:pt>
                <c:pt idx="2998">
                  <c:v>27.285224364512715</c:v>
                </c:pt>
                <c:pt idx="2999">
                  <c:v>27.285224364512715</c:v>
                </c:pt>
                <c:pt idx="3000">
                  <c:v>27.469795643094116</c:v>
                </c:pt>
                <c:pt idx="3001">
                  <c:v>27.469795643094116</c:v>
                </c:pt>
                <c:pt idx="3002">
                  <c:v>27.483670196982963</c:v>
                </c:pt>
                <c:pt idx="3003">
                  <c:v>27.483670196982963</c:v>
                </c:pt>
                <c:pt idx="3004">
                  <c:v>28.309250883899555</c:v>
                </c:pt>
                <c:pt idx="3005">
                  <c:v>28.309250883899555</c:v>
                </c:pt>
                <c:pt idx="3006">
                  <c:v>28.278390873952802</c:v>
                </c:pt>
                <c:pt idx="3007">
                  <c:v>28.278390873952802</c:v>
                </c:pt>
                <c:pt idx="3008">
                  <c:v>28.804127868907571</c:v>
                </c:pt>
                <c:pt idx="3009">
                  <c:v>28.804127868907571</c:v>
                </c:pt>
                <c:pt idx="3010">
                  <c:v>28.815700526589065</c:v>
                </c:pt>
                <c:pt idx="3011">
                  <c:v>28.815700526589065</c:v>
                </c:pt>
                <c:pt idx="3012">
                  <c:v>30.648545977432835</c:v>
                </c:pt>
                <c:pt idx="3013">
                  <c:v>30.648545977432835</c:v>
                </c:pt>
                <c:pt idx="3014">
                  <c:v>30.655753363133336</c:v>
                </c:pt>
                <c:pt idx="3015">
                  <c:v>30.655753363133336</c:v>
                </c:pt>
                <c:pt idx="3016">
                  <c:v>31.67055774783049</c:v>
                </c:pt>
                <c:pt idx="3017">
                  <c:v>31.67055774783049</c:v>
                </c:pt>
                <c:pt idx="3018">
                  <c:v>31.72846688701885</c:v>
                </c:pt>
                <c:pt idx="3019">
                  <c:v>31.72846688701885</c:v>
                </c:pt>
                <c:pt idx="3020">
                  <c:v>32.520770662713026</c:v>
                </c:pt>
                <c:pt idx="3021">
                  <c:v>32.520770662713026</c:v>
                </c:pt>
                <c:pt idx="3022">
                  <c:v>32.79654199900331</c:v>
                </c:pt>
                <c:pt idx="3023">
                  <c:v>32.79654199900331</c:v>
                </c:pt>
                <c:pt idx="3024">
                  <c:v>33.911864719727326</c:v>
                </c:pt>
                <c:pt idx="3025">
                  <c:v>33.911864719727326</c:v>
                </c:pt>
                <c:pt idx="3026">
                  <c:v>35.473797262056657</c:v>
                </c:pt>
                <c:pt idx="3027">
                  <c:v>35.473797262056657</c:v>
                </c:pt>
                <c:pt idx="3028">
                  <c:v>36.026538473072399</c:v>
                </c:pt>
                <c:pt idx="3029">
                  <c:v>36.026538473072399</c:v>
                </c:pt>
                <c:pt idx="3030">
                  <c:v>36.353703485651714</c:v>
                </c:pt>
                <c:pt idx="3031">
                  <c:v>36.353703485651714</c:v>
                </c:pt>
                <c:pt idx="3032">
                  <c:v>36.679708830540037</c:v>
                </c:pt>
                <c:pt idx="3033">
                  <c:v>36.679708830540037</c:v>
                </c:pt>
                <c:pt idx="3034">
                  <c:v>36.863700851088026</c:v>
                </c:pt>
                <c:pt idx="3035">
                  <c:v>36.863700851088026</c:v>
                </c:pt>
                <c:pt idx="3036">
                  <c:v>59.466540425027098</c:v>
                </c:pt>
                <c:pt idx="3037">
                  <c:v>59.466540425027098</c:v>
                </c:pt>
                <c:pt idx="3038">
                  <c:v>59.800700869403137</c:v>
                </c:pt>
                <c:pt idx="3039">
                  <c:v>59.800700869403137</c:v>
                </c:pt>
                <c:pt idx="3040">
                  <c:v>60.185958700409536</c:v>
                </c:pt>
                <c:pt idx="3041">
                  <c:v>60.185958700409536</c:v>
                </c:pt>
                <c:pt idx="3042">
                  <c:v>60.137252968333648</c:v>
                </c:pt>
                <c:pt idx="3043">
                  <c:v>60.137252968333648</c:v>
                </c:pt>
                <c:pt idx="3044">
                  <c:v>60.505399632379223</c:v>
                </c:pt>
                <c:pt idx="3045">
                  <c:v>60.505399632379223</c:v>
                </c:pt>
                <c:pt idx="3046">
                  <c:v>60.271724542371551</c:v>
                </c:pt>
                <c:pt idx="3047">
                  <c:v>60.271724542371551</c:v>
                </c:pt>
                <c:pt idx="3048">
                  <c:v>63.604314080109518</c:v>
                </c:pt>
                <c:pt idx="3049">
                  <c:v>63.604314080109518</c:v>
                </c:pt>
                <c:pt idx="3050">
                  <c:v>63.028996193168972</c:v>
                </c:pt>
                <c:pt idx="3051">
                  <c:v>63.028996193168972</c:v>
                </c:pt>
                <c:pt idx="3052">
                  <c:v>66.634976879533738</c:v>
                </c:pt>
                <c:pt idx="3053">
                  <c:v>66.634976879533738</c:v>
                </c:pt>
                <c:pt idx="3054">
                  <c:v>67.037937848809449</c:v>
                </c:pt>
                <c:pt idx="3055">
                  <c:v>67.037937848809449</c:v>
                </c:pt>
                <c:pt idx="3056">
                  <c:v>67.04301690394189</c:v>
                </c:pt>
                <c:pt idx="3057">
                  <c:v>67.04301690394189</c:v>
                </c:pt>
                <c:pt idx="3058">
                  <c:v>66.484012514152667</c:v>
                </c:pt>
                <c:pt idx="3059">
                  <c:v>66.484012514152667</c:v>
                </c:pt>
                <c:pt idx="3060">
                  <c:v>66.443820387007506</c:v>
                </c:pt>
                <c:pt idx="3061">
                  <c:v>66.443820387007506</c:v>
                </c:pt>
                <c:pt idx="3062">
                  <c:v>65.749514295753627</c:v>
                </c:pt>
                <c:pt idx="3063">
                  <c:v>65.749514295753627</c:v>
                </c:pt>
                <c:pt idx="3064">
                  <c:v>65.71189791254784</c:v>
                </c:pt>
                <c:pt idx="3065">
                  <c:v>65.71189791254784</c:v>
                </c:pt>
                <c:pt idx="3066">
                  <c:v>66.351915479340477</c:v>
                </c:pt>
                <c:pt idx="3067">
                  <c:v>66.351915479340477</c:v>
                </c:pt>
                <c:pt idx="3068">
                  <c:v>66.036792168457026</c:v>
                </c:pt>
                <c:pt idx="3069">
                  <c:v>66.036792168457026</c:v>
                </c:pt>
                <c:pt idx="3070">
                  <c:v>65.582155421328892</c:v>
                </c:pt>
                <c:pt idx="3071">
                  <c:v>65.582155421328892</c:v>
                </c:pt>
                <c:pt idx="3072">
                  <c:v>65.896799949546306</c:v>
                </c:pt>
                <c:pt idx="3073">
                  <c:v>65.896799949546306</c:v>
                </c:pt>
                <c:pt idx="3074">
                  <c:v>67.322577545087555</c:v>
                </c:pt>
                <c:pt idx="3075">
                  <c:v>67.322577545087555</c:v>
                </c:pt>
                <c:pt idx="3076">
                  <c:v>68.043966966929489</c:v>
                </c:pt>
                <c:pt idx="3077">
                  <c:v>68.043966966929489</c:v>
                </c:pt>
                <c:pt idx="3078">
                  <c:v>67.332502191556173</c:v>
                </c:pt>
                <c:pt idx="3079">
                  <c:v>67.332502191556173</c:v>
                </c:pt>
                <c:pt idx="3080">
                  <c:v>66.717300994582914</c:v>
                </c:pt>
                <c:pt idx="3081">
                  <c:v>66.717300994582914</c:v>
                </c:pt>
                <c:pt idx="3082">
                  <c:v>66.44768128192851</c:v>
                </c:pt>
                <c:pt idx="3083">
                  <c:v>66.44768128192851</c:v>
                </c:pt>
                <c:pt idx="3084">
                  <c:v>64.930263887530188</c:v>
                </c:pt>
                <c:pt idx="3085">
                  <c:v>64.930263887530188</c:v>
                </c:pt>
                <c:pt idx="3086">
                  <c:v>70.9333208952809</c:v>
                </c:pt>
                <c:pt idx="3087">
                  <c:v>70.9333208952809</c:v>
                </c:pt>
                <c:pt idx="3088">
                  <c:v>72.198011948867205</c:v>
                </c:pt>
                <c:pt idx="3089">
                  <c:v>72.198011948867205</c:v>
                </c:pt>
                <c:pt idx="3090">
                  <c:v>77.764863529922039</c:v>
                </c:pt>
                <c:pt idx="3091">
                  <c:v>77.764863529922039</c:v>
                </c:pt>
                <c:pt idx="3092">
                  <c:v>78.384615378212871</c:v>
                </c:pt>
                <c:pt idx="3093">
                  <c:v>78.384615378212871</c:v>
                </c:pt>
                <c:pt idx="3094">
                  <c:v>78.895072989186758</c:v>
                </c:pt>
                <c:pt idx="3095">
                  <c:v>78.895072989186758</c:v>
                </c:pt>
                <c:pt idx="3096">
                  <c:v>80.569938835942423</c:v>
                </c:pt>
                <c:pt idx="3097">
                  <c:v>80.569938835942423</c:v>
                </c:pt>
                <c:pt idx="3098">
                  <c:v>80.22185777838348</c:v>
                </c:pt>
                <c:pt idx="3099">
                  <c:v>80.22185777838348</c:v>
                </c:pt>
                <c:pt idx="3100">
                  <c:v>79.908230758220157</c:v>
                </c:pt>
                <c:pt idx="3101">
                  <c:v>79.908230758220157</c:v>
                </c:pt>
                <c:pt idx="3102">
                  <c:v>81.425023016831062</c:v>
                </c:pt>
                <c:pt idx="3103">
                  <c:v>81.425023016831062</c:v>
                </c:pt>
                <c:pt idx="3104">
                  <c:v>81.599761173624671</c:v>
                </c:pt>
                <c:pt idx="3105">
                  <c:v>81.599761173624671</c:v>
                </c:pt>
                <c:pt idx="3106">
                  <c:v>87.979334843231157</c:v>
                </c:pt>
                <c:pt idx="3107">
                  <c:v>87.979334843231157</c:v>
                </c:pt>
                <c:pt idx="3108">
                  <c:v>88.162176130698043</c:v>
                </c:pt>
                <c:pt idx="3109">
                  <c:v>88.162176130698043</c:v>
                </c:pt>
                <c:pt idx="3110">
                  <c:v>99.350975357403314</c:v>
                </c:pt>
                <c:pt idx="3111">
                  <c:v>99.350975357403314</c:v>
                </c:pt>
                <c:pt idx="3112">
                  <c:v>99.40469607525138</c:v>
                </c:pt>
                <c:pt idx="3113">
                  <c:v>99.40469607525138</c:v>
                </c:pt>
                <c:pt idx="3114">
                  <c:v>101.0888023028262</c:v>
                </c:pt>
                <c:pt idx="3115">
                  <c:v>101.0888023028262</c:v>
                </c:pt>
                <c:pt idx="3116">
                  <c:v>101.0035515299972</c:v>
                </c:pt>
                <c:pt idx="3117">
                  <c:v>101.0035515299972</c:v>
                </c:pt>
                <c:pt idx="3118">
                  <c:v>100.59001233112636</c:v>
                </c:pt>
                <c:pt idx="3119">
                  <c:v>100.59001233112636</c:v>
                </c:pt>
                <c:pt idx="3120">
                  <c:v>99.952436883107595</c:v>
                </c:pt>
                <c:pt idx="3121">
                  <c:v>99.952436883107595</c:v>
                </c:pt>
                <c:pt idx="3122">
                  <c:v>102.91693891292644</c:v>
                </c:pt>
                <c:pt idx="3123">
                  <c:v>102.91693891292644</c:v>
                </c:pt>
                <c:pt idx="3124">
                  <c:v>107.40370335296336</c:v>
                </c:pt>
                <c:pt idx="3125">
                  <c:v>107.40370335296336</c:v>
                </c:pt>
                <c:pt idx="3126">
                  <c:v>108.27212349820016</c:v>
                </c:pt>
                <c:pt idx="3127">
                  <c:v>108.27212349820016</c:v>
                </c:pt>
                <c:pt idx="3128">
                  <c:v>107.92495638182208</c:v>
                </c:pt>
                <c:pt idx="3129">
                  <c:v>107.92495638182208</c:v>
                </c:pt>
                <c:pt idx="3130">
                  <c:v>108.29253727067596</c:v>
                </c:pt>
                <c:pt idx="3131">
                  <c:v>108.29253727067596</c:v>
                </c:pt>
                <c:pt idx="3132">
                  <c:v>109.69009422408833</c:v>
                </c:pt>
                <c:pt idx="3133">
                  <c:v>109.69009422408833</c:v>
                </c:pt>
                <c:pt idx="3134">
                  <c:v>109.266267774141</c:v>
                </c:pt>
                <c:pt idx="3135">
                  <c:v>109.266267774141</c:v>
                </c:pt>
                <c:pt idx="3136">
                  <c:v>125.30948731942595</c:v>
                </c:pt>
                <c:pt idx="3137">
                  <c:v>125.30948731942595</c:v>
                </c:pt>
                <c:pt idx="3138">
                  <c:v>125.16238289279198</c:v>
                </c:pt>
                <c:pt idx="3139">
                  <c:v>125.16238289279198</c:v>
                </c:pt>
                <c:pt idx="3140">
                  <c:v>125.14941878086424</c:v>
                </c:pt>
                <c:pt idx="3141">
                  <c:v>125.14941878086424</c:v>
                </c:pt>
                <c:pt idx="3142">
                  <c:v>124.50348724794776</c:v>
                </c:pt>
                <c:pt idx="3143">
                  <c:v>124.50348724794776</c:v>
                </c:pt>
                <c:pt idx="3144">
                  <c:v>126.93633633007448</c:v>
                </c:pt>
                <c:pt idx="3145">
                  <c:v>126.93633633007448</c:v>
                </c:pt>
                <c:pt idx="3146">
                  <c:v>128.63550308794035</c:v>
                </c:pt>
                <c:pt idx="3147">
                  <c:v>128.63550308794035</c:v>
                </c:pt>
                <c:pt idx="3148">
                  <c:v>132.16760827252284</c:v>
                </c:pt>
                <c:pt idx="3149">
                  <c:v>132.16760827252284</c:v>
                </c:pt>
                <c:pt idx="3150">
                  <c:v>131.82072783088668</c:v>
                </c:pt>
                <c:pt idx="3151">
                  <c:v>131.82072783088668</c:v>
                </c:pt>
                <c:pt idx="3152">
                  <c:v>134.21736004239472</c:v>
                </c:pt>
                <c:pt idx="3153">
                  <c:v>134.21736004239472</c:v>
                </c:pt>
                <c:pt idx="3154">
                  <c:v>140.62249833251914</c:v>
                </c:pt>
                <c:pt idx="3155">
                  <c:v>140.62249833251914</c:v>
                </c:pt>
                <c:pt idx="3156">
                  <c:v>143.93300954444251</c:v>
                </c:pt>
                <c:pt idx="3157">
                  <c:v>143.93300954444251</c:v>
                </c:pt>
                <c:pt idx="3158">
                  <c:v>164.24535837929616</c:v>
                </c:pt>
                <c:pt idx="3159">
                  <c:v>164.24535837929616</c:v>
                </c:pt>
                <c:pt idx="3160">
                  <c:v>169.23361221558261</c:v>
                </c:pt>
                <c:pt idx="3161">
                  <c:v>169.23361221558261</c:v>
                </c:pt>
                <c:pt idx="3162">
                  <c:v>172.22677480471108</c:v>
                </c:pt>
                <c:pt idx="3163">
                  <c:v>172.22677480471108</c:v>
                </c:pt>
                <c:pt idx="3164">
                  <c:v>171.88899274452578</c:v>
                </c:pt>
                <c:pt idx="3165">
                  <c:v>171.88899274452578</c:v>
                </c:pt>
                <c:pt idx="3166">
                  <c:v>172.66055917689872</c:v>
                </c:pt>
                <c:pt idx="3167">
                  <c:v>172.66055917689872</c:v>
                </c:pt>
                <c:pt idx="3168">
                  <c:v>172.49520286947373</c:v>
                </c:pt>
                <c:pt idx="3169">
                  <c:v>172.49520286947373</c:v>
                </c:pt>
                <c:pt idx="3170">
                  <c:v>178.15314463170139</c:v>
                </c:pt>
                <c:pt idx="3171">
                  <c:v>178.15314463170139</c:v>
                </c:pt>
                <c:pt idx="3172">
                  <c:v>177.74714414463972</c:v>
                </c:pt>
                <c:pt idx="3173">
                  <c:v>177.74714414463972</c:v>
                </c:pt>
                <c:pt idx="3174">
                  <c:v>173.47304919341528</c:v>
                </c:pt>
                <c:pt idx="3175">
                  <c:v>173.47304919341528</c:v>
                </c:pt>
                <c:pt idx="3176">
                  <c:v>177.32923960760019</c:v>
                </c:pt>
                <c:pt idx="3177">
                  <c:v>177.32923960760019</c:v>
                </c:pt>
                <c:pt idx="3178">
                  <c:v>170.74550846140687</c:v>
                </c:pt>
                <c:pt idx="3179">
                  <c:v>170.74550846140687</c:v>
                </c:pt>
                <c:pt idx="3180">
                  <c:v>188.40583244163824</c:v>
                </c:pt>
                <c:pt idx="3181">
                  <c:v>188.40583244163824</c:v>
                </c:pt>
                <c:pt idx="3182">
                  <c:v>198.20150516752204</c:v>
                </c:pt>
                <c:pt idx="3183">
                  <c:v>198.20150516752204</c:v>
                </c:pt>
                <c:pt idx="3184">
                  <c:v>200.37475071603996</c:v>
                </c:pt>
                <c:pt idx="3185">
                  <c:v>200.37475071603996</c:v>
                </c:pt>
                <c:pt idx="3186">
                  <c:v>206.34849685920017</c:v>
                </c:pt>
                <c:pt idx="3187">
                  <c:v>206.34849685920017</c:v>
                </c:pt>
                <c:pt idx="3188">
                  <c:v>207.3183427846555</c:v>
                </c:pt>
                <c:pt idx="3189">
                  <c:v>207.3183427846555</c:v>
                </c:pt>
                <c:pt idx="3190">
                  <c:v>219.43484628695916</c:v>
                </c:pt>
                <c:pt idx="3191">
                  <c:v>219.43484628695916</c:v>
                </c:pt>
                <c:pt idx="3192">
                  <c:v>222.07449161933016</c:v>
                </c:pt>
                <c:pt idx="3193">
                  <c:v>222.07449161933016</c:v>
                </c:pt>
                <c:pt idx="3194">
                  <c:v>224.23536848294151</c:v>
                </c:pt>
                <c:pt idx="3195">
                  <c:v>224.23536848294151</c:v>
                </c:pt>
                <c:pt idx="3196">
                  <c:v>224.31894474419784</c:v>
                </c:pt>
                <c:pt idx="3197">
                  <c:v>224.31894474419784</c:v>
                </c:pt>
                <c:pt idx="3198">
                  <c:v>235.61036361450883</c:v>
                </c:pt>
                <c:pt idx="3199">
                  <c:v>235.61036361450883</c:v>
                </c:pt>
                <c:pt idx="3200">
                  <c:v>252.2997755652006</c:v>
                </c:pt>
                <c:pt idx="3201">
                  <c:v>252.2997755652006</c:v>
                </c:pt>
                <c:pt idx="3202">
                  <c:v>259.55593433886065</c:v>
                </c:pt>
                <c:pt idx="3203">
                  <c:v>259.55593433886065</c:v>
                </c:pt>
                <c:pt idx="3204">
                  <c:v>266.09559239302388</c:v>
                </c:pt>
                <c:pt idx="3205">
                  <c:v>266.09559239302388</c:v>
                </c:pt>
                <c:pt idx="3206">
                  <c:v>290.24488447406912</c:v>
                </c:pt>
                <c:pt idx="3207">
                  <c:v>290.24488447406912</c:v>
                </c:pt>
                <c:pt idx="3208">
                  <c:v>310.56420606232717</c:v>
                </c:pt>
                <c:pt idx="3209">
                  <c:v>310.56420606232717</c:v>
                </c:pt>
                <c:pt idx="3210">
                  <c:v>315.38076285387893</c:v>
                </c:pt>
                <c:pt idx="3211">
                  <c:v>315.38076285387893</c:v>
                </c:pt>
                <c:pt idx="3212">
                  <c:v>320.63708338344532</c:v>
                </c:pt>
                <c:pt idx="3213">
                  <c:v>320.63708338344532</c:v>
                </c:pt>
                <c:pt idx="3214">
                  <c:v>324.66895782787867</c:v>
                </c:pt>
                <c:pt idx="3215">
                  <c:v>324.66895782787867</c:v>
                </c:pt>
                <c:pt idx="3216">
                  <c:v>353.54216715645458</c:v>
                </c:pt>
                <c:pt idx="3217">
                  <c:v>353.54216715645458</c:v>
                </c:pt>
                <c:pt idx="3218">
                  <c:v>359.61685117259265</c:v>
                </c:pt>
                <c:pt idx="3219">
                  <c:v>359.61685117259265</c:v>
                </c:pt>
                <c:pt idx="3220">
                  <c:v>365.73862538929376</c:v>
                </c:pt>
                <c:pt idx="3221">
                  <c:v>365.73862538929376</c:v>
                </c:pt>
                <c:pt idx="3222">
                  <c:v>392.31359949757638</c:v>
                </c:pt>
                <c:pt idx="3223">
                  <c:v>392.31359949757638</c:v>
                </c:pt>
                <c:pt idx="3224">
                  <c:v>415.49270791451983</c:v>
                </c:pt>
                <c:pt idx="3225">
                  <c:v>415.49270791451983</c:v>
                </c:pt>
                <c:pt idx="3226">
                  <c:v>417.77320234087</c:v>
                </c:pt>
                <c:pt idx="3227">
                  <c:v>417.77320234087</c:v>
                </c:pt>
                <c:pt idx="3228">
                  <c:v>418.89249224674472</c:v>
                </c:pt>
                <c:pt idx="3229">
                  <c:v>418.89249224674472</c:v>
                </c:pt>
                <c:pt idx="3230">
                  <c:v>428.44968515777049</c:v>
                </c:pt>
                <c:pt idx="3231">
                  <c:v>428.44968515777049</c:v>
                </c:pt>
                <c:pt idx="3232">
                  <c:v>436.36823498027354</c:v>
                </c:pt>
                <c:pt idx="3233">
                  <c:v>436.36823498027354</c:v>
                </c:pt>
                <c:pt idx="3234">
                  <c:v>437.92496243161958</c:v>
                </c:pt>
                <c:pt idx="3235">
                  <c:v>437.92496243161958</c:v>
                </c:pt>
                <c:pt idx="3236">
                  <c:v>438.74320261440471</c:v>
                </c:pt>
                <c:pt idx="3237">
                  <c:v>438.74320261440471</c:v>
                </c:pt>
                <c:pt idx="3238">
                  <c:v>450.34372026247593</c:v>
                </c:pt>
                <c:pt idx="3239">
                  <c:v>450.34372026247593</c:v>
                </c:pt>
                <c:pt idx="3240">
                  <c:v>448.04916131234671</c:v>
                </c:pt>
                <c:pt idx="3241">
                  <c:v>448.04916131234671</c:v>
                </c:pt>
                <c:pt idx="3242">
                  <c:v>461.32054706277745</c:v>
                </c:pt>
                <c:pt idx="3243">
                  <c:v>461.32054706277745</c:v>
                </c:pt>
                <c:pt idx="3244">
                  <c:v>490.58012376304208</c:v>
                </c:pt>
                <c:pt idx="3245">
                  <c:v>490.58012376304208</c:v>
                </c:pt>
                <c:pt idx="3246">
                  <c:v>500.39213449989597</c:v>
                </c:pt>
                <c:pt idx="3247">
                  <c:v>500.39213449989597</c:v>
                </c:pt>
                <c:pt idx="3248">
                  <c:v>504.5940948545379</c:v>
                </c:pt>
                <c:pt idx="3249">
                  <c:v>504.5940948545379</c:v>
                </c:pt>
                <c:pt idx="3250">
                  <c:v>507.46436332072562</c:v>
                </c:pt>
                <c:pt idx="3251">
                  <c:v>507.46436332072562</c:v>
                </c:pt>
                <c:pt idx="3252">
                  <c:v>503.34256049599071</c:v>
                </c:pt>
                <c:pt idx="3253">
                  <c:v>503.34256049599071</c:v>
                </c:pt>
                <c:pt idx="3254">
                  <c:v>504.22973899710945</c:v>
                </c:pt>
                <c:pt idx="3255">
                  <c:v>504.22973899710945</c:v>
                </c:pt>
                <c:pt idx="3256">
                  <c:v>512.61705859109202</c:v>
                </c:pt>
                <c:pt idx="3257">
                  <c:v>512.61705859109202</c:v>
                </c:pt>
                <c:pt idx="3258">
                  <c:v>516.88588739598322</c:v>
                </c:pt>
                <c:pt idx="3259">
                  <c:v>516.88588739598322</c:v>
                </c:pt>
                <c:pt idx="3260">
                  <c:v>527.91262316453719</c:v>
                </c:pt>
                <c:pt idx="3261">
                  <c:v>527.91262316453719</c:v>
                </c:pt>
                <c:pt idx="3262">
                  <c:v>524.7154008005997</c:v>
                </c:pt>
                <c:pt idx="3263">
                  <c:v>524.7154008005997</c:v>
                </c:pt>
                <c:pt idx="3264">
                  <c:v>522.9852507368546</c:v>
                </c:pt>
                <c:pt idx="3265">
                  <c:v>522.9852507368546</c:v>
                </c:pt>
                <c:pt idx="3266">
                  <c:v>523.34552556593906</c:v>
                </c:pt>
                <c:pt idx="3267">
                  <c:v>523.34552556593906</c:v>
                </c:pt>
                <c:pt idx="3268">
                  <c:v>521.80982351767977</c:v>
                </c:pt>
                <c:pt idx="3269">
                  <c:v>521.80982351767977</c:v>
                </c:pt>
                <c:pt idx="3270">
                  <c:v>525.75058966977997</c:v>
                </c:pt>
                <c:pt idx="3271">
                  <c:v>525.75058966977997</c:v>
                </c:pt>
                <c:pt idx="3272">
                  <c:v>531.95173143659235</c:v>
                </c:pt>
                <c:pt idx="3273">
                  <c:v>531.95173143659235</c:v>
                </c:pt>
                <c:pt idx="3274">
                  <c:v>531.1406104930013</c:v>
                </c:pt>
                <c:pt idx="3275">
                  <c:v>531.1406104930013</c:v>
                </c:pt>
                <c:pt idx="3276">
                  <c:v>535.96518292021199</c:v>
                </c:pt>
                <c:pt idx="3277">
                  <c:v>535.96518292021199</c:v>
                </c:pt>
                <c:pt idx="3278">
                  <c:v>549.92041305420048</c:v>
                </c:pt>
                <c:pt idx="3279">
                  <c:v>549.92041305420048</c:v>
                </c:pt>
                <c:pt idx="3280">
                  <c:v>560.7552478781829</c:v>
                </c:pt>
                <c:pt idx="3281">
                  <c:v>560.7552478781829</c:v>
                </c:pt>
                <c:pt idx="3282">
                  <c:v>574.9292854402272</c:v>
                </c:pt>
                <c:pt idx="3283">
                  <c:v>574.9292854402272</c:v>
                </c:pt>
                <c:pt idx="3284">
                  <c:v>569.25266463774165</c:v>
                </c:pt>
                <c:pt idx="3285">
                  <c:v>569.25266463774165</c:v>
                </c:pt>
                <c:pt idx="3286">
                  <c:v>578.52356430682039</c:v>
                </c:pt>
                <c:pt idx="3287">
                  <c:v>578.52356430682039</c:v>
                </c:pt>
                <c:pt idx="3288">
                  <c:v>579.02898117289965</c:v>
                </c:pt>
                <c:pt idx="3289">
                  <c:v>579.02898117289965</c:v>
                </c:pt>
                <c:pt idx="3290">
                  <c:v>582.21601709663662</c:v>
                </c:pt>
                <c:pt idx="3291">
                  <c:v>582.21601709663662</c:v>
                </c:pt>
                <c:pt idx="3292">
                  <c:v>573.82434949332946</c:v>
                </c:pt>
                <c:pt idx="3293">
                  <c:v>573.82434949332946</c:v>
                </c:pt>
                <c:pt idx="3294">
                  <c:v>573.11955767455572</c:v>
                </c:pt>
                <c:pt idx="3295">
                  <c:v>573.11955767455572</c:v>
                </c:pt>
                <c:pt idx="3296">
                  <c:v>578.26498304898064</c:v>
                </c:pt>
                <c:pt idx="3297">
                  <c:v>578.26498304898064</c:v>
                </c:pt>
                <c:pt idx="3298">
                  <c:v>581.06191387889078</c:v>
                </c:pt>
                <c:pt idx="3299">
                  <c:v>581.06191387889078</c:v>
                </c:pt>
                <c:pt idx="3300">
                  <c:v>584.9954650476102</c:v>
                </c:pt>
                <c:pt idx="3301">
                  <c:v>584.9954650476102</c:v>
                </c:pt>
                <c:pt idx="3302">
                  <c:v>587.36819863641404</c:v>
                </c:pt>
                <c:pt idx="3303">
                  <c:v>587.36819863641404</c:v>
                </c:pt>
                <c:pt idx="3304">
                  <c:v>599.78894900220553</c:v>
                </c:pt>
                <c:pt idx="3305">
                  <c:v>599.78894900220553</c:v>
                </c:pt>
                <c:pt idx="3306">
                  <c:v>619.53894143521427</c:v>
                </c:pt>
                <c:pt idx="3307">
                  <c:v>619.53894143521427</c:v>
                </c:pt>
                <c:pt idx="3308">
                  <c:v>609.21372178873435</c:v>
                </c:pt>
                <c:pt idx="3309">
                  <c:v>609.21372178873435</c:v>
                </c:pt>
                <c:pt idx="3310">
                  <c:v>625.64761093337711</c:v>
                </c:pt>
                <c:pt idx="3311">
                  <c:v>625.64761093337711</c:v>
                </c:pt>
                <c:pt idx="3312">
                  <c:v>630.35911016777095</c:v>
                </c:pt>
                <c:pt idx="3313">
                  <c:v>630.35911016777095</c:v>
                </c:pt>
                <c:pt idx="3314">
                  <c:v>626.4651105315329</c:v>
                </c:pt>
                <c:pt idx="3315">
                  <c:v>626.4651105315329</c:v>
                </c:pt>
                <c:pt idx="3316">
                  <c:v>619.46171919496078</c:v>
                </c:pt>
                <c:pt idx="3317">
                  <c:v>619.46171919496078</c:v>
                </c:pt>
                <c:pt idx="3318">
                  <c:v>622.0820874199535</c:v>
                </c:pt>
                <c:pt idx="3319">
                  <c:v>622.0820874199535</c:v>
                </c:pt>
                <c:pt idx="3320">
                  <c:v>618.47778784634716</c:v>
                </c:pt>
                <c:pt idx="3321">
                  <c:v>618.47778784634716</c:v>
                </c:pt>
                <c:pt idx="3322">
                  <c:v>615.21923256933053</c:v>
                </c:pt>
                <c:pt idx="3323">
                  <c:v>615.21923256933053</c:v>
                </c:pt>
                <c:pt idx="3324">
                  <c:v>609.95961848571551</c:v>
                </c:pt>
                <c:pt idx="3325">
                  <c:v>609.95961848571551</c:v>
                </c:pt>
                <c:pt idx="3326">
                  <c:v>602.10275142622561</c:v>
                </c:pt>
                <c:pt idx="3327">
                  <c:v>602.10275142622561</c:v>
                </c:pt>
                <c:pt idx="3328">
                  <c:v>607.21098589032738</c:v>
                </c:pt>
                <c:pt idx="3329">
                  <c:v>607.21098589032738</c:v>
                </c:pt>
                <c:pt idx="3330">
                  <c:v>614.01545769181939</c:v>
                </c:pt>
                <c:pt idx="3331">
                  <c:v>614.01545769181939</c:v>
                </c:pt>
                <c:pt idx="3332">
                  <c:v>612.14892694297339</c:v>
                </c:pt>
                <c:pt idx="3333">
                  <c:v>612.14892694297339</c:v>
                </c:pt>
                <c:pt idx="3334">
                  <c:v>607.78555027500784</c:v>
                </c:pt>
                <c:pt idx="3335">
                  <c:v>607.78555027500784</c:v>
                </c:pt>
                <c:pt idx="3336">
                  <c:v>603.78230323682317</c:v>
                </c:pt>
                <c:pt idx="3337">
                  <c:v>603.78230323682317</c:v>
                </c:pt>
                <c:pt idx="3338">
                  <c:v>601.81161862769886</c:v>
                </c:pt>
                <c:pt idx="3339">
                  <c:v>601.81161862769886</c:v>
                </c:pt>
                <c:pt idx="3340">
                  <c:v>595.91701594353697</c:v>
                </c:pt>
                <c:pt idx="3341">
                  <c:v>595.91701594353697</c:v>
                </c:pt>
                <c:pt idx="3342">
                  <c:v>586.63154718035412</c:v>
                </c:pt>
                <c:pt idx="3343">
                  <c:v>586.63154718035412</c:v>
                </c:pt>
                <c:pt idx="3344">
                  <c:v>585.45216539452213</c:v>
                </c:pt>
                <c:pt idx="3345">
                  <c:v>585.45216539452213</c:v>
                </c:pt>
                <c:pt idx="3346">
                  <c:v>580.90060826509853</c:v>
                </c:pt>
                <c:pt idx="3347">
                  <c:v>580.90060826509853</c:v>
                </c:pt>
                <c:pt idx="3348">
                  <c:v>573.12817652176045</c:v>
                </c:pt>
                <c:pt idx="3349">
                  <c:v>573.12817652176045</c:v>
                </c:pt>
                <c:pt idx="3350">
                  <c:v>568.53608761614657</c:v>
                </c:pt>
                <c:pt idx="3351">
                  <c:v>568.53608761614657</c:v>
                </c:pt>
                <c:pt idx="3352">
                  <c:v>571.20808710009874</c:v>
                </c:pt>
                <c:pt idx="3353">
                  <c:v>571.20808710009874</c:v>
                </c:pt>
                <c:pt idx="3354">
                  <c:v>565.75453978729001</c:v>
                </c:pt>
                <c:pt idx="3355">
                  <c:v>565.75453978729001</c:v>
                </c:pt>
                <c:pt idx="3356">
                  <c:v>563.59803047380842</c:v>
                </c:pt>
                <c:pt idx="3357">
                  <c:v>563.59803047380842</c:v>
                </c:pt>
                <c:pt idx="3358">
                  <c:v>559.56284884633851</c:v>
                </c:pt>
                <c:pt idx="3359">
                  <c:v>559.56284884633851</c:v>
                </c:pt>
                <c:pt idx="3360">
                  <c:v>553.70079796328582</c:v>
                </c:pt>
                <c:pt idx="3361">
                  <c:v>553.70079796328582</c:v>
                </c:pt>
                <c:pt idx="3362">
                  <c:v>556.7375300877984</c:v>
                </c:pt>
                <c:pt idx="3363">
                  <c:v>556.7375300877984</c:v>
                </c:pt>
                <c:pt idx="3364">
                  <c:v>547.49117436754921</c:v>
                </c:pt>
                <c:pt idx="3365">
                  <c:v>547.49117436754921</c:v>
                </c:pt>
                <c:pt idx="3366">
                  <c:v>543.95075494865432</c:v>
                </c:pt>
                <c:pt idx="3367">
                  <c:v>543.95075494865432</c:v>
                </c:pt>
                <c:pt idx="3368">
                  <c:v>553.23527954215695</c:v>
                </c:pt>
                <c:pt idx="3369">
                  <c:v>553.23527954215695</c:v>
                </c:pt>
                <c:pt idx="3370">
                  <c:v>551.5538941569107</c:v>
                </c:pt>
                <c:pt idx="3371">
                  <c:v>551.5538941569107</c:v>
                </c:pt>
                <c:pt idx="3372">
                  <c:v>550.68127631912489</c:v>
                </c:pt>
                <c:pt idx="3373">
                  <c:v>550.68127631912489</c:v>
                </c:pt>
                <c:pt idx="3374">
                  <c:v>546.37219237434556</c:v>
                </c:pt>
                <c:pt idx="3375">
                  <c:v>546.37219237434556</c:v>
                </c:pt>
                <c:pt idx="3376">
                  <c:v>542.07560327646684</c:v>
                </c:pt>
                <c:pt idx="3377">
                  <c:v>542.07560327646684</c:v>
                </c:pt>
                <c:pt idx="3378">
                  <c:v>541.42952385468243</c:v>
                </c:pt>
                <c:pt idx="3379">
                  <c:v>541.42952385468243</c:v>
                </c:pt>
                <c:pt idx="3380">
                  <c:v>542.46223298183327</c:v>
                </c:pt>
                <c:pt idx="3381">
                  <c:v>542.46223298183327</c:v>
                </c:pt>
                <c:pt idx="3382">
                  <c:v>538.15530197588555</c:v>
                </c:pt>
                <c:pt idx="3383">
                  <c:v>538.15530197588555</c:v>
                </c:pt>
                <c:pt idx="3384">
                  <c:v>532.58438521272046</c:v>
                </c:pt>
                <c:pt idx="3385">
                  <c:v>532.58438521272046</c:v>
                </c:pt>
                <c:pt idx="3386">
                  <c:v>528.46651534207149</c:v>
                </c:pt>
                <c:pt idx="3387">
                  <c:v>528.46651534207149</c:v>
                </c:pt>
                <c:pt idx="3388">
                  <c:v>523.36779917272179</c:v>
                </c:pt>
                <c:pt idx="3389">
                  <c:v>523.36779917272179</c:v>
                </c:pt>
                <c:pt idx="3390">
                  <c:v>515.44993708605602</c:v>
                </c:pt>
                <c:pt idx="3391">
                  <c:v>515.44993708605602</c:v>
                </c:pt>
                <c:pt idx="3392">
                  <c:v>514.15880507900374</c:v>
                </c:pt>
                <c:pt idx="3393">
                  <c:v>514.15880507900374</c:v>
                </c:pt>
                <c:pt idx="3394">
                  <c:v>511.28909573316349</c:v>
                </c:pt>
                <c:pt idx="3395">
                  <c:v>511.28909573316349</c:v>
                </c:pt>
                <c:pt idx="3396">
                  <c:v>505.54674904936417</c:v>
                </c:pt>
                <c:pt idx="3397">
                  <c:v>505.54674904936417</c:v>
                </c:pt>
                <c:pt idx="3398">
                  <c:v>497.92354918841141</c:v>
                </c:pt>
                <c:pt idx="3399">
                  <c:v>497.92354918841141</c:v>
                </c:pt>
                <c:pt idx="3400">
                  <c:v>492.5594466557726</c:v>
                </c:pt>
                <c:pt idx="3401">
                  <c:v>492.5594466557726</c:v>
                </c:pt>
                <c:pt idx="3402">
                  <c:v>483.93584513672386</c:v>
                </c:pt>
                <c:pt idx="3403">
                  <c:v>483.93584513672386</c:v>
                </c:pt>
                <c:pt idx="3404">
                  <c:v>484.71232977276748</c:v>
                </c:pt>
                <c:pt idx="3405">
                  <c:v>484.71232977276748</c:v>
                </c:pt>
                <c:pt idx="3406">
                  <c:v>480.38229375057301</c:v>
                </c:pt>
                <c:pt idx="3407">
                  <c:v>480.38229375057301</c:v>
                </c:pt>
                <c:pt idx="3408">
                  <c:v>476.28253585796921</c:v>
                </c:pt>
                <c:pt idx="3409">
                  <c:v>476.28253585796921</c:v>
                </c:pt>
                <c:pt idx="3410">
                  <c:v>470.08223628425651</c:v>
                </c:pt>
                <c:pt idx="3411">
                  <c:v>470.08223628425651</c:v>
                </c:pt>
                <c:pt idx="3412">
                  <c:v>464.49270693500603</c:v>
                </c:pt>
                <c:pt idx="3413">
                  <c:v>464.49270693500603</c:v>
                </c:pt>
                <c:pt idx="3414">
                  <c:v>458.98278417925906</c:v>
                </c:pt>
                <c:pt idx="3415">
                  <c:v>458.98278417925906</c:v>
                </c:pt>
                <c:pt idx="3416">
                  <c:v>458.28008631013256</c:v>
                </c:pt>
                <c:pt idx="3417">
                  <c:v>458.28008631013256</c:v>
                </c:pt>
                <c:pt idx="3418">
                  <c:v>457.5175479430863</c:v>
                </c:pt>
                <c:pt idx="3419">
                  <c:v>457.5175479430863</c:v>
                </c:pt>
                <c:pt idx="3420">
                  <c:v>454.8172524046073</c:v>
                </c:pt>
                <c:pt idx="3421">
                  <c:v>454.8172524046073</c:v>
                </c:pt>
                <c:pt idx="3422">
                  <c:v>449.95378820651933</c:v>
                </c:pt>
                <c:pt idx="3423">
                  <c:v>449.95378820651933</c:v>
                </c:pt>
                <c:pt idx="3424">
                  <c:v>441.5279040757996</c:v>
                </c:pt>
                <c:pt idx="3425">
                  <c:v>441.5279040757996</c:v>
                </c:pt>
                <c:pt idx="3426">
                  <c:v>435.95186553416829</c:v>
                </c:pt>
                <c:pt idx="3427">
                  <c:v>435.95186553416829</c:v>
                </c:pt>
                <c:pt idx="3428">
                  <c:v>430.81447200355518</c:v>
                </c:pt>
                <c:pt idx="3429">
                  <c:v>430.81447200355518</c:v>
                </c:pt>
                <c:pt idx="3430">
                  <c:v>427.55416065126491</c:v>
                </c:pt>
                <c:pt idx="3431">
                  <c:v>427.55416065126491</c:v>
                </c:pt>
                <c:pt idx="3432">
                  <c:v>421.49318286771103</c:v>
                </c:pt>
                <c:pt idx="3433">
                  <c:v>421.49318286771103</c:v>
                </c:pt>
                <c:pt idx="3434">
                  <c:v>415.22465111265041</c:v>
                </c:pt>
                <c:pt idx="3435">
                  <c:v>415.22465111265041</c:v>
                </c:pt>
                <c:pt idx="3436">
                  <c:v>410.28099426166546</c:v>
                </c:pt>
                <c:pt idx="3437">
                  <c:v>410.28099426166546</c:v>
                </c:pt>
                <c:pt idx="3438">
                  <c:v>404.40650728743202</c:v>
                </c:pt>
                <c:pt idx="3439">
                  <c:v>404.40650728743202</c:v>
                </c:pt>
                <c:pt idx="3440">
                  <c:v>396.61831567269599</c:v>
                </c:pt>
                <c:pt idx="3441">
                  <c:v>396.61831567269599</c:v>
                </c:pt>
                <c:pt idx="3442">
                  <c:v>392.42801449757673</c:v>
                </c:pt>
                <c:pt idx="3443">
                  <c:v>392.42801449757673</c:v>
                </c:pt>
                <c:pt idx="3444">
                  <c:v>389.45650290066095</c:v>
                </c:pt>
                <c:pt idx="3445">
                  <c:v>389.45650290066095</c:v>
                </c:pt>
                <c:pt idx="3446">
                  <c:v>387.21539668239433</c:v>
                </c:pt>
                <c:pt idx="3447">
                  <c:v>387.21539668239433</c:v>
                </c:pt>
                <c:pt idx="3448">
                  <c:v>382.93133424506487</c:v>
                </c:pt>
                <c:pt idx="3449">
                  <c:v>382.93133424506487</c:v>
                </c:pt>
                <c:pt idx="3450">
                  <c:v>380.44718543863354</c:v>
                </c:pt>
                <c:pt idx="3451">
                  <c:v>380.44718543863354</c:v>
                </c:pt>
                <c:pt idx="3452">
                  <c:v>379.34224404568545</c:v>
                </c:pt>
                <c:pt idx="3453">
                  <c:v>379.34224404568545</c:v>
                </c:pt>
                <c:pt idx="3454">
                  <c:v>374.42646886330579</c:v>
                </c:pt>
                <c:pt idx="3455">
                  <c:v>374.42646886330579</c:v>
                </c:pt>
                <c:pt idx="3456">
                  <c:v>371.34722136212207</c:v>
                </c:pt>
                <c:pt idx="3457">
                  <c:v>371.34722136212207</c:v>
                </c:pt>
                <c:pt idx="3458">
                  <c:v>366.02834535589659</c:v>
                </c:pt>
                <c:pt idx="3459">
                  <c:v>366.02834535589659</c:v>
                </c:pt>
                <c:pt idx="3460">
                  <c:v>360.7502757027188</c:v>
                </c:pt>
                <c:pt idx="3461">
                  <c:v>360.7502757027188</c:v>
                </c:pt>
                <c:pt idx="3462">
                  <c:v>354.89962768260187</c:v>
                </c:pt>
                <c:pt idx="3463">
                  <c:v>354.89962768260187</c:v>
                </c:pt>
                <c:pt idx="3464">
                  <c:v>350.9150117208053</c:v>
                </c:pt>
                <c:pt idx="3465">
                  <c:v>350.9150117208053</c:v>
                </c:pt>
                <c:pt idx="3466">
                  <c:v>349.14340701653765</c:v>
                </c:pt>
                <c:pt idx="3467">
                  <c:v>349.14340701653765</c:v>
                </c:pt>
                <c:pt idx="3468">
                  <c:v>343.94105793430339</c:v>
                </c:pt>
                <c:pt idx="3469">
                  <c:v>343.94105793430339</c:v>
                </c:pt>
                <c:pt idx="3470">
                  <c:v>340.22586963747688</c:v>
                </c:pt>
                <c:pt idx="3471">
                  <c:v>340.22586963747688</c:v>
                </c:pt>
                <c:pt idx="3472">
                  <c:v>336.89235282698536</c:v>
                </c:pt>
                <c:pt idx="3473">
                  <c:v>336.89235282698536</c:v>
                </c:pt>
                <c:pt idx="3474">
                  <c:v>331.50776785703027</c:v>
                </c:pt>
                <c:pt idx="3475">
                  <c:v>331.50776785703027</c:v>
                </c:pt>
                <c:pt idx="3476">
                  <c:v>327.25400075887302</c:v>
                </c:pt>
                <c:pt idx="3477">
                  <c:v>327.25400075887302</c:v>
                </c:pt>
                <c:pt idx="3478">
                  <c:v>323.68493858986449</c:v>
                </c:pt>
                <c:pt idx="3479">
                  <c:v>323.68493858986449</c:v>
                </c:pt>
                <c:pt idx="3480">
                  <c:v>320.13066711839303</c:v>
                </c:pt>
                <c:pt idx="3481">
                  <c:v>320.13066711839303</c:v>
                </c:pt>
                <c:pt idx="3482">
                  <c:v>315.8076848923364</c:v>
                </c:pt>
                <c:pt idx="3483">
                  <c:v>315.8076848923364</c:v>
                </c:pt>
                <c:pt idx="3484">
                  <c:v>312.05251784076233</c:v>
                </c:pt>
                <c:pt idx="3485">
                  <c:v>312.05251784076233</c:v>
                </c:pt>
                <c:pt idx="3486">
                  <c:v>309.50250310978134</c:v>
                </c:pt>
                <c:pt idx="3487">
                  <c:v>309.50250310978134</c:v>
                </c:pt>
                <c:pt idx="3488">
                  <c:v>306.45506517966555</c:v>
                </c:pt>
                <c:pt idx="3489">
                  <c:v>306.45506517966555</c:v>
                </c:pt>
                <c:pt idx="3490">
                  <c:v>303.54636148745499</c:v>
                </c:pt>
                <c:pt idx="3491">
                  <c:v>303.54636148745499</c:v>
                </c:pt>
                <c:pt idx="3492">
                  <c:v>299.77224835391934</c:v>
                </c:pt>
                <c:pt idx="3493">
                  <c:v>299.77224835391934</c:v>
                </c:pt>
                <c:pt idx="3494">
                  <c:v>296.23062290493266</c:v>
                </c:pt>
                <c:pt idx="3495">
                  <c:v>296.23062290493266</c:v>
                </c:pt>
                <c:pt idx="3496">
                  <c:v>293.20295265795119</c:v>
                </c:pt>
                <c:pt idx="3497">
                  <c:v>293.20295265795119</c:v>
                </c:pt>
                <c:pt idx="3498">
                  <c:v>288.97452756857888</c:v>
                </c:pt>
                <c:pt idx="3499">
                  <c:v>288.97452756857888</c:v>
                </c:pt>
                <c:pt idx="3500">
                  <c:v>286.71672621499351</c:v>
                </c:pt>
                <c:pt idx="3501">
                  <c:v>286.71672621499351</c:v>
                </c:pt>
                <c:pt idx="3502">
                  <c:v>282.91653739515436</c:v>
                </c:pt>
                <c:pt idx="3503">
                  <c:v>282.91653739515436</c:v>
                </c:pt>
                <c:pt idx="3504">
                  <c:v>279.97571728774602</c:v>
                </c:pt>
                <c:pt idx="3505">
                  <c:v>279.97571728774602</c:v>
                </c:pt>
                <c:pt idx="3506">
                  <c:v>276.80675421896302</c:v>
                </c:pt>
                <c:pt idx="3507">
                  <c:v>276.80675421896302</c:v>
                </c:pt>
                <c:pt idx="3508">
                  <c:v>275.61683193696814</c:v>
                </c:pt>
                <c:pt idx="3509">
                  <c:v>275.61683193696814</c:v>
                </c:pt>
                <c:pt idx="3510">
                  <c:v>271.78954579167589</c:v>
                </c:pt>
                <c:pt idx="3511">
                  <c:v>271.78954579167589</c:v>
                </c:pt>
                <c:pt idx="3512">
                  <c:v>269.32949527509606</c:v>
                </c:pt>
                <c:pt idx="3513">
                  <c:v>269.32949527509606</c:v>
                </c:pt>
                <c:pt idx="3514">
                  <c:v>266.50896810172469</c:v>
                </c:pt>
                <c:pt idx="3515">
                  <c:v>266.50896810172469</c:v>
                </c:pt>
                <c:pt idx="3516">
                  <c:v>262.18149127414853</c:v>
                </c:pt>
                <c:pt idx="3517">
                  <c:v>262.18149127414853</c:v>
                </c:pt>
                <c:pt idx="3518">
                  <c:v>258.35241095966165</c:v>
                </c:pt>
                <c:pt idx="3519">
                  <c:v>258.35241095966165</c:v>
                </c:pt>
                <c:pt idx="3520">
                  <c:v>254.98664506918951</c:v>
                </c:pt>
                <c:pt idx="3521">
                  <c:v>254.98664506918951</c:v>
                </c:pt>
                <c:pt idx="3522">
                  <c:v>254.78884771519569</c:v>
                </c:pt>
                <c:pt idx="3523">
                  <c:v>254.78884771519569</c:v>
                </c:pt>
                <c:pt idx="3524">
                  <c:v>251.2265882907046</c:v>
                </c:pt>
                <c:pt idx="3525">
                  <c:v>251.2265882907046</c:v>
                </c:pt>
                <c:pt idx="3526">
                  <c:v>248.26491966311161</c:v>
                </c:pt>
                <c:pt idx="3527">
                  <c:v>248.26491966311161</c:v>
                </c:pt>
                <c:pt idx="3528">
                  <c:v>244.76702024734584</c:v>
                </c:pt>
                <c:pt idx="3529">
                  <c:v>244.76702024734584</c:v>
                </c:pt>
                <c:pt idx="3530">
                  <c:v>242.21495666589848</c:v>
                </c:pt>
                <c:pt idx="3531">
                  <c:v>242.21495666589848</c:v>
                </c:pt>
                <c:pt idx="3532">
                  <c:v>239.28842464001721</c:v>
                </c:pt>
                <c:pt idx="3533">
                  <c:v>239.28842464001721</c:v>
                </c:pt>
                <c:pt idx="3534">
                  <c:v>236.43811121053415</c:v>
                </c:pt>
                <c:pt idx="3535">
                  <c:v>236.43811121053415</c:v>
                </c:pt>
                <c:pt idx="3536">
                  <c:v>233.00256099907045</c:v>
                </c:pt>
                <c:pt idx="3537">
                  <c:v>233.00256099907045</c:v>
                </c:pt>
                <c:pt idx="3538">
                  <c:v>230.56119305437613</c:v>
                </c:pt>
                <c:pt idx="3539">
                  <c:v>230.56119305437613</c:v>
                </c:pt>
                <c:pt idx="3540">
                  <c:v>229.34920734560839</c:v>
                </c:pt>
                <c:pt idx="3541">
                  <c:v>229.34920734560839</c:v>
                </c:pt>
                <c:pt idx="3542">
                  <c:v>226.24201516947497</c:v>
                </c:pt>
                <c:pt idx="3543">
                  <c:v>226.24201516947497</c:v>
                </c:pt>
                <c:pt idx="3544">
                  <c:v>223.28079489502144</c:v>
                </c:pt>
                <c:pt idx="3545">
                  <c:v>223.28079489502144</c:v>
                </c:pt>
                <c:pt idx="3546">
                  <c:v>220.71824822920979</c:v>
                </c:pt>
                <c:pt idx="3547">
                  <c:v>220.71824822920979</c:v>
                </c:pt>
                <c:pt idx="3548">
                  <c:v>218.14463045826307</c:v>
                </c:pt>
                <c:pt idx="3549">
                  <c:v>218.14463045826307</c:v>
                </c:pt>
                <c:pt idx="3550">
                  <c:v>214.74679173056924</c:v>
                </c:pt>
                <c:pt idx="3551">
                  <c:v>214.74679173056924</c:v>
                </c:pt>
                <c:pt idx="3552">
                  <c:v>212.09450568531079</c:v>
                </c:pt>
                <c:pt idx="3553">
                  <c:v>212.09450568531079</c:v>
                </c:pt>
                <c:pt idx="3554">
                  <c:v>209.835722947444</c:v>
                </c:pt>
                <c:pt idx="3555">
                  <c:v>209.835722947444</c:v>
                </c:pt>
                <c:pt idx="3556">
                  <c:v>208.29319032194601</c:v>
                </c:pt>
                <c:pt idx="3557">
                  <c:v>208.29319032194601</c:v>
                </c:pt>
                <c:pt idx="3558">
                  <c:v>205.32466213828215</c:v>
                </c:pt>
                <c:pt idx="3559">
                  <c:v>205.32466213828215</c:v>
                </c:pt>
                <c:pt idx="3560">
                  <c:v>203.02964446651148</c:v>
                </c:pt>
                <c:pt idx="3561">
                  <c:v>203.02964446651148</c:v>
                </c:pt>
                <c:pt idx="3562">
                  <c:v>200.56923657022483</c:v>
                </c:pt>
                <c:pt idx="3563">
                  <c:v>200.56923657022483</c:v>
                </c:pt>
                <c:pt idx="3564">
                  <c:v>197.52669602264868</c:v>
                </c:pt>
                <c:pt idx="3565">
                  <c:v>197.52669602264868</c:v>
                </c:pt>
                <c:pt idx="3566">
                  <c:v>195.50248747199345</c:v>
                </c:pt>
                <c:pt idx="3567">
                  <c:v>195.50248747199345</c:v>
                </c:pt>
                <c:pt idx="3568">
                  <c:v>192.53439271442784</c:v>
                </c:pt>
                <c:pt idx="3569">
                  <c:v>192.53439271442784</c:v>
                </c:pt>
                <c:pt idx="3570">
                  <c:v>191.08504660652707</c:v>
                </c:pt>
                <c:pt idx="3571">
                  <c:v>191.08504660652707</c:v>
                </c:pt>
                <c:pt idx="3572">
                  <c:v>189.53094230858756</c:v>
                </c:pt>
                <c:pt idx="3573">
                  <c:v>189.53094230858756</c:v>
                </c:pt>
                <c:pt idx="3574">
                  <c:v>187.1859528177157</c:v>
                </c:pt>
                <c:pt idx="3575">
                  <c:v>187.1859528177157</c:v>
                </c:pt>
                <c:pt idx="3576">
                  <c:v>184.21162417624259</c:v>
                </c:pt>
                <c:pt idx="3577">
                  <c:v>184.21162417624259</c:v>
                </c:pt>
                <c:pt idx="3578">
                  <c:v>182.01874666400829</c:v>
                </c:pt>
                <c:pt idx="3579">
                  <c:v>182.01874666400829</c:v>
                </c:pt>
                <c:pt idx="3580">
                  <c:v>179.57838903756016</c:v>
                </c:pt>
                <c:pt idx="3581">
                  <c:v>179.57838903756016</c:v>
                </c:pt>
                <c:pt idx="3582">
                  <c:v>177.09106100950456</c:v>
                </c:pt>
                <c:pt idx="3583">
                  <c:v>177.09106100950456</c:v>
                </c:pt>
                <c:pt idx="3584">
                  <c:v>174.63414316366274</c:v>
                </c:pt>
                <c:pt idx="3585">
                  <c:v>174.63414316366274</c:v>
                </c:pt>
                <c:pt idx="3586">
                  <c:v>173.0732501284983</c:v>
                </c:pt>
                <c:pt idx="3587">
                  <c:v>173.0732501284983</c:v>
                </c:pt>
                <c:pt idx="3588">
                  <c:v>170.5660066731794</c:v>
                </c:pt>
                <c:pt idx="3589">
                  <c:v>170.5660066731794</c:v>
                </c:pt>
                <c:pt idx="3590">
                  <c:v>168.23902708426351</c:v>
                </c:pt>
                <c:pt idx="3591">
                  <c:v>168.23902708426351</c:v>
                </c:pt>
                <c:pt idx="3592">
                  <c:v>166.32815626381881</c:v>
                </c:pt>
                <c:pt idx="3593">
                  <c:v>166.32815626381881</c:v>
                </c:pt>
                <c:pt idx="3594">
                  <c:v>164.62197114381095</c:v>
                </c:pt>
                <c:pt idx="3595">
                  <c:v>164.62197114381095</c:v>
                </c:pt>
                <c:pt idx="3596">
                  <c:v>162.99720134294196</c:v>
                </c:pt>
                <c:pt idx="3597">
                  <c:v>162.99720134294196</c:v>
                </c:pt>
                <c:pt idx="3598">
                  <c:v>161.10423389809938</c:v>
                </c:pt>
                <c:pt idx="3599">
                  <c:v>161.10423389809938</c:v>
                </c:pt>
                <c:pt idx="3600">
                  <c:v>159.73533651739646</c:v>
                </c:pt>
                <c:pt idx="3601">
                  <c:v>159.73533651739646</c:v>
                </c:pt>
                <c:pt idx="3602">
                  <c:v>157.9121038043279</c:v>
                </c:pt>
                <c:pt idx="3603">
                  <c:v>157.9121038043279</c:v>
                </c:pt>
                <c:pt idx="3604">
                  <c:v>156.07867165604429</c:v>
                </c:pt>
                <c:pt idx="3605">
                  <c:v>156.07867165604429</c:v>
                </c:pt>
                <c:pt idx="3606">
                  <c:v>154.55359240648423</c:v>
                </c:pt>
                <c:pt idx="3607">
                  <c:v>154.55359240648423</c:v>
                </c:pt>
                <c:pt idx="3608">
                  <c:v>152.86780602543732</c:v>
                </c:pt>
                <c:pt idx="3609">
                  <c:v>152.86780602543732</c:v>
                </c:pt>
                <c:pt idx="3610">
                  <c:v>152.13519614595444</c:v>
                </c:pt>
                <c:pt idx="3611">
                  <c:v>152.13519614595444</c:v>
                </c:pt>
                <c:pt idx="3612">
                  <c:v>150.33557966681931</c:v>
                </c:pt>
                <c:pt idx="3613">
                  <c:v>150.33557966681931</c:v>
                </c:pt>
                <c:pt idx="3614">
                  <c:v>148.91168894089907</c:v>
                </c:pt>
                <c:pt idx="3615">
                  <c:v>148.91168894089907</c:v>
                </c:pt>
                <c:pt idx="3616">
                  <c:v>146.91600217855969</c:v>
                </c:pt>
                <c:pt idx="3617">
                  <c:v>146.91600217855969</c:v>
                </c:pt>
                <c:pt idx="3618">
                  <c:v>145.41772161095057</c:v>
                </c:pt>
                <c:pt idx="3619">
                  <c:v>145.41772161095057</c:v>
                </c:pt>
                <c:pt idx="3620">
                  <c:v>143.91631524842489</c:v>
                </c:pt>
                <c:pt idx="3621">
                  <c:v>143.91631524842489</c:v>
                </c:pt>
                <c:pt idx="3622">
                  <c:v>142.19603419597334</c:v>
                </c:pt>
                <c:pt idx="3623">
                  <c:v>142.19603419597334</c:v>
                </c:pt>
                <c:pt idx="3624">
                  <c:v>140.28767644070396</c:v>
                </c:pt>
                <c:pt idx="3625">
                  <c:v>140.28767644070396</c:v>
                </c:pt>
                <c:pt idx="3626">
                  <c:v>138.88625718017667</c:v>
                </c:pt>
                <c:pt idx="3627">
                  <c:v>138.88625718017667</c:v>
                </c:pt>
                <c:pt idx="3628">
                  <c:v>137.62068865011295</c:v>
                </c:pt>
                <c:pt idx="3629">
                  <c:v>137.62068865011295</c:v>
                </c:pt>
                <c:pt idx="3630">
                  <c:v>135.82709781722207</c:v>
                </c:pt>
                <c:pt idx="3631">
                  <c:v>135.82709781722207</c:v>
                </c:pt>
                <c:pt idx="3632">
                  <c:v>134.42437015194412</c:v>
                </c:pt>
                <c:pt idx="3633">
                  <c:v>134.42437015194412</c:v>
                </c:pt>
                <c:pt idx="3634">
                  <c:v>133.21615636718599</c:v>
                </c:pt>
                <c:pt idx="3635">
                  <c:v>133.21615636718599</c:v>
                </c:pt>
                <c:pt idx="3636">
                  <c:v>131.69347840514601</c:v>
                </c:pt>
                <c:pt idx="3637">
                  <c:v>131.69347840514601</c:v>
                </c:pt>
                <c:pt idx="3638">
                  <c:v>130.1923167596035</c:v>
                </c:pt>
                <c:pt idx="3639">
                  <c:v>130.1923167596035</c:v>
                </c:pt>
                <c:pt idx="3640">
                  <c:v>128.78577469372564</c:v>
                </c:pt>
                <c:pt idx="3641">
                  <c:v>128.78577469372564</c:v>
                </c:pt>
                <c:pt idx="3642">
                  <c:v>127.53030740570271</c:v>
                </c:pt>
                <c:pt idx="3643">
                  <c:v>127.53030740570271</c:v>
                </c:pt>
                <c:pt idx="3644">
                  <c:v>126.30278381921768</c:v>
                </c:pt>
                <c:pt idx="3645">
                  <c:v>126.30278381921768</c:v>
                </c:pt>
                <c:pt idx="3646">
                  <c:v>124.84255025463445</c:v>
                </c:pt>
                <c:pt idx="3647">
                  <c:v>124.84255025463445</c:v>
                </c:pt>
                <c:pt idx="3648">
                  <c:v>123.54150842054524</c:v>
                </c:pt>
                <c:pt idx="3649">
                  <c:v>123.54150842054524</c:v>
                </c:pt>
                <c:pt idx="3650">
                  <c:v>121.9377156313288</c:v>
                </c:pt>
                <c:pt idx="3651">
                  <c:v>121.9377156313288</c:v>
                </c:pt>
                <c:pt idx="3652">
                  <c:v>120.8453597256032</c:v>
                </c:pt>
                <c:pt idx="3653">
                  <c:v>120.8453597256032</c:v>
                </c:pt>
                <c:pt idx="3654">
                  <c:v>119.16805589006177</c:v>
                </c:pt>
                <c:pt idx="3655">
                  <c:v>119.16805589006177</c:v>
                </c:pt>
                <c:pt idx="3656">
                  <c:v>118.06836019609378</c:v>
                </c:pt>
                <c:pt idx="3657">
                  <c:v>118.06836019609378</c:v>
                </c:pt>
                <c:pt idx="3658">
                  <c:v>116.9413506384584</c:v>
                </c:pt>
                <c:pt idx="3659">
                  <c:v>116.9413506384584</c:v>
                </c:pt>
                <c:pt idx="3660">
                  <c:v>115.41196974399072</c:v>
                </c:pt>
                <c:pt idx="3661">
                  <c:v>115.41196974399072</c:v>
                </c:pt>
                <c:pt idx="3662">
                  <c:v>114.239521954664</c:v>
                </c:pt>
                <c:pt idx="3663">
                  <c:v>114.239521954664</c:v>
                </c:pt>
                <c:pt idx="3664">
                  <c:v>113.12469685639412</c:v>
                </c:pt>
                <c:pt idx="3665">
                  <c:v>113.12469685639412</c:v>
                </c:pt>
                <c:pt idx="3666">
                  <c:v>112.14871065930248</c:v>
                </c:pt>
                <c:pt idx="3667">
                  <c:v>112.14871065930248</c:v>
                </c:pt>
                <c:pt idx="3668">
                  <c:v>110.92986231202219</c:v>
                </c:pt>
                <c:pt idx="3669">
                  <c:v>110.92986231202219</c:v>
                </c:pt>
                <c:pt idx="3670">
                  <c:v>109.51996966412952</c:v>
                </c:pt>
                <c:pt idx="3671">
                  <c:v>109.51996966412952</c:v>
                </c:pt>
                <c:pt idx="3672">
                  <c:v>108.16152971730745</c:v>
                </c:pt>
                <c:pt idx="3673">
                  <c:v>108.16152971730745</c:v>
                </c:pt>
                <c:pt idx="3674">
                  <c:v>107.18132315538372</c:v>
                </c:pt>
                <c:pt idx="3675">
                  <c:v>107.18132315538372</c:v>
                </c:pt>
                <c:pt idx="3676">
                  <c:v>106.34124786254846</c:v>
                </c:pt>
                <c:pt idx="3677">
                  <c:v>106.34124786254846</c:v>
                </c:pt>
                <c:pt idx="3678">
                  <c:v>105.38783846022072</c:v>
                </c:pt>
                <c:pt idx="3679">
                  <c:v>105.38783846022072</c:v>
                </c:pt>
                <c:pt idx="3680">
                  <c:v>104.60996251046171</c:v>
                </c:pt>
                <c:pt idx="3681">
                  <c:v>104.60996251046171</c:v>
                </c:pt>
                <c:pt idx="3682">
                  <c:v>103.64317632251696</c:v>
                </c:pt>
                <c:pt idx="3683">
                  <c:v>103.64317632251696</c:v>
                </c:pt>
                <c:pt idx="3684">
                  <c:v>102.56982643780847</c:v>
                </c:pt>
                <c:pt idx="3685">
                  <c:v>102.56982643780847</c:v>
                </c:pt>
                <c:pt idx="3686">
                  <c:v>101.15102526538423</c:v>
                </c:pt>
                <c:pt idx="3687">
                  <c:v>101.15102526538423</c:v>
                </c:pt>
                <c:pt idx="3688">
                  <c:v>100.26589600082738</c:v>
                </c:pt>
                <c:pt idx="3689">
                  <c:v>100.26589600082738</c:v>
                </c:pt>
                <c:pt idx="3690">
                  <c:v>99.385075890263977</c:v>
                </c:pt>
                <c:pt idx="3691">
                  <c:v>99.385075890263977</c:v>
                </c:pt>
                <c:pt idx="3692">
                  <c:v>98.493329726483722</c:v>
                </c:pt>
                <c:pt idx="3693">
                  <c:v>98.493329726483722</c:v>
                </c:pt>
                <c:pt idx="3694">
                  <c:v>97.463215763125064</c:v>
                </c:pt>
                <c:pt idx="3695">
                  <c:v>97.463215763125064</c:v>
                </c:pt>
                <c:pt idx="3696">
                  <c:v>96.380702614147381</c:v>
                </c:pt>
                <c:pt idx="3697">
                  <c:v>96.380702614147381</c:v>
                </c:pt>
                <c:pt idx="3698">
                  <c:v>95.790698499451878</c:v>
                </c:pt>
                <c:pt idx="3699">
                  <c:v>95.790698499451878</c:v>
                </c:pt>
                <c:pt idx="3700">
                  <c:v>94.410678103758059</c:v>
                </c:pt>
                <c:pt idx="3701">
                  <c:v>94.410678103758059</c:v>
                </c:pt>
                <c:pt idx="3702">
                  <c:v>93.546010399790944</c:v>
                </c:pt>
                <c:pt idx="3703">
                  <c:v>93.546010399790944</c:v>
                </c:pt>
                <c:pt idx="3704">
                  <c:v>92.590184360901716</c:v>
                </c:pt>
                <c:pt idx="3705">
                  <c:v>92.590184360901716</c:v>
                </c:pt>
                <c:pt idx="3706">
                  <c:v>91.729500949057325</c:v>
                </c:pt>
                <c:pt idx="3707">
                  <c:v>91.729500949057325</c:v>
                </c:pt>
                <c:pt idx="3708">
                  <c:v>90.844822850129844</c:v>
                </c:pt>
                <c:pt idx="3709">
                  <c:v>90.844822850129844</c:v>
                </c:pt>
                <c:pt idx="3710">
                  <c:v>89.988236464269178</c:v>
                </c:pt>
                <c:pt idx="3711">
                  <c:v>89.988236464269178</c:v>
                </c:pt>
                <c:pt idx="3712">
                  <c:v>89.168916922140923</c:v>
                </c:pt>
                <c:pt idx="3713">
                  <c:v>89.168916922140923</c:v>
                </c:pt>
                <c:pt idx="3714">
                  <c:v>88.541191931041581</c:v>
                </c:pt>
                <c:pt idx="3715">
                  <c:v>88.541191931041581</c:v>
                </c:pt>
                <c:pt idx="3716">
                  <c:v>87.752029162334281</c:v>
                </c:pt>
                <c:pt idx="3717">
                  <c:v>87.752029162334281</c:v>
                </c:pt>
                <c:pt idx="3718">
                  <c:v>86.818513033512943</c:v>
                </c:pt>
                <c:pt idx="3719">
                  <c:v>86.818513033512943</c:v>
                </c:pt>
                <c:pt idx="3720">
                  <c:v>86.079521512646465</c:v>
                </c:pt>
                <c:pt idx="3721">
                  <c:v>86.079521512646465</c:v>
                </c:pt>
                <c:pt idx="3722">
                  <c:v>85.478838396789229</c:v>
                </c:pt>
                <c:pt idx="3723">
                  <c:v>85.478838396789229</c:v>
                </c:pt>
                <c:pt idx="3724">
                  <c:v>84.596734847283457</c:v>
                </c:pt>
                <c:pt idx="3725">
                  <c:v>84.596734847283457</c:v>
                </c:pt>
                <c:pt idx="3726">
                  <c:v>83.825712241117358</c:v>
                </c:pt>
                <c:pt idx="3727">
                  <c:v>83.825712241117358</c:v>
                </c:pt>
                <c:pt idx="3728">
                  <c:v>83.123785711020503</c:v>
                </c:pt>
                <c:pt idx="3729">
                  <c:v>83.123785711020503</c:v>
                </c:pt>
                <c:pt idx="3730">
                  <c:v>82.378421412319895</c:v>
                </c:pt>
                <c:pt idx="3731">
                  <c:v>82.378421412319895</c:v>
                </c:pt>
                <c:pt idx="3732">
                  <c:v>81.690179415988823</c:v>
                </c:pt>
                <c:pt idx="3733">
                  <c:v>81.690179415988823</c:v>
                </c:pt>
                <c:pt idx="3734">
                  <c:v>80.935875040527023</c:v>
                </c:pt>
                <c:pt idx="3735">
                  <c:v>80.935875040527023</c:v>
                </c:pt>
                <c:pt idx="3736">
                  <c:v>80.028483204721113</c:v>
                </c:pt>
                <c:pt idx="3737">
                  <c:v>80.028483204721113</c:v>
                </c:pt>
                <c:pt idx="3738">
                  <c:v>79.285509223559245</c:v>
                </c:pt>
                <c:pt idx="3739">
                  <c:v>79.285509223559245</c:v>
                </c:pt>
                <c:pt idx="3740">
                  <c:v>78.520475028882743</c:v>
                </c:pt>
                <c:pt idx="3741">
                  <c:v>78.520475028882743</c:v>
                </c:pt>
                <c:pt idx="3742">
                  <c:v>77.835901495121192</c:v>
                </c:pt>
                <c:pt idx="3743">
                  <c:v>77.835901495121192</c:v>
                </c:pt>
                <c:pt idx="3744">
                  <c:v>77.017478391587431</c:v>
                </c:pt>
                <c:pt idx="3745">
                  <c:v>77.017478391587431</c:v>
                </c:pt>
                <c:pt idx="3746">
                  <c:v>76.409434100137247</c:v>
                </c:pt>
                <c:pt idx="3747">
                  <c:v>76.409434100137247</c:v>
                </c:pt>
                <c:pt idx="3748">
                  <c:v>75.563157222028437</c:v>
                </c:pt>
                <c:pt idx="3749">
                  <c:v>75.563157222028437</c:v>
                </c:pt>
                <c:pt idx="3750">
                  <c:v>74.767446514583085</c:v>
                </c:pt>
                <c:pt idx="3751">
                  <c:v>74.767446514583085</c:v>
                </c:pt>
                <c:pt idx="3752">
                  <c:v>74.132581697866584</c:v>
                </c:pt>
                <c:pt idx="3753">
                  <c:v>74.132581697866584</c:v>
                </c:pt>
                <c:pt idx="3754">
                  <c:v>73.535990061897394</c:v>
                </c:pt>
                <c:pt idx="3755">
                  <c:v>73.535990061897394</c:v>
                </c:pt>
                <c:pt idx="3756">
                  <c:v>72.8119612241005</c:v>
                </c:pt>
                <c:pt idx="3757">
                  <c:v>72.8119612241005</c:v>
                </c:pt>
                <c:pt idx="3758">
                  <c:v>72.19310708321737</c:v>
                </c:pt>
                <c:pt idx="3759">
                  <c:v>72.19310708321737</c:v>
                </c:pt>
                <c:pt idx="3760">
                  <c:v>71.504484660710361</c:v>
                </c:pt>
                <c:pt idx="3761">
                  <c:v>71.504484660710361</c:v>
                </c:pt>
                <c:pt idx="3762">
                  <c:v>70.842094509724305</c:v>
                </c:pt>
                <c:pt idx="3763">
                  <c:v>70.842094509724305</c:v>
                </c:pt>
                <c:pt idx="3764">
                  <c:v>70.280857588229992</c:v>
                </c:pt>
                <c:pt idx="3765">
                  <c:v>70.280857588229992</c:v>
                </c:pt>
                <c:pt idx="3766">
                  <c:v>69.670787904749957</c:v>
                </c:pt>
                <c:pt idx="3767">
                  <c:v>69.670787904749957</c:v>
                </c:pt>
                <c:pt idx="3768">
                  <c:v>69.036043633665315</c:v>
                </c:pt>
                <c:pt idx="3769">
                  <c:v>69.036043633665315</c:v>
                </c:pt>
                <c:pt idx="3770">
                  <c:v>68.519435688454109</c:v>
                </c:pt>
                <c:pt idx="3771">
                  <c:v>68.519435688454109</c:v>
                </c:pt>
                <c:pt idx="3772">
                  <c:v>67.999217519659126</c:v>
                </c:pt>
                <c:pt idx="3773">
                  <c:v>67.999217519659126</c:v>
                </c:pt>
                <c:pt idx="3774">
                  <c:v>67.45211919919457</c:v>
                </c:pt>
                <c:pt idx="3775">
                  <c:v>67.45211919919457</c:v>
                </c:pt>
                <c:pt idx="3776">
                  <c:v>66.754801159780371</c:v>
                </c:pt>
                <c:pt idx="3777">
                  <c:v>66.754801159780371</c:v>
                </c:pt>
                <c:pt idx="3778">
                  <c:v>66.17253366468384</c:v>
                </c:pt>
                <c:pt idx="3779">
                  <c:v>66.17253366468384</c:v>
                </c:pt>
                <c:pt idx="3780">
                  <c:v>65.482030219916737</c:v>
                </c:pt>
                <c:pt idx="3781">
                  <c:v>65.482030219916737</c:v>
                </c:pt>
                <c:pt idx="3782">
                  <c:v>64.847208242182674</c:v>
                </c:pt>
                <c:pt idx="3783">
                  <c:v>64.847208242182674</c:v>
                </c:pt>
                <c:pt idx="3784">
                  <c:v>64.26942184689004</c:v>
                </c:pt>
                <c:pt idx="3785">
                  <c:v>64.26942184689004</c:v>
                </c:pt>
                <c:pt idx="3786">
                  <c:v>63.736505790254242</c:v>
                </c:pt>
                <c:pt idx="3787">
                  <c:v>63.736505790254242</c:v>
                </c:pt>
                <c:pt idx="3788">
                  <c:v>63.260920328926986</c:v>
                </c:pt>
                <c:pt idx="3789">
                  <c:v>63.260920328926986</c:v>
                </c:pt>
                <c:pt idx="3790">
                  <c:v>62.811105136443011</c:v>
                </c:pt>
                <c:pt idx="3791">
                  <c:v>62.811105136443011</c:v>
                </c:pt>
                <c:pt idx="3792">
                  <c:v>62.367675064303043</c:v>
                </c:pt>
                <c:pt idx="3793">
                  <c:v>62.367675064303043</c:v>
                </c:pt>
                <c:pt idx="3794">
                  <c:v>61.823871258130374</c:v>
                </c:pt>
                <c:pt idx="3795">
                  <c:v>61.823871258130374</c:v>
                </c:pt>
                <c:pt idx="3796">
                  <c:v>61.334031194562286</c:v>
                </c:pt>
                <c:pt idx="3797">
                  <c:v>61.334031194562286</c:v>
                </c:pt>
                <c:pt idx="3798">
                  <c:v>60.928815929086994</c:v>
                </c:pt>
                <c:pt idx="3799">
                  <c:v>60.928815929086994</c:v>
                </c:pt>
                <c:pt idx="3800">
                  <c:v>60.355183185895442</c:v>
                </c:pt>
                <c:pt idx="3801">
                  <c:v>60.355183185895442</c:v>
                </c:pt>
                <c:pt idx="3802">
                  <c:v>59.845625974479951</c:v>
                </c:pt>
                <c:pt idx="3803">
                  <c:v>59.845625974479951</c:v>
                </c:pt>
                <c:pt idx="3804">
                  <c:v>59.404043158981878</c:v>
                </c:pt>
                <c:pt idx="3805">
                  <c:v>59.404043158981878</c:v>
                </c:pt>
                <c:pt idx="3806">
                  <c:v>58.921177642140428</c:v>
                </c:pt>
                <c:pt idx="3807">
                  <c:v>58.921177642140428</c:v>
                </c:pt>
                <c:pt idx="3808">
                  <c:v>58.375885878321469</c:v>
                </c:pt>
                <c:pt idx="3809">
                  <c:v>58.375885878321469</c:v>
                </c:pt>
                <c:pt idx="3810">
                  <c:v>57.927966613968209</c:v>
                </c:pt>
                <c:pt idx="3811">
                  <c:v>57.927966613968209</c:v>
                </c:pt>
                <c:pt idx="3812">
                  <c:v>57.486398756152482</c:v>
                </c:pt>
                <c:pt idx="3813">
                  <c:v>57.486398756152482</c:v>
                </c:pt>
                <c:pt idx="3814">
                  <c:v>56.983857173170485</c:v>
                </c:pt>
                <c:pt idx="3815">
                  <c:v>56.983857173170485</c:v>
                </c:pt>
                <c:pt idx="3816">
                  <c:v>56.569936897284435</c:v>
                </c:pt>
                <c:pt idx="3817">
                  <c:v>56.569936897284435</c:v>
                </c:pt>
                <c:pt idx="3818">
                  <c:v>56.11206776054162</c:v>
                </c:pt>
                <c:pt idx="3819">
                  <c:v>56.11206776054162</c:v>
                </c:pt>
                <c:pt idx="3820">
                  <c:v>55.73738246984896</c:v>
                </c:pt>
                <c:pt idx="3821">
                  <c:v>55.73738246984896</c:v>
                </c:pt>
                <c:pt idx="3822">
                  <c:v>55.318034951239184</c:v>
                </c:pt>
                <c:pt idx="3823">
                  <c:v>55.318034951239184</c:v>
                </c:pt>
                <c:pt idx="3824">
                  <c:v>54.939475280405098</c:v>
                </c:pt>
                <c:pt idx="3825">
                  <c:v>54.939475280405098</c:v>
                </c:pt>
                <c:pt idx="3826">
                  <c:v>54.436159954001425</c:v>
                </c:pt>
                <c:pt idx="3827">
                  <c:v>54.436159954001425</c:v>
                </c:pt>
                <c:pt idx="3828">
                  <c:v>54.054549954154346</c:v>
                </c:pt>
                <c:pt idx="3829">
                  <c:v>54.054549954154346</c:v>
                </c:pt>
                <c:pt idx="3830">
                  <c:v>53.641141528103411</c:v>
                </c:pt>
                <c:pt idx="3831">
                  <c:v>53.641141528103411</c:v>
                </c:pt>
                <c:pt idx="3832">
                  <c:v>53.123650180952978</c:v>
                </c:pt>
                <c:pt idx="3833">
                  <c:v>53.123650180952978</c:v>
                </c:pt>
                <c:pt idx="3834">
                  <c:v>52.712902506642692</c:v>
                </c:pt>
                <c:pt idx="3835">
                  <c:v>52.712902506642692</c:v>
                </c:pt>
                <c:pt idx="3836">
                  <c:v>52.311327602157697</c:v>
                </c:pt>
                <c:pt idx="3837">
                  <c:v>52.311327602157697</c:v>
                </c:pt>
                <c:pt idx="3838">
                  <c:v>51.871190043889655</c:v>
                </c:pt>
                <c:pt idx="3839">
                  <c:v>51.871190043889655</c:v>
                </c:pt>
                <c:pt idx="3840">
                  <c:v>51.518688215016901</c:v>
                </c:pt>
                <c:pt idx="3841">
                  <c:v>51.518688215016901</c:v>
                </c:pt>
                <c:pt idx="3842">
                  <c:v>51.05746859870041</c:v>
                </c:pt>
                <c:pt idx="3843">
                  <c:v>51.05746859870041</c:v>
                </c:pt>
                <c:pt idx="3844">
                  <c:v>50.697338803016237</c:v>
                </c:pt>
                <c:pt idx="3845">
                  <c:v>50.697338803016237</c:v>
                </c:pt>
                <c:pt idx="3846">
                  <c:v>50.295393963105816</c:v>
                </c:pt>
                <c:pt idx="3847">
                  <c:v>50.295393963105816</c:v>
                </c:pt>
                <c:pt idx="3848">
                  <c:v>49.897385284242212</c:v>
                </c:pt>
                <c:pt idx="3849">
                  <c:v>49.897385284242212</c:v>
                </c:pt>
                <c:pt idx="3850">
                  <c:v>49.64471624475496</c:v>
                </c:pt>
                <c:pt idx="3851">
                  <c:v>49.64471624475496</c:v>
                </c:pt>
                <c:pt idx="3852">
                  <c:v>49.233551394627789</c:v>
                </c:pt>
                <c:pt idx="3853">
                  <c:v>49.233551394627789</c:v>
                </c:pt>
                <c:pt idx="3854">
                  <c:v>48.852739046602402</c:v>
                </c:pt>
                <c:pt idx="3855">
                  <c:v>48.852739046602402</c:v>
                </c:pt>
                <c:pt idx="3856">
                  <c:v>48.505492416802348</c:v>
                </c:pt>
                <c:pt idx="3857">
                  <c:v>48.505492416802348</c:v>
                </c:pt>
                <c:pt idx="3858">
                  <c:v>48.171784470102232</c:v>
                </c:pt>
                <c:pt idx="3859">
                  <c:v>48.171784470102232</c:v>
                </c:pt>
                <c:pt idx="3860">
                  <c:v>47.877712059973753</c:v>
                </c:pt>
                <c:pt idx="3861">
                  <c:v>47.877712059973753</c:v>
                </c:pt>
                <c:pt idx="3862">
                  <c:v>47.446837610996646</c:v>
                </c:pt>
                <c:pt idx="3863">
                  <c:v>47.446837610996646</c:v>
                </c:pt>
                <c:pt idx="3864">
                  <c:v>47.129065185701727</c:v>
                </c:pt>
                <c:pt idx="3865">
                  <c:v>47.129065185701727</c:v>
                </c:pt>
                <c:pt idx="3866">
                  <c:v>46.716891676927474</c:v>
                </c:pt>
                <c:pt idx="3867">
                  <c:v>46.716891676927474</c:v>
                </c:pt>
                <c:pt idx="3868">
                  <c:v>46.463592750019991</c:v>
                </c:pt>
                <c:pt idx="3869">
                  <c:v>46.463592750019991</c:v>
                </c:pt>
                <c:pt idx="3870">
                  <c:v>46.115513307187612</c:v>
                </c:pt>
                <c:pt idx="3871">
                  <c:v>46.115513307187612</c:v>
                </c:pt>
                <c:pt idx="3872">
                  <c:v>45.739112344738672</c:v>
                </c:pt>
                <c:pt idx="3873">
                  <c:v>45.739112344738672</c:v>
                </c:pt>
                <c:pt idx="3874">
                  <c:v>45.403786445830946</c:v>
                </c:pt>
                <c:pt idx="3875">
                  <c:v>45.403786445830946</c:v>
                </c:pt>
                <c:pt idx="3876">
                  <c:v>45.034676247562629</c:v>
                </c:pt>
                <c:pt idx="3877">
                  <c:v>45.034676247562629</c:v>
                </c:pt>
                <c:pt idx="3878">
                  <c:v>44.764772799857838</c:v>
                </c:pt>
                <c:pt idx="3879">
                  <c:v>44.764772799857838</c:v>
                </c:pt>
                <c:pt idx="3880">
                  <c:v>44.428931447251031</c:v>
                </c:pt>
                <c:pt idx="3881">
                  <c:v>44.428931447251031</c:v>
                </c:pt>
                <c:pt idx="3882">
                  <c:v>44.094910433224833</c:v>
                </c:pt>
                <c:pt idx="3883">
                  <c:v>44.094910433224833</c:v>
                </c:pt>
                <c:pt idx="3884">
                  <c:v>43.820216379446258</c:v>
                </c:pt>
                <c:pt idx="3885">
                  <c:v>43.820216379446258</c:v>
                </c:pt>
                <c:pt idx="3886">
                  <c:v>43.541093126404505</c:v>
                </c:pt>
                <c:pt idx="3887">
                  <c:v>43.541093126404505</c:v>
                </c:pt>
                <c:pt idx="3888">
                  <c:v>43.24002465456423</c:v>
                </c:pt>
                <c:pt idx="3889">
                  <c:v>43.24002465456423</c:v>
                </c:pt>
                <c:pt idx="3890">
                  <c:v>42.973485784546313</c:v>
                </c:pt>
                <c:pt idx="3891">
                  <c:v>42.973485784546313</c:v>
                </c:pt>
                <c:pt idx="3892">
                  <c:v>42.689462911120017</c:v>
                </c:pt>
                <c:pt idx="3893">
                  <c:v>42.689462911120017</c:v>
                </c:pt>
                <c:pt idx="3894">
                  <c:v>42.421859854590629</c:v>
                </c:pt>
                <c:pt idx="3895">
                  <c:v>42.421859854590629</c:v>
                </c:pt>
                <c:pt idx="3896">
                  <c:v>42.133672271434797</c:v>
                </c:pt>
                <c:pt idx="3897">
                  <c:v>42.133672271434797</c:v>
                </c:pt>
                <c:pt idx="3898">
                  <c:v>41.812238129890083</c:v>
                </c:pt>
                <c:pt idx="3899">
                  <c:v>41.812238129890083</c:v>
                </c:pt>
                <c:pt idx="3900">
                  <c:v>41.547753201577272</c:v>
                </c:pt>
                <c:pt idx="3901">
                  <c:v>41.547753201577272</c:v>
                </c:pt>
                <c:pt idx="3902">
                  <c:v>41.27233973156283</c:v>
                </c:pt>
                <c:pt idx="3903">
                  <c:v>41.27233973156283</c:v>
                </c:pt>
                <c:pt idx="3904">
                  <c:v>40.979450239758165</c:v>
                </c:pt>
                <c:pt idx="3905">
                  <c:v>40.979450239758165</c:v>
                </c:pt>
                <c:pt idx="3906">
                  <c:v>40.698839410409271</c:v>
                </c:pt>
                <c:pt idx="3907">
                  <c:v>40.698839410409271</c:v>
                </c:pt>
                <c:pt idx="3908">
                  <c:v>40.502466682559181</c:v>
                </c:pt>
                <c:pt idx="3909">
                  <c:v>40.502466682559181</c:v>
                </c:pt>
                <c:pt idx="3910">
                  <c:v>40.233692595803475</c:v>
                </c:pt>
                <c:pt idx="3911">
                  <c:v>40.233692595803475</c:v>
                </c:pt>
                <c:pt idx="3912">
                  <c:v>40.001813175289641</c:v>
                </c:pt>
                <c:pt idx="3913">
                  <c:v>40.001813175289641</c:v>
                </c:pt>
                <c:pt idx="3914">
                  <c:v>39.731072042963959</c:v>
                </c:pt>
                <c:pt idx="3915">
                  <c:v>39.731072042963959</c:v>
                </c:pt>
                <c:pt idx="3916">
                  <c:v>39.432144733402389</c:v>
                </c:pt>
                <c:pt idx="3917">
                  <c:v>39.432144733402389</c:v>
                </c:pt>
                <c:pt idx="3918">
                  <c:v>39.173243992432511</c:v>
                </c:pt>
                <c:pt idx="3919">
                  <c:v>39.173243992432511</c:v>
                </c:pt>
                <c:pt idx="3920">
                  <c:v>38.928549611591464</c:v>
                </c:pt>
                <c:pt idx="3921">
                  <c:v>38.928549611591464</c:v>
                </c:pt>
                <c:pt idx="3922">
                  <c:v>38.617165336989032</c:v>
                </c:pt>
                <c:pt idx="3923">
                  <c:v>38.617165336989032</c:v>
                </c:pt>
                <c:pt idx="3924">
                  <c:v>38.36432831390055</c:v>
                </c:pt>
                <c:pt idx="3925">
                  <c:v>38.36432831390055</c:v>
                </c:pt>
                <c:pt idx="3926">
                  <c:v>38.106525755889876</c:v>
                </c:pt>
                <c:pt idx="3927">
                  <c:v>38.106525755889876</c:v>
                </c:pt>
                <c:pt idx="3928">
                  <c:v>37.834107729849251</c:v>
                </c:pt>
                <c:pt idx="3929">
                  <c:v>37.834107729849251</c:v>
                </c:pt>
                <c:pt idx="3930">
                  <c:v>37.575865750745642</c:v>
                </c:pt>
                <c:pt idx="3931">
                  <c:v>37.575865750745642</c:v>
                </c:pt>
                <c:pt idx="3932">
                  <c:v>37.318610228293025</c:v>
                </c:pt>
                <c:pt idx="3933">
                  <c:v>37.318610228293025</c:v>
                </c:pt>
                <c:pt idx="3934">
                  <c:v>37.073769989385731</c:v>
                </c:pt>
                <c:pt idx="3935">
                  <c:v>37.073769989385731</c:v>
                </c:pt>
                <c:pt idx="3936">
                  <c:v>36.840874183701636</c:v>
                </c:pt>
                <c:pt idx="3937">
                  <c:v>36.840874183701636</c:v>
                </c:pt>
                <c:pt idx="3938">
                  <c:v>36.642867735365741</c:v>
                </c:pt>
                <c:pt idx="3939">
                  <c:v>36.642867735365741</c:v>
                </c:pt>
                <c:pt idx="3940">
                  <c:v>36.414907334738146</c:v>
                </c:pt>
                <c:pt idx="3941">
                  <c:v>36.414907334738146</c:v>
                </c:pt>
                <c:pt idx="3942">
                  <c:v>36.183150108025984</c:v>
                </c:pt>
                <c:pt idx="3943">
                  <c:v>36.183150108025984</c:v>
                </c:pt>
                <c:pt idx="3944">
                  <c:v>35.908262023510019</c:v>
                </c:pt>
                <c:pt idx="3945">
                  <c:v>35.908262023510019</c:v>
                </c:pt>
                <c:pt idx="3946">
                  <c:v>35.674743664623186</c:v>
                </c:pt>
                <c:pt idx="3947">
                  <c:v>35.674743664623186</c:v>
                </c:pt>
                <c:pt idx="3948">
                  <c:v>35.41897268629463</c:v>
                </c:pt>
                <c:pt idx="3949">
                  <c:v>35.41897268629463</c:v>
                </c:pt>
                <c:pt idx="3950">
                  <c:v>35.176541558334904</c:v>
                </c:pt>
                <c:pt idx="3951">
                  <c:v>35.176541558334904</c:v>
                </c:pt>
                <c:pt idx="3952">
                  <c:v>34.961905929917521</c:v>
                </c:pt>
                <c:pt idx="3953">
                  <c:v>34.961905929917521</c:v>
                </c:pt>
                <c:pt idx="3954">
                  <c:v>34.74984472134232</c:v>
                </c:pt>
                <c:pt idx="3955">
                  <c:v>34.74984472134232</c:v>
                </c:pt>
                <c:pt idx="3956">
                  <c:v>34.534584166411278</c:v>
                </c:pt>
                <c:pt idx="3957">
                  <c:v>34.534584166411278</c:v>
                </c:pt>
                <c:pt idx="3958">
                  <c:v>34.294762450338062</c:v>
                </c:pt>
                <c:pt idx="3959">
                  <c:v>34.294762450338062</c:v>
                </c:pt>
                <c:pt idx="3960">
                  <c:v>34.058898292039487</c:v>
                </c:pt>
                <c:pt idx="3961">
                  <c:v>34.058898292039487</c:v>
                </c:pt>
                <c:pt idx="3962">
                  <c:v>33.845193879663299</c:v>
                </c:pt>
                <c:pt idx="3963">
                  <c:v>33.845193879663299</c:v>
                </c:pt>
                <c:pt idx="3964">
                  <c:v>33.629649886597562</c:v>
                </c:pt>
                <c:pt idx="3965">
                  <c:v>33.629649886597562</c:v>
                </c:pt>
                <c:pt idx="3966">
                  <c:v>33.414077545211477</c:v>
                </c:pt>
                <c:pt idx="3967">
                  <c:v>33.414077545211477</c:v>
                </c:pt>
                <c:pt idx="3968">
                  <c:v>33.196067412768713</c:v>
                </c:pt>
                <c:pt idx="3969">
                  <c:v>33.196067412768713</c:v>
                </c:pt>
                <c:pt idx="3970">
                  <c:v>32.996869388708525</c:v>
                </c:pt>
                <c:pt idx="3971">
                  <c:v>32.996869388708525</c:v>
                </c:pt>
                <c:pt idx="3972">
                  <c:v>32.816440128791101</c:v>
                </c:pt>
                <c:pt idx="3973">
                  <c:v>32.816440128791101</c:v>
                </c:pt>
                <c:pt idx="3974">
                  <c:v>32.602159908459519</c:v>
                </c:pt>
                <c:pt idx="3975">
                  <c:v>32.602159908459519</c:v>
                </c:pt>
                <c:pt idx="3976">
                  <c:v>32.396228927272254</c:v>
                </c:pt>
                <c:pt idx="3977">
                  <c:v>32.396228927272254</c:v>
                </c:pt>
                <c:pt idx="3978">
                  <c:v>32.168118331538913</c:v>
                </c:pt>
                <c:pt idx="3979">
                  <c:v>32.168118331538913</c:v>
                </c:pt>
                <c:pt idx="3980">
                  <c:v>31.987126838253239</c:v>
                </c:pt>
                <c:pt idx="3981">
                  <c:v>31.987126838253239</c:v>
                </c:pt>
                <c:pt idx="3982">
                  <c:v>31.756792197560983</c:v>
                </c:pt>
                <c:pt idx="3983">
                  <c:v>31.756792197560983</c:v>
                </c:pt>
                <c:pt idx="3984">
                  <c:v>31.556437554246013</c:v>
                </c:pt>
                <c:pt idx="3985">
                  <c:v>31.556437554246013</c:v>
                </c:pt>
                <c:pt idx="3986">
                  <c:v>31.32720003010817</c:v>
                </c:pt>
                <c:pt idx="3987">
                  <c:v>31.32720003010817</c:v>
                </c:pt>
                <c:pt idx="3988">
                  <c:v>31.14264611016478</c:v>
                </c:pt>
                <c:pt idx="3989">
                  <c:v>31.14264611016478</c:v>
                </c:pt>
                <c:pt idx="3990">
                  <c:v>30.957990191254385</c:v>
                </c:pt>
                <c:pt idx="3991">
                  <c:v>30.957990191254385</c:v>
                </c:pt>
                <c:pt idx="3992">
                  <c:v>30.768554155114625</c:v>
                </c:pt>
                <c:pt idx="3993">
                  <c:v>30.768554155114625</c:v>
                </c:pt>
                <c:pt idx="3994">
                  <c:v>30.545449806697139</c:v>
                </c:pt>
                <c:pt idx="3995">
                  <c:v>30.545449806697139</c:v>
                </c:pt>
                <c:pt idx="3996">
                  <c:v>30.34245462919159</c:v>
                </c:pt>
              </c:numCache>
            </c:numRef>
          </c:yVal>
          <c:smooth val="0"/>
          <c:extLst>
            <c:ext xmlns:c16="http://schemas.microsoft.com/office/drawing/2014/chart" uri="{C3380CC4-5D6E-409C-BE32-E72D297353CC}">
              <c16:uniqueId val="{00000002-1CC4-4783-9796-E759C597DBF7}"/>
            </c:ext>
          </c:extLst>
        </c:ser>
        <c:ser>
          <c:idx val="2"/>
          <c:order val="2"/>
          <c:tx>
            <c:v>制限なし（400回）</c:v>
          </c:tx>
          <c:spPr>
            <a:ln w="25400" cap="rnd">
              <a:solidFill>
                <a:srgbClr val="535B9D"/>
              </a:solidFill>
              <a:round/>
            </a:ln>
            <a:effectLst/>
          </c:spPr>
          <c:marker>
            <c:symbol val="none"/>
          </c:marker>
          <c:xVal>
            <c:numRef>
              <c:f>データ!$G$2:$G$3998</c:f>
              <c:numCache>
                <c:formatCode>General</c:formatCode>
                <c:ptCount val="3997"/>
                <c:pt idx="0">
                  <c:v>0</c:v>
                </c:pt>
                <c:pt idx="1">
                  <c:v>3.0757874015748031E-4</c:v>
                </c:pt>
                <c:pt idx="2">
                  <c:v>3.0757874015748031E-4</c:v>
                </c:pt>
                <c:pt idx="3">
                  <c:v>6.4591535433070871E-4</c:v>
                </c:pt>
                <c:pt idx="4">
                  <c:v>6.4591535433070871E-4</c:v>
                </c:pt>
                <c:pt idx="5">
                  <c:v>9.8425196850393699E-4</c:v>
                </c:pt>
                <c:pt idx="6">
                  <c:v>9.8425196850393699E-4</c:v>
                </c:pt>
                <c:pt idx="7">
                  <c:v>1.3225885826771654E-3</c:v>
                </c:pt>
                <c:pt idx="8">
                  <c:v>1.3225885826771654E-3</c:v>
                </c:pt>
                <c:pt idx="9">
                  <c:v>1.6609251968503938E-3</c:v>
                </c:pt>
                <c:pt idx="10">
                  <c:v>1.6609251968503938E-3</c:v>
                </c:pt>
                <c:pt idx="11">
                  <c:v>1.999261811023622E-3</c:v>
                </c:pt>
                <c:pt idx="12">
                  <c:v>1.999261811023622E-3</c:v>
                </c:pt>
                <c:pt idx="13">
                  <c:v>2.3375984251968506E-3</c:v>
                </c:pt>
                <c:pt idx="14">
                  <c:v>2.3375984251968506E-3</c:v>
                </c:pt>
                <c:pt idx="15">
                  <c:v>2.6759350393700788E-3</c:v>
                </c:pt>
                <c:pt idx="16">
                  <c:v>2.6759350393700788E-3</c:v>
                </c:pt>
                <c:pt idx="17">
                  <c:v>3.0142716535433069E-3</c:v>
                </c:pt>
                <c:pt idx="18">
                  <c:v>3.0142716535433069E-3</c:v>
                </c:pt>
                <c:pt idx="19">
                  <c:v>3.3526082677165355E-3</c:v>
                </c:pt>
                <c:pt idx="20">
                  <c:v>3.3526082677165355E-3</c:v>
                </c:pt>
                <c:pt idx="21">
                  <c:v>3.6909448818897642E-3</c:v>
                </c:pt>
                <c:pt idx="22">
                  <c:v>3.6909448818897642E-3</c:v>
                </c:pt>
                <c:pt idx="23">
                  <c:v>4.0292814960629919E-3</c:v>
                </c:pt>
                <c:pt idx="24">
                  <c:v>4.0292814960629919E-3</c:v>
                </c:pt>
                <c:pt idx="25">
                  <c:v>4.3676181102362205E-3</c:v>
                </c:pt>
                <c:pt idx="26">
                  <c:v>4.3676181102362205E-3</c:v>
                </c:pt>
                <c:pt idx="27">
                  <c:v>4.7059547244094491E-3</c:v>
                </c:pt>
                <c:pt idx="28">
                  <c:v>4.7059547244094491E-3</c:v>
                </c:pt>
                <c:pt idx="29">
                  <c:v>5.0442913385826769E-3</c:v>
                </c:pt>
                <c:pt idx="30">
                  <c:v>5.0442913385826769E-3</c:v>
                </c:pt>
                <c:pt idx="31">
                  <c:v>5.3518700787401575E-3</c:v>
                </c:pt>
                <c:pt idx="32">
                  <c:v>5.3518700787401575E-3</c:v>
                </c:pt>
                <c:pt idx="33">
                  <c:v>5.6902066929133861E-3</c:v>
                </c:pt>
                <c:pt idx="34">
                  <c:v>5.6902066929133861E-3</c:v>
                </c:pt>
                <c:pt idx="35">
                  <c:v>6.0285433070866139E-3</c:v>
                </c:pt>
                <c:pt idx="36">
                  <c:v>6.0285433070866139E-3</c:v>
                </c:pt>
                <c:pt idx="37">
                  <c:v>6.3668799212598425E-3</c:v>
                </c:pt>
                <c:pt idx="38">
                  <c:v>6.3668799212598425E-3</c:v>
                </c:pt>
                <c:pt idx="39">
                  <c:v>6.7052165354330711E-3</c:v>
                </c:pt>
                <c:pt idx="40">
                  <c:v>6.7052165354330711E-3</c:v>
                </c:pt>
                <c:pt idx="41">
                  <c:v>7.0435531496062988E-3</c:v>
                </c:pt>
                <c:pt idx="42">
                  <c:v>7.0435531496062988E-3</c:v>
                </c:pt>
                <c:pt idx="43">
                  <c:v>7.3818897637795283E-3</c:v>
                </c:pt>
                <c:pt idx="44">
                  <c:v>7.3818897637795283E-3</c:v>
                </c:pt>
                <c:pt idx="45">
                  <c:v>7.7202263779527561E-3</c:v>
                </c:pt>
                <c:pt idx="46">
                  <c:v>7.7202263779527561E-3</c:v>
                </c:pt>
                <c:pt idx="47">
                  <c:v>8.0585629921259838E-3</c:v>
                </c:pt>
                <c:pt idx="48">
                  <c:v>8.0585629921259838E-3</c:v>
                </c:pt>
                <c:pt idx="49">
                  <c:v>8.3968996062992133E-3</c:v>
                </c:pt>
                <c:pt idx="50">
                  <c:v>8.3968996062992133E-3</c:v>
                </c:pt>
                <c:pt idx="51">
                  <c:v>8.735236220472441E-3</c:v>
                </c:pt>
                <c:pt idx="52">
                  <c:v>8.735236220472441E-3</c:v>
                </c:pt>
                <c:pt idx="53">
                  <c:v>9.0735728346456688E-3</c:v>
                </c:pt>
                <c:pt idx="54">
                  <c:v>9.0735728346456688E-3</c:v>
                </c:pt>
                <c:pt idx="55">
                  <c:v>9.4119094488188983E-3</c:v>
                </c:pt>
                <c:pt idx="56">
                  <c:v>9.4119094488188983E-3</c:v>
                </c:pt>
                <c:pt idx="57">
                  <c:v>9.750246062992126E-3</c:v>
                </c:pt>
                <c:pt idx="58">
                  <c:v>9.750246062992126E-3</c:v>
                </c:pt>
                <c:pt idx="59">
                  <c:v>1.0088582677165354E-2</c:v>
                </c:pt>
                <c:pt idx="60">
                  <c:v>1.0088582677165354E-2</c:v>
                </c:pt>
                <c:pt idx="61">
                  <c:v>1.0396161417322835E-2</c:v>
                </c:pt>
                <c:pt idx="62">
                  <c:v>1.0396161417322835E-2</c:v>
                </c:pt>
                <c:pt idx="63">
                  <c:v>1.0734498031496065E-2</c:v>
                </c:pt>
                <c:pt idx="64">
                  <c:v>1.0734498031496065E-2</c:v>
                </c:pt>
                <c:pt idx="65">
                  <c:v>1.1072834645669291E-2</c:v>
                </c:pt>
                <c:pt idx="66">
                  <c:v>1.1072834645669291E-2</c:v>
                </c:pt>
                <c:pt idx="67">
                  <c:v>1.141117125984252E-2</c:v>
                </c:pt>
                <c:pt idx="68">
                  <c:v>1.141117125984252E-2</c:v>
                </c:pt>
                <c:pt idx="69">
                  <c:v>1.1749507874015748E-2</c:v>
                </c:pt>
                <c:pt idx="70">
                  <c:v>1.1749507874015748E-2</c:v>
                </c:pt>
                <c:pt idx="71">
                  <c:v>1.2087844488188976E-2</c:v>
                </c:pt>
                <c:pt idx="72">
                  <c:v>1.2087844488188976E-2</c:v>
                </c:pt>
                <c:pt idx="73">
                  <c:v>1.2426181102362203E-2</c:v>
                </c:pt>
                <c:pt idx="74">
                  <c:v>1.2426181102362203E-2</c:v>
                </c:pt>
                <c:pt idx="75">
                  <c:v>1.2764517716535431E-2</c:v>
                </c:pt>
                <c:pt idx="76">
                  <c:v>1.2764517716535431E-2</c:v>
                </c:pt>
                <c:pt idx="77">
                  <c:v>1.3102854330708661E-2</c:v>
                </c:pt>
                <c:pt idx="78">
                  <c:v>1.3102854330708661E-2</c:v>
                </c:pt>
                <c:pt idx="79">
                  <c:v>1.344119094488189E-2</c:v>
                </c:pt>
                <c:pt idx="80">
                  <c:v>1.344119094488189E-2</c:v>
                </c:pt>
                <c:pt idx="81">
                  <c:v>1.3779527559055118E-2</c:v>
                </c:pt>
                <c:pt idx="82">
                  <c:v>1.3779527559055118E-2</c:v>
                </c:pt>
                <c:pt idx="83">
                  <c:v>1.4117864173228346E-2</c:v>
                </c:pt>
                <c:pt idx="84">
                  <c:v>1.4117864173228346E-2</c:v>
                </c:pt>
                <c:pt idx="85">
                  <c:v>1.4456200787401575E-2</c:v>
                </c:pt>
                <c:pt idx="86">
                  <c:v>1.4456200787401575E-2</c:v>
                </c:pt>
                <c:pt idx="87">
                  <c:v>1.4794537401574805E-2</c:v>
                </c:pt>
                <c:pt idx="88">
                  <c:v>1.4794537401574805E-2</c:v>
                </c:pt>
                <c:pt idx="89">
                  <c:v>1.5132874015748031E-2</c:v>
                </c:pt>
                <c:pt idx="90">
                  <c:v>1.5132874015748031E-2</c:v>
                </c:pt>
                <c:pt idx="91">
                  <c:v>1.5440452755905512E-2</c:v>
                </c:pt>
                <c:pt idx="92">
                  <c:v>1.5440452755905512E-2</c:v>
                </c:pt>
                <c:pt idx="93">
                  <c:v>1.577878937007874E-2</c:v>
                </c:pt>
                <c:pt idx="94">
                  <c:v>1.577878937007874E-2</c:v>
                </c:pt>
                <c:pt idx="95">
                  <c:v>1.6117125984251968E-2</c:v>
                </c:pt>
                <c:pt idx="96">
                  <c:v>1.6117125984251968E-2</c:v>
                </c:pt>
                <c:pt idx="97">
                  <c:v>1.6455462598425195E-2</c:v>
                </c:pt>
                <c:pt idx="98">
                  <c:v>1.6455462598425195E-2</c:v>
                </c:pt>
                <c:pt idx="99">
                  <c:v>1.6793799212598427E-2</c:v>
                </c:pt>
                <c:pt idx="100">
                  <c:v>1.6793799212598427E-2</c:v>
                </c:pt>
                <c:pt idx="101">
                  <c:v>1.7132135826771654E-2</c:v>
                </c:pt>
                <c:pt idx="102">
                  <c:v>1.7132135826771654E-2</c:v>
                </c:pt>
                <c:pt idx="103">
                  <c:v>1.7470472440944882E-2</c:v>
                </c:pt>
                <c:pt idx="104">
                  <c:v>1.7470472440944882E-2</c:v>
                </c:pt>
                <c:pt idx="105">
                  <c:v>1.780880905511811E-2</c:v>
                </c:pt>
                <c:pt idx="106">
                  <c:v>1.780880905511811E-2</c:v>
                </c:pt>
                <c:pt idx="107">
                  <c:v>1.8147145669291338E-2</c:v>
                </c:pt>
                <c:pt idx="108">
                  <c:v>1.8147145669291338E-2</c:v>
                </c:pt>
                <c:pt idx="109">
                  <c:v>1.8485482283464565E-2</c:v>
                </c:pt>
                <c:pt idx="110">
                  <c:v>1.8485482283464565E-2</c:v>
                </c:pt>
                <c:pt idx="111">
                  <c:v>1.8823818897637797E-2</c:v>
                </c:pt>
                <c:pt idx="112">
                  <c:v>1.8823818897637797E-2</c:v>
                </c:pt>
                <c:pt idx="113">
                  <c:v>1.9162155511811024E-2</c:v>
                </c:pt>
                <c:pt idx="114">
                  <c:v>1.9162155511811024E-2</c:v>
                </c:pt>
                <c:pt idx="115">
                  <c:v>1.9500492125984252E-2</c:v>
                </c:pt>
                <c:pt idx="116">
                  <c:v>1.9500492125984252E-2</c:v>
                </c:pt>
                <c:pt idx="117">
                  <c:v>1.983882874015748E-2</c:v>
                </c:pt>
                <c:pt idx="118">
                  <c:v>1.983882874015748E-2</c:v>
                </c:pt>
                <c:pt idx="119">
                  <c:v>2.0177165354330708E-2</c:v>
                </c:pt>
                <c:pt idx="120">
                  <c:v>2.0177165354330708E-2</c:v>
                </c:pt>
                <c:pt idx="121">
                  <c:v>2.0484744094488187E-2</c:v>
                </c:pt>
                <c:pt idx="122">
                  <c:v>2.0484744094488187E-2</c:v>
                </c:pt>
                <c:pt idx="123">
                  <c:v>2.0823080708661418E-2</c:v>
                </c:pt>
                <c:pt idx="124">
                  <c:v>2.0823080708661418E-2</c:v>
                </c:pt>
                <c:pt idx="125">
                  <c:v>2.116141732283465E-2</c:v>
                </c:pt>
                <c:pt idx="126">
                  <c:v>2.116141732283465E-2</c:v>
                </c:pt>
                <c:pt idx="127">
                  <c:v>2.1499753937007871E-2</c:v>
                </c:pt>
                <c:pt idx="128">
                  <c:v>2.1499753937007871E-2</c:v>
                </c:pt>
                <c:pt idx="129">
                  <c:v>2.1838090551181102E-2</c:v>
                </c:pt>
                <c:pt idx="130">
                  <c:v>2.1838090551181102E-2</c:v>
                </c:pt>
                <c:pt idx="131">
                  <c:v>2.2176427165354329E-2</c:v>
                </c:pt>
                <c:pt idx="132">
                  <c:v>2.2176427165354329E-2</c:v>
                </c:pt>
                <c:pt idx="133">
                  <c:v>2.2514763779527561E-2</c:v>
                </c:pt>
                <c:pt idx="134">
                  <c:v>2.2514763779527561E-2</c:v>
                </c:pt>
                <c:pt idx="135">
                  <c:v>2.2853100393700788E-2</c:v>
                </c:pt>
                <c:pt idx="136">
                  <c:v>2.2853100393700788E-2</c:v>
                </c:pt>
                <c:pt idx="137">
                  <c:v>2.3191437007874016E-2</c:v>
                </c:pt>
                <c:pt idx="138">
                  <c:v>2.3191437007874016E-2</c:v>
                </c:pt>
                <c:pt idx="139">
                  <c:v>2.3529773622047244E-2</c:v>
                </c:pt>
                <c:pt idx="140">
                  <c:v>2.3529773622047244E-2</c:v>
                </c:pt>
                <c:pt idx="141">
                  <c:v>2.3868110236220472E-2</c:v>
                </c:pt>
                <c:pt idx="142">
                  <c:v>2.3868110236220472E-2</c:v>
                </c:pt>
                <c:pt idx="143">
                  <c:v>2.4206446850393699E-2</c:v>
                </c:pt>
                <c:pt idx="144">
                  <c:v>2.4206446850393699E-2</c:v>
                </c:pt>
                <c:pt idx="145">
                  <c:v>2.4544783464566931E-2</c:v>
                </c:pt>
                <c:pt idx="146">
                  <c:v>2.4544783464566931E-2</c:v>
                </c:pt>
                <c:pt idx="147">
                  <c:v>2.4883120078740158E-2</c:v>
                </c:pt>
                <c:pt idx="148">
                  <c:v>2.4883120078740158E-2</c:v>
                </c:pt>
                <c:pt idx="149">
                  <c:v>2.5221456692913383E-2</c:v>
                </c:pt>
                <c:pt idx="150">
                  <c:v>2.5221456692913383E-2</c:v>
                </c:pt>
                <c:pt idx="151">
                  <c:v>2.5529035433070862E-2</c:v>
                </c:pt>
                <c:pt idx="152">
                  <c:v>2.5529035433070862E-2</c:v>
                </c:pt>
                <c:pt idx="153">
                  <c:v>2.5867372047244097E-2</c:v>
                </c:pt>
                <c:pt idx="154">
                  <c:v>2.5867372047244097E-2</c:v>
                </c:pt>
                <c:pt idx="155">
                  <c:v>2.6205708661417321E-2</c:v>
                </c:pt>
                <c:pt idx="156">
                  <c:v>2.6205708661417321E-2</c:v>
                </c:pt>
                <c:pt idx="157">
                  <c:v>2.6544045275590553E-2</c:v>
                </c:pt>
                <c:pt idx="158">
                  <c:v>2.6544045275590553E-2</c:v>
                </c:pt>
                <c:pt idx="159">
                  <c:v>2.688238188976378E-2</c:v>
                </c:pt>
                <c:pt idx="160">
                  <c:v>2.688238188976378E-2</c:v>
                </c:pt>
                <c:pt idx="161">
                  <c:v>2.7220718503937008E-2</c:v>
                </c:pt>
                <c:pt idx="162">
                  <c:v>2.7220718503937008E-2</c:v>
                </c:pt>
                <c:pt idx="163">
                  <c:v>2.7559055118110236E-2</c:v>
                </c:pt>
                <c:pt idx="164">
                  <c:v>2.7559055118110236E-2</c:v>
                </c:pt>
                <c:pt idx="165">
                  <c:v>2.7897391732283464E-2</c:v>
                </c:pt>
                <c:pt idx="166">
                  <c:v>2.7897391732283464E-2</c:v>
                </c:pt>
                <c:pt idx="167">
                  <c:v>2.8235728346456691E-2</c:v>
                </c:pt>
                <c:pt idx="168">
                  <c:v>2.8235728346456691E-2</c:v>
                </c:pt>
                <c:pt idx="169">
                  <c:v>2.8574064960629923E-2</c:v>
                </c:pt>
                <c:pt idx="170">
                  <c:v>2.8574064960629923E-2</c:v>
                </c:pt>
                <c:pt idx="171">
                  <c:v>2.891240157480315E-2</c:v>
                </c:pt>
                <c:pt idx="172">
                  <c:v>2.891240157480315E-2</c:v>
                </c:pt>
                <c:pt idx="173">
                  <c:v>2.9250738188976375E-2</c:v>
                </c:pt>
                <c:pt idx="174">
                  <c:v>2.9250738188976375E-2</c:v>
                </c:pt>
                <c:pt idx="175">
                  <c:v>2.9589074803149609E-2</c:v>
                </c:pt>
                <c:pt idx="176">
                  <c:v>2.9589074803149609E-2</c:v>
                </c:pt>
                <c:pt idx="177">
                  <c:v>2.9927411417322834E-2</c:v>
                </c:pt>
                <c:pt idx="178">
                  <c:v>2.9927411417322834E-2</c:v>
                </c:pt>
                <c:pt idx="179">
                  <c:v>3.0265748031496061E-2</c:v>
                </c:pt>
                <c:pt idx="180">
                  <c:v>3.0265748031496061E-2</c:v>
                </c:pt>
                <c:pt idx="181">
                  <c:v>3.0573326771653545E-2</c:v>
                </c:pt>
                <c:pt idx="182">
                  <c:v>3.0573326771653545E-2</c:v>
                </c:pt>
                <c:pt idx="183">
                  <c:v>3.0911663385826772E-2</c:v>
                </c:pt>
                <c:pt idx="184">
                  <c:v>3.0911663385826772E-2</c:v>
                </c:pt>
                <c:pt idx="185">
                  <c:v>3.125E-2</c:v>
                </c:pt>
                <c:pt idx="186">
                  <c:v>3.125E-2</c:v>
                </c:pt>
                <c:pt idx="187">
                  <c:v>3.1588336614173228E-2</c:v>
                </c:pt>
                <c:pt idx="188">
                  <c:v>3.1588336614173228E-2</c:v>
                </c:pt>
                <c:pt idx="189">
                  <c:v>3.1926673228346455E-2</c:v>
                </c:pt>
                <c:pt idx="190">
                  <c:v>3.1926673228346455E-2</c:v>
                </c:pt>
                <c:pt idx="191">
                  <c:v>3.2265009842519683E-2</c:v>
                </c:pt>
                <c:pt idx="192">
                  <c:v>3.2265009842519683E-2</c:v>
                </c:pt>
                <c:pt idx="193">
                  <c:v>3.2572588582677163E-2</c:v>
                </c:pt>
                <c:pt idx="194">
                  <c:v>3.2572588582677163E-2</c:v>
                </c:pt>
                <c:pt idx="195">
                  <c:v>3.2941683070866139E-2</c:v>
                </c:pt>
                <c:pt idx="196">
                  <c:v>3.2941683070866139E-2</c:v>
                </c:pt>
                <c:pt idx="197">
                  <c:v>3.3280019685039373E-2</c:v>
                </c:pt>
                <c:pt idx="198">
                  <c:v>3.3280019685039373E-2</c:v>
                </c:pt>
                <c:pt idx="199">
                  <c:v>3.3618356299212601E-2</c:v>
                </c:pt>
                <c:pt idx="200">
                  <c:v>3.3618356299212601E-2</c:v>
                </c:pt>
                <c:pt idx="201">
                  <c:v>3.3956692913385829E-2</c:v>
                </c:pt>
                <c:pt idx="202">
                  <c:v>3.3956692913385829E-2</c:v>
                </c:pt>
                <c:pt idx="203">
                  <c:v>3.4295029527559057E-2</c:v>
                </c:pt>
                <c:pt idx="204">
                  <c:v>3.4295029527559057E-2</c:v>
                </c:pt>
                <c:pt idx="205">
                  <c:v>3.4633366141732284E-2</c:v>
                </c:pt>
                <c:pt idx="206">
                  <c:v>3.4633366141732284E-2</c:v>
                </c:pt>
                <c:pt idx="207">
                  <c:v>3.4971702755905512E-2</c:v>
                </c:pt>
                <c:pt idx="208">
                  <c:v>3.4971702755905512E-2</c:v>
                </c:pt>
                <c:pt idx="209">
                  <c:v>3.531003937007874E-2</c:v>
                </c:pt>
                <c:pt idx="210">
                  <c:v>3.531003937007874E-2</c:v>
                </c:pt>
                <c:pt idx="211">
                  <c:v>3.561761811023622E-2</c:v>
                </c:pt>
                <c:pt idx="212">
                  <c:v>3.561761811023622E-2</c:v>
                </c:pt>
                <c:pt idx="213">
                  <c:v>3.5955954724409447E-2</c:v>
                </c:pt>
                <c:pt idx="214">
                  <c:v>3.5955954724409447E-2</c:v>
                </c:pt>
                <c:pt idx="215">
                  <c:v>3.6294291338582675E-2</c:v>
                </c:pt>
                <c:pt idx="216">
                  <c:v>3.6294291338582675E-2</c:v>
                </c:pt>
                <c:pt idx="217">
                  <c:v>3.6632627952755903E-2</c:v>
                </c:pt>
                <c:pt idx="218">
                  <c:v>3.6632627952755903E-2</c:v>
                </c:pt>
                <c:pt idx="219">
                  <c:v>3.6970964566929131E-2</c:v>
                </c:pt>
                <c:pt idx="220">
                  <c:v>3.6970964566929131E-2</c:v>
                </c:pt>
                <c:pt idx="221">
                  <c:v>3.7309301181102365E-2</c:v>
                </c:pt>
                <c:pt idx="222">
                  <c:v>3.7309301181102365E-2</c:v>
                </c:pt>
                <c:pt idx="223">
                  <c:v>3.7647637795275593E-2</c:v>
                </c:pt>
                <c:pt idx="224">
                  <c:v>3.7647637795275593E-2</c:v>
                </c:pt>
                <c:pt idx="225">
                  <c:v>3.7985974409448821E-2</c:v>
                </c:pt>
                <c:pt idx="226">
                  <c:v>3.7985974409448821E-2</c:v>
                </c:pt>
                <c:pt idx="227">
                  <c:v>3.8324311023622049E-2</c:v>
                </c:pt>
                <c:pt idx="228">
                  <c:v>3.8324311023622049E-2</c:v>
                </c:pt>
                <c:pt idx="229">
                  <c:v>3.8662647637795283E-2</c:v>
                </c:pt>
                <c:pt idx="230">
                  <c:v>3.8662647637795283E-2</c:v>
                </c:pt>
                <c:pt idx="231">
                  <c:v>3.9000984251968504E-2</c:v>
                </c:pt>
                <c:pt idx="232">
                  <c:v>3.9000984251968504E-2</c:v>
                </c:pt>
                <c:pt idx="233">
                  <c:v>3.9339320866141732E-2</c:v>
                </c:pt>
                <c:pt idx="234">
                  <c:v>3.9339320866141732E-2</c:v>
                </c:pt>
                <c:pt idx="235">
                  <c:v>3.967765748031496E-2</c:v>
                </c:pt>
                <c:pt idx="236">
                  <c:v>3.967765748031496E-2</c:v>
                </c:pt>
                <c:pt idx="237">
                  <c:v>4.0015994094488187E-2</c:v>
                </c:pt>
                <c:pt idx="238">
                  <c:v>4.0015994094488187E-2</c:v>
                </c:pt>
                <c:pt idx="239">
                  <c:v>4.0354330708661415E-2</c:v>
                </c:pt>
                <c:pt idx="240">
                  <c:v>4.0354330708661415E-2</c:v>
                </c:pt>
                <c:pt idx="241">
                  <c:v>4.0692667322834643E-2</c:v>
                </c:pt>
                <c:pt idx="242">
                  <c:v>4.0692667322834643E-2</c:v>
                </c:pt>
                <c:pt idx="243">
                  <c:v>4.1000246062992123E-2</c:v>
                </c:pt>
                <c:pt idx="244">
                  <c:v>4.1000246062992123E-2</c:v>
                </c:pt>
                <c:pt idx="245">
                  <c:v>4.1338582677165357E-2</c:v>
                </c:pt>
                <c:pt idx="246">
                  <c:v>4.1338582677165357E-2</c:v>
                </c:pt>
                <c:pt idx="247">
                  <c:v>4.1676919291338585E-2</c:v>
                </c:pt>
                <c:pt idx="248">
                  <c:v>4.1676919291338585E-2</c:v>
                </c:pt>
                <c:pt idx="249">
                  <c:v>4.2015255905511813E-2</c:v>
                </c:pt>
                <c:pt idx="250">
                  <c:v>4.2015255905511813E-2</c:v>
                </c:pt>
                <c:pt idx="251">
                  <c:v>4.235359251968504E-2</c:v>
                </c:pt>
                <c:pt idx="252">
                  <c:v>4.235359251968504E-2</c:v>
                </c:pt>
                <c:pt idx="253">
                  <c:v>4.2691929133858268E-2</c:v>
                </c:pt>
                <c:pt idx="254">
                  <c:v>4.2691929133858268E-2</c:v>
                </c:pt>
                <c:pt idx="255">
                  <c:v>4.3030265748031496E-2</c:v>
                </c:pt>
                <c:pt idx="256">
                  <c:v>4.3030265748031496E-2</c:v>
                </c:pt>
                <c:pt idx="257">
                  <c:v>4.3368602362204717E-2</c:v>
                </c:pt>
                <c:pt idx="258">
                  <c:v>4.3368602362204717E-2</c:v>
                </c:pt>
                <c:pt idx="259">
                  <c:v>4.3706938976377951E-2</c:v>
                </c:pt>
                <c:pt idx="260">
                  <c:v>4.3706938976377951E-2</c:v>
                </c:pt>
                <c:pt idx="261">
                  <c:v>4.4045275590551179E-2</c:v>
                </c:pt>
                <c:pt idx="262">
                  <c:v>4.4045275590551179E-2</c:v>
                </c:pt>
                <c:pt idx="263">
                  <c:v>4.4383612204724407E-2</c:v>
                </c:pt>
                <c:pt idx="264">
                  <c:v>4.4383612204724407E-2</c:v>
                </c:pt>
                <c:pt idx="265">
                  <c:v>4.4721948818897635E-2</c:v>
                </c:pt>
                <c:pt idx="266">
                  <c:v>4.4721948818897635E-2</c:v>
                </c:pt>
                <c:pt idx="267">
                  <c:v>4.5060285433070869E-2</c:v>
                </c:pt>
                <c:pt idx="268">
                  <c:v>4.5060285433070869E-2</c:v>
                </c:pt>
                <c:pt idx="269">
                  <c:v>4.5398622047244097E-2</c:v>
                </c:pt>
                <c:pt idx="270">
                  <c:v>4.5398622047244097E-2</c:v>
                </c:pt>
                <c:pt idx="271">
                  <c:v>4.5736958661417325E-2</c:v>
                </c:pt>
                <c:pt idx="272">
                  <c:v>4.5736958661417325E-2</c:v>
                </c:pt>
                <c:pt idx="273">
                  <c:v>4.6044537401574805E-2</c:v>
                </c:pt>
                <c:pt idx="274">
                  <c:v>4.6044537401574805E-2</c:v>
                </c:pt>
                <c:pt idx="275">
                  <c:v>4.6382874015748032E-2</c:v>
                </c:pt>
                <c:pt idx="276">
                  <c:v>4.6382874015748032E-2</c:v>
                </c:pt>
                <c:pt idx="277">
                  <c:v>4.672121062992126E-2</c:v>
                </c:pt>
                <c:pt idx="278">
                  <c:v>4.672121062992126E-2</c:v>
                </c:pt>
                <c:pt idx="279">
                  <c:v>4.7059547244094488E-2</c:v>
                </c:pt>
                <c:pt idx="280">
                  <c:v>4.7059547244094488E-2</c:v>
                </c:pt>
                <c:pt idx="281">
                  <c:v>4.7397883858267709E-2</c:v>
                </c:pt>
                <c:pt idx="282">
                  <c:v>4.7397883858267709E-2</c:v>
                </c:pt>
                <c:pt idx="283">
                  <c:v>4.7736220472440943E-2</c:v>
                </c:pt>
                <c:pt idx="284">
                  <c:v>4.7736220472440943E-2</c:v>
                </c:pt>
                <c:pt idx="285">
                  <c:v>4.8074557086614171E-2</c:v>
                </c:pt>
                <c:pt idx="286">
                  <c:v>4.8074557086614171E-2</c:v>
                </c:pt>
                <c:pt idx="287">
                  <c:v>4.8412893700787399E-2</c:v>
                </c:pt>
                <c:pt idx="288">
                  <c:v>4.8412893700787399E-2</c:v>
                </c:pt>
                <c:pt idx="289">
                  <c:v>4.8751230314960627E-2</c:v>
                </c:pt>
                <c:pt idx="290">
                  <c:v>4.8751230314960627E-2</c:v>
                </c:pt>
                <c:pt idx="291">
                  <c:v>4.9089566929133861E-2</c:v>
                </c:pt>
                <c:pt idx="292">
                  <c:v>4.9089566929133861E-2</c:v>
                </c:pt>
                <c:pt idx="293">
                  <c:v>4.9427903543307089E-2</c:v>
                </c:pt>
                <c:pt idx="294">
                  <c:v>4.9427903543307089E-2</c:v>
                </c:pt>
                <c:pt idx="295">
                  <c:v>4.9766240157480317E-2</c:v>
                </c:pt>
                <c:pt idx="296">
                  <c:v>4.9766240157480317E-2</c:v>
                </c:pt>
                <c:pt idx="297">
                  <c:v>5.0104576771653545E-2</c:v>
                </c:pt>
                <c:pt idx="298">
                  <c:v>5.0104576771653545E-2</c:v>
                </c:pt>
                <c:pt idx="299">
                  <c:v>5.0442913385826772E-2</c:v>
                </c:pt>
                <c:pt idx="300">
                  <c:v>5.0442913385826772E-2</c:v>
                </c:pt>
                <c:pt idx="301">
                  <c:v>5.078125E-2</c:v>
                </c:pt>
                <c:pt idx="302">
                  <c:v>5.078125E-2</c:v>
                </c:pt>
                <c:pt idx="303">
                  <c:v>5.108882874015748E-2</c:v>
                </c:pt>
                <c:pt idx="304">
                  <c:v>5.108882874015748E-2</c:v>
                </c:pt>
                <c:pt idx="305">
                  <c:v>5.1427165354330708E-2</c:v>
                </c:pt>
                <c:pt idx="306">
                  <c:v>5.1427165354330708E-2</c:v>
                </c:pt>
                <c:pt idx="307">
                  <c:v>5.1765501968503935E-2</c:v>
                </c:pt>
                <c:pt idx="308">
                  <c:v>5.1765501968503935E-2</c:v>
                </c:pt>
                <c:pt idx="309">
                  <c:v>5.2103838582677163E-2</c:v>
                </c:pt>
                <c:pt idx="310">
                  <c:v>5.2103838582677163E-2</c:v>
                </c:pt>
                <c:pt idx="311">
                  <c:v>5.2442175196850391E-2</c:v>
                </c:pt>
                <c:pt idx="312">
                  <c:v>5.2442175196850391E-2</c:v>
                </c:pt>
                <c:pt idx="313">
                  <c:v>5.2780511811023625E-2</c:v>
                </c:pt>
                <c:pt idx="314">
                  <c:v>5.2780511811023625E-2</c:v>
                </c:pt>
                <c:pt idx="315">
                  <c:v>5.3118848425196853E-2</c:v>
                </c:pt>
                <c:pt idx="316">
                  <c:v>5.3118848425196853E-2</c:v>
                </c:pt>
                <c:pt idx="317">
                  <c:v>5.3457185039370081E-2</c:v>
                </c:pt>
                <c:pt idx="318">
                  <c:v>5.3457185039370081E-2</c:v>
                </c:pt>
                <c:pt idx="319">
                  <c:v>5.3795521653543309E-2</c:v>
                </c:pt>
                <c:pt idx="320">
                  <c:v>5.3795521653543309E-2</c:v>
                </c:pt>
                <c:pt idx="321">
                  <c:v>5.4133858267716536E-2</c:v>
                </c:pt>
                <c:pt idx="322">
                  <c:v>5.4133858267716536E-2</c:v>
                </c:pt>
                <c:pt idx="323">
                  <c:v>5.4472194881889757E-2</c:v>
                </c:pt>
                <c:pt idx="324">
                  <c:v>5.4472194881889757E-2</c:v>
                </c:pt>
                <c:pt idx="325">
                  <c:v>5.4810531496062992E-2</c:v>
                </c:pt>
                <c:pt idx="326">
                  <c:v>5.4810531496062992E-2</c:v>
                </c:pt>
                <c:pt idx="327">
                  <c:v>5.514886811023622E-2</c:v>
                </c:pt>
                <c:pt idx="328">
                  <c:v>5.514886811023622E-2</c:v>
                </c:pt>
                <c:pt idx="329">
                  <c:v>5.5487204724409447E-2</c:v>
                </c:pt>
                <c:pt idx="330">
                  <c:v>5.5487204724409447E-2</c:v>
                </c:pt>
                <c:pt idx="331">
                  <c:v>5.5825541338582675E-2</c:v>
                </c:pt>
                <c:pt idx="332">
                  <c:v>5.5825541338582675E-2</c:v>
                </c:pt>
                <c:pt idx="333">
                  <c:v>5.6133120078740155E-2</c:v>
                </c:pt>
                <c:pt idx="334">
                  <c:v>5.6133120078740155E-2</c:v>
                </c:pt>
                <c:pt idx="335">
                  <c:v>5.6471456692913383E-2</c:v>
                </c:pt>
                <c:pt idx="336">
                  <c:v>5.6471456692913383E-2</c:v>
                </c:pt>
                <c:pt idx="337">
                  <c:v>5.6809793307086617E-2</c:v>
                </c:pt>
                <c:pt idx="338">
                  <c:v>5.6809793307086617E-2</c:v>
                </c:pt>
                <c:pt idx="339">
                  <c:v>5.7148129921259845E-2</c:v>
                </c:pt>
                <c:pt idx="340">
                  <c:v>5.7148129921259845E-2</c:v>
                </c:pt>
                <c:pt idx="341">
                  <c:v>5.7486466535433073E-2</c:v>
                </c:pt>
                <c:pt idx="342">
                  <c:v>5.7486466535433073E-2</c:v>
                </c:pt>
                <c:pt idx="343">
                  <c:v>5.7824803149606301E-2</c:v>
                </c:pt>
                <c:pt idx="344">
                  <c:v>5.7824803149606301E-2</c:v>
                </c:pt>
                <c:pt idx="345">
                  <c:v>5.8163139763779528E-2</c:v>
                </c:pt>
                <c:pt idx="346">
                  <c:v>5.8163139763779528E-2</c:v>
                </c:pt>
                <c:pt idx="347">
                  <c:v>5.8501476377952749E-2</c:v>
                </c:pt>
                <c:pt idx="348">
                  <c:v>5.8501476377952749E-2</c:v>
                </c:pt>
                <c:pt idx="349">
                  <c:v>5.8839812992125984E-2</c:v>
                </c:pt>
                <c:pt idx="350">
                  <c:v>5.8839812992125984E-2</c:v>
                </c:pt>
                <c:pt idx="351">
                  <c:v>5.9178149606299212E-2</c:v>
                </c:pt>
                <c:pt idx="352">
                  <c:v>5.9178149606299212E-2</c:v>
                </c:pt>
                <c:pt idx="353">
                  <c:v>5.9516486220472439E-2</c:v>
                </c:pt>
                <c:pt idx="354">
                  <c:v>5.9516486220472439E-2</c:v>
                </c:pt>
                <c:pt idx="355">
                  <c:v>5.9854822834645667E-2</c:v>
                </c:pt>
                <c:pt idx="356">
                  <c:v>5.9854822834645667E-2</c:v>
                </c:pt>
                <c:pt idx="357">
                  <c:v>6.0193159448818895E-2</c:v>
                </c:pt>
                <c:pt idx="358">
                  <c:v>6.0193159448818895E-2</c:v>
                </c:pt>
                <c:pt idx="359">
                  <c:v>6.0531496062992123E-2</c:v>
                </c:pt>
                <c:pt idx="360">
                  <c:v>6.0531496062992123E-2</c:v>
                </c:pt>
                <c:pt idx="361">
                  <c:v>6.0869832677165357E-2</c:v>
                </c:pt>
                <c:pt idx="362">
                  <c:v>6.0869832677165357E-2</c:v>
                </c:pt>
                <c:pt idx="363">
                  <c:v>6.1177411417322837E-2</c:v>
                </c:pt>
                <c:pt idx="364">
                  <c:v>6.1177411417322837E-2</c:v>
                </c:pt>
                <c:pt idx="365">
                  <c:v>6.1515748031496065E-2</c:v>
                </c:pt>
                <c:pt idx="366">
                  <c:v>6.1515748031496065E-2</c:v>
                </c:pt>
                <c:pt idx="367">
                  <c:v>6.1854084645669292E-2</c:v>
                </c:pt>
                <c:pt idx="368">
                  <c:v>6.1854084645669292E-2</c:v>
                </c:pt>
                <c:pt idx="369">
                  <c:v>6.219242125984252E-2</c:v>
                </c:pt>
                <c:pt idx="370">
                  <c:v>6.219242125984252E-2</c:v>
                </c:pt>
                <c:pt idx="371">
                  <c:v>6.2530757874015755E-2</c:v>
                </c:pt>
                <c:pt idx="372">
                  <c:v>6.2530757874015755E-2</c:v>
                </c:pt>
                <c:pt idx="373">
                  <c:v>6.2869094488188976E-2</c:v>
                </c:pt>
                <c:pt idx="374">
                  <c:v>6.2869094488188976E-2</c:v>
                </c:pt>
                <c:pt idx="375">
                  <c:v>6.320743110236221E-2</c:v>
                </c:pt>
                <c:pt idx="376">
                  <c:v>6.320743110236221E-2</c:v>
                </c:pt>
                <c:pt idx="377">
                  <c:v>6.3545767716535431E-2</c:v>
                </c:pt>
                <c:pt idx="378">
                  <c:v>6.3545767716535431E-2</c:v>
                </c:pt>
                <c:pt idx="379">
                  <c:v>6.3884104330708666E-2</c:v>
                </c:pt>
                <c:pt idx="380">
                  <c:v>6.3884104330708666E-2</c:v>
                </c:pt>
                <c:pt idx="381">
                  <c:v>6.4191683070866146E-2</c:v>
                </c:pt>
                <c:pt idx="382">
                  <c:v>6.4191683070866146E-2</c:v>
                </c:pt>
                <c:pt idx="383">
                  <c:v>6.4560777559055121E-2</c:v>
                </c:pt>
                <c:pt idx="384">
                  <c:v>6.4560777559055121E-2</c:v>
                </c:pt>
                <c:pt idx="385">
                  <c:v>6.4899114173228342E-2</c:v>
                </c:pt>
                <c:pt idx="386">
                  <c:v>6.4899114173228342E-2</c:v>
                </c:pt>
                <c:pt idx="387">
                  <c:v>6.5237450787401577E-2</c:v>
                </c:pt>
                <c:pt idx="388">
                  <c:v>6.5237450787401577E-2</c:v>
                </c:pt>
                <c:pt idx="389">
                  <c:v>6.5575787401574798E-2</c:v>
                </c:pt>
                <c:pt idx="390">
                  <c:v>6.5575787401574798E-2</c:v>
                </c:pt>
                <c:pt idx="391">
                  <c:v>6.5914124015748032E-2</c:v>
                </c:pt>
                <c:pt idx="392">
                  <c:v>6.5914124015748032E-2</c:v>
                </c:pt>
                <c:pt idx="393">
                  <c:v>6.6221702755905512E-2</c:v>
                </c:pt>
                <c:pt idx="394">
                  <c:v>6.6221702755905512E-2</c:v>
                </c:pt>
                <c:pt idx="395">
                  <c:v>6.6560039370078747E-2</c:v>
                </c:pt>
                <c:pt idx="396">
                  <c:v>6.6560039370078747E-2</c:v>
                </c:pt>
                <c:pt idx="397">
                  <c:v>6.6898375984251968E-2</c:v>
                </c:pt>
                <c:pt idx="398">
                  <c:v>6.6898375984251968E-2</c:v>
                </c:pt>
                <c:pt idx="399">
                  <c:v>6.7236712598425202E-2</c:v>
                </c:pt>
                <c:pt idx="400">
                  <c:v>6.7236712598425202E-2</c:v>
                </c:pt>
                <c:pt idx="401">
                  <c:v>6.7575049212598423E-2</c:v>
                </c:pt>
                <c:pt idx="402">
                  <c:v>6.7575049212598423E-2</c:v>
                </c:pt>
                <c:pt idx="403">
                  <c:v>6.7913385826771658E-2</c:v>
                </c:pt>
                <c:pt idx="404">
                  <c:v>6.7913385826771658E-2</c:v>
                </c:pt>
                <c:pt idx="405">
                  <c:v>6.8251722440944879E-2</c:v>
                </c:pt>
                <c:pt idx="406">
                  <c:v>6.8251722440944879E-2</c:v>
                </c:pt>
                <c:pt idx="407">
                  <c:v>6.8590059055118113E-2</c:v>
                </c:pt>
                <c:pt idx="408">
                  <c:v>6.8590059055118113E-2</c:v>
                </c:pt>
                <c:pt idx="409">
                  <c:v>6.8928395669291334E-2</c:v>
                </c:pt>
                <c:pt idx="410">
                  <c:v>6.8928395669291334E-2</c:v>
                </c:pt>
                <c:pt idx="411">
                  <c:v>6.9266732283464569E-2</c:v>
                </c:pt>
                <c:pt idx="412">
                  <c:v>6.9266732283464569E-2</c:v>
                </c:pt>
                <c:pt idx="413">
                  <c:v>6.960506889763779E-2</c:v>
                </c:pt>
                <c:pt idx="414">
                  <c:v>6.960506889763779E-2</c:v>
                </c:pt>
                <c:pt idx="415">
                  <c:v>6.9943405511811024E-2</c:v>
                </c:pt>
                <c:pt idx="416">
                  <c:v>6.9943405511811024E-2</c:v>
                </c:pt>
                <c:pt idx="417">
                  <c:v>7.0281742125984245E-2</c:v>
                </c:pt>
                <c:pt idx="418">
                  <c:v>7.0281742125984245E-2</c:v>
                </c:pt>
                <c:pt idx="419">
                  <c:v>7.062007874015748E-2</c:v>
                </c:pt>
                <c:pt idx="420">
                  <c:v>7.062007874015748E-2</c:v>
                </c:pt>
                <c:pt idx="421">
                  <c:v>7.0958415354330714E-2</c:v>
                </c:pt>
                <c:pt idx="422">
                  <c:v>7.0958415354330714E-2</c:v>
                </c:pt>
                <c:pt idx="423">
                  <c:v>7.1265994094488194E-2</c:v>
                </c:pt>
                <c:pt idx="424">
                  <c:v>7.1265994094488194E-2</c:v>
                </c:pt>
                <c:pt idx="425">
                  <c:v>7.1604330708661415E-2</c:v>
                </c:pt>
                <c:pt idx="426">
                  <c:v>7.1604330708661415E-2</c:v>
                </c:pt>
                <c:pt idx="427">
                  <c:v>7.194266732283465E-2</c:v>
                </c:pt>
                <c:pt idx="428">
                  <c:v>7.194266732283465E-2</c:v>
                </c:pt>
                <c:pt idx="429">
                  <c:v>7.2281003937007871E-2</c:v>
                </c:pt>
                <c:pt idx="430">
                  <c:v>7.2281003937007871E-2</c:v>
                </c:pt>
                <c:pt idx="431">
                  <c:v>7.2619340551181105E-2</c:v>
                </c:pt>
                <c:pt idx="432">
                  <c:v>7.2619340551181105E-2</c:v>
                </c:pt>
                <c:pt idx="433">
                  <c:v>7.2957677165354326E-2</c:v>
                </c:pt>
                <c:pt idx="434">
                  <c:v>7.2957677165354326E-2</c:v>
                </c:pt>
                <c:pt idx="435">
                  <c:v>7.3296013779527561E-2</c:v>
                </c:pt>
                <c:pt idx="436">
                  <c:v>7.3296013779527561E-2</c:v>
                </c:pt>
                <c:pt idx="437">
                  <c:v>7.3634350393700782E-2</c:v>
                </c:pt>
                <c:pt idx="438">
                  <c:v>7.3634350393700782E-2</c:v>
                </c:pt>
                <c:pt idx="439">
                  <c:v>7.3972687007874016E-2</c:v>
                </c:pt>
                <c:pt idx="440">
                  <c:v>7.3972687007874016E-2</c:v>
                </c:pt>
                <c:pt idx="441">
                  <c:v>7.4311023622047251E-2</c:v>
                </c:pt>
                <c:pt idx="442">
                  <c:v>7.4311023622047251E-2</c:v>
                </c:pt>
                <c:pt idx="443">
                  <c:v>7.4649360236220472E-2</c:v>
                </c:pt>
                <c:pt idx="444">
                  <c:v>7.4649360236220472E-2</c:v>
                </c:pt>
                <c:pt idx="445">
                  <c:v>7.4987696850393706E-2</c:v>
                </c:pt>
                <c:pt idx="446">
                  <c:v>7.4987696850393706E-2</c:v>
                </c:pt>
                <c:pt idx="447">
                  <c:v>7.5326033464566927E-2</c:v>
                </c:pt>
                <c:pt idx="448">
                  <c:v>7.5326033464566927E-2</c:v>
                </c:pt>
                <c:pt idx="449">
                  <c:v>7.5664370078740162E-2</c:v>
                </c:pt>
                <c:pt idx="450">
                  <c:v>7.5664370078740162E-2</c:v>
                </c:pt>
                <c:pt idx="451">
                  <c:v>7.6002706692913383E-2</c:v>
                </c:pt>
                <c:pt idx="452">
                  <c:v>7.6002706692913383E-2</c:v>
                </c:pt>
                <c:pt idx="453">
                  <c:v>7.6310285433070862E-2</c:v>
                </c:pt>
                <c:pt idx="454">
                  <c:v>7.6310285433070862E-2</c:v>
                </c:pt>
                <c:pt idx="455">
                  <c:v>7.6648622047244097E-2</c:v>
                </c:pt>
                <c:pt idx="456">
                  <c:v>7.6648622047244097E-2</c:v>
                </c:pt>
                <c:pt idx="457">
                  <c:v>7.6986958661417318E-2</c:v>
                </c:pt>
                <c:pt idx="458">
                  <c:v>7.6986958661417318E-2</c:v>
                </c:pt>
                <c:pt idx="459">
                  <c:v>7.7325295275590553E-2</c:v>
                </c:pt>
                <c:pt idx="460">
                  <c:v>7.7325295275590553E-2</c:v>
                </c:pt>
                <c:pt idx="461">
                  <c:v>7.7663631889763773E-2</c:v>
                </c:pt>
                <c:pt idx="462">
                  <c:v>7.7663631889763773E-2</c:v>
                </c:pt>
                <c:pt idx="463">
                  <c:v>7.8001968503937008E-2</c:v>
                </c:pt>
                <c:pt idx="464">
                  <c:v>7.8001968503937008E-2</c:v>
                </c:pt>
                <c:pt idx="465">
                  <c:v>7.8340305118110243E-2</c:v>
                </c:pt>
                <c:pt idx="466">
                  <c:v>7.8340305118110243E-2</c:v>
                </c:pt>
                <c:pt idx="467">
                  <c:v>7.8678641732283464E-2</c:v>
                </c:pt>
                <c:pt idx="468">
                  <c:v>7.8678641732283464E-2</c:v>
                </c:pt>
                <c:pt idx="469">
                  <c:v>7.9016978346456698E-2</c:v>
                </c:pt>
                <c:pt idx="470">
                  <c:v>7.9016978346456698E-2</c:v>
                </c:pt>
                <c:pt idx="471">
                  <c:v>7.9355314960629919E-2</c:v>
                </c:pt>
                <c:pt idx="472">
                  <c:v>7.9355314960629919E-2</c:v>
                </c:pt>
                <c:pt idx="473">
                  <c:v>7.9693651574803154E-2</c:v>
                </c:pt>
                <c:pt idx="474">
                  <c:v>7.9693651574803154E-2</c:v>
                </c:pt>
                <c:pt idx="475">
                  <c:v>8.0031988188976375E-2</c:v>
                </c:pt>
                <c:pt idx="476">
                  <c:v>8.0031988188976375E-2</c:v>
                </c:pt>
                <c:pt idx="477">
                  <c:v>8.0370324803149609E-2</c:v>
                </c:pt>
                <c:pt idx="478">
                  <c:v>8.0370324803149609E-2</c:v>
                </c:pt>
                <c:pt idx="479">
                  <c:v>8.070866141732283E-2</c:v>
                </c:pt>
                <c:pt idx="480">
                  <c:v>8.070866141732283E-2</c:v>
                </c:pt>
                <c:pt idx="481">
                  <c:v>8.1046998031496065E-2</c:v>
                </c:pt>
                <c:pt idx="482">
                  <c:v>8.1046998031496065E-2</c:v>
                </c:pt>
                <c:pt idx="483">
                  <c:v>8.1385334645669286E-2</c:v>
                </c:pt>
                <c:pt idx="484">
                  <c:v>8.1385334645669286E-2</c:v>
                </c:pt>
                <c:pt idx="485">
                  <c:v>8.1692913385826765E-2</c:v>
                </c:pt>
                <c:pt idx="486">
                  <c:v>8.1692913385826765E-2</c:v>
                </c:pt>
                <c:pt idx="487">
                  <c:v>8.203125E-2</c:v>
                </c:pt>
                <c:pt idx="488">
                  <c:v>8.203125E-2</c:v>
                </c:pt>
                <c:pt idx="489">
                  <c:v>8.2369586614173235E-2</c:v>
                </c:pt>
                <c:pt idx="490">
                  <c:v>8.2369586614173235E-2</c:v>
                </c:pt>
                <c:pt idx="491">
                  <c:v>8.2707923228346455E-2</c:v>
                </c:pt>
                <c:pt idx="492">
                  <c:v>8.2707923228346455E-2</c:v>
                </c:pt>
                <c:pt idx="493">
                  <c:v>8.304625984251969E-2</c:v>
                </c:pt>
                <c:pt idx="494">
                  <c:v>8.304625984251969E-2</c:v>
                </c:pt>
                <c:pt idx="495">
                  <c:v>8.3384596456692911E-2</c:v>
                </c:pt>
                <c:pt idx="496">
                  <c:v>8.3384596456692911E-2</c:v>
                </c:pt>
                <c:pt idx="497">
                  <c:v>8.3722933070866146E-2</c:v>
                </c:pt>
                <c:pt idx="498">
                  <c:v>8.3722933070866146E-2</c:v>
                </c:pt>
                <c:pt idx="499">
                  <c:v>8.4061269685039366E-2</c:v>
                </c:pt>
                <c:pt idx="500">
                  <c:v>8.4061269685039366E-2</c:v>
                </c:pt>
                <c:pt idx="501">
                  <c:v>8.4399606299212601E-2</c:v>
                </c:pt>
                <c:pt idx="502">
                  <c:v>8.4399606299212601E-2</c:v>
                </c:pt>
                <c:pt idx="503">
                  <c:v>8.4737942913385822E-2</c:v>
                </c:pt>
                <c:pt idx="504">
                  <c:v>8.4737942913385822E-2</c:v>
                </c:pt>
                <c:pt idx="505">
                  <c:v>8.5076279527559057E-2</c:v>
                </c:pt>
                <c:pt idx="506">
                  <c:v>8.5076279527559057E-2</c:v>
                </c:pt>
                <c:pt idx="507">
                  <c:v>8.5414616141732277E-2</c:v>
                </c:pt>
                <c:pt idx="508">
                  <c:v>8.5414616141732277E-2</c:v>
                </c:pt>
                <c:pt idx="509">
                  <c:v>8.5752952755905512E-2</c:v>
                </c:pt>
                <c:pt idx="510">
                  <c:v>8.5752952755905512E-2</c:v>
                </c:pt>
                <c:pt idx="511">
                  <c:v>8.6091289370078747E-2</c:v>
                </c:pt>
                <c:pt idx="512">
                  <c:v>8.6091289370078747E-2</c:v>
                </c:pt>
                <c:pt idx="513">
                  <c:v>8.6429625984251968E-2</c:v>
                </c:pt>
                <c:pt idx="514">
                  <c:v>8.6429625984251968E-2</c:v>
                </c:pt>
                <c:pt idx="515">
                  <c:v>8.6737204724409447E-2</c:v>
                </c:pt>
                <c:pt idx="516">
                  <c:v>8.6737204724409447E-2</c:v>
                </c:pt>
                <c:pt idx="517">
                  <c:v>8.7075541338582682E-2</c:v>
                </c:pt>
                <c:pt idx="518">
                  <c:v>8.7075541338582682E-2</c:v>
                </c:pt>
                <c:pt idx="519">
                  <c:v>8.7413877952755903E-2</c:v>
                </c:pt>
                <c:pt idx="520">
                  <c:v>8.7413877952755903E-2</c:v>
                </c:pt>
                <c:pt idx="521">
                  <c:v>8.7752214566929138E-2</c:v>
                </c:pt>
                <c:pt idx="522">
                  <c:v>8.7752214566929138E-2</c:v>
                </c:pt>
                <c:pt idx="523">
                  <c:v>8.8090551181102358E-2</c:v>
                </c:pt>
                <c:pt idx="524">
                  <c:v>8.8090551181102358E-2</c:v>
                </c:pt>
                <c:pt idx="525">
                  <c:v>8.8428887795275593E-2</c:v>
                </c:pt>
                <c:pt idx="526">
                  <c:v>8.8428887795275593E-2</c:v>
                </c:pt>
                <c:pt idx="527">
                  <c:v>8.8767224409448814E-2</c:v>
                </c:pt>
                <c:pt idx="528">
                  <c:v>8.8767224409448814E-2</c:v>
                </c:pt>
                <c:pt idx="529">
                  <c:v>8.9105561023622049E-2</c:v>
                </c:pt>
                <c:pt idx="530">
                  <c:v>8.9105561023622049E-2</c:v>
                </c:pt>
                <c:pt idx="531">
                  <c:v>8.9443897637795269E-2</c:v>
                </c:pt>
                <c:pt idx="532">
                  <c:v>8.9443897637795269E-2</c:v>
                </c:pt>
                <c:pt idx="533">
                  <c:v>8.9782234251968504E-2</c:v>
                </c:pt>
                <c:pt idx="534">
                  <c:v>8.9782234251968504E-2</c:v>
                </c:pt>
                <c:pt idx="535">
                  <c:v>9.0120570866141739E-2</c:v>
                </c:pt>
                <c:pt idx="536">
                  <c:v>9.0120570866141739E-2</c:v>
                </c:pt>
                <c:pt idx="537">
                  <c:v>9.045890748031496E-2</c:v>
                </c:pt>
                <c:pt idx="538">
                  <c:v>9.045890748031496E-2</c:v>
                </c:pt>
                <c:pt idx="539">
                  <c:v>9.0797244094488194E-2</c:v>
                </c:pt>
                <c:pt idx="540">
                  <c:v>9.0797244094488194E-2</c:v>
                </c:pt>
                <c:pt idx="541">
                  <c:v>9.1135580708661415E-2</c:v>
                </c:pt>
                <c:pt idx="542">
                  <c:v>9.1135580708661415E-2</c:v>
                </c:pt>
                <c:pt idx="543">
                  <c:v>9.1473917322834636E-2</c:v>
                </c:pt>
                <c:pt idx="544">
                  <c:v>9.1473917322834636E-2</c:v>
                </c:pt>
                <c:pt idx="545">
                  <c:v>9.1781496062992116E-2</c:v>
                </c:pt>
                <c:pt idx="546">
                  <c:v>9.1781496062992116E-2</c:v>
                </c:pt>
                <c:pt idx="547">
                  <c:v>9.2119832677165364E-2</c:v>
                </c:pt>
                <c:pt idx="548">
                  <c:v>9.2119832677165364E-2</c:v>
                </c:pt>
                <c:pt idx="549">
                  <c:v>9.2458169291338585E-2</c:v>
                </c:pt>
                <c:pt idx="550">
                  <c:v>9.2458169291338585E-2</c:v>
                </c:pt>
                <c:pt idx="551">
                  <c:v>9.2796505905511806E-2</c:v>
                </c:pt>
                <c:pt idx="552">
                  <c:v>9.2796505905511806E-2</c:v>
                </c:pt>
                <c:pt idx="553">
                  <c:v>9.313484251968504E-2</c:v>
                </c:pt>
                <c:pt idx="554">
                  <c:v>9.313484251968504E-2</c:v>
                </c:pt>
                <c:pt idx="555">
                  <c:v>9.3473179133858261E-2</c:v>
                </c:pt>
                <c:pt idx="556">
                  <c:v>9.3473179133858261E-2</c:v>
                </c:pt>
                <c:pt idx="557">
                  <c:v>9.3811515748031496E-2</c:v>
                </c:pt>
                <c:pt idx="558">
                  <c:v>9.3811515748031496E-2</c:v>
                </c:pt>
                <c:pt idx="559">
                  <c:v>9.4149852362204717E-2</c:v>
                </c:pt>
                <c:pt idx="560">
                  <c:v>9.4149852362204717E-2</c:v>
                </c:pt>
                <c:pt idx="561">
                  <c:v>9.4488188976377965E-2</c:v>
                </c:pt>
                <c:pt idx="562">
                  <c:v>9.4488188976377965E-2</c:v>
                </c:pt>
                <c:pt idx="563">
                  <c:v>9.48265255905512E-2</c:v>
                </c:pt>
                <c:pt idx="564">
                  <c:v>9.48265255905512E-2</c:v>
                </c:pt>
                <c:pt idx="565">
                  <c:v>9.5164862204724407E-2</c:v>
                </c:pt>
                <c:pt idx="566">
                  <c:v>9.5164862204724407E-2</c:v>
                </c:pt>
                <c:pt idx="567">
                  <c:v>9.5503198818897642E-2</c:v>
                </c:pt>
                <c:pt idx="568">
                  <c:v>9.5503198818897642E-2</c:v>
                </c:pt>
                <c:pt idx="569">
                  <c:v>9.5841535433070862E-2</c:v>
                </c:pt>
                <c:pt idx="570">
                  <c:v>9.5841535433070862E-2</c:v>
                </c:pt>
                <c:pt idx="571">
                  <c:v>9.6179872047244097E-2</c:v>
                </c:pt>
                <c:pt idx="572">
                  <c:v>9.6179872047244097E-2</c:v>
                </c:pt>
                <c:pt idx="573">
                  <c:v>9.6518208661417318E-2</c:v>
                </c:pt>
                <c:pt idx="574">
                  <c:v>9.6518208661417318E-2</c:v>
                </c:pt>
                <c:pt idx="575">
                  <c:v>9.6825787401574798E-2</c:v>
                </c:pt>
                <c:pt idx="576">
                  <c:v>9.6825787401574798E-2</c:v>
                </c:pt>
                <c:pt idx="577">
                  <c:v>9.7164124015748046E-2</c:v>
                </c:pt>
                <c:pt idx="578">
                  <c:v>9.7164124015748046E-2</c:v>
                </c:pt>
                <c:pt idx="579">
                  <c:v>9.7502460629921239E-2</c:v>
                </c:pt>
                <c:pt idx="580">
                  <c:v>9.7502460629921239E-2</c:v>
                </c:pt>
                <c:pt idx="581">
                  <c:v>9.7840797244094474E-2</c:v>
                </c:pt>
                <c:pt idx="582">
                  <c:v>9.7840797244094474E-2</c:v>
                </c:pt>
                <c:pt idx="583">
                  <c:v>9.8179133858267723E-2</c:v>
                </c:pt>
                <c:pt idx="584">
                  <c:v>9.8179133858267723E-2</c:v>
                </c:pt>
                <c:pt idx="585">
                  <c:v>9.8517470472440943E-2</c:v>
                </c:pt>
                <c:pt idx="586">
                  <c:v>9.8517470472440943E-2</c:v>
                </c:pt>
                <c:pt idx="587">
                  <c:v>9.8855807086614178E-2</c:v>
                </c:pt>
                <c:pt idx="588">
                  <c:v>9.8855807086614178E-2</c:v>
                </c:pt>
                <c:pt idx="589">
                  <c:v>9.9194143700787399E-2</c:v>
                </c:pt>
                <c:pt idx="590">
                  <c:v>9.9194143700787399E-2</c:v>
                </c:pt>
                <c:pt idx="591">
                  <c:v>9.9532480314960634E-2</c:v>
                </c:pt>
                <c:pt idx="592">
                  <c:v>9.9532480314960634E-2</c:v>
                </c:pt>
                <c:pt idx="593">
                  <c:v>9.987081692913384E-2</c:v>
                </c:pt>
                <c:pt idx="594">
                  <c:v>9.987081692913384E-2</c:v>
                </c:pt>
                <c:pt idx="595">
                  <c:v>0.10020915354330708</c:v>
                </c:pt>
                <c:pt idx="596">
                  <c:v>0.10020915354330708</c:v>
                </c:pt>
                <c:pt idx="597">
                  <c:v>0.10054749015748032</c:v>
                </c:pt>
                <c:pt idx="598">
                  <c:v>0.10054749015748032</c:v>
                </c:pt>
                <c:pt idx="599">
                  <c:v>0.10088582677165354</c:v>
                </c:pt>
                <c:pt idx="600">
                  <c:v>0.10088582677165354</c:v>
                </c:pt>
                <c:pt idx="601">
                  <c:v>0.10122416338582677</c:v>
                </c:pt>
                <c:pt idx="602">
                  <c:v>0.10122416338582677</c:v>
                </c:pt>
                <c:pt idx="603">
                  <c:v>0.1015625</c:v>
                </c:pt>
                <c:pt idx="604">
                  <c:v>0.1015625</c:v>
                </c:pt>
                <c:pt idx="605">
                  <c:v>0.10187007874015748</c:v>
                </c:pt>
                <c:pt idx="606">
                  <c:v>0.10187007874015748</c:v>
                </c:pt>
                <c:pt idx="607">
                  <c:v>0.10220841535433071</c:v>
                </c:pt>
                <c:pt idx="608">
                  <c:v>0.10220841535433071</c:v>
                </c:pt>
                <c:pt idx="609">
                  <c:v>0.10254675196850394</c:v>
                </c:pt>
                <c:pt idx="610">
                  <c:v>0.10254675196850394</c:v>
                </c:pt>
                <c:pt idx="611">
                  <c:v>0.10288508858267716</c:v>
                </c:pt>
                <c:pt idx="612">
                  <c:v>0.10288508858267716</c:v>
                </c:pt>
                <c:pt idx="613">
                  <c:v>0.1032234251968504</c:v>
                </c:pt>
                <c:pt idx="614">
                  <c:v>0.1032234251968504</c:v>
                </c:pt>
                <c:pt idx="615">
                  <c:v>0.10356176181102364</c:v>
                </c:pt>
                <c:pt idx="616">
                  <c:v>0.10356176181102364</c:v>
                </c:pt>
                <c:pt idx="617">
                  <c:v>0.10390009842519685</c:v>
                </c:pt>
                <c:pt idx="618">
                  <c:v>0.10390009842519685</c:v>
                </c:pt>
                <c:pt idx="619">
                  <c:v>0.10423843503937008</c:v>
                </c:pt>
                <c:pt idx="620">
                  <c:v>0.10423843503937008</c:v>
                </c:pt>
                <c:pt idx="621">
                  <c:v>0.1045767716535433</c:v>
                </c:pt>
                <c:pt idx="622">
                  <c:v>0.1045767716535433</c:v>
                </c:pt>
                <c:pt idx="623">
                  <c:v>0.10491510826771654</c:v>
                </c:pt>
                <c:pt idx="624">
                  <c:v>0.10491510826771654</c:v>
                </c:pt>
                <c:pt idx="625">
                  <c:v>0.10525344488188976</c:v>
                </c:pt>
                <c:pt idx="626">
                  <c:v>0.10525344488188976</c:v>
                </c:pt>
                <c:pt idx="627">
                  <c:v>0.10559178149606301</c:v>
                </c:pt>
                <c:pt idx="628">
                  <c:v>0.10559178149606301</c:v>
                </c:pt>
                <c:pt idx="629">
                  <c:v>0.10593011811023624</c:v>
                </c:pt>
                <c:pt idx="630">
                  <c:v>0.10593011811023624</c:v>
                </c:pt>
                <c:pt idx="631">
                  <c:v>0.10626845472440943</c:v>
                </c:pt>
                <c:pt idx="632">
                  <c:v>0.10626845472440943</c:v>
                </c:pt>
                <c:pt idx="633">
                  <c:v>0.10660679133858268</c:v>
                </c:pt>
                <c:pt idx="634">
                  <c:v>0.10660679133858268</c:v>
                </c:pt>
                <c:pt idx="635">
                  <c:v>0.10691437007874016</c:v>
                </c:pt>
                <c:pt idx="636">
                  <c:v>0.10691437007874016</c:v>
                </c:pt>
                <c:pt idx="637">
                  <c:v>0.10725270669291338</c:v>
                </c:pt>
                <c:pt idx="638">
                  <c:v>0.10725270669291338</c:v>
                </c:pt>
                <c:pt idx="639">
                  <c:v>0.10759104330708662</c:v>
                </c:pt>
                <c:pt idx="640">
                  <c:v>0.10759104330708662</c:v>
                </c:pt>
                <c:pt idx="641">
                  <c:v>0.10792937992125984</c:v>
                </c:pt>
                <c:pt idx="642">
                  <c:v>0.10792937992125984</c:v>
                </c:pt>
                <c:pt idx="643">
                  <c:v>0.10826771653543309</c:v>
                </c:pt>
                <c:pt idx="644">
                  <c:v>0.10826771653543309</c:v>
                </c:pt>
                <c:pt idx="645">
                  <c:v>0.10860605314960629</c:v>
                </c:pt>
                <c:pt idx="646">
                  <c:v>0.10860605314960629</c:v>
                </c:pt>
                <c:pt idx="647">
                  <c:v>0.10894438976377951</c:v>
                </c:pt>
                <c:pt idx="648">
                  <c:v>0.10894438976377951</c:v>
                </c:pt>
                <c:pt idx="649">
                  <c:v>0.10928272637795276</c:v>
                </c:pt>
                <c:pt idx="650">
                  <c:v>0.10928272637795276</c:v>
                </c:pt>
                <c:pt idx="651">
                  <c:v>0.10962106299212598</c:v>
                </c:pt>
                <c:pt idx="652">
                  <c:v>0.10962106299212598</c:v>
                </c:pt>
                <c:pt idx="653">
                  <c:v>0.10995939960629922</c:v>
                </c:pt>
                <c:pt idx="654">
                  <c:v>0.10995939960629922</c:v>
                </c:pt>
                <c:pt idx="655">
                  <c:v>0.11029773622047244</c:v>
                </c:pt>
                <c:pt idx="656">
                  <c:v>0.11029773622047244</c:v>
                </c:pt>
                <c:pt idx="657">
                  <c:v>0.11063607283464567</c:v>
                </c:pt>
                <c:pt idx="658">
                  <c:v>0.11063607283464567</c:v>
                </c:pt>
                <c:pt idx="659">
                  <c:v>0.11097440944881889</c:v>
                </c:pt>
                <c:pt idx="660">
                  <c:v>0.11097440944881889</c:v>
                </c:pt>
                <c:pt idx="661">
                  <c:v>0.11131274606299212</c:v>
                </c:pt>
                <c:pt idx="662">
                  <c:v>0.11131274606299212</c:v>
                </c:pt>
                <c:pt idx="663">
                  <c:v>0.11165108267716536</c:v>
                </c:pt>
                <c:pt idx="664">
                  <c:v>0.11165108267716536</c:v>
                </c:pt>
                <c:pt idx="665">
                  <c:v>0.11195866141732284</c:v>
                </c:pt>
                <c:pt idx="666">
                  <c:v>0.11195866141732284</c:v>
                </c:pt>
                <c:pt idx="667">
                  <c:v>0.11229699803149606</c:v>
                </c:pt>
                <c:pt idx="668">
                  <c:v>0.11229699803149606</c:v>
                </c:pt>
                <c:pt idx="669">
                  <c:v>0.11263533464566929</c:v>
                </c:pt>
                <c:pt idx="670">
                  <c:v>0.11263533464566929</c:v>
                </c:pt>
                <c:pt idx="671">
                  <c:v>0.11297367125984252</c:v>
                </c:pt>
                <c:pt idx="672">
                  <c:v>0.11297367125984252</c:v>
                </c:pt>
                <c:pt idx="673">
                  <c:v>0.11331200787401575</c:v>
                </c:pt>
                <c:pt idx="674">
                  <c:v>0.11331200787401575</c:v>
                </c:pt>
                <c:pt idx="675">
                  <c:v>0.11365034448818898</c:v>
                </c:pt>
                <c:pt idx="676">
                  <c:v>0.11365034448818898</c:v>
                </c:pt>
                <c:pt idx="677">
                  <c:v>0.1139886811023622</c:v>
                </c:pt>
                <c:pt idx="678">
                  <c:v>0.1139886811023622</c:v>
                </c:pt>
                <c:pt idx="679">
                  <c:v>0.11432701771653545</c:v>
                </c:pt>
                <c:pt idx="680">
                  <c:v>0.11432701771653545</c:v>
                </c:pt>
                <c:pt idx="681">
                  <c:v>0.11466535433070868</c:v>
                </c:pt>
                <c:pt idx="682">
                  <c:v>0.11466535433070868</c:v>
                </c:pt>
                <c:pt idx="683">
                  <c:v>0.11500369094488189</c:v>
                </c:pt>
                <c:pt idx="684">
                  <c:v>0.11500369094488189</c:v>
                </c:pt>
                <c:pt idx="685">
                  <c:v>0.11534202755905512</c:v>
                </c:pt>
                <c:pt idx="686">
                  <c:v>0.11534202755905512</c:v>
                </c:pt>
                <c:pt idx="687">
                  <c:v>0.11568036417322834</c:v>
                </c:pt>
                <c:pt idx="688">
                  <c:v>0.11568036417322834</c:v>
                </c:pt>
                <c:pt idx="689">
                  <c:v>0.11601870078740158</c:v>
                </c:pt>
                <c:pt idx="690">
                  <c:v>0.11601870078740158</c:v>
                </c:pt>
                <c:pt idx="691">
                  <c:v>0.1163570374015748</c:v>
                </c:pt>
                <c:pt idx="692">
                  <c:v>0.1163570374015748</c:v>
                </c:pt>
                <c:pt idx="693">
                  <c:v>0.11669537401574805</c:v>
                </c:pt>
                <c:pt idx="694">
                  <c:v>0.11669537401574805</c:v>
                </c:pt>
                <c:pt idx="695">
                  <c:v>0.11700295275590553</c:v>
                </c:pt>
                <c:pt idx="696">
                  <c:v>0.11700295275590553</c:v>
                </c:pt>
                <c:pt idx="697">
                  <c:v>0.11734128937007876</c:v>
                </c:pt>
                <c:pt idx="698">
                  <c:v>0.11734128937007876</c:v>
                </c:pt>
                <c:pt idx="699">
                  <c:v>0.11767962598425195</c:v>
                </c:pt>
                <c:pt idx="700">
                  <c:v>0.11767962598425195</c:v>
                </c:pt>
                <c:pt idx="701">
                  <c:v>0.1180179625984252</c:v>
                </c:pt>
                <c:pt idx="702">
                  <c:v>0.1180179625984252</c:v>
                </c:pt>
                <c:pt idx="703">
                  <c:v>0.11835629921259842</c:v>
                </c:pt>
                <c:pt idx="704">
                  <c:v>0.11835629921259842</c:v>
                </c:pt>
                <c:pt idx="705">
                  <c:v>0.11869463582677166</c:v>
                </c:pt>
                <c:pt idx="706">
                  <c:v>0.11869463582677166</c:v>
                </c:pt>
                <c:pt idx="707">
                  <c:v>0.11903297244094488</c:v>
                </c:pt>
                <c:pt idx="708">
                  <c:v>0.11903297244094488</c:v>
                </c:pt>
                <c:pt idx="709">
                  <c:v>0.11937130905511811</c:v>
                </c:pt>
                <c:pt idx="710">
                  <c:v>0.11937130905511811</c:v>
                </c:pt>
                <c:pt idx="711">
                  <c:v>0.11970964566929132</c:v>
                </c:pt>
                <c:pt idx="712">
                  <c:v>0.11970964566929132</c:v>
                </c:pt>
                <c:pt idx="713">
                  <c:v>0.12004798228346455</c:v>
                </c:pt>
                <c:pt idx="714">
                  <c:v>0.12004798228346455</c:v>
                </c:pt>
                <c:pt idx="715">
                  <c:v>0.1203863188976378</c:v>
                </c:pt>
                <c:pt idx="716">
                  <c:v>0.1203863188976378</c:v>
                </c:pt>
                <c:pt idx="717">
                  <c:v>0.12072465551181102</c:v>
                </c:pt>
                <c:pt idx="718">
                  <c:v>0.12072465551181102</c:v>
                </c:pt>
                <c:pt idx="719">
                  <c:v>0.12106299212598425</c:v>
                </c:pt>
                <c:pt idx="720">
                  <c:v>0.12106299212598425</c:v>
                </c:pt>
                <c:pt idx="721">
                  <c:v>0.12140132874015748</c:v>
                </c:pt>
                <c:pt idx="722">
                  <c:v>0.12140132874015748</c:v>
                </c:pt>
                <c:pt idx="723">
                  <c:v>0.12173966535433071</c:v>
                </c:pt>
                <c:pt idx="724">
                  <c:v>0.12173966535433071</c:v>
                </c:pt>
                <c:pt idx="725">
                  <c:v>0.12204724409448819</c:v>
                </c:pt>
                <c:pt idx="726">
                  <c:v>0.12204724409448819</c:v>
                </c:pt>
                <c:pt idx="727">
                  <c:v>0.12238558070866142</c:v>
                </c:pt>
                <c:pt idx="728">
                  <c:v>0.12238558070866142</c:v>
                </c:pt>
                <c:pt idx="729">
                  <c:v>0.12272391732283464</c:v>
                </c:pt>
                <c:pt idx="730">
                  <c:v>0.12272391732283464</c:v>
                </c:pt>
                <c:pt idx="731">
                  <c:v>0.12306225393700788</c:v>
                </c:pt>
                <c:pt idx="732">
                  <c:v>0.12306225393700788</c:v>
                </c:pt>
                <c:pt idx="733">
                  <c:v>0.12340059055118111</c:v>
                </c:pt>
                <c:pt idx="734">
                  <c:v>0.12340059055118111</c:v>
                </c:pt>
                <c:pt idx="735">
                  <c:v>0.12373892716535433</c:v>
                </c:pt>
                <c:pt idx="736">
                  <c:v>0.12373892716535433</c:v>
                </c:pt>
                <c:pt idx="737">
                  <c:v>0.12407726377952756</c:v>
                </c:pt>
                <c:pt idx="738">
                  <c:v>0.12407726377952756</c:v>
                </c:pt>
                <c:pt idx="739">
                  <c:v>0.12441560039370078</c:v>
                </c:pt>
                <c:pt idx="740">
                  <c:v>0.12441560039370078</c:v>
                </c:pt>
                <c:pt idx="741">
                  <c:v>0.12475393700787402</c:v>
                </c:pt>
                <c:pt idx="742">
                  <c:v>0.12475393700787402</c:v>
                </c:pt>
                <c:pt idx="743">
                  <c:v>0.12509227362204725</c:v>
                </c:pt>
                <c:pt idx="744">
                  <c:v>0.12509227362204725</c:v>
                </c:pt>
                <c:pt idx="745">
                  <c:v>0.12543061023622049</c:v>
                </c:pt>
                <c:pt idx="746">
                  <c:v>0.12543061023622049</c:v>
                </c:pt>
                <c:pt idx="747">
                  <c:v>0.12576894685039369</c:v>
                </c:pt>
                <c:pt idx="748">
                  <c:v>0.12576894685039369</c:v>
                </c:pt>
                <c:pt idx="749">
                  <c:v>0.12610728346456693</c:v>
                </c:pt>
                <c:pt idx="750">
                  <c:v>0.12610728346456693</c:v>
                </c:pt>
                <c:pt idx="751">
                  <c:v>0.12644562007874016</c:v>
                </c:pt>
                <c:pt idx="752">
                  <c:v>0.12644562007874016</c:v>
                </c:pt>
                <c:pt idx="753">
                  <c:v>0.1267839566929134</c:v>
                </c:pt>
                <c:pt idx="754">
                  <c:v>0.1267839566929134</c:v>
                </c:pt>
                <c:pt idx="755">
                  <c:v>0.1271222933070866</c:v>
                </c:pt>
                <c:pt idx="756">
                  <c:v>0.1271222933070866</c:v>
                </c:pt>
                <c:pt idx="757">
                  <c:v>0.1274298720472441</c:v>
                </c:pt>
                <c:pt idx="758">
                  <c:v>0.1274298720472441</c:v>
                </c:pt>
                <c:pt idx="759">
                  <c:v>0.12776820866141733</c:v>
                </c:pt>
                <c:pt idx="760">
                  <c:v>0.12776820866141733</c:v>
                </c:pt>
                <c:pt idx="761">
                  <c:v>0.12810654527559054</c:v>
                </c:pt>
                <c:pt idx="762">
                  <c:v>0.12810654527559054</c:v>
                </c:pt>
                <c:pt idx="763">
                  <c:v>0.12844488188976377</c:v>
                </c:pt>
                <c:pt idx="764">
                  <c:v>0.12844488188976377</c:v>
                </c:pt>
                <c:pt idx="765">
                  <c:v>0.12878321850393701</c:v>
                </c:pt>
                <c:pt idx="766">
                  <c:v>0.12878321850393701</c:v>
                </c:pt>
                <c:pt idx="767">
                  <c:v>0.12912155511811024</c:v>
                </c:pt>
                <c:pt idx="768">
                  <c:v>0.12912155511811024</c:v>
                </c:pt>
                <c:pt idx="769">
                  <c:v>0.12945989173228348</c:v>
                </c:pt>
                <c:pt idx="770">
                  <c:v>0.12945989173228348</c:v>
                </c:pt>
                <c:pt idx="771">
                  <c:v>0.12979822834645668</c:v>
                </c:pt>
                <c:pt idx="772">
                  <c:v>0.12979822834645668</c:v>
                </c:pt>
                <c:pt idx="773">
                  <c:v>0.13013656496062992</c:v>
                </c:pt>
                <c:pt idx="774">
                  <c:v>0.13013656496062992</c:v>
                </c:pt>
                <c:pt idx="775">
                  <c:v>0.13047490157480315</c:v>
                </c:pt>
                <c:pt idx="776">
                  <c:v>0.13047490157480315</c:v>
                </c:pt>
                <c:pt idx="777">
                  <c:v>0.13081323818897639</c:v>
                </c:pt>
                <c:pt idx="778">
                  <c:v>0.13081323818897639</c:v>
                </c:pt>
                <c:pt idx="779">
                  <c:v>0.1311515748031496</c:v>
                </c:pt>
                <c:pt idx="780">
                  <c:v>0.1311515748031496</c:v>
                </c:pt>
                <c:pt idx="781">
                  <c:v>0.13148991141732283</c:v>
                </c:pt>
                <c:pt idx="782">
                  <c:v>0.13148991141732283</c:v>
                </c:pt>
                <c:pt idx="783">
                  <c:v>0.13182824803149606</c:v>
                </c:pt>
                <c:pt idx="784">
                  <c:v>0.13182824803149606</c:v>
                </c:pt>
                <c:pt idx="785">
                  <c:v>0.1321665846456693</c:v>
                </c:pt>
                <c:pt idx="786">
                  <c:v>0.1321665846456693</c:v>
                </c:pt>
                <c:pt idx="787">
                  <c:v>0.13247416338582677</c:v>
                </c:pt>
                <c:pt idx="788">
                  <c:v>0.13247416338582677</c:v>
                </c:pt>
                <c:pt idx="789">
                  <c:v>0.1328125</c:v>
                </c:pt>
                <c:pt idx="790">
                  <c:v>0.1328125</c:v>
                </c:pt>
                <c:pt idx="791">
                  <c:v>0.13315083661417323</c:v>
                </c:pt>
                <c:pt idx="792">
                  <c:v>0.13315083661417323</c:v>
                </c:pt>
                <c:pt idx="793">
                  <c:v>0.13348917322834647</c:v>
                </c:pt>
                <c:pt idx="794">
                  <c:v>0.13348917322834647</c:v>
                </c:pt>
                <c:pt idx="795">
                  <c:v>0.13382750984251968</c:v>
                </c:pt>
                <c:pt idx="796">
                  <c:v>0.13382750984251968</c:v>
                </c:pt>
                <c:pt idx="797">
                  <c:v>0.13416584645669291</c:v>
                </c:pt>
                <c:pt idx="798">
                  <c:v>0.13416584645669291</c:v>
                </c:pt>
                <c:pt idx="799">
                  <c:v>0.13450418307086617</c:v>
                </c:pt>
                <c:pt idx="800">
                  <c:v>0.13450418307086617</c:v>
                </c:pt>
                <c:pt idx="801">
                  <c:v>0.13484251968503938</c:v>
                </c:pt>
                <c:pt idx="802">
                  <c:v>0.13484251968503938</c:v>
                </c:pt>
                <c:pt idx="803">
                  <c:v>0.13518085629921259</c:v>
                </c:pt>
                <c:pt idx="804">
                  <c:v>0.13518085629921259</c:v>
                </c:pt>
                <c:pt idx="805">
                  <c:v>0.13551919291338582</c:v>
                </c:pt>
                <c:pt idx="806">
                  <c:v>0.13551919291338582</c:v>
                </c:pt>
                <c:pt idx="807">
                  <c:v>0.13585752952755906</c:v>
                </c:pt>
                <c:pt idx="808">
                  <c:v>0.13585752952755906</c:v>
                </c:pt>
                <c:pt idx="809">
                  <c:v>0.13619586614173229</c:v>
                </c:pt>
                <c:pt idx="810">
                  <c:v>0.13619586614173229</c:v>
                </c:pt>
                <c:pt idx="811">
                  <c:v>0.1365342027559055</c:v>
                </c:pt>
                <c:pt idx="812">
                  <c:v>0.1365342027559055</c:v>
                </c:pt>
                <c:pt idx="813">
                  <c:v>0.13687253937007873</c:v>
                </c:pt>
                <c:pt idx="814">
                  <c:v>0.13687253937007873</c:v>
                </c:pt>
                <c:pt idx="815">
                  <c:v>0.13721087598425197</c:v>
                </c:pt>
                <c:pt idx="816">
                  <c:v>0.13721087598425197</c:v>
                </c:pt>
                <c:pt idx="817">
                  <c:v>0.13751845472440946</c:v>
                </c:pt>
                <c:pt idx="818">
                  <c:v>0.13751845472440946</c:v>
                </c:pt>
                <c:pt idx="819">
                  <c:v>0.13785679133858267</c:v>
                </c:pt>
                <c:pt idx="820">
                  <c:v>0.13785679133858267</c:v>
                </c:pt>
                <c:pt idx="821">
                  <c:v>0.1381951279527559</c:v>
                </c:pt>
                <c:pt idx="822">
                  <c:v>0.1381951279527559</c:v>
                </c:pt>
                <c:pt idx="823">
                  <c:v>0.13853346456692914</c:v>
                </c:pt>
                <c:pt idx="824">
                  <c:v>0.13853346456692914</c:v>
                </c:pt>
                <c:pt idx="825">
                  <c:v>0.13887180118110237</c:v>
                </c:pt>
                <c:pt idx="826">
                  <c:v>0.13887180118110237</c:v>
                </c:pt>
                <c:pt idx="827">
                  <c:v>0.13921013779527558</c:v>
                </c:pt>
                <c:pt idx="828">
                  <c:v>0.13921013779527558</c:v>
                </c:pt>
                <c:pt idx="829">
                  <c:v>0.13954847440944881</c:v>
                </c:pt>
                <c:pt idx="830">
                  <c:v>0.13954847440944881</c:v>
                </c:pt>
                <c:pt idx="831">
                  <c:v>0.13988681102362205</c:v>
                </c:pt>
                <c:pt idx="832">
                  <c:v>0.13988681102362205</c:v>
                </c:pt>
                <c:pt idx="833">
                  <c:v>0.14022514763779528</c:v>
                </c:pt>
                <c:pt idx="834">
                  <c:v>0.14022514763779528</c:v>
                </c:pt>
                <c:pt idx="835">
                  <c:v>0.14056348425196849</c:v>
                </c:pt>
                <c:pt idx="836">
                  <c:v>0.14056348425196849</c:v>
                </c:pt>
                <c:pt idx="837">
                  <c:v>0.14090182086614172</c:v>
                </c:pt>
                <c:pt idx="838">
                  <c:v>0.14090182086614172</c:v>
                </c:pt>
                <c:pt idx="839">
                  <c:v>0.14124015748031496</c:v>
                </c:pt>
                <c:pt idx="840">
                  <c:v>0.14124015748031496</c:v>
                </c:pt>
                <c:pt idx="841">
                  <c:v>0.14157849409448819</c:v>
                </c:pt>
                <c:pt idx="842">
                  <c:v>0.14157849409448819</c:v>
                </c:pt>
                <c:pt idx="843">
                  <c:v>0.14191683070866143</c:v>
                </c:pt>
                <c:pt idx="844">
                  <c:v>0.14191683070866143</c:v>
                </c:pt>
                <c:pt idx="845">
                  <c:v>0.14225516732283464</c:v>
                </c:pt>
                <c:pt idx="846">
                  <c:v>0.14225516732283464</c:v>
                </c:pt>
                <c:pt idx="847">
                  <c:v>0.14256274606299213</c:v>
                </c:pt>
                <c:pt idx="848">
                  <c:v>0.14256274606299213</c:v>
                </c:pt>
                <c:pt idx="849">
                  <c:v>0.14290108267716536</c:v>
                </c:pt>
                <c:pt idx="850">
                  <c:v>0.14290108267716536</c:v>
                </c:pt>
                <c:pt idx="851">
                  <c:v>0.14323941929133857</c:v>
                </c:pt>
                <c:pt idx="852">
                  <c:v>0.14323941929133857</c:v>
                </c:pt>
                <c:pt idx="853">
                  <c:v>0.14357775590551181</c:v>
                </c:pt>
                <c:pt idx="854">
                  <c:v>0.14357775590551181</c:v>
                </c:pt>
                <c:pt idx="855">
                  <c:v>0.14391609251968504</c:v>
                </c:pt>
                <c:pt idx="856">
                  <c:v>0.14391609251968504</c:v>
                </c:pt>
                <c:pt idx="857">
                  <c:v>0.14425442913385828</c:v>
                </c:pt>
                <c:pt idx="858">
                  <c:v>0.14425442913385828</c:v>
                </c:pt>
                <c:pt idx="859">
                  <c:v>0.14459276574803151</c:v>
                </c:pt>
                <c:pt idx="860">
                  <c:v>0.14459276574803151</c:v>
                </c:pt>
                <c:pt idx="861">
                  <c:v>0.14493110236220472</c:v>
                </c:pt>
                <c:pt idx="862">
                  <c:v>0.14493110236220472</c:v>
                </c:pt>
                <c:pt idx="863">
                  <c:v>0.14526943897637795</c:v>
                </c:pt>
                <c:pt idx="864">
                  <c:v>0.14526943897637795</c:v>
                </c:pt>
                <c:pt idx="865">
                  <c:v>0.14560777559055119</c:v>
                </c:pt>
                <c:pt idx="866">
                  <c:v>0.14560777559055119</c:v>
                </c:pt>
                <c:pt idx="867">
                  <c:v>0.14594611220472442</c:v>
                </c:pt>
                <c:pt idx="868">
                  <c:v>0.14594611220472442</c:v>
                </c:pt>
                <c:pt idx="869">
                  <c:v>0.14628444881889763</c:v>
                </c:pt>
                <c:pt idx="870">
                  <c:v>0.14628444881889763</c:v>
                </c:pt>
                <c:pt idx="871">
                  <c:v>0.14662278543307086</c:v>
                </c:pt>
                <c:pt idx="872">
                  <c:v>0.14662278543307086</c:v>
                </c:pt>
                <c:pt idx="873">
                  <c:v>0.14693036417322836</c:v>
                </c:pt>
                <c:pt idx="874">
                  <c:v>0.14693036417322836</c:v>
                </c:pt>
                <c:pt idx="875">
                  <c:v>0.14729945866141733</c:v>
                </c:pt>
                <c:pt idx="876">
                  <c:v>0.14729945866141733</c:v>
                </c:pt>
                <c:pt idx="877">
                  <c:v>0.1476070374015748</c:v>
                </c:pt>
                <c:pt idx="878">
                  <c:v>0.1476070374015748</c:v>
                </c:pt>
                <c:pt idx="879">
                  <c:v>0.14794537401574803</c:v>
                </c:pt>
                <c:pt idx="880">
                  <c:v>0.14794537401574803</c:v>
                </c:pt>
                <c:pt idx="881">
                  <c:v>0.14828371062992127</c:v>
                </c:pt>
                <c:pt idx="882">
                  <c:v>0.14828371062992127</c:v>
                </c:pt>
                <c:pt idx="883">
                  <c:v>0.1486220472440945</c:v>
                </c:pt>
                <c:pt idx="884">
                  <c:v>0.1486220472440945</c:v>
                </c:pt>
                <c:pt idx="885">
                  <c:v>0.14896038385826771</c:v>
                </c:pt>
                <c:pt idx="886">
                  <c:v>0.14896038385826771</c:v>
                </c:pt>
                <c:pt idx="887">
                  <c:v>0.14929872047244094</c:v>
                </c:pt>
                <c:pt idx="888">
                  <c:v>0.14929872047244094</c:v>
                </c:pt>
                <c:pt idx="889">
                  <c:v>0.14963705708661418</c:v>
                </c:pt>
                <c:pt idx="890">
                  <c:v>0.14963705708661418</c:v>
                </c:pt>
                <c:pt idx="891">
                  <c:v>0.14997539370078741</c:v>
                </c:pt>
                <c:pt idx="892">
                  <c:v>0.14997539370078741</c:v>
                </c:pt>
                <c:pt idx="893">
                  <c:v>0.15031373031496062</c:v>
                </c:pt>
                <c:pt idx="894">
                  <c:v>0.15031373031496062</c:v>
                </c:pt>
                <c:pt idx="895">
                  <c:v>0.15065206692913383</c:v>
                </c:pt>
                <c:pt idx="896">
                  <c:v>0.15065206692913383</c:v>
                </c:pt>
                <c:pt idx="897">
                  <c:v>0.15099040354330709</c:v>
                </c:pt>
                <c:pt idx="898">
                  <c:v>0.15099040354330709</c:v>
                </c:pt>
                <c:pt idx="899">
                  <c:v>0.15132874015748032</c:v>
                </c:pt>
                <c:pt idx="900">
                  <c:v>0.15132874015748032</c:v>
                </c:pt>
                <c:pt idx="901">
                  <c:v>0.15166707677165353</c:v>
                </c:pt>
                <c:pt idx="902">
                  <c:v>0.15166707677165353</c:v>
                </c:pt>
                <c:pt idx="903">
                  <c:v>0.15200541338582677</c:v>
                </c:pt>
                <c:pt idx="904">
                  <c:v>0.15200541338582677</c:v>
                </c:pt>
                <c:pt idx="905">
                  <c:v>0.15234375</c:v>
                </c:pt>
                <c:pt idx="906">
                  <c:v>0.15234375</c:v>
                </c:pt>
                <c:pt idx="907">
                  <c:v>0.15265132874015749</c:v>
                </c:pt>
                <c:pt idx="908">
                  <c:v>0.15265132874015749</c:v>
                </c:pt>
                <c:pt idx="909">
                  <c:v>0.1529896653543307</c:v>
                </c:pt>
                <c:pt idx="910">
                  <c:v>0.1529896653543307</c:v>
                </c:pt>
                <c:pt idx="911">
                  <c:v>0.15332800196850394</c:v>
                </c:pt>
                <c:pt idx="912">
                  <c:v>0.15332800196850394</c:v>
                </c:pt>
                <c:pt idx="913">
                  <c:v>0.15366633858267717</c:v>
                </c:pt>
                <c:pt idx="914">
                  <c:v>0.15366633858267717</c:v>
                </c:pt>
                <c:pt idx="915">
                  <c:v>0.1540046751968504</c:v>
                </c:pt>
                <c:pt idx="916">
                  <c:v>0.1540046751968504</c:v>
                </c:pt>
                <c:pt idx="917">
                  <c:v>0.15434301181102361</c:v>
                </c:pt>
                <c:pt idx="918">
                  <c:v>0.15434301181102361</c:v>
                </c:pt>
                <c:pt idx="919">
                  <c:v>0.15468134842519685</c:v>
                </c:pt>
                <c:pt idx="920">
                  <c:v>0.15468134842519685</c:v>
                </c:pt>
                <c:pt idx="921">
                  <c:v>0.15501968503937008</c:v>
                </c:pt>
                <c:pt idx="922">
                  <c:v>0.15501968503937008</c:v>
                </c:pt>
                <c:pt idx="923">
                  <c:v>0.15535802165354332</c:v>
                </c:pt>
                <c:pt idx="924">
                  <c:v>0.15535802165354332</c:v>
                </c:pt>
                <c:pt idx="925">
                  <c:v>0.15569635826771652</c:v>
                </c:pt>
                <c:pt idx="926">
                  <c:v>0.15569635826771652</c:v>
                </c:pt>
                <c:pt idx="927">
                  <c:v>0.15600393700787402</c:v>
                </c:pt>
                <c:pt idx="928">
                  <c:v>0.15600393700787402</c:v>
                </c:pt>
                <c:pt idx="929">
                  <c:v>0.15634227362204725</c:v>
                </c:pt>
                <c:pt idx="930">
                  <c:v>0.15634227362204725</c:v>
                </c:pt>
                <c:pt idx="931">
                  <c:v>0.15671136811023623</c:v>
                </c:pt>
                <c:pt idx="932">
                  <c:v>0.15671136811023623</c:v>
                </c:pt>
                <c:pt idx="933">
                  <c:v>0.15704970472440946</c:v>
                </c:pt>
                <c:pt idx="934">
                  <c:v>0.15704970472440946</c:v>
                </c:pt>
                <c:pt idx="935">
                  <c:v>0.15738804133858267</c:v>
                </c:pt>
                <c:pt idx="936">
                  <c:v>0.15738804133858267</c:v>
                </c:pt>
                <c:pt idx="937">
                  <c:v>0.15769562007874016</c:v>
                </c:pt>
                <c:pt idx="938">
                  <c:v>0.15769562007874016</c:v>
                </c:pt>
                <c:pt idx="939">
                  <c:v>0.1580339566929134</c:v>
                </c:pt>
                <c:pt idx="940">
                  <c:v>0.1580339566929134</c:v>
                </c:pt>
                <c:pt idx="941">
                  <c:v>0.1583722933070866</c:v>
                </c:pt>
                <c:pt idx="942">
                  <c:v>0.1583722933070866</c:v>
                </c:pt>
                <c:pt idx="943">
                  <c:v>0.15871062992125984</c:v>
                </c:pt>
                <c:pt idx="944">
                  <c:v>0.15871062992125984</c:v>
                </c:pt>
                <c:pt idx="945">
                  <c:v>0.15904896653543307</c:v>
                </c:pt>
                <c:pt idx="946">
                  <c:v>0.15904896653543307</c:v>
                </c:pt>
                <c:pt idx="947">
                  <c:v>0.15938730314960631</c:v>
                </c:pt>
                <c:pt idx="948">
                  <c:v>0.15938730314960631</c:v>
                </c:pt>
                <c:pt idx="949">
                  <c:v>0.15972563976377951</c:v>
                </c:pt>
                <c:pt idx="950">
                  <c:v>0.15972563976377951</c:v>
                </c:pt>
                <c:pt idx="951">
                  <c:v>0.16006397637795275</c:v>
                </c:pt>
                <c:pt idx="952">
                  <c:v>0.16006397637795275</c:v>
                </c:pt>
                <c:pt idx="953">
                  <c:v>0.16040231299212598</c:v>
                </c:pt>
                <c:pt idx="954">
                  <c:v>0.16040231299212598</c:v>
                </c:pt>
                <c:pt idx="955">
                  <c:v>0.16074064960629922</c:v>
                </c:pt>
                <c:pt idx="956">
                  <c:v>0.16074064960629922</c:v>
                </c:pt>
                <c:pt idx="957">
                  <c:v>0.16107898622047245</c:v>
                </c:pt>
                <c:pt idx="958">
                  <c:v>0.16107898622047245</c:v>
                </c:pt>
                <c:pt idx="959">
                  <c:v>0.16141732283464566</c:v>
                </c:pt>
                <c:pt idx="960">
                  <c:v>0.16141732283464566</c:v>
                </c:pt>
                <c:pt idx="961">
                  <c:v>0.16175565944881889</c:v>
                </c:pt>
                <c:pt idx="962">
                  <c:v>0.16175565944881889</c:v>
                </c:pt>
                <c:pt idx="963">
                  <c:v>0.16209399606299213</c:v>
                </c:pt>
                <c:pt idx="964">
                  <c:v>0.16209399606299213</c:v>
                </c:pt>
                <c:pt idx="965">
                  <c:v>0.16243233267716536</c:v>
                </c:pt>
                <c:pt idx="966">
                  <c:v>0.16243233267716536</c:v>
                </c:pt>
                <c:pt idx="967">
                  <c:v>0.16277066929133857</c:v>
                </c:pt>
                <c:pt idx="968">
                  <c:v>0.16277066929133857</c:v>
                </c:pt>
                <c:pt idx="969">
                  <c:v>0.16307824803149606</c:v>
                </c:pt>
                <c:pt idx="970">
                  <c:v>0.16307824803149606</c:v>
                </c:pt>
                <c:pt idx="971">
                  <c:v>0.1634165846456693</c:v>
                </c:pt>
                <c:pt idx="972">
                  <c:v>0.1634165846456693</c:v>
                </c:pt>
                <c:pt idx="973">
                  <c:v>0.16375492125984251</c:v>
                </c:pt>
                <c:pt idx="974">
                  <c:v>0.16375492125984251</c:v>
                </c:pt>
                <c:pt idx="975">
                  <c:v>0.16409325787401574</c:v>
                </c:pt>
                <c:pt idx="976">
                  <c:v>0.16409325787401574</c:v>
                </c:pt>
                <c:pt idx="977">
                  <c:v>0.16443159448818898</c:v>
                </c:pt>
                <c:pt idx="978">
                  <c:v>0.16443159448818898</c:v>
                </c:pt>
                <c:pt idx="979">
                  <c:v>0.16476993110236221</c:v>
                </c:pt>
                <c:pt idx="980">
                  <c:v>0.16476993110236221</c:v>
                </c:pt>
                <c:pt idx="981">
                  <c:v>0.16510826771653545</c:v>
                </c:pt>
                <c:pt idx="982">
                  <c:v>0.16510826771653545</c:v>
                </c:pt>
                <c:pt idx="983">
                  <c:v>0.16544660433070865</c:v>
                </c:pt>
                <c:pt idx="984">
                  <c:v>0.16544660433070865</c:v>
                </c:pt>
                <c:pt idx="985">
                  <c:v>0.16578494094488189</c:v>
                </c:pt>
                <c:pt idx="986">
                  <c:v>0.16578494094488189</c:v>
                </c:pt>
                <c:pt idx="987">
                  <c:v>0.16612327755905512</c:v>
                </c:pt>
                <c:pt idx="988">
                  <c:v>0.16612327755905512</c:v>
                </c:pt>
                <c:pt idx="989">
                  <c:v>0.16646161417322836</c:v>
                </c:pt>
                <c:pt idx="990">
                  <c:v>0.16646161417322836</c:v>
                </c:pt>
                <c:pt idx="991">
                  <c:v>0.16679995078740156</c:v>
                </c:pt>
                <c:pt idx="992">
                  <c:v>0.16679995078740156</c:v>
                </c:pt>
                <c:pt idx="993">
                  <c:v>0.1671382874015748</c:v>
                </c:pt>
                <c:pt idx="994">
                  <c:v>0.1671382874015748</c:v>
                </c:pt>
                <c:pt idx="995">
                  <c:v>0.16747662401574803</c:v>
                </c:pt>
                <c:pt idx="996">
                  <c:v>0.16747662401574803</c:v>
                </c:pt>
                <c:pt idx="997">
                  <c:v>0.16781496062992127</c:v>
                </c:pt>
                <c:pt idx="998">
                  <c:v>0.16781496062992127</c:v>
                </c:pt>
                <c:pt idx="999">
                  <c:v>0.16812253937007873</c:v>
                </c:pt>
                <c:pt idx="1000">
                  <c:v>0.16812253937007873</c:v>
                </c:pt>
                <c:pt idx="1001">
                  <c:v>0.16846087598425197</c:v>
                </c:pt>
                <c:pt idx="1002">
                  <c:v>0.16846087598425197</c:v>
                </c:pt>
                <c:pt idx="1003">
                  <c:v>0.1687992125984252</c:v>
                </c:pt>
                <c:pt idx="1004">
                  <c:v>0.1687992125984252</c:v>
                </c:pt>
                <c:pt idx="1005">
                  <c:v>0.16913754921259844</c:v>
                </c:pt>
                <c:pt idx="1006">
                  <c:v>0.16913754921259844</c:v>
                </c:pt>
                <c:pt idx="1007">
                  <c:v>0.16947588582677164</c:v>
                </c:pt>
                <c:pt idx="1008">
                  <c:v>0.16947588582677164</c:v>
                </c:pt>
                <c:pt idx="1009">
                  <c:v>0.16981422244094488</c:v>
                </c:pt>
                <c:pt idx="1010">
                  <c:v>0.16981422244094488</c:v>
                </c:pt>
                <c:pt idx="1011">
                  <c:v>0.17015255905511811</c:v>
                </c:pt>
                <c:pt idx="1012">
                  <c:v>0.17015255905511811</c:v>
                </c:pt>
                <c:pt idx="1013">
                  <c:v>0.17049089566929135</c:v>
                </c:pt>
                <c:pt idx="1014">
                  <c:v>0.17049089566929135</c:v>
                </c:pt>
                <c:pt idx="1015">
                  <c:v>0.17082923228346455</c:v>
                </c:pt>
                <c:pt idx="1016">
                  <c:v>0.17082923228346455</c:v>
                </c:pt>
                <c:pt idx="1017">
                  <c:v>0.17116756889763779</c:v>
                </c:pt>
                <c:pt idx="1018">
                  <c:v>0.17116756889763779</c:v>
                </c:pt>
                <c:pt idx="1019">
                  <c:v>0.17150590551181102</c:v>
                </c:pt>
                <c:pt idx="1020">
                  <c:v>0.17150590551181102</c:v>
                </c:pt>
                <c:pt idx="1021">
                  <c:v>0.17184424212598426</c:v>
                </c:pt>
                <c:pt idx="1022">
                  <c:v>0.17184424212598426</c:v>
                </c:pt>
                <c:pt idx="1023">
                  <c:v>0.17218257874015749</c:v>
                </c:pt>
                <c:pt idx="1024">
                  <c:v>0.17218257874015749</c:v>
                </c:pt>
                <c:pt idx="1025">
                  <c:v>0.1725209153543307</c:v>
                </c:pt>
                <c:pt idx="1026">
                  <c:v>0.1725209153543307</c:v>
                </c:pt>
                <c:pt idx="1027">
                  <c:v>0.17285925196850394</c:v>
                </c:pt>
                <c:pt idx="1028">
                  <c:v>0.17285925196850394</c:v>
                </c:pt>
                <c:pt idx="1029">
                  <c:v>0.17316683070866143</c:v>
                </c:pt>
                <c:pt idx="1030">
                  <c:v>0.17316683070866143</c:v>
                </c:pt>
                <c:pt idx="1031">
                  <c:v>0.17350516732283464</c:v>
                </c:pt>
                <c:pt idx="1032">
                  <c:v>0.17350516732283464</c:v>
                </c:pt>
                <c:pt idx="1033">
                  <c:v>0.17384350393700787</c:v>
                </c:pt>
                <c:pt idx="1034">
                  <c:v>0.17384350393700787</c:v>
                </c:pt>
                <c:pt idx="1035">
                  <c:v>0.17418184055118111</c:v>
                </c:pt>
                <c:pt idx="1036">
                  <c:v>0.17418184055118111</c:v>
                </c:pt>
                <c:pt idx="1037">
                  <c:v>0.17452017716535434</c:v>
                </c:pt>
                <c:pt idx="1038">
                  <c:v>0.17452017716535434</c:v>
                </c:pt>
                <c:pt idx="1039">
                  <c:v>0.17485851377952755</c:v>
                </c:pt>
                <c:pt idx="1040">
                  <c:v>0.17485851377952755</c:v>
                </c:pt>
                <c:pt idx="1041">
                  <c:v>0.17519685039370078</c:v>
                </c:pt>
                <c:pt idx="1042">
                  <c:v>0.17519685039370078</c:v>
                </c:pt>
                <c:pt idx="1043">
                  <c:v>0.17553518700787402</c:v>
                </c:pt>
                <c:pt idx="1044">
                  <c:v>0.17553518700787402</c:v>
                </c:pt>
                <c:pt idx="1045">
                  <c:v>0.17587352362204725</c:v>
                </c:pt>
                <c:pt idx="1046">
                  <c:v>0.17587352362204725</c:v>
                </c:pt>
                <c:pt idx="1047">
                  <c:v>0.17621186023622049</c:v>
                </c:pt>
                <c:pt idx="1048">
                  <c:v>0.17621186023622049</c:v>
                </c:pt>
                <c:pt idx="1049">
                  <c:v>0.17655019685039369</c:v>
                </c:pt>
                <c:pt idx="1050">
                  <c:v>0.17655019685039369</c:v>
                </c:pt>
                <c:pt idx="1051">
                  <c:v>0.17688853346456693</c:v>
                </c:pt>
                <c:pt idx="1052">
                  <c:v>0.17688853346456693</c:v>
                </c:pt>
                <c:pt idx="1053">
                  <c:v>0.17722687007874016</c:v>
                </c:pt>
                <c:pt idx="1054">
                  <c:v>0.17722687007874016</c:v>
                </c:pt>
                <c:pt idx="1055">
                  <c:v>0.1775652066929134</c:v>
                </c:pt>
                <c:pt idx="1056">
                  <c:v>0.1775652066929134</c:v>
                </c:pt>
                <c:pt idx="1057">
                  <c:v>0.1779035433070866</c:v>
                </c:pt>
                <c:pt idx="1058">
                  <c:v>0.1779035433070866</c:v>
                </c:pt>
                <c:pt idx="1059">
                  <c:v>0.1782111220472441</c:v>
                </c:pt>
                <c:pt idx="1060">
                  <c:v>0.1782111220472441</c:v>
                </c:pt>
                <c:pt idx="1061">
                  <c:v>0.17854945866141733</c:v>
                </c:pt>
                <c:pt idx="1062">
                  <c:v>0.17854945866141733</c:v>
                </c:pt>
                <c:pt idx="1063">
                  <c:v>0.17888779527559054</c:v>
                </c:pt>
                <c:pt idx="1064">
                  <c:v>0.17888779527559054</c:v>
                </c:pt>
                <c:pt idx="1065">
                  <c:v>0.17922613188976377</c:v>
                </c:pt>
                <c:pt idx="1066">
                  <c:v>0.17922613188976377</c:v>
                </c:pt>
                <c:pt idx="1067">
                  <c:v>0.17956446850393701</c:v>
                </c:pt>
                <c:pt idx="1068">
                  <c:v>0.17956446850393701</c:v>
                </c:pt>
                <c:pt idx="1069">
                  <c:v>0.17990280511811024</c:v>
                </c:pt>
                <c:pt idx="1070">
                  <c:v>0.17990280511811024</c:v>
                </c:pt>
                <c:pt idx="1071">
                  <c:v>0.18021038385826771</c:v>
                </c:pt>
                <c:pt idx="1072">
                  <c:v>0.18021038385826771</c:v>
                </c:pt>
                <c:pt idx="1073">
                  <c:v>0.18057947834645668</c:v>
                </c:pt>
                <c:pt idx="1074">
                  <c:v>0.18057947834645668</c:v>
                </c:pt>
                <c:pt idx="1075">
                  <c:v>0.18091781496062992</c:v>
                </c:pt>
                <c:pt idx="1076">
                  <c:v>0.18091781496062992</c:v>
                </c:pt>
                <c:pt idx="1077">
                  <c:v>0.18125615157480315</c:v>
                </c:pt>
                <c:pt idx="1078">
                  <c:v>0.18125615157480315</c:v>
                </c:pt>
                <c:pt idx="1079">
                  <c:v>0.18159448818897639</c:v>
                </c:pt>
                <c:pt idx="1080">
                  <c:v>0.18159448818897639</c:v>
                </c:pt>
                <c:pt idx="1081">
                  <c:v>0.1819328248031496</c:v>
                </c:pt>
                <c:pt idx="1082">
                  <c:v>0.1819328248031496</c:v>
                </c:pt>
                <c:pt idx="1083">
                  <c:v>0.18227116141732283</c:v>
                </c:pt>
                <c:pt idx="1084">
                  <c:v>0.18227116141732283</c:v>
                </c:pt>
                <c:pt idx="1085">
                  <c:v>0.18260949803149609</c:v>
                </c:pt>
                <c:pt idx="1086">
                  <c:v>0.18260949803149609</c:v>
                </c:pt>
                <c:pt idx="1087">
                  <c:v>0.1829478346456693</c:v>
                </c:pt>
                <c:pt idx="1088">
                  <c:v>0.1829478346456693</c:v>
                </c:pt>
                <c:pt idx="1089">
                  <c:v>0.18325541338582677</c:v>
                </c:pt>
                <c:pt idx="1090">
                  <c:v>0.18325541338582677</c:v>
                </c:pt>
                <c:pt idx="1091">
                  <c:v>0.18359375</c:v>
                </c:pt>
                <c:pt idx="1092">
                  <c:v>0.18359375</c:v>
                </c:pt>
                <c:pt idx="1093">
                  <c:v>0.18393208661417323</c:v>
                </c:pt>
                <c:pt idx="1094">
                  <c:v>0.18393208661417323</c:v>
                </c:pt>
                <c:pt idx="1095">
                  <c:v>0.18427042322834647</c:v>
                </c:pt>
                <c:pt idx="1096">
                  <c:v>0.18427042322834647</c:v>
                </c:pt>
                <c:pt idx="1097">
                  <c:v>0.18460875984251968</c:v>
                </c:pt>
                <c:pt idx="1098">
                  <c:v>0.18460875984251968</c:v>
                </c:pt>
                <c:pt idx="1099">
                  <c:v>0.18494709645669291</c:v>
                </c:pt>
                <c:pt idx="1100">
                  <c:v>0.18494709645669291</c:v>
                </c:pt>
                <c:pt idx="1101">
                  <c:v>0.18528543307086617</c:v>
                </c:pt>
                <c:pt idx="1102">
                  <c:v>0.18528543307086617</c:v>
                </c:pt>
                <c:pt idx="1103">
                  <c:v>0.18562376968503935</c:v>
                </c:pt>
                <c:pt idx="1104">
                  <c:v>0.18562376968503935</c:v>
                </c:pt>
                <c:pt idx="1105">
                  <c:v>0.18596210629921259</c:v>
                </c:pt>
                <c:pt idx="1106">
                  <c:v>0.18596210629921259</c:v>
                </c:pt>
                <c:pt idx="1107">
                  <c:v>0.18630044291338585</c:v>
                </c:pt>
                <c:pt idx="1108">
                  <c:v>0.18630044291338585</c:v>
                </c:pt>
                <c:pt idx="1109">
                  <c:v>0.18663877952755903</c:v>
                </c:pt>
                <c:pt idx="1110">
                  <c:v>0.18663877952755903</c:v>
                </c:pt>
                <c:pt idx="1111">
                  <c:v>0.18697711614173229</c:v>
                </c:pt>
                <c:pt idx="1112">
                  <c:v>0.18697711614173229</c:v>
                </c:pt>
                <c:pt idx="1113">
                  <c:v>0.1873154527559055</c:v>
                </c:pt>
                <c:pt idx="1114">
                  <c:v>0.1873154527559055</c:v>
                </c:pt>
                <c:pt idx="1115">
                  <c:v>0.18765378937007873</c:v>
                </c:pt>
                <c:pt idx="1116">
                  <c:v>0.18765378937007873</c:v>
                </c:pt>
                <c:pt idx="1117">
                  <c:v>0.18799212598425197</c:v>
                </c:pt>
                <c:pt idx="1118">
                  <c:v>0.18799212598425197</c:v>
                </c:pt>
                <c:pt idx="1119">
                  <c:v>0.18829970472440943</c:v>
                </c:pt>
                <c:pt idx="1120">
                  <c:v>0.18829970472440943</c:v>
                </c:pt>
                <c:pt idx="1121">
                  <c:v>0.18863804133858267</c:v>
                </c:pt>
                <c:pt idx="1122">
                  <c:v>0.18863804133858267</c:v>
                </c:pt>
                <c:pt idx="1123">
                  <c:v>0.1889763779527559</c:v>
                </c:pt>
                <c:pt idx="1124">
                  <c:v>0.1889763779527559</c:v>
                </c:pt>
                <c:pt idx="1125">
                  <c:v>0.18931471456692911</c:v>
                </c:pt>
                <c:pt idx="1126">
                  <c:v>0.18931471456692911</c:v>
                </c:pt>
                <c:pt idx="1127">
                  <c:v>0.18965305118110237</c:v>
                </c:pt>
                <c:pt idx="1128">
                  <c:v>0.18965305118110237</c:v>
                </c:pt>
                <c:pt idx="1129">
                  <c:v>0.18999138779527561</c:v>
                </c:pt>
                <c:pt idx="1130">
                  <c:v>0.18999138779527561</c:v>
                </c:pt>
                <c:pt idx="1131">
                  <c:v>0.19032972440944881</c:v>
                </c:pt>
                <c:pt idx="1132">
                  <c:v>0.19032972440944881</c:v>
                </c:pt>
                <c:pt idx="1133">
                  <c:v>0.19063730314960631</c:v>
                </c:pt>
                <c:pt idx="1134">
                  <c:v>0.19063730314960631</c:v>
                </c:pt>
                <c:pt idx="1135">
                  <c:v>0.19100639763779528</c:v>
                </c:pt>
                <c:pt idx="1136">
                  <c:v>0.19100639763779528</c:v>
                </c:pt>
                <c:pt idx="1137">
                  <c:v>0.19134473425196849</c:v>
                </c:pt>
                <c:pt idx="1138">
                  <c:v>0.19134473425196849</c:v>
                </c:pt>
                <c:pt idx="1139">
                  <c:v>0.19168307086614172</c:v>
                </c:pt>
                <c:pt idx="1140">
                  <c:v>0.19168307086614172</c:v>
                </c:pt>
                <c:pt idx="1141">
                  <c:v>0.19202140748031496</c:v>
                </c:pt>
                <c:pt idx="1142">
                  <c:v>0.19202140748031496</c:v>
                </c:pt>
                <c:pt idx="1143">
                  <c:v>0.19235974409448819</c:v>
                </c:pt>
                <c:pt idx="1144">
                  <c:v>0.19235974409448819</c:v>
                </c:pt>
                <c:pt idx="1145">
                  <c:v>0.19269808070866143</c:v>
                </c:pt>
                <c:pt idx="1146">
                  <c:v>0.19269808070866143</c:v>
                </c:pt>
                <c:pt idx="1147">
                  <c:v>0.19303641732283464</c:v>
                </c:pt>
                <c:pt idx="1148">
                  <c:v>0.19303641732283464</c:v>
                </c:pt>
                <c:pt idx="1149">
                  <c:v>0.19334399606299213</c:v>
                </c:pt>
                <c:pt idx="1150">
                  <c:v>0.19334399606299213</c:v>
                </c:pt>
                <c:pt idx="1151">
                  <c:v>0.19368233267716536</c:v>
                </c:pt>
                <c:pt idx="1152">
                  <c:v>0.19368233267716536</c:v>
                </c:pt>
                <c:pt idx="1153">
                  <c:v>0.19402066929133857</c:v>
                </c:pt>
                <c:pt idx="1154">
                  <c:v>0.19402066929133857</c:v>
                </c:pt>
                <c:pt idx="1155">
                  <c:v>0.19435900590551181</c:v>
                </c:pt>
                <c:pt idx="1156">
                  <c:v>0.19435900590551181</c:v>
                </c:pt>
                <c:pt idx="1157">
                  <c:v>0.19469734251968504</c:v>
                </c:pt>
                <c:pt idx="1158">
                  <c:v>0.19469734251968504</c:v>
                </c:pt>
                <c:pt idx="1159">
                  <c:v>0.19503567913385828</c:v>
                </c:pt>
                <c:pt idx="1160">
                  <c:v>0.19503567913385828</c:v>
                </c:pt>
                <c:pt idx="1161">
                  <c:v>0.19537401574803151</c:v>
                </c:pt>
                <c:pt idx="1162">
                  <c:v>0.19537401574803151</c:v>
                </c:pt>
                <c:pt idx="1163">
                  <c:v>0.19571235236220472</c:v>
                </c:pt>
                <c:pt idx="1164">
                  <c:v>0.19571235236220472</c:v>
                </c:pt>
                <c:pt idx="1165">
                  <c:v>0.19601993110236221</c:v>
                </c:pt>
                <c:pt idx="1166">
                  <c:v>0.19601993110236221</c:v>
                </c:pt>
                <c:pt idx="1167">
                  <c:v>0.19638902559055119</c:v>
                </c:pt>
                <c:pt idx="1168">
                  <c:v>0.19638902559055119</c:v>
                </c:pt>
                <c:pt idx="1169">
                  <c:v>0.19672736220472439</c:v>
                </c:pt>
                <c:pt idx="1170">
                  <c:v>0.19672736220472439</c:v>
                </c:pt>
                <c:pt idx="1171">
                  <c:v>0.19706569881889763</c:v>
                </c:pt>
                <c:pt idx="1172">
                  <c:v>0.19706569881889763</c:v>
                </c:pt>
                <c:pt idx="1173">
                  <c:v>0.19740403543307089</c:v>
                </c:pt>
                <c:pt idx="1174">
                  <c:v>0.19740403543307089</c:v>
                </c:pt>
                <c:pt idx="1175">
                  <c:v>0.1977423720472441</c:v>
                </c:pt>
                <c:pt idx="1176">
                  <c:v>0.1977423720472441</c:v>
                </c:pt>
                <c:pt idx="1177">
                  <c:v>0.19808070866141733</c:v>
                </c:pt>
                <c:pt idx="1178">
                  <c:v>0.19808070866141733</c:v>
                </c:pt>
                <c:pt idx="1179">
                  <c:v>0.19841904527559057</c:v>
                </c:pt>
                <c:pt idx="1180">
                  <c:v>0.19841904527559057</c:v>
                </c:pt>
                <c:pt idx="1181">
                  <c:v>0.19872662401574803</c:v>
                </c:pt>
                <c:pt idx="1182">
                  <c:v>0.19872662401574803</c:v>
                </c:pt>
                <c:pt idx="1183">
                  <c:v>0.19906496062992127</c:v>
                </c:pt>
                <c:pt idx="1184">
                  <c:v>0.19906496062992127</c:v>
                </c:pt>
                <c:pt idx="1185">
                  <c:v>0.1994032972440945</c:v>
                </c:pt>
                <c:pt idx="1186">
                  <c:v>0.1994032972440945</c:v>
                </c:pt>
                <c:pt idx="1187">
                  <c:v>0.19974163385826771</c:v>
                </c:pt>
                <c:pt idx="1188">
                  <c:v>0.19974163385826771</c:v>
                </c:pt>
                <c:pt idx="1189">
                  <c:v>0.20007997047244097</c:v>
                </c:pt>
                <c:pt idx="1190">
                  <c:v>0.20007997047244097</c:v>
                </c:pt>
                <c:pt idx="1191">
                  <c:v>0.20041830708661415</c:v>
                </c:pt>
                <c:pt idx="1192">
                  <c:v>0.20041830708661415</c:v>
                </c:pt>
                <c:pt idx="1193">
                  <c:v>0.20075664370078741</c:v>
                </c:pt>
                <c:pt idx="1194">
                  <c:v>0.20075664370078741</c:v>
                </c:pt>
                <c:pt idx="1195">
                  <c:v>0.20109498031496065</c:v>
                </c:pt>
                <c:pt idx="1196">
                  <c:v>0.20109498031496065</c:v>
                </c:pt>
                <c:pt idx="1197">
                  <c:v>0.20143331692913383</c:v>
                </c:pt>
                <c:pt idx="1198">
                  <c:v>0.20143331692913383</c:v>
                </c:pt>
                <c:pt idx="1199">
                  <c:v>0.20177165354330709</c:v>
                </c:pt>
                <c:pt idx="1200">
                  <c:v>0.20177165354330709</c:v>
                </c:pt>
                <c:pt idx="1201">
                  <c:v>0.20210999015748032</c:v>
                </c:pt>
                <c:pt idx="1202">
                  <c:v>0.20210999015748032</c:v>
                </c:pt>
                <c:pt idx="1203">
                  <c:v>0.20244832677165353</c:v>
                </c:pt>
                <c:pt idx="1204">
                  <c:v>0.20244832677165353</c:v>
                </c:pt>
                <c:pt idx="1205">
                  <c:v>0.20278666338582677</c:v>
                </c:pt>
                <c:pt idx="1206">
                  <c:v>0.20278666338582677</c:v>
                </c:pt>
                <c:pt idx="1207">
                  <c:v>0.203125</c:v>
                </c:pt>
                <c:pt idx="1208">
                  <c:v>0.203125</c:v>
                </c:pt>
                <c:pt idx="1209">
                  <c:v>0.20346333661417323</c:v>
                </c:pt>
                <c:pt idx="1210">
                  <c:v>0.20346333661417323</c:v>
                </c:pt>
                <c:pt idx="1211">
                  <c:v>0.2037709153543307</c:v>
                </c:pt>
                <c:pt idx="1212">
                  <c:v>0.2037709153543307</c:v>
                </c:pt>
                <c:pt idx="1213">
                  <c:v>0.20410925196850391</c:v>
                </c:pt>
                <c:pt idx="1214">
                  <c:v>0.20410925196850391</c:v>
                </c:pt>
                <c:pt idx="1215">
                  <c:v>0.20444758858267717</c:v>
                </c:pt>
                <c:pt idx="1216">
                  <c:v>0.20444758858267717</c:v>
                </c:pt>
                <c:pt idx="1217">
                  <c:v>0.2047859251968504</c:v>
                </c:pt>
                <c:pt idx="1218">
                  <c:v>0.2047859251968504</c:v>
                </c:pt>
                <c:pt idx="1219">
                  <c:v>0.20512426181102361</c:v>
                </c:pt>
                <c:pt idx="1220">
                  <c:v>0.20512426181102361</c:v>
                </c:pt>
                <c:pt idx="1221">
                  <c:v>0.20546259842519685</c:v>
                </c:pt>
                <c:pt idx="1222">
                  <c:v>0.20546259842519685</c:v>
                </c:pt>
                <c:pt idx="1223">
                  <c:v>0.20580093503937008</c:v>
                </c:pt>
                <c:pt idx="1224">
                  <c:v>0.20580093503937008</c:v>
                </c:pt>
                <c:pt idx="1225">
                  <c:v>0.20613927165354332</c:v>
                </c:pt>
                <c:pt idx="1226">
                  <c:v>0.20613927165354332</c:v>
                </c:pt>
                <c:pt idx="1227">
                  <c:v>0.20647760826771652</c:v>
                </c:pt>
                <c:pt idx="1228">
                  <c:v>0.20647760826771652</c:v>
                </c:pt>
                <c:pt idx="1229">
                  <c:v>0.20681594488188976</c:v>
                </c:pt>
                <c:pt idx="1230">
                  <c:v>0.20681594488188976</c:v>
                </c:pt>
                <c:pt idx="1231">
                  <c:v>0.20715428149606299</c:v>
                </c:pt>
                <c:pt idx="1232">
                  <c:v>0.20715428149606299</c:v>
                </c:pt>
                <c:pt idx="1233">
                  <c:v>0.20749261811023623</c:v>
                </c:pt>
                <c:pt idx="1234">
                  <c:v>0.20749261811023623</c:v>
                </c:pt>
                <c:pt idx="1235">
                  <c:v>0.20783095472440943</c:v>
                </c:pt>
                <c:pt idx="1236">
                  <c:v>0.20783095472440943</c:v>
                </c:pt>
                <c:pt idx="1237">
                  <c:v>0.20816929133858267</c:v>
                </c:pt>
                <c:pt idx="1238">
                  <c:v>0.20816929133858267</c:v>
                </c:pt>
                <c:pt idx="1239">
                  <c:v>0.2085076279527559</c:v>
                </c:pt>
                <c:pt idx="1240">
                  <c:v>0.2085076279527559</c:v>
                </c:pt>
                <c:pt idx="1241">
                  <c:v>0.2088152066929134</c:v>
                </c:pt>
                <c:pt idx="1242">
                  <c:v>0.2088152066929134</c:v>
                </c:pt>
                <c:pt idx="1243">
                  <c:v>0.2091535433070866</c:v>
                </c:pt>
                <c:pt idx="1244">
                  <c:v>0.2091535433070866</c:v>
                </c:pt>
                <c:pt idx="1245">
                  <c:v>0.20949187992125984</c:v>
                </c:pt>
                <c:pt idx="1246">
                  <c:v>0.20949187992125984</c:v>
                </c:pt>
                <c:pt idx="1247">
                  <c:v>0.20983021653543307</c:v>
                </c:pt>
                <c:pt idx="1248">
                  <c:v>0.20983021653543307</c:v>
                </c:pt>
                <c:pt idx="1249">
                  <c:v>0.21016855314960631</c:v>
                </c:pt>
                <c:pt idx="1250">
                  <c:v>0.21016855314960631</c:v>
                </c:pt>
                <c:pt idx="1251">
                  <c:v>0.21050688976377951</c:v>
                </c:pt>
                <c:pt idx="1252">
                  <c:v>0.21050688976377951</c:v>
                </c:pt>
                <c:pt idx="1253">
                  <c:v>0.21084522637795275</c:v>
                </c:pt>
                <c:pt idx="1254">
                  <c:v>0.21084522637795275</c:v>
                </c:pt>
                <c:pt idx="1255">
                  <c:v>0.21118356299212601</c:v>
                </c:pt>
                <c:pt idx="1256">
                  <c:v>0.21118356299212601</c:v>
                </c:pt>
                <c:pt idx="1257">
                  <c:v>0.21152189960629919</c:v>
                </c:pt>
                <c:pt idx="1258">
                  <c:v>0.21152189960629919</c:v>
                </c:pt>
                <c:pt idx="1259">
                  <c:v>0.21186023622047245</c:v>
                </c:pt>
                <c:pt idx="1260">
                  <c:v>0.21186023622047245</c:v>
                </c:pt>
                <c:pt idx="1261">
                  <c:v>0.21219857283464569</c:v>
                </c:pt>
                <c:pt idx="1262">
                  <c:v>0.21219857283464569</c:v>
                </c:pt>
                <c:pt idx="1263">
                  <c:v>0.21253690944881889</c:v>
                </c:pt>
                <c:pt idx="1264">
                  <c:v>0.21253690944881889</c:v>
                </c:pt>
                <c:pt idx="1265">
                  <c:v>0.21287524606299213</c:v>
                </c:pt>
                <c:pt idx="1266">
                  <c:v>0.21287524606299213</c:v>
                </c:pt>
                <c:pt idx="1267">
                  <c:v>0.21321358267716536</c:v>
                </c:pt>
                <c:pt idx="1268">
                  <c:v>0.21321358267716536</c:v>
                </c:pt>
                <c:pt idx="1269">
                  <c:v>0.21355191929133857</c:v>
                </c:pt>
                <c:pt idx="1270">
                  <c:v>0.21355191929133857</c:v>
                </c:pt>
                <c:pt idx="1271">
                  <c:v>0.21385949803149609</c:v>
                </c:pt>
                <c:pt idx="1272">
                  <c:v>0.21385949803149609</c:v>
                </c:pt>
                <c:pt idx="1273">
                  <c:v>0.2141978346456693</c:v>
                </c:pt>
                <c:pt idx="1274">
                  <c:v>0.2141978346456693</c:v>
                </c:pt>
                <c:pt idx="1275">
                  <c:v>0.21453617125984251</c:v>
                </c:pt>
                <c:pt idx="1276">
                  <c:v>0.21453617125984251</c:v>
                </c:pt>
                <c:pt idx="1277">
                  <c:v>0.21487450787401577</c:v>
                </c:pt>
                <c:pt idx="1278">
                  <c:v>0.21487450787401577</c:v>
                </c:pt>
                <c:pt idx="1279">
                  <c:v>0.21521284448818895</c:v>
                </c:pt>
                <c:pt idx="1280">
                  <c:v>0.21521284448818895</c:v>
                </c:pt>
                <c:pt idx="1281">
                  <c:v>0.21555118110236221</c:v>
                </c:pt>
                <c:pt idx="1282">
                  <c:v>0.21555118110236221</c:v>
                </c:pt>
                <c:pt idx="1283">
                  <c:v>0.21588951771653545</c:v>
                </c:pt>
                <c:pt idx="1284">
                  <c:v>0.21588951771653545</c:v>
                </c:pt>
                <c:pt idx="1285">
                  <c:v>0.21622785433070865</c:v>
                </c:pt>
                <c:pt idx="1286">
                  <c:v>0.21622785433070865</c:v>
                </c:pt>
                <c:pt idx="1287">
                  <c:v>0.21656619094488189</c:v>
                </c:pt>
                <c:pt idx="1288">
                  <c:v>0.21656619094488189</c:v>
                </c:pt>
                <c:pt idx="1289">
                  <c:v>0.21690452755905512</c:v>
                </c:pt>
                <c:pt idx="1290">
                  <c:v>0.21690452755905512</c:v>
                </c:pt>
                <c:pt idx="1291">
                  <c:v>0.21724286417322836</c:v>
                </c:pt>
                <c:pt idx="1292">
                  <c:v>0.21724286417322836</c:v>
                </c:pt>
                <c:pt idx="1293">
                  <c:v>0.21758120078740156</c:v>
                </c:pt>
                <c:pt idx="1294">
                  <c:v>0.21758120078740156</c:v>
                </c:pt>
                <c:pt idx="1295">
                  <c:v>0.2179195374015748</c:v>
                </c:pt>
                <c:pt idx="1296">
                  <c:v>0.2179195374015748</c:v>
                </c:pt>
                <c:pt idx="1297">
                  <c:v>0.21825787401574803</c:v>
                </c:pt>
                <c:pt idx="1298">
                  <c:v>0.21825787401574803</c:v>
                </c:pt>
                <c:pt idx="1299">
                  <c:v>0.21859621062992127</c:v>
                </c:pt>
                <c:pt idx="1300">
                  <c:v>0.21859621062992127</c:v>
                </c:pt>
                <c:pt idx="1301">
                  <c:v>0.21890378937007873</c:v>
                </c:pt>
                <c:pt idx="1302">
                  <c:v>0.21890378937007873</c:v>
                </c:pt>
                <c:pt idx="1303">
                  <c:v>0.21924212598425197</c:v>
                </c:pt>
                <c:pt idx="1304">
                  <c:v>0.21924212598425197</c:v>
                </c:pt>
                <c:pt idx="1305">
                  <c:v>0.2195804625984252</c:v>
                </c:pt>
                <c:pt idx="1306">
                  <c:v>0.2195804625984252</c:v>
                </c:pt>
                <c:pt idx="1307">
                  <c:v>0.21991879921259844</c:v>
                </c:pt>
                <c:pt idx="1308">
                  <c:v>0.21991879921259844</c:v>
                </c:pt>
                <c:pt idx="1309">
                  <c:v>0.22025713582677164</c:v>
                </c:pt>
                <c:pt idx="1310">
                  <c:v>0.22025713582677164</c:v>
                </c:pt>
                <c:pt idx="1311">
                  <c:v>0.22059547244094488</c:v>
                </c:pt>
                <c:pt idx="1312">
                  <c:v>0.22059547244094488</c:v>
                </c:pt>
                <c:pt idx="1313">
                  <c:v>0.22093380905511811</c:v>
                </c:pt>
                <c:pt idx="1314">
                  <c:v>0.22093380905511811</c:v>
                </c:pt>
                <c:pt idx="1315">
                  <c:v>0.22127214566929135</c:v>
                </c:pt>
                <c:pt idx="1316">
                  <c:v>0.22127214566929135</c:v>
                </c:pt>
                <c:pt idx="1317">
                  <c:v>0.22161048228346455</c:v>
                </c:pt>
                <c:pt idx="1318">
                  <c:v>0.22161048228346455</c:v>
                </c:pt>
                <c:pt idx="1319">
                  <c:v>0.22194881889763779</c:v>
                </c:pt>
                <c:pt idx="1320">
                  <c:v>0.22194881889763779</c:v>
                </c:pt>
                <c:pt idx="1321">
                  <c:v>0.22228715551181105</c:v>
                </c:pt>
                <c:pt idx="1322">
                  <c:v>0.22228715551181105</c:v>
                </c:pt>
                <c:pt idx="1323">
                  <c:v>0.22262549212598423</c:v>
                </c:pt>
                <c:pt idx="1324">
                  <c:v>0.22262549212598423</c:v>
                </c:pt>
                <c:pt idx="1325">
                  <c:v>0.22296382874015749</c:v>
                </c:pt>
                <c:pt idx="1326">
                  <c:v>0.22296382874015749</c:v>
                </c:pt>
                <c:pt idx="1327">
                  <c:v>0.2233021653543307</c:v>
                </c:pt>
                <c:pt idx="1328">
                  <c:v>0.2233021653543307</c:v>
                </c:pt>
                <c:pt idx="1329">
                  <c:v>0.22364050196850391</c:v>
                </c:pt>
                <c:pt idx="1330">
                  <c:v>0.22364050196850391</c:v>
                </c:pt>
                <c:pt idx="1331">
                  <c:v>0.22394808070866143</c:v>
                </c:pt>
                <c:pt idx="1332">
                  <c:v>0.22394808070866143</c:v>
                </c:pt>
                <c:pt idx="1333">
                  <c:v>0.22428641732283464</c:v>
                </c:pt>
                <c:pt idx="1334">
                  <c:v>0.22428641732283464</c:v>
                </c:pt>
                <c:pt idx="1335">
                  <c:v>0.22462475393700787</c:v>
                </c:pt>
                <c:pt idx="1336">
                  <c:v>0.22462475393700787</c:v>
                </c:pt>
                <c:pt idx="1337">
                  <c:v>0.22496309055118111</c:v>
                </c:pt>
                <c:pt idx="1338">
                  <c:v>0.22496309055118111</c:v>
                </c:pt>
                <c:pt idx="1339">
                  <c:v>0.22530142716535431</c:v>
                </c:pt>
                <c:pt idx="1340">
                  <c:v>0.22530142716535431</c:v>
                </c:pt>
                <c:pt idx="1341">
                  <c:v>0.22563976377952755</c:v>
                </c:pt>
                <c:pt idx="1342">
                  <c:v>0.22563976377952755</c:v>
                </c:pt>
                <c:pt idx="1343">
                  <c:v>0.22597810039370081</c:v>
                </c:pt>
                <c:pt idx="1344">
                  <c:v>0.22597810039370081</c:v>
                </c:pt>
                <c:pt idx="1345">
                  <c:v>0.22631643700787399</c:v>
                </c:pt>
                <c:pt idx="1346">
                  <c:v>0.22631643700787399</c:v>
                </c:pt>
                <c:pt idx="1347">
                  <c:v>0.22665477362204725</c:v>
                </c:pt>
                <c:pt idx="1348">
                  <c:v>0.22665477362204725</c:v>
                </c:pt>
                <c:pt idx="1349">
                  <c:v>0.22699311023622049</c:v>
                </c:pt>
                <c:pt idx="1350">
                  <c:v>0.22699311023622049</c:v>
                </c:pt>
                <c:pt idx="1351">
                  <c:v>0.22733144685039369</c:v>
                </c:pt>
                <c:pt idx="1352">
                  <c:v>0.22733144685039369</c:v>
                </c:pt>
                <c:pt idx="1353">
                  <c:v>0.22766978346456693</c:v>
                </c:pt>
                <c:pt idx="1354">
                  <c:v>0.22766978346456693</c:v>
                </c:pt>
                <c:pt idx="1355">
                  <c:v>0.22800812007874016</c:v>
                </c:pt>
                <c:pt idx="1356">
                  <c:v>0.22800812007874016</c:v>
                </c:pt>
                <c:pt idx="1357">
                  <c:v>0.2283464566929134</c:v>
                </c:pt>
                <c:pt idx="1358">
                  <c:v>0.2283464566929134</c:v>
                </c:pt>
                <c:pt idx="1359">
                  <c:v>0.2286847933070866</c:v>
                </c:pt>
                <c:pt idx="1360">
                  <c:v>0.2286847933070866</c:v>
                </c:pt>
                <c:pt idx="1361">
                  <c:v>0.2289923720472441</c:v>
                </c:pt>
                <c:pt idx="1362">
                  <c:v>0.2289923720472441</c:v>
                </c:pt>
                <c:pt idx="1363">
                  <c:v>0.22933070866141733</c:v>
                </c:pt>
                <c:pt idx="1364">
                  <c:v>0.22933070866141733</c:v>
                </c:pt>
                <c:pt idx="1365">
                  <c:v>0.22966904527559057</c:v>
                </c:pt>
                <c:pt idx="1366">
                  <c:v>0.22966904527559057</c:v>
                </c:pt>
                <c:pt idx="1367">
                  <c:v>0.23000738188976377</c:v>
                </c:pt>
                <c:pt idx="1368">
                  <c:v>0.23000738188976377</c:v>
                </c:pt>
                <c:pt idx="1369">
                  <c:v>0.23034571850393701</c:v>
                </c:pt>
                <c:pt idx="1370">
                  <c:v>0.23034571850393701</c:v>
                </c:pt>
                <c:pt idx="1371">
                  <c:v>0.23068405511811024</c:v>
                </c:pt>
                <c:pt idx="1372">
                  <c:v>0.23068405511811024</c:v>
                </c:pt>
                <c:pt idx="1373">
                  <c:v>0.23102239173228348</c:v>
                </c:pt>
                <c:pt idx="1374">
                  <c:v>0.23102239173228348</c:v>
                </c:pt>
                <c:pt idx="1375">
                  <c:v>0.23136072834645668</c:v>
                </c:pt>
                <c:pt idx="1376">
                  <c:v>0.23136072834645668</c:v>
                </c:pt>
                <c:pt idx="1377">
                  <c:v>0.23169906496062992</c:v>
                </c:pt>
                <c:pt idx="1378">
                  <c:v>0.23169906496062992</c:v>
                </c:pt>
                <c:pt idx="1379">
                  <c:v>0.23203740157480315</c:v>
                </c:pt>
                <c:pt idx="1380">
                  <c:v>0.23203740157480315</c:v>
                </c:pt>
                <c:pt idx="1381">
                  <c:v>0.23237573818897639</c:v>
                </c:pt>
                <c:pt idx="1382">
                  <c:v>0.23237573818897639</c:v>
                </c:pt>
                <c:pt idx="1383">
                  <c:v>0.2327140748031496</c:v>
                </c:pt>
                <c:pt idx="1384">
                  <c:v>0.2327140748031496</c:v>
                </c:pt>
                <c:pt idx="1385">
                  <c:v>0.23305241141732283</c:v>
                </c:pt>
                <c:pt idx="1386">
                  <c:v>0.23305241141732283</c:v>
                </c:pt>
                <c:pt idx="1387">
                  <c:v>0.23339074803149609</c:v>
                </c:pt>
                <c:pt idx="1388">
                  <c:v>0.23339074803149609</c:v>
                </c:pt>
                <c:pt idx="1389">
                  <c:v>0.23369832677165353</c:v>
                </c:pt>
                <c:pt idx="1390">
                  <c:v>0.23369832677165353</c:v>
                </c:pt>
                <c:pt idx="1391">
                  <c:v>0.23403666338582677</c:v>
                </c:pt>
                <c:pt idx="1392">
                  <c:v>0.23403666338582677</c:v>
                </c:pt>
                <c:pt idx="1393">
                  <c:v>0.234375</c:v>
                </c:pt>
                <c:pt idx="1394">
                  <c:v>0.234375</c:v>
                </c:pt>
                <c:pt idx="1395">
                  <c:v>0.23471333661417323</c:v>
                </c:pt>
                <c:pt idx="1396">
                  <c:v>0.23471333661417323</c:v>
                </c:pt>
                <c:pt idx="1397">
                  <c:v>0.23505167322834647</c:v>
                </c:pt>
                <c:pt idx="1398">
                  <c:v>0.23505167322834647</c:v>
                </c:pt>
                <c:pt idx="1399">
                  <c:v>0.23539000984251968</c:v>
                </c:pt>
                <c:pt idx="1400">
                  <c:v>0.23539000984251968</c:v>
                </c:pt>
                <c:pt idx="1401">
                  <c:v>0.23572834645669291</c:v>
                </c:pt>
                <c:pt idx="1402">
                  <c:v>0.23572834645669291</c:v>
                </c:pt>
                <c:pt idx="1403">
                  <c:v>0.23606668307086617</c:v>
                </c:pt>
                <c:pt idx="1404">
                  <c:v>0.23606668307086617</c:v>
                </c:pt>
                <c:pt idx="1405">
                  <c:v>0.23640501968503935</c:v>
                </c:pt>
                <c:pt idx="1406">
                  <c:v>0.23640501968503935</c:v>
                </c:pt>
                <c:pt idx="1407">
                  <c:v>0.23674335629921259</c:v>
                </c:pt>
                <c:pt idx="1408">
                  <c:v>0.23674335629921259</c:v>
                </c:pt>
                <c:pt idx="1409">
                  <c:v>0.23708169291338585</c:v>
                </c:pt>
                <c:pt idx="1410">
                  <c:v>0.23708169291338585</c:v>
                </c:pt>
                <c:pt idx="1411">
                  <c:v>0.23742002952755903</c:v>
                </c:pt>
                <c:pt idx="1412">
                  <c:v>0.23742002952755903</c:v>
                </c:pt>
                <c:pt idx="1413">
                  <c:v>0.23775836614173229</c:v>
                </c:pt>
                <c:pt idx="1414">
                  <c:v>0.23775836614173229</c:v>
                </c:pt>
                <c:pt idx="1415">
                  <c:v>0.2380967027559055</c:v>
                </c:pt>
                <c:pt idx="1416">
                  <c:v>0.2380967027559055</c:v>
                </c:pt>
                <c:pt idx="1417">
                  <c:v>0.23843503937007873</c:v>
                </c:pt>
                <c:pt idx="1418">
                  <c:v>0.23843503937007873</c:v>
                </c:pt>
                <c:pt idx="1419">
                  <c:v>0.23877337598425197</c:v>
                </c:pt>
                <c:pt idx="1420">
                  <c:v>0.23877337598425197</c:v>
                </c:pt>
                <c:pt idx="1421">
                  <c:v>0.2391117125984252</c:v>
                </c:pt>
                <c:pt idx="1422">
                  <c:v>0.2391117125984252</c:v>
                </c:pt>
                <c:pt idx="1423">
                  <c:v>0.23941929133858267</c:v>
                </c:pt>
                <c:pt idx="1424">
                  <c:v>0.23941929133858267</c:v>
                </c:pt>
                <c:pt idx="1425">
                  <c:v>0.2397576279527559</c:v>
                </c:pt>
                <c:pt idx="1426">
                  <c:v>0.2397576279527559</c:v>
                </c:pt>
                <c:pt idx="1427">
                  <c:v>0.24009596456692911</c:v>
                </c:pt>
                <c:pt idx="1428">
                  <c:v>0.24009596456692911</c:v>
                </c:pt>
                <c:pt idx="1429">
                  <c:v>0.24043430118110237</c:v>
                </c:pt>
                <c:pt idx="1430">
                  <c:v>0.24043430118110237</c:v>
                </c:pt>
                <c:pt idx="1431">
                  <c:v>0.24077263779527561</c:v>
                </c:pt>
                <c:pt idx="1432">
                  <c:v>0.24077263779527561</c:v>
                </c:pt>
                <c:pt idx="1433">
                  <c:v>0.24111097440944881</c:v>
                </c:pt>
                <c:pt idx="1434">
                  <c:v>0.24111097440944881</c:v>
                </c:pt>
                <c:pt idx="1435">
                  <c:v>0.24144931102362205</c:v>
                </c:pt>
                <c:pt idx="1436">
                  <c:v>0.24144931102362205</c:v>
                </c:pt>
                <c:pt idx="1437">
                  <c:v>0.24178764763779528</c:v>
                </c:pt>
                <c:pt idx="1438">
                  <c:v>0.24178764763779528</c:v>
                </c:pt>
                <c:pt idx="1439">
                  <c:v>0.24212598425196849</c:v>
                </c:pt>
                <c:pt idx="1440">
                  <c:v>0.24212598425196849</c:v>
                </c:pt>
                <c:pt idx="1441">
                  <c:v>0.24246432086614172</c:v>
                </c:pt>
                <c:pt idx="1442">
                  <c:v>0.24246432086614172</c:v>
                </c:pt>
                <c:pt idx="1443">
                  <c:v>0.24280265748031496</c:v>
                </c:pt>
                <c:pt idx="1444">
                  <c:v>0.24280265748031496</c:v>
                </c:pt>
                <c:pt idx="1445">
                  <c:v>0.24314099409448819</c:v>
                </c:pt>
                <c:pt idx="1446">
                  <c:v>0.24314099409448819</c:v>
                </c:pt>
                <c:pt idx="1447">
                  <c:v>0.24347933070866143</c:v>
                </c:pt>
                <c:pt idx="1448">
                  <c:v>0.24347933070866143</c:v>
                </c:pt>
                <c:pt idx="1449">
                  <c:v>0.24381766732283464</c:v>
                </c:pt>
                <c:pt idx="1450">
                  <c:v>0.24381766732283464</c:v>
                </c:pt>
                <c:pt idx="1451">
                  <c:v>0.24415600393700787</c:v>
                </c:pt>
                <c:pt idx="1452">
                  <c:v>0.24415600393700787</c:v>
                </c:pt>
                <c:pt idx="1453">
                  <c:v>0.24446358267716536</c:v>
                </c:pt>
                <c:pt idx="1454">
                  <c:v>0.24446358267716536</c:v>
                </c:pt>
                <c:pt idx="1455">
                  <c:v>0.24480191929133857</c:v>
                </c:pt>
                <c:pt idx="1456">
                  <c:v>0.24480191929133857</c:v>
                </c:pt>
                <c:pt idx="1457">
                  <c:v>0.24510949803149609</c:v>
                </c:pt>
                <c:pt idx="1458">
                  <c:v>0.24510949803149609</c:v>
                </c:pt>
                <c:pt idx="1459">
                  <c:v>0.24547859251968504</c:v>
                </c:pt>
                <c:pt idx="1460">
                  <c:v>0.24547859251968504</c:v>
                </c:pt>
                <c:pt idx="1461">
                  <c:v>0.24581692913385828</c:v>
                </c:pt>
                <c:pt idx="1462">
                  <c:v>0.24581692913385828</c:v>
                </c:pt>
                <c:pt idx="1463">
                  <c:v>0.24615526574803151</c:v>
                </c:pt>
                <c:pt idx="1464">
                  <c:v>0.24615526574803151</c:v>
                </c:pt>
                <c:pt idx="1465">
                  <c:v>0.24649360236220472</c:v>
                </c:pt>
                <c:pt idx="1466">
                  <c:v>0.24649360236220472</c:v>
                </c:pt>
                <c:pt idx="1467">
                  <c:v>0.24680118110236221</c:v>
                </c:pt>
                <c:pt idx="1468">
                  <c:v>0.24680118110236221</c:v>
                </c:pt>
                <c:pt idx="1469">
                  <c:v>0.24717027559055119</c:v>
                </c:pt>
                <c:pt idx="1470">
                  <c:v>0.24717027559055119</c:v>
                </c:pt>
                <c:pt idx="1471">
                  <c:v>0.24750861220472439</c:v>
                </c:pt>
                <c:pt idx="1472">
                  <c:v>0.24750861220472439</c:v>
                </c:pt>
                <c:pt idx="1473">
                  <c:v>0.24784694881889763</c:v>
                </c:pt>
                <c:pt idx="1474">
                  <c:v>0.24784694881889763</c:v>
                </c:pt>
                <c:pt idx="1475">
                  <c:v>0.24818528543307089</c:v>
                </c:pt>
                <c:pt idx="1476">
                  <c:v>0.24818528543307089</c:v>
                </c:pt>
                <c:pt idx="1477">
                  <c:v>0.2485236220472441</c:v>
                </c:pt>
                <c:pt idx="1478">
                  <c:v>0.2485236220472441</c:v>
                </c:pt>
                <c:pt idx="1479">
                  <c:v>0.24886195866141733</c:v>
                </c:pt>
                <c:pt idx="1480">
                  <c:v>0.24886195866141733</c:v>
                </c:pt>
                <c:pt idx="1481">
                  <c:v>0.24920029527559057</c:v>
                </c:pt>
                <c:pt idx="1482">
                  <c:v>0.24920029527559057</c:v>
                </c:pt>
                <c:pt idx="1483">
                  <c:v>0.24950787401574803</c:v>
                </c:pt>
                <c:pt idx="1484">
                  <c:v>0.24950787401574803</c:v>
                </c:pt>
                <c:pt idx="1485">
                  <c:v>0.24984621062992127</c:v>
                </c:pt>
                <c:pt idx="1486">
                  <c:v>0.24984621062992127</c:v>
                </c:pt>
                <c:pt idx="1487">
                  <c:v>0.2501845472440945</c:v>
                </c:pt>
                <c:pt idx="1488">
                  <c:v>0.2501845472440945</c:v>
                </c:pt>
                <c:pt idx="1489">
                  <c:v>0.25052288385826771</c:v>
                </c:pt>
                <c:pt idx="1490">
                  <c:v>0.25052288385826771</c:v>
                </c:pt>
                <c:pt idx="1491">
                  <c:v>0.25086122047244097</c:v>
                </c:pt>
                <c:pt idx="1492">
                  <c:v>0.25086122047244097</c:v>
                </c:pt>
                <c:pt idx="1493">
                  <c:v>0.25119955708661418</c:v>
                </c:pt>
                <c:pt idx="1494">
                  <c:v>0.25119955708661418</c:v>
                </c:pt>
                <c:pt idx="1495">
                  <c:v>0.25153789370078738</c:v>
                </c:pt>
                <c:pt idx="1496">
                  <c:v>0.25153789370078738</c:v>
                </c:pt>
                <c:pt idx="1497">
                  <c:v>0.25187623031496065</c:v>
                </c:pt>
                <c:pt idx="1498">
                  <c:v>0.25187623031496065</c:v>
                </c:pt>
                <c:pt idx="1499">
                  <c:v>0.25221456692913385</c:v>
                </c:pt>
                <c:pt idx="1500">
                  <c:v>0.25221456692913385</c:v>
                </c:pt>
                <c:pt idx="1501">
                  <c:v>0.25255290354330706</c:v>
                </c:pt>
                <c:pt idx="1502">
                  <c:v>0.25255290354330706</c:v>
                </c:pt>
                <c:pt idx="1503">
                  <c:v>0.25289124015748032</c:v>
                </c:pt>
                <c:pt idx="1504">
                  <c:v>0.25289124015748032</c:v>
                </c:pt>
                <c:pt idx="1505">
                  <c:v>0.25322957677165353</c:v>
                </c:pt>
                <c:pt idx="1506">
                  <c:v>0.25322957677165353</c:v>
                </c:pt>
                <c:pt idx="1507">
                  <c:v>0.25356791338582679</c:v>
                </c:pt>
                <c:pt idx="1508">
                  <c:v>0.25356791338582679</c:v>
                </c:pt>
                <c:pt idx="1509">
                  <c:v>0.25390625</c:v>
                </c:pt>
                <c:pt idx="1510">
                  <c:v>0.25390625</c:v>
                </c:pt>
                <c:pt idx="1511">
                  <c:v>0.25424458661417321</c:v>
                </c:pt>
                <c:pt idx="1512">
                  <c:v>0.25424458661417321</c:v>
                </c:pt>
                <c:pt idx="1513">
                  <c:v>0.25455216535433073</c:v>
                </c:pt>
                <c:pt idx="1514">
                  <c:v>0.25455216535433073</c:v>
                </c:pt>
                <c:pt idx="1515">
                  <c:v>0.25489050196850394</c:v>
                </c:pt>
                <c:pt idx="1516">
                  <c:v>0.25489050196850394</c:v>
                </c:pt>
                <c:pt idx="1517">
                  <c:v>0.25522883858267714</c:v>
                </c:pt>
                <c:pt idx="1518">
                  <c:v>0.25522883858267714</c:v>
                </c:pt>
                <c:pt idx="1519">
                  <c:v>0.2555671751968504</c:v>
                </c:pt>
                <c:pt idx="1520">
                  <c:v>0.2555671751968504</c:v>
                </c:pt>
                <c:pt idx="1521">
                  <c:v>0.25590551181102361</c:v>
                </c:pt>
                <c:pt idx="1522">
                  <c:v>0.25590551181102361</c:v>
                </c:pt>
                <c:pt idx="1523">
                  <c:v>0.25624384842519687</c:v>
                </c:pt>
                <c:pt idx="1524">
                  <c:v>0.25624384842519687</c:v>
                </c:pt>
                <c:pt idx="1525">
                  <c:v>0.25658218503937008</c:v>
                </c:pt>
                <c:pt idx="1526">
                  <c:v>0.25658218503937008</c:v>
                </c:pt>
                <c:pt idx="1527">
                  <c:v>0.25692052165354329</c:v>
                </c:pt>
                <c:pt idx="1528">
                  <c:v>0.25692052165354329</c:v>
                </c:pt>
                <c:pt idx="1529">
                  <c:v>0.25725885826771655</c:v>
                </c:pt>
                <c:pt idx="1530">
                  <c:v>0.25725885826771655</c:v>
                </c:pt>
                <c:pt idx="1531">
                  <c:v>0.25759719488188976</c:v>
                </c:pt>
                <c:pt idx="1532">
                  <c:v>0.25759719488188976</c:v>
                </c:pt>
                <c:pt idx="1533">
                  <c:v>0.25793553149606302</c:v>
                </c:pt>
                <c:pt idx="1534">
                  <c:v>0.25793553149606302</c:v>
                </c:pt>
                <c:pt idx="1535">
                  <c:v>0.25827386811023623</c:v>
                </c:pt>
                <c:pt idx="1536">
                  <c:v>0.25827386811023623</c:v>
                </c:pt>
                <c:pt idx="1537">
                  <c:v>0.25861220472440943</c:v>
                </c:pt>
                <c:pt idx="1538">
                  <c:v>0.25861220472440943</c:v>
                </c:pt>
                <c:pt idx="1539">
                  <c:v>0.2589505413385827</c:v>
                </c:pt>
                <c:pt idx="1540">
                  <c:v>0.2589505413385827</c:v>
                </c:pt>
                <c:pt idx="1541">
                  <c:v>0.2592888779527559</c:v>
                </c:pt>
                <c:pt idx="1542">
                  <c:v>0.2592888779527559</c:v>
                </c:pt>
                <c:pt idx="1543">
                  <c:v>0.25959645669291337</c:v>
                </c:pt>
                <c:pt idx="1544">
                  <c:v>0.25959645669291337</c:v>
                </c:pt>
                <c:pt idx="1545">
                  <c:v>0.25993479330708663</c:v>
                </c:pt>
                <c:pt idx="1546">
                  <c:v>0.25993479330708663</c:v>
                </c:pt>
                <c:pt idx="1547">
                  <c:v>0.26027312992125984</c:v>
                </c:pt>
                <c:pt idx="1548">
                  <c:v>0.26027312992125984</c:v>
                </c:pt>
                <c:pt idx="1549">
                  <c:v>0.26061146653543305</c:v>
                </c:pt>
                <c:pt idx="1550">
                  <c:v>0.26061146653543305</c:v>
                </c:pt>
                <c:pt idx="1551">
                  <c:v>0.26094980314960631</c:v>
                </c:pt>
                <c:pt idx="1552">
                  <c:v>0.26094980314960631</c:v>
                </c:pt>
                <c:pt idx="1553">
                  <c:v>0.26128813976377951</c:v>
                </c:pt>
                <c:pt idx="1554">
                  <c:v>0.26128813976377951</c:v>
                </c:pt>
                <c:pt idx="1555">
                  <c:v>0.26162647637795278</c:v>
                </c:pt>
                <c:pt idx="1556">
                  <c:v>0.26162647637795278</c:v>
                </c:pt>
                <c:pt idx="1557">
                  <c:v>0.26196481299212598</c:v>
                </c:pt>
                <c:pt idx="1558">
                  <c:v>0.26196481299212598</c:v>
                </c:pt>
                <c:pt idx="1559">
                  <c:v>0.26230314960629919</c:v>
                </c:pt>
                <c:pt idx="1560">
                  <c:v>0.26230314960629919</c:v>
                </c:pt>
                <c:pt idx="1561">
                  <c:v>0.26264148622047245</c:v>
                </c:pt>
                <c:pt idx="1562">
                  <c:v>0.26264148622047245</c:v>
                </c:pt>
                <c:pt idx="1563">
                  <c:v>0.26297982283464566</c:v>
                </c:pt>
                <c:pt idx="1564">
                  <c:v>0.26297982283464566</c:v>
                </c:pt>
                <c:pt idx="1565">
                  <c:v>0.26331815944881892</c:v>
                </c:pt>
                <c:pt idx="1566">
                  <c:v>0.26331815944881892</c:v>
                </c:pt>
                <c:pt idx="1567">
                  <c:v>0.26365649606299213</c:v>
                </c:pt>
                <c:pt idx="1568">
                  <c:v>0.26365649606299213</c:v>
                </c:pt>
                <c:pt idx="1569">
                  <c:v>0.26399483267716534</c:v>
                </c:pt>
                <c:pt idx="1570">
                  <c:v>0.26399483267716534</c:v>
                </c:pt>
                <c:pt idx="1571">
                  <c:v>0.2643331692913386</c:v>
                </c:pt>
                <c:pt idx="1572">
                  <c:v>0.2643331692913386</c:v>
                </c:pt>
                <c:pt idx="1573">
                  <c:v>0.26464074803149606</c:v>
                </c:pt>
                <c:pt idx="1574">
                  <c:v>0.26464074803149606</c:v>
                </c:pt>
                <c:pt idx="1575">
                  <c:v>0.26497908464566927</c:v>
                </c:pt>
                <c:pt idx="1576">
                  <c:v>0.26497908464566927</c:v>
                </c:pt>
                <c:pt idx="1577">
                  <c:v>0.26531742125984253</c:v>
                </c:pt>
                <c:pt idx="1578">
                  <c:v>0.26531742125984253</c:v>
                </c:pt>
                <c:pt idx="1579">
                  <c:v>0.26565575787401574</c:v>
                </c:pt>
                <c:pt idx="1580">
                  <c:v>0.26565575787401574</c:v>
                </c:pt>
                <c:pt idx="1581">
                  <c:v>0.265994094488189</c:v>
                </c:pt>
                <c:pt idx="1582">
                  <c:v>0.265994094488189</c:v>
                </c:pt>
                <c:pt idx="1583">
                  <c:v>0.26633243110236221</c:v>
                </c:pt>
                <c:pt idx="1584">
                  <c:v>0.26633243110236221</c:v>
                </c:pt>
                <c:pt idx="1585">
                  <c:v>0.26667076771653542</c:v>
                </c:pt>
                <c:pt idx="1586">
                  <c:v>0.26667076771653542</c:v>
                </c:pt>
                <c:pt idx="1587">
                  <c:v>0.26700910433070868</c:v>
                </c:pt>
                <c:pt idx="1588">
                  <c:v>0.26700910433070868</c:v>
                </c:pt>
                <c:pt idx="1589">
                  <c:v>0.26734744094488189</c:v>
                </c:pt>
                <c:pt idx="1590">
                  <c:v>0.26734744094488189</c:v>
                </c:pt>
                <c:pt idx="1591">
                  <c:v>0.26768577755905509</c:v>
                </c:pt>
                <c:pt idx="1592">
                  <c:v>0.26768577755905509</c:v>
                </c:pt>
                <c:pt idx="1593">
                  <c:v>0.26802411417322836</c:v>
                </c:pt>
                <c:pt idx="1594">
                  <c:v>0.26802411417322836</c:v>
                </c:pt>
                <c:pt idx="1595">
                  <c:v>0.26836245078740156</c:v>
                </c:pt>
                <c:pt idx="1596">
                  <c:v>0.26836245078740156</c:v>
                </c:pt>
                <c:pt idx="1597">
                  <c:v>0.26870078740157483</c:v>
                </c:pt>
                <c:pt idx="1598">
                  <c:v>0.26870078740157483</c:v>
                </c:pt>
                <c:pt idx="1599">
                  <c:v>0.26903912401574803</c:v>
                </c:pt>
                <c:pt idx="1600">
                  <c:v>0.26903912401574803</c:v>
                </c:pt>
                <c:pt idx="1601">
                  <c:v>0.26937746062992124</c:v>
                </c:pt>
                <c:pt idx="1602">
                  <c:v>0.26937746062992124</c:v>
                </c:pt>
                <c:pt idx="1603">
                  <c:v>0.26968503937007876</c:v>
                </c:pt>
                <c:pt idx="1604">
                  <c:v>0.26968503937007876</c:v>
                </c:pt>
                <c:pt idx="1605">
                  <c:v>0.27002337598425197</c:v>
                </c:pt>
                <c:pt idx="1606">
                  <c:v>0.27002337598425197</c:v>
                </c:pt>
                <c:pt idx="1607">
                  <c:v>0.27036171259842517</c:v>
                </c:pt>
                <c:pt idx="1608">
                  <c:v>0.27036171259842517</c:v>
                </c:pt>
                <c:pt idx="1609">
                  <c:v>0.27070004921259844</c:v>
                </c:pt>
                <c:pt idx="1610">
                  <c:v>0.27070004921259844</c:v>
                </c:pt>
                <c:pt idx="1611">
                  <c:v>0.27103838582677164</c:v>
                </c:pt>
                <c:pt idx="1612">
                  <c:v>0.27103838582677164</c:v>
                </c:pt>
                <c:pt idx="1613">
                  <c:v>0.27137672244094491</c:v>
                </c:pt>
                <c:pt idx="1614">
                  <c:v>0.27137672244094491</c:v>
                </c:pt>
                <c:pt idx="1615">
                  <c:v>0.27171505905511811</c:v>
                </c:pt>
                <c:pt idx="1616">
                  <c:v>0.27171505905511811</c:v>
                </c:pt>
                <c:pt idx="1617">
                  <c:v>0.27205339566929132</c:v>
                </c:pt>
                <c:pt idx="1618">
                  <c:v>0.27205339566929132</c:v>
                </c:pt>
                <c:pt idx="1619">
                  <c:v>0.27239173228346458</c:v>
                </c:pt>
                <c:pt idx="1620">
                  <c:v>0.27239173228346458</c:v>
                </c:pt>
                <c:pt idx="1621">
                  <c:v>0.27273006889763779</c:v>
                </c:pt>
                <c:pt idx="1622">
                  <c:v>0.27273006889763779</c:v>
                </c:pt>
                <c:pt idx="1623">
                  <c:v>0.273068405511811</c:v>
                </c:pt>
                <c:pt idx="1624">
                  <c:v>0.273068405511811</c:v>
                </c:pt>
                <c:pt idx="1625">
                  <c:v>0.27340674212598426</c:v>
                </c:pt>
                <c:pt idx="1626">
                  <c:v>0.27340674212598426</c:v>
                </c:pt>
                <c:pt idx="1627">
                  <c:v>0.27374507874015747</c:v>
                </c:pt>
                <c:pt idx="1628">
                  <c:v>0.27374507874015747</c:v>
                </c:pt>
                <c:pt idx="1629">
                  <c:v>0.27408341535433073</c:v>
                </c:pt>
                <c:pt idx="1630">
                  <c:v>0.27408341535433073</c:v>
                </c:pt>
                <c:pt idx="1631">
                  <c:v>0.27442175196850394</c:v>
                </c:pt>
                <c:pt idx="1632">
                  <c:v>0.27442175196850394</c:v>
                </c:pt>
                <c:pt idx="1633">
                  <c:v>0.2747293307086614</c:v>
                </c:pt>
                <c:pt idx="1634">
                  <c:v>0.2747293307086614</c:v>
                </c:pt>
                <c:pt idx="1635">
                  <c:v>0.27506766732283466</c:v>
                </c:pt>
                <c:pt idx="1636">
                  <c:v>0.27506766732283466</c:v>
                </c:pt>
                <c:pt idx="1637">
                  <c:v>0.27540600393700787</c:v>
                </c:pt>
                <c:pt idx="1638">
                  <c:v>0.27540600393700787</c:v>
                </c:pt>
                <c:pt idx="1639">
                  <c:v>0.27574434055118108</c:v>
                </c:pt>
                <c:pt idx="1640">
                  <c:v>0.27574434055118108</c:v>
                </c:pt>
                <c:pt idx="1641">
                  <c:v>0.27608267716535434</c:v>
                </c:pt>
                <c:pt idx="1642">
                  <c:v>0.27608267716535434</c:v>
                </c:pt>
                <c:pt idx="1643">
                  <c:v>0.27642101377952755</c:v>
                </c:pt>
                <c:pt idx="1644">
                  <c:v>0.27642101377952755</c:v>
                </c:pt>
                <c:pt idx="1645">
                  <c:v>0.27675935039370081</c:v>
                </c:pt>
                <c:pt idx="1646">
                  <c:v>0.27675935039370081</c:v>
                </c:pt>
                <c:pt idx="1647">
                  <c:v>0.27709768700787402</c:v>
                </c:pt>
                <c:pt idx="1648">
                  <c:v>0.27709768700787402</c:v>
                </c:pt>
                <c:pt idx="1649">
                  <c:v>0.27740526574803148</c:v>
                </c:pt>
                <c:pt idx="1650">
                  <c:v>0.27740526574803148</c:v>
                </c:pt>
                <c:pt idx="1651">
                  <c:v>0.27777436023622049</c:v>
                </c:pt>
                <c:pt idx="1652">
                  <c:v>0.27777436023622049</c:v>
                </c:pt>
                <c:pt idx="1653">
                  <c:v>0.27811269685039369</c:v>
                </c:pt>
                <c:pt idx="1654">
                  <c:v>0.27811269685039369</c:v>
                </c:pt>
                <c:pt idx="1655">
                  <c:v>0.27845103346456695</c:v>
                </c:pt>
                <c:pt idx="1656">
                  <c:v>0.27845103346456695</c:v>
                </c:pt>
                <c:pt idx="1657">
                  <c:v>0.27878937007874016</c:v>
                </c:pt>
                <c:pt idx="1658">
                  <c:v>0.27878937007874016</c:v>
                </c:pt>
                <c:pt idx="1659">
                  <c:v>0.27912770669291337</c:v>
                </c:pt>
                <c:pt idx="1660">
                  <c:v>0.27912770669291337</c:v>
                </c:pt>
                <c:pt idx="1661">
                  <c:v>0.27946604330708663</c:v>
                </c:pt>
                <c:pt idx="1662">
                  <c:v>0.27946604330708663</c:v>
                </c:pt>
                <c:pt idx="1663">
                  <c:v>0.27980437992125984</c:v>
                </c:pt>
                <c:pt idx="1664">
                  <c:v>0.27980437992125984</c:v>
                </c:pt>
                <c:pt idx="1665">
                  <c:v>0.2801119586614173</c:v>
                </c:pt>
                <c:pt idx="1666">
                  <c:v>0.2801119586614173</c:v>
                </c:pt>
                <c:pt idx="1667">
                  <c:v>0.28045029527559057</c:v>
                </c:pt>
                <c:pt idx="1668">
                  <c:v>0.28045029527559057</c:v>
                </c:pt>
                <c:pt idx="1669">
                  <c:v>0.28078863188976377</c:v>
                </c:pt>
                <c:pt idx="1670">
                  <c:v>0.28078863188976377</c:v>
                </c:pt>
                <c:pt idx="1671">
                  <c:v>0.28112696850393698</c:v>
                </c:pt>
                <c:pt idx="1672">
                  <c:v>0.28112696850393698</c:v>
                </c:pt>
                <c:pt idx="1673">
                  <c:v>0.28146530511811024</c:v>
                </c:pt>
                <c:pt idx="1674">
                  <c:v>0.28146530511811024</c:v>
                </c:pt>
                <c:pt idx="1675">
                  <c:v>0.28180364173228345</c:v>
                </c:pt>
                <c:pt idx="1676">
                  <c:v>0.28180364173228345</c:v>
                </c:pt>
                <c:pt idx="1677">
                  <c:v>0.28214197834645671</c:v>
                </c:pt>
                <c:pt idx="1678">
                  <c:v>0.28214197834645671</c:v>
                </c:pt>
                <c:pt idx="1679">
                  <c:v>0.28248031496062992</c:v>
                </c:pt>
                <c:pt idx="1680">
                  <c:v>0.28248031496062992</c:v>
                </c:pt>
                <c:pt idx="1681">
                  <c:v>0.28281865157480313</c:v>
                </c:pt>
                <c:pt idx="1682">
                  <c:v>0.28281865157480313</c:v>
                </c:pt>
                <c:pt idx="1683">
                  <c:v>0.28315698818897639</c:v>
                </c:pt>
                <c:pt idx="1684">
                  <c:v>0.28315698818897639</c:v>
                </c:pt>
                <c:pt idx="1685">
                  <c:v>0.2834953248031496</c:v>
                </c:pt>
                <c:pt idx="1686">
                  <c:v>0.2834953248031496</c:v>
                </c:pt>
                <c:pt idx="1687">
                  <c:v>0.28383366141732286</c:v>
                </c:pt>
                <c:pt idx="1688">
                  <c:v>0.28383366141732286</c:v>
                </c:pt>
                <c:pt idx="1689">
                  <c:v>0.28417199803149606</c:v>
                </c:pt>
                <c:pt idx="1690">
                  <c:v>0.28417199803149606</c:v>
                </c:pt>
                <c:pt idx="1691">
                  <c:v>0.28451033464566927</c:v>
                </c:pt>
                <c:pt idx="1692">
                  <c:v>0.28451033464566927</c:v>
                </c:pt>
                <c:pt idx="1693">
                  <c:v>0.28484867125984253</c:v>
                </c:pt>
                <c:pt idx="1694">
                  <c:v>0.28484867125984253</c:v>
                </c:pt>
                <c:pt idx="1695">
                  <c:v>0.28515625</c:v>
                </c:pt>
                <c:pt idx="1696">
                  <c:v>0.28515625</c:v>
                </c:pt>
                <c:pt idx="1697">
                  <c:v>0.28549458661417321</c:v>
                </c:pt>
                <c:pt idx="1698">
                  <c:v>0.28549458661417321</c:v>
                </c:pt>
                <c:pt idx="1699">
                  <c:v>0.28583292322834647</c:v>
                </c:pt>
                <c:pt idx="1700">
                  <c:v>0.28583292322834647</c:v>
                </c:pt>
                <c:pt idx="1701">
                  <c:v>0.28617125984251968</c:v>
                </c:pt>
                <c:pt idx="1702">
                  <c:v>0.28617125984251968</c:v>
                </c:pt>
                <c:pt idx="1703">
                  <c:v>0.28650959645669294</c:v>
                </c:pt>
                <c:pt idx="1704">
                  <c:v>0.28650959645669294</c:v>
                </c:pt>
                <c:pt idx="1705">
                  <c:v>0.28684793307086615</c:v>
                </c:pt>
                <c:pt idx="1706">
                  <c:v>0.28684793307086615</c:v>
                </c:pt>
                <c:pt idx="1707">
                  <c:v>0.28718626968503935</c:v>
                </c:pt>
                <c:pt idx="1708">
                  <c:v>0.28718626968503935</c:v>
                </c:pt>
                <c:pt idx="1709">
                  <c:v>0.28752460629921262</c:v>
                </c:pt>
                <c:pt idx="1710">
                  <c:v>0.28752460629921262</c:v>
                </c:pt>
                <c:pt idx="1711">
                  <c:v>0.28786294291338582</c:v>
                </c:pt>
                <c:pt idx="1712">
                  <c:v>0.28786294291338582</c:v>
                </c:pt>
                <c:pt idx="1713">
                  <c:v>0.28820127952755903</c:v>
                </c:pt>
                <c:pt idx="1714">
                  <c:v>0.28820127952755903</c:v>
                </c:pt>
                <c:pt idx="1715">
                  <c:v>0.28853961614173229</c:v>
                </c:pt>
                <c:pt idx="1716">
                  <c:v>0.28853961614173229</c:v>
                </c:pt>
                <c:pt idx="1717">
                  <c:v>0.2888779527559055</c:v>
                </c:pt>
                <c:pt idx="1718">
                  <c:v>0.2888779527559055</c:v>
                </c:pt>
                <c:pt idx="1719">
                  <c:v>0.28921628937007876</c:v>
                </c:pt>
                <c:pt idx="1720">
                  <c:v>0.28921628937007876</c:v>
                </c:pt>
                <c:pt idx="1721">
                  <c:v>0.28955462598425197</c:v>
                </c:pt>
                <c:pt idx="1722">
                  <c:v>0.28955462598425197</c:v>
                </c:pt>
                <c:pt idx="1723">
                  <c:v>0.28986220472440943</c:v>
                </c:pt>
                <c:pt idx="1724">
                  <c:v>0.28986220472440943</c:v>
                </c:pt>
                <c:pt idx="1725">
                  <c:v>0.2902005413385827</c:v>
                </c:pt>
                <c:pt idx="1726">
                  <c:v>0.2902005413385827</c:v>
                </c:pt>
                <c:pt idx="1727">
                  <c:v>0.2905388779527559</c:v>
                </c:pt>
                <c:pt idx="1728">
                  <c:v>0.2905388779527559</c:v>
                </c:pt>
                <c:pt idx="1729">
                  <c:v>0.29087721456692911</c:v>
                </c:pt>
                <c:pt idx="1730">
                  <c:v>0.29087721456692911</c:v>
                </c:pt>
                <c:pt idx="1731">
                  <c:v>0.29121555118110237</c:v>
                </c:pt>
                <c:pt idx="1732">
                  <c:v>0.29121555118110237</c:v>
                </c:pt>
                <c:pt idx="1733">
                  <c:v>0.29155388779527558</c:v>
                </c:pt>
                <c:pt idx="1734">
                  <c:v>0.29155388779527558</c:v>
                </c:pt>
                <c:pt idx="1735">
                  <c:v>0.29189222440944884</c:v>
                </c:pt>
                <c:pt idx="1736">
                  <c:v>0.29189222440944884</c:v>
                </c:pt>
                <c:pt idx="1737">
                  <c:v>0.29223056102362205</c:v>
                </c:pt>
                <c:pt idx="1738">
                  <c:v>0.29223056102362205</c:v>
                </c:pt>
                <c:pt idx="1739">
                  <c:v>0.29256889763779526</c:v>
                </c:pt>
                <c:pt idx="1740">
                  <c:v>0.29256889763779526</c:v>
                </c:pt>
                <c:pt idx="1741">
                  <c:v>0.29290723425196852</c:v>
                </c:pt>
                <c:pt idx="1742">
                  <c:v>0.29290723425196852</c:v>
                </c:pt>
                <c:pt idx="1743">
                  <c:v>0.29324557086614172</c:v>
                </c:pt>
                <c:pt idx="1744">
                  <c:v>0.29324557086614172</c:v>
                </c:pt>
                <c:pt idx="1745">
                  <c:v>0.29358390748031499</c:v>
                </c:pt>
                <c:pt idx="1746">
                  <c:v>0.29358390748031499</c:v>
                </c:pt>
                <c:pt idx="1747">
                  <c:v>0.29392224409448819</c:v>
                </c:pt>
                <c:pt idx="1748">
                  <c:v>0.29392224409448819</c:v>
                </c:pt>
                <c:pt idx="1749">
                  <c:v>0.2942605807086614</c:v>
                </c:pt>
                <c:pt idx="1750">
                  <c:v>0.2942605807086614</c:v>
                </c:pt>
                <c:pt idx="1751">
                  <c:v>0.29459891732283466</c:v>
                </c:pt>
                <c:pt idx="1752">
                  <c:v>0.29459891732283466</c:v>
                </c:pt>
                <c:pt idx="1753">
                  <c:v>0.29493725393700787</c:v>
                </c:pt>
                <c:pt idx="1754">
                  <c:v>0.29493725393700787</c:v>
                </c:pt>
                <c:pt idx="1755">
                  <c:v>0.29524483267716534</c:v>
                </c:pt>
                <c:pt idx="1756">
                  <c:v>0.29524483267716534</c:v>
                </c:pt>
                <c:pt idx="1757">
                  <c:v>0.2955831692913386</c:v>
                </c:pt>
                <c:pt idx="1758">
                  <c:v>0.2955831692913386</c:v>
                </c:pt>
                <c:pt idx="1759">
                  <c:v>0.29592150590551181</c:v>
                </c:pt>
                <c:pt idx="1760">
                  <c:v>0.29592150590551181</c:v>
                </c:pt>
                <c:pt idx="1761">
                  <c:v>0.29625984251968501</c:v>
                </c:pt>
                <c:pt idx="1762">
                  <c:v>0.29625984251968501</c:v>
                </c:pt>
                <c:pt idx="1763">
                  <c:v>0.29659817913385828</c:v>
                </c:pt>
                <c:pt idx="1764">
                  <c:v>0.29659817913385828</c:v>
                </c:pt>
                <c:pt idx="1765">
                  <c:v>0.29693651574803148</c:v>
                </c:pt>
                <c:pt idx="1766">
                  <c:v>0.29693651574803148</c:v>
                </c:pt>
                <c:pt idx="1767">
                  <c:v>0.29727485236220474</c:v>
                </c:pt>
                <c:pt idx="1768">
                  <c:v>0.29727485236220474</c:v>
                </c:pt>
                <c:pt idx="1769">
                  <c:v>0.29761318897637795</c:v>
                </c:pt>
                <c:pt idx="1770">
                  <c:v>0.29761318897637795</c:v>
                </c:pt>
                <c:pt idx="1771">
                  <c:v>0.29795152559055116</c:v>
                </c:pt>
                <c:pt idx="1772">
                  <c:v>0.29795152559055116</c:v>
                </c:pt>
                <c:pt idx="1773">
                  <c:v>0.29828986220472442</c:v>
                </c:pt>
                <c:pt idx="1774">
                  <c:v>0.29828986220472442</c:v>
                </c:pt>
                <c:pt idx="1775">
                  <c:v>0.29859744094488189</c:v>
                </c:pt>
                <c:pt idx="1776">
                  <c:v>0.29859744094488189</c:v>
                </c:pt>
                <c:pt idx="1777">
                  <c:v>0.29896653543307089</c:v>
                </c:pt>
                <c:pt idx="1778">
                  <c:v>0.29896653543307089</c:v>
                </c:pt>
                <c:pt idx="1779">
                  <c:v>0.29927411417322836</c:v>
                </c:pt>
                <c:pt idx="1780">
                  <c:v>0.29927411417322836</c:v>
                </c:pt>
                <c:pt idx="1781">
                  <c:v>0.2996432086614173</c:v>
                </c:pt>
                <c:pt idx="1782">
                  <c:v>0.2996432086614173</c:v>
                </c:pt>
                <c:pt idx="1783">
                  <c:v>0.29998154527559057</c:v>
                </c:pt>
                <c:pt idx="1784">
                  <c:v>0.29998154527559057</c:v>
                </c:pt>
                <c:pt idx="1785">
                  <c:v>0.30028912401574803</c:v>
                </c:pt>
                <c:pt idx="1786">
                  <c:v>0.30028912401574803</c:v>
                </c:pt>
                <c:pt idx="1787">
                  <c:v>0.30062746062992124</c:v>
                </c:pt>
                <c:pt idx="1788">
                  <c:v>0.30062746062992124</c:v>
                </c:pt>
                <c:pt idx="1789">
                  <c:v>0.3009657972440945</c:v>
                </c:pt>
                <c:pt idx="1790">
                  <c:v>0.3009657972440945</c:v>
                </c:pt>
                <c:pt idx="1791">
                  <c:v>0.30130413385826771</c:v>
                </c:pt>
                <c:pt idx="1792">
                  <c:v>0.30130413385826771</c:v>
                </c:pt>
                <c:pt idx="1793">
                  <c:v>0.30164247047244097</c:v>
                </c:pt>
                <c:pt idx="1794">
                  <c:v>0.30164247047244097</c:v>
                </c:pt>
                <c:pt idx="1795">
                  <c:v>0.30198080708661418</c:v>
                </c:pt>
                <c:pt idx="1796">
                  <c:v>0.30198080708661418</c:v>
                </c:pt>
                <c:pt idx="1797">
                  <c:v>0.30231914370078738</c:v>
                </c:pt>
                <c:pt idx="1798">
                  <c:v>0.30231914370078738</c:v>
                </c:pt>
                <c:pt idx="1799">
                  <c:v>0.30265748031496065</c:v>
                </c:pt>
                <c:pt idx="1800">
                  <c:v>0.30265748031496065</c:v>
                </c:pt>
                <c:pt idx="1801">
                  <c:v>0.30299581692913385</c:v>
                </c:pt>
                <c:pt idx="1802">
                  <c:v>0.30299581692913385</c:v>
                </c:pt>
                <c:pt idx="1803">
                  <c:v>0.30333415354330706</c:v>
                </c:pt>
                <c:pt idx="1804">
                  <c:v>0.30333415354330706</c:v>
                </c:pt>
                <c:pt idx="1805">
                  <c:v>0.30364173228346458</c:v>
                </c:pt>
                <c:pt idx="1806">
                  <c:v>0.30364173228346458</c:v>
                </c:pt>
                <c:pt idx="1807">
                  <c:v>0.30401082677165353</c:v>
                </c:pt>
                <c:pt idx="1808">
                  <c:v>0.30401082677165353</c:v>
                </c:pt>
                <c:pt idx="1809">
                  <c:v>0.30434916338582679</c:v>
                </c:pt>
                <c:pt idx="1810">
                  <c:v>0.30434916338582679</c:v>
                </c:pt>
                <c:pt idx="1811">
                  <c:v>0.3046875</c:v>
                </c:pt>
                <c:pt idx="1812">
                  <c:v>0.3046875</c:v>
                </c:pt>
                <c:pt idx="1813">
                  <c:v>0.30502583661417321</c:v>
                </c:pt>
                <c:pt idx="1814">
                  <c:v>0.30502583661417321</c:v>
                </c:pt>
                <c:pt idx="1815">
                  <c:v>0.30533341535433073</c:v>
                </c:pt>
                <c:pt idx="1816">
                  <c:v>0.30533341535433073</c:v>
                </c:pt>
                <c:pt idx="1817">
                  <c:v>0.30567175196850394</c:v>
                </c:pt>
                <c:pt idx="1818">
                  <c:v>0.30567175196850394</c:v>
                </c:pt>
                <c:pt idx="1819">
                  <c:v>0.30601008858267714</c:v>
                </c:pt>
                <c:pt idx="1820">
                  <c:v>0.30601008858267714</c:v>
                </c:pt>
                <c:pt idx="1821">
                  <c:v>0.3063484251968504</c:v>
                </c:pt>
                <c:pt idx="1822">
                  <c:v>0.3063484251968504</c:v>
                </c:pt>
                <c:pt idx="1823">
                  <c:v>0.30668676181102361</c:v>
                </c:pt>
                <c:pt idx="1824">
                  <c:v>0.30668676181102361</c:v>
                </c:pt>
                <c:pt idx="1825">
                  <c:v>0.30702509842519687</c:v>
                </c:pt>
                <c:pt idx="1826">
                  <c:v>0.30702509842519687</c:v>
                </c:pt>
                <c:pt idx="1827">
                  <c:v>0.30736343503937008</c:v>
                </c:pt>
                <c:pt idx="1828">
                  <c:v>0.30736343503937008</c:v>
                </c:pt>
                <c:pt idx="1829">
                  <c:v>0.30770177165354329</c:v>
                </c:pt>
                <c:pt idx="1830">
                  <c:v>0.30770177165354329</c:v>
                </c:pt>
                <c:pt idx="1831">
                  <c:v>0.30804010826771655</c:v>
                </c:pt>
                <c:pt idx="1832">
                  <c:v>0.30804010826771655</c:v>
                </c:pt>
                <c:pt idx="1833">
                  <c:v>0.30837844488188976</c:v>
                </c:pt>
                <c:pt idx="1834">
                  <c:v>0.30837844488188976</c:v>
                </c:pt>
                <c:pt idx="1835">
                  <c:v>0.30871678149606302</c:v>
                </c:pt>
                <c:pt idx="1836">
                  <c:v>0.30871678149606302</c:v>
                </c:pt>
                <c:pt idx="1837">
                  <c:v>0.30905511811023623</c:v>
                </c:pt>
                <c:pt idx="1838">
                  <c:v>0.30905511811023623</c:v>
                </c:pt>
                <c:pt idx="1839">
                  <c:v>0.30939345472440943</c:v>
                </c:pt>
                <c:pt idx="1840">
                  <c:v>0.30939345472440943</c:v>
                </c:pt>
                <c:pt idx="1841">
                  <c:v>0.3097317913385827</c:v>
                </c:pt>
                <c:pt idx="1842">
                  <c:v>0.3097317913385827</c:v>
                </c:pt>
                <c:pt idx="1843">
                  <c:v>0.3100701279527559</c:v>
                </c:pt>
                <c:pt idx="1844">
                  <c:v>0.3100701279527559</c:v>
                </c:pt>
                <c:pt idx="1845">
                  <c:v>0.31037770669291337</c:v>
                </c:pt>
                <c:pt idx="1846">
                  <c:v>0.31037770669291337</c:v>
                </c:pt>
                <c:pt idx="1847">
                  <c:v>0.31071604330708663</c:v>
                </c:pt>
                <c:pt idx="1848">
                  <c:v>0.31071604330708663</c:v>
                </c:pt>
                <c:pt idx="1849">
                  <c:v>0.31105437992125984</c:v>
                </c:pt>
                <c:pt idx="1850">
                  <c:v>0.31105437992125984</c:v>
                </c:pt>
                <c:pt idx="1851">
                  <c:v>0.31139271653543305</c:v>
                </c:pt>
                <c:pt idx="1852">
                  <c:v>0.31139271653543305</c:v>
                </c:pt>
                <c:pt idx="1853">
                  <c:v>0.31173105314960631</c:v>
                </c:pt>
                <c:pt idx="1854">
                  <c:v>0.31173105314960631</c:v>
                </c:pt>
                <c:pt idx="1855">
                  <c:v>0.31206938976377951</c:v>
                </c:pt>
                <c:pt idx="1856">
                  <c:v>0.31206938976377951</c:v>
                </c:pt>
                <c:pt idx="1857">
                  <c:v>0.31240772637795278</c:v>
                </c:pt>
                <c:pt idx="1858">
                  <c:v>0.31240772637795278</c:v>
                </c:pt>
                <c:pt idx="1859">
                  <c:v>0.31274606299212598</c:v>
                </c:pt>
                <c:pt idx="1860">
                  <c:v>0.31274606299212598</c:v>
                </c:pt>
                <c:pt idx="1861">
                  <c:v>0.31308439960629919</c:v>
                </c:pt>
                <c:pt idx="1862">
                  <c:v>0.31308439960629919</c:v>
                </c:pt>
                <c:pt idx="1863">
                  <c:v>0.31342273622047245</c:v>
                </c:pt>
                <c:pt idx="1864">
                  <c:v>0.31342273622047245</c:v>
                </c:pt>
                <c:pt idx="1865">
                  <c:v>0.31376107283464566</c:v>
                </c:pt>
                <c:pt idx="1866">
                  <c:v>0.31376107283464566</c:v>
                </c:pt>
                <c:pt idx="1867">
                  <c:v>0.31409940944881892</c:v>
                </c:pt>
                <c:pt idx="1868">
                  <c:v>0.31409940944881892</c:v>
                </c:pt>
                <c:pt idx="1869">
                  <c:v>0.31443774606299213</c:v>
                </c:pt>
                <c:pt idx="1870">
                  <c:v>0.31443774606299213</c:v>
                </c:pt>
                <c:pt idx="1871">
                  <c:v>0.31477608267716534</c:v>
                </c:pt>
                <c:pt idx="1872">
                  <c:v>0.31477608267716534</c:v>
                </c:pt>
                <c:pt idx="1873">
                  <c:v>0.3151144192913386</c:v>
                </c:pt>
                <c:pt idx="1874">
                  <c:v>0.3151144192913386</c:v>
                </c:pt>
                <c:pt idx="1875">
                  <c:v>0.31542199803149606</c:v>
                </c:pt>
                <c:pt idx="1876">
                  <c:v>0.31542199803149606</c:v>
                </c:pt>
                <c:pt idx="1877">
                  <c:v>0.31576033464566927</c:v>
                </c:pt>
                <c:pt idx="1878">
                  <c:v>0.31576033464566927</c:v>
                </c:pt>
                <c:pt idx="1879">
                  <c:v>0.31609867125984253</c:v>
                </c:pt>
                <c:pt idx="1880">
                  <c:v>0.31609867125984253</c:v>
                </c:pt>
                <c:pt idx="1881">
                  <c:v>0.31643700787401574</c:v>
                </c:pt>
                <c:pt idx="1882">
                  <c:v>0.31643700787401574</c:v>
                </c:pt>
                <c:pt idx="1883">
                  <c:v>0.31674458661417321</c:v>
                </c:pt>
                <c:pt idx="1884">
                  <c:v>0.31674458661417321</c:v>
                </c:pt>
                <c:pt idx="1885">
                  <c:v>0.31711368110236221</c:v>
                </c:pt>
                <c:pt idx="1886">
                  <c:v>0.31711368110236221</c:v>
                </c:pt>
                <c:pt idx="1887">
                  <c:v>0.31745201771653542</c:v>
                </c:pt>
                <c:pt idx="1888">
                  <c:v>0.31745201771653542</c:v>
                </c:pt>
                <c:pt idx="1889">
                  <c:v>0.31779035433070868</c:v>
                </c:pt>
                <c:pt idx="1890">
                  <c:v>0.31779035433070868</c:v>
                </c:pt>
                <c:pt idx="1891">
                  <c:v>0.31812869094488189</c:v>
                </c:pt>
                <c:pt idx="1892">
                  <c:v>0.31812869094488189</c:v>
                </c:pt>
                <c:pt idx="1893">
                  <c:v>0.31846702755905509</c:v>
                </c:pt>
                <c:pt idx="1894">
                  <c:v>0.31846702755905509</c:v>
                </c:pt>
                <c:pt idx="1895">
                  <c:v>0.31880536417322836</c:v>
                </c:pt>
                <c:pt idx="1896">
                  <c:v>0.31880536417322836</c:v>
                </c:pt>
                <c:pt idx="1897">
                  <c:v>0.31914370078740156</c:v>
                </c:pt>
                <c:pt idx="1898">
                  <c:v>0.31914370078740156</c:v>
                </c:pt>
                <c:pt idx="1899">
                  <c:v>0.31948203740157483</c:v>
                </c:pt>
                <c:pt idx="1900">
                  <c:v>0.31948203740157483</c:v>
                </c:pt>
                <c:pt idx="1901">
                  <c:v>0.31982037401574803</c:v>
                </c:pt>
                <c:pt idx="1902">
                  <c:v>0.31982037401574803</c:v>
                </c:pt>
                <c:pt idx="1903">
                  <c:v>0.32015871062992124</c:v>
                </c:pt>
                <c:pt idx="1904">
                  <c:v>0.32015871062992124</c:v>
                </c:pt>
                <c:pt idx="1905">
                  <c:v>0.3204970472440945</c:v>
                </c:pt>
                <c:pt idx="1906">
                  <c:v>0.3204970472440945</c:v>
                </c:pt>
                <c:pt idx="1907">
                  <c:v>0.32080462598425197</c:v>
                </c:pt>
                <c:pt idx="1908">
                  <c:v>0.32080462598425197</c:v>
                </c:pt>
                <c:pt idx="1909">
                  <c:v>0.32114296259842517</c:v>
                </c:pt>
                <c:pt idx="1910">
                  <c:v>0.32114296259842517</c:v>
                </c:pt>
                <c:pt idx="1911">
                  <c:v>0.32148129921259844</c:v>
                </c:pt>
                <c:pt idx="1912">
                  <c:v>0.32148129921259844</c:v>
                </c:pt>
                <c:pt idx="1913">
                  <c:v>0.32181963582677164</c:v>
                </c:pt>
                <c:pt idx="1914">
                  <c:v>0.32181963582677164</c:v>
                </c:pt>
                <c:pt idx="1915">
                  <c:v>0.32215797244094491</c:v>
                </c:pt>
                <c:pt idx="1916">
                  <c:v>0.32215797244094491</c:v>
                </c:pt>
                <c:pt idx="1917">
                  <c:v>0.32249630905511811</c:v>
                </c:pt>
                <c:pt idx="1918">
                  <c:v>0.32249630905511811</c:v>
                </c:pt>
                <c:pt idx="1919">
                  <c:v>0.32283464566929132</c:v>
                </c:pt>
                <c:pt idx="1920">
                  <c:v>0.32283464566929132</c:v>
                </c:pt>
                <c:pt idx="1921">
                  <c:v>0.32317298228346458</c:v>
                </c:pt>
                <c:pt idx="1922">
                  <c:v>0.32317298228346458</c:v>
                </c:pt>
                <c:pt idx="1923">
                  <c:v>0.32351131889763779</c:v>
                </c:pt>
                <c:pt idx="1924">
                  <c:v>0.32351131889763779</c:v>
                </c:pt>
                <c:pt idx="1925">
                  <c:v>0.323849655511811</c:v>
                </c:pt>
                <c:pt idx="1926">
                  <c:v>0.323849655511811</c:v>
                </c:pt>
                <c:pt idx="1927">
                  <c:v>0.32418799212598426</c:v>
                </c:pt>
                <c:pt idx="1928">
                  <c:v>0.32418799212598426</c:v>
                </c:pt>
                <c:pt idx="1929">
                  <c:v>0.32452632874015747</c:v>
                </c:pt>
                <c:pt idx="1930">
                  <c:v>0.32452632874015747</c:v>
                </c:pt>
                <c:pt idx="1931">
                  <c:v>0.32486466535433073</c:v>
                </c:pt>
                <c:pt idx="1932">
                  <c:v>0.32486466535433073</c:v>
                </c:pt>
                <c:pt idx="1933">
                  <c:v>0.32520300196850394</c:v>
                </c:pt>
                <c:pt idx="1934">
                  <c:v>0.32520300196850394</c:v>
                </c:pt>
                <c:pt idx="1935">
                  <c:v>0.32554133858267714</c:v>
                </c:pt>
                <c:pt idx="1936">
                  <c:v>0.32554133858267714</c:v>
                </c:pt>
                <c:pt idx="1937">
                  <c:v>0.32584891732283466</c:v>
                </c:pt>
                <c:pt idx="1938">
                  <c:v>0.32584891732283466</c:v>
                </c:pt>
                <c:pt idx="1939">
                  <c:v>0.32615649606299213</c:v>
                </c:pt>
                <c:pt idx="1940">
                  <c:v>0.32615649606299213</c:v>
                </c:pt>
                <c:pt idx="1941">
                  <c:v>0.32652559055118108</c:v>
                </c:pt>
                <c:pt idx="1942">
                  <c:v>0.32652559055118108</c:v>
                </c:pt>
                <c:pt idx="1943">
                  <c:v>0.32686392716535434</c:v>
                </c:pt>
                <c:pt idx="1944">
                  <c:v>0.32686392716535434</c:v>
                </c:pt>
                <c:pt idx="1945">
                  <c:v>0.32720226377952755</c:v>
                </c:pt>
                <c:pt idx="1946">
                  <c:v>0.32720226377952755</c:v>
                </c:pt>
                <c:pt idx="1947">
                  <c:v>0.32754060039370081</c:v>
                </c:pt>
                <c:pt idx="1948">
                  <c:v>0.32754060039370081</c:v>
                </c:pt>
                <c:pt idx="1949">
                  <c:v>0.32787893700787402</c:v>
                </c:pt>
                <c:pt idx="1950">
                  <c:v>0.32787893700787402</c:v>
                </c:pt>
                <c:pt idx="1951">
                  <c:v>0.32821727362204722</c:v>
                </c:pt>
                <c:pt idx="1952">
                  <c:v>0.32821727362204722</c:v>
                </c:pt>
                <c:pt idx="1953">
                  <c:v>0.32855561023622049</c:v>
                </c:pt>
                <c:pt idx="1954">
                  <c:v>0.32855561023622049</c:v>
                </c:pt>
                <c:pt idx="1955">
                  <c:v>0.32889394685039369</c:v>
                </c:pt>
                <c:pt idx="1956">
                  <c:v>0.32889394685039369</c:v>
                </c:pt>
                <c:pt idx="1957">
                  <c:v>0.32923228346456695</c:v>
                </c:pt>
                <c:pt idx="1958">
                  <c:v>0.32923228346456695</c:v>
                </c:pt>
                <c:pt idx="1959">
                  <c:v>0.32957062007874016</c:v>
                </c:pt>
                <c:pt idx="1960">
                  <c:v>0.32957062007874016</c:v>
                </c:pt>
                <c:pt idx="1961">
                  <c:v>0.32990895669291337</c:v>
                </c:pt>
                <c:pt idx="1962">
                  <c:v>0.32990895669291337</c:v>
                </c:pt>
                <c:pt idx="1963">
                  <c:v>0.33024729330708663</c:v>
                </c:pt>
                <c:pt idx="1964">
                  <c:v>0.33024729330708663</c:v>
                </c:pt>
                <c:pt idx="1965">
                  <c:v>0.33058562992125984</c:v>
                </c:pt>
                <c:pt idx="1966">
                  <c:v>0.33058562992125984</c:v>
                </c:pt>
                <c:pt idx="1967">
                  <c:v>0.3308932086614173</c:v>
                </c:pt>
                <c:pt idx="1968">
                  <c:v>0.3308932086614173</c:v>
                </c:pt>
                <c:pt idx="1969">
                  <c:v>0.33120078740157483</c:v>
                </c:pt>
                <c:pt idx="1970">
                  <c:v>0.33120078740157483</c:v>
                </c:pt>
                <c:pt idx="1971">
                  <c:v>0.33156988188976377</c:v>
                </c:pt>
                <c:pt idx="1972">
                  <c:v>0.33156988188976377</c:v>
                </c:pt>
                <c:pt idx="1973">
                  <c:v>0.33190821850393698</c:v>
                </c:pt>
                <c:pt idx="1974">
                  <c:v>0.33190821850393698</c:v>
                </c:pt>
                <c:pt idx="1975">
                  <c:v>0.33224655511811024</c:v>
                </c:pt>
                <c:pt idx="1976">
                  <c:v>0.33224655511811024</c:v>
                </c:pt>
                <c:pt idx="1977">
                  <c:v>0.33258489173228345</c:v>
                </c:pt>
                <c:pt idx="1978">
                  <c:v>0.33258489173228345</c:v>
                </c:pt>
                <c:pt idx="1979">
                  <c:v>0.33292322834645671</c:v>
                </c:pt>
                <c:pt idx="1980">
                  <c:v>0.33292322834645671</c:v>
                </c:pt>
                <c:pt idx="1981">
                  <c:v>0.33326156496062992</c:v>
                </c:pt>
                <c:pt idx="1982">
                  <c:v>0.33326156496062992</c:v>
                </c:pt>
                <c:pt idx="1983">
                  <c:v>0.33359990157480313</c:v>
                </c:pt>
                <c:pt idx="1984">
                  <c:v>0.33359990157480313</c:v>
                </c:pt>
                <c:pt idx="1985">
                  <c:v>0.33393823818897639</c:v>
                </c:pt>
                <c:pt idx="1986">
                  <c:v>0.33393823818897639</c:v>
                </c:pt>
                <c:pt idx="1987">
                  <c:v>0.3342765748031496</c:v>
                </c:pt>
                <c:pt idx="1988">
                  <c:v>0.3342765748031496</c:v>
                </c:pt>
                <c:pt idx="1989">
                  <c:v>0.33461491141732286</c:v>
                </c:pt>
                <c:pt idx="1990">
                  <c:v>0.33461491141732286</c:v>
                </c:pt>
                <c:pt idx="1991">
                  <c:v>0.33495324803149606</c:v>
                </c:pt>
                <c:pt idx="1992">
                  <c:v>0.33495324803149606</c:v>
                </c:pt>
                <c:pt idx="1993">
                  <c:v>0.33529158464566927</c:v>
                </c:pt>
                <c:pt idx="1994">
                  <c:v>0.33529158464566927</c:v>
                </c:pt>
                <c:pt idx="1995">
                  <c:v>0.33562992125984253</c:v>
                </c:pt>
                <c:pt idx="1996">
                  <c:v>0.33562992125984253</c:v>
                </c:pt>
                <c:pt idx="1997">
                  <c:v>0.3359375</c:v>
                </c:pt>
                <c:pt idx="1998">
                  <c:v>0.3359375</c:v>
                </c:pt>
                <c:pt idx="1999">
                  <c:v>0.33627583661417321</c:v>
                </c:pt>
                <c:pt idx="2000">
                  <c:v>0.33627583661417321</c:v>
                </c:pt>
                <c:pt idx="2001">
                  <c:v>0.33661417322834647</c:v>
                </c:pt>
                <c:pt idx="2002">
                  <c:v>0.33661417322834647</c:v>
                </c:pt>
                <c:pt idx="2003">
                  <c:v>0.33695250984251968</c:v>
                </c:pt>
                <c:pt idx="2004">
                  <c:v>0.33695250984251968</c:v>
                </c:pt>
                <c:pt idx="2005">
                  <c:v>0.33729084645669294</c:v>
                </c:pt>
                <c:pt idx="2006">
                  <c:v>0.33729084645669294</c:v>
                </c:pt>
                <c:pt idx="2007">
                  <c:v>0.33762918307086615</c:v>
                </c:pt>
                <c:pt idx="2008">
                  <c:v>0.33762918307086615</c:v>
                </c:pt>
                <c:pt idx="2009">
                  <c:v>0.33793676181102361</c:v>
                </c:pt>
                <c:pt idx="2010">
                  <c:v>0.33793676181102361</c:v>
                </c:pt>
                <c:pt idx="2011">
                  <c:v>0.33830585629921262</c:v>
                </c:pt>
                <c:pt idx="2012">
                  <c:v>0.33830585629921262</c:v>
                </c:pt>
                <c:pt idx="2013">
                  <c:v>0.33864419291338582</c:v>
                </c:pt>
                <c:pt idx="2014">
                  <c:v>0.33864419291338582</c:v>
                </c:pt>
                <c:pt idx="2015">
                  <c:v>0.33898252952755903</c:v>
                </c:pt>
                <c:pt idx="2016">
                  <c:v>0.33898252952755903</c:v>
                </c:pt>
                <c:pt idx="2017">
                  <c:v>0.33932086614173229</c:v>
                </c:pt>
                <c:pt idx="2018">
                  <c:v>0.33932086614173229</c:v>
                </c:pt>
                <c:pt idx="2019">
                  <c:v>0.3396592027559055</c:v>
                </c:pt>
                <c:pt idx="2020">
                  <c:v>0.3396592027559055</c:v>
                </c:pt>
                <c:pt idx="2021">
                  <c:v>0.33999753937007876</c:v>
                </c:pt>
                <c:pt idx="2022">
                  <c:v>0.33999753937007876</c:v>
                </c:pt>
                <c:pt idx="2023">
                  <c:v>0.34033587598425197</c:v>
                </c:pt>
                <c:pt idx="2024">
                  <c:v>0.34033587598425197</c:v>
                </c:pt>
                <c:pt idx="2025">
                  <c:v>0.34067421259842517</c:v>
                </c:pt>
                <c:pt idx="2026">
                  <c:v>0.34067421259842517</c:v>
                </c:pt>
                <c:pt idx="2027">
                  <c:v>0.3409817913385827</c:v>
                </c:pt>
                <c:pt idx="2028">
                  <c:v>0.3409817913385827</c:v>
                </c:pt>
                <c:pt idx="2029">
                  <c:v>0.3413201279527559</c:v>
                </c:pt>
                <c:pt idx="2030">
                  <c:v>0.3413201279527559</c:v>
                </c:pt>
                <c:pt idx="2031">
                  <c:v>0.34165846456692911</c:v>
                </c:pt>
                <c:pt idx="2032">
                  <c:v>0.34165846456692911</c:v>
                </c:pt>
                <c:pt idx="2033">
                  <c:v>0.34199680118110237</c:v>
                </c:pt>
                <c:pt idx="2034">
                  <c:v>0.34199680118110237</c:v>
                </c:pt>
                <c:pt idx="2035">
                  <c:v>0.34233513779527558</c:v>
                </c:pt>
                <c:pt idx="2036">
                  <c:v>0.34233513779527558</c:v>
                </c:pt>
                <c:pt idx="2037">
                  <c:v>0.34267347440944884</c:v>
                </c:pt>
                <c:pt idx="2038">
                  <c:v>0.34267347440944884</c:v>
                </c:pt>
                <c:pt idx="2039">
                  <c:v>0.34301181102362205</c:v>
                </c:pt>
                <c:pt idx="2040">
                  <c:v>0.34301181102362205</c:v>
                </c:pt>
                <c:pt idx="2041">
                  <c:v>0.34335014763779526</c:v>
                </c:pt>
                <c:pt idx="2042">
                  <c:v>0.34335014763779526</c:v>
                </c:pt>
                <c:pt idx="2043">
                  <c:v>0.34368848425196852</c:v>
                </c:pt>
                <c:pt idx="2044">
                  <c:v>0.34368848425196852</c:v>
                </c:pt>
                <c:pt idx="2045">
                  <c:v>0.34402682086614172</c:v>
                </c:pt>
                <c:pt idx="2046">
                  <c:v>0.34402682086614172</c:v>
                </c:pt>
                <c:pt idx="2047">
                  <c:v>0.34436515748031499</c:v>
                </c:pt>
                <c:pt idx="2048">
                  <c:v>0.34436515748031499</c:v>
                </c:pt>
                <c:pt idx="2049">
                  <c:v>0.34470349409448819</c:v>
                </c:pt>
                <c:pt idx="2050">
                  <c:v>0.34470349409448819</c:v>
                </c:pt>
                <c:pt idx="2051">
                  <c:v>0.3450418307086614</c:v>
                </c:pt>
                <c:pt idx="2052">
                  <c:v>0.3450418307086614</c:v>
                </c:pt>
                <c:pt idx="2053">
                  <c:v>0.34538016732283466</c:v>
                </c:pt>
                <c:pt idx="2054">
                  <c:v>0.34538016732283466</c:v>
                </c:pt>
                <c:pt idx="2055">
                  <c:v>0.34571850393700787</c:v>
                </c:pt>
                <c:pt idx="2056">
                  <c:v>0.34571850393700787</c:v>
                </c:pt>
                <c:pt idx="2057">
                  <c:v>0.34602608267716534</c:v>
                </c:pt>
                <c:pt idx="2058">
                  <c:v>0.34602608267716534</c:v>
                </c:pt>
                <c:pt idx="2059">
                  <c:v>0.3463644192913386</c:v>
                </c:pt>
                <c:pt idx="2060">
                  <c:v>0.3463644192913386</c:v>
                </c:pt>
                <c:pt idx="2061">
                  <c:v>0.34670275590551181</c:v>
                </c:pt>
                <c:pt idx="2062">
                  <c:v>0.34670275590551181</c:v>
                </c:pt>
                <c:pt idx="2063">
                  <c:v>0.34704109251968501</c:v>
                </c:pt>
                <c:pt idx="2064">
                  <c:v>0.34704109251968501</c:v>
                </c:pt>
                <c:pt idx="2065">
                  <c:v>0.34737942913385828</c:v>
                </c:pt>
                <c:pt idx="2066">
                  <c:v>0.34737942913385828</c:v>
                </c:pt>
                <c:pt idx="2067">
                  <c:v>0.34771776574803148</c:v>
                </c:pt>
                <c:pt idx="2068">
                  <c:v>0.34771776574803148</c:v>
                </c:pt>
                <c:pt idx="2069">
                  <c:v>0.34805610236220474</c:v>
                </c:pt>
                <c:pt idx="2070">
                  <c:v>0.34805610236220474</c:v>
                </c:pt>
                <c:pt idx="2071">
                  <c:v>0.34839443897637795</c:v>
                </c:pt>
                <c:pt idx="2072">
                  <c:v>0.34839443897637795</c:v>
                </c:pt>
                <c:pt idx="2073">
                  <c:v>0.34873277559055116</c:v>
                </c:pt>
                <c:pt idx="2074">
                  <c:v>0.34873277559055116</c:v>
                </c:pt>
                <c:pt idx="2075">
                  <c:v>0.34907111220472442</c:v>
                </c:pt>
                <c:pt idx="2076">
                  <c:v>0.34907111220472442</c:v>
                </c:pt>
                <c:pt idx="2077">
                  <c:v>0.34937869094488189</c:v>
                </c:pt>
                <c:pt idx="2078">
                  <c:v>0.34937869094488189</c:v>
                </c:pt>
                <c:pt idx="2079">
                  <c:v>0.34974778543307089</c:v>
                </c:pt>
                <c:pt idx="2080">
                  <c:v>0.34974778543307089</c:v>
                </c:pt>
                <c:pt idx="2081">
                  <c:v>0.3500861220472441</c:v>
                </c:pt>
                <c:pt idx="2082">
                  <c:v>0.3500861220472441</c:v>
                </c:pt>
                <c:pt idx="2083">
                  <c:v>0.3504244586614173</c:v>
                </c:pt>
                <c:pt idx="2084">
                  <c:v>0.3504244586614173</c:v>
                </c:pt>
                <c:pt idx="2085">
                  <c:v>0.35076279527559057</c:v>
                </c:pt>
                <c:pt idx="2086">
                  <c:v>0.35076279527559057</c:v>
                </c:pt>
                <c:pt idx="2087">
                  <c:v>0.35107037401574803</c:v>
                </c:pt>
                <c:pt idx="2088">
                  <c:v>0.35107037401574803</c:v>
                </c:pt>
                <c:pt idx="2089">
                  <c:v>0.35140871062992124</c:v>
                </c:pt>
                <c:pt idx="2090">
                  <c:v>0.35140871062992124</c:v>
                </c:pt>
                <c:pt idx="2091">
                  <c:v>0.3517470472440945</c:v>
                </c:pt>
                <c:pt idx="2092">
                  <c:v>0.3517470472440945</c:v>
                </c:pt>
                <c:pt idx="2093">
                  <c:v>0.35208538385826771</c:v>
                </c:pt>
                <c:pt idx="2094">
                  <c:v>0.35208538385826771</c:v>
                </c:pt>
                <c:pt idx="2095">
                  <c:v>0.35242372047244097</c:v>
                </c:pt>
                <c:pt idx="2096">
                  <c:v>0.35242372047244097</c:v>
                </c:pt>
                <c:pt idx="2097">
                  <c:v>0.35276205708661418</c:v>
                </c:pt>
                <c:pt idx="2098">
                  <c:v>0.35276205708661418</c:v>
                </c:pt>
                <c:pt idx="2099">
                  <c:v>0.35310039370078738</c:v>
                </c:pt>
                <c:pt idx="2100">
                  <c:v>0.35310039370078738</c:v>
                </c:pt>
                <c:pt idx="2101">
                  <c:v>0.35343873031496065</c:v>
                </c:pt>
                <c:pt idx="2102">
                  <c:v>0.35343873031496065</c:v>
                </c:pt>
                <c:pt idx="2103">
                  <c:v>0.35377706692913385</c:v>
                </c:pt>
                <c:pt idx="2104">
                  <c:v>0.35377706692913385</c:v>
                </c:pt>
                <c:pt idx="2105">
                  <c:v>0.35411540354330706</c:v>
                </c:pt>
                <c:pt idx="2106">
                  <c:v>0.35411540354330706</c:v>
                </c:pt>
                <c:pt idx="2107">
                  <c:v>0.35445374015748032</c:v>
                </c:pt>
                <c:pt idx="2108">
                  <c:v>0.35445374015748032</c:v>
                </c:pt>
                <c:pt idx="2109">
                  <c:v>0.35479207677165353</c:v>
                </c:pt>
                <c:pt idx="2110">
                  <c:v>0.35479207677165353</c:v>
                </c:pt>
                <c:pt idx="2111">
                  <c:v>0.35513041338582679</c:v>
                </c:pt>
                <c:pt idx="2112">
                  <c:v>0.35513041338582679</c:v>
                </c:pt>
                <c:pt idx="2113">
                  <c:v>0.35546875</c:v>
                </c:pt>
                <c:pt idx="2114">
                  <c:v>0.35546875</c:v>
                </c:pt>
                <c:pt idx="2115">
                  <c:v>0.35580708661417321</c:v>
                </c:pt>
                <c:pt idx="2116">
                  <c:v>0.35580708661417321</c:v>
                </c:pt>
                <c:pt idx="2117">
                  <c:v>0.35614542322834647</c:v>
                </c:pt>
                <c:pt idx="2118">
                  <c:v>0.35614542322834647</c:v>
                </c:pt>
                <c:pt idx="2119">
                  <c:v>0.35642224409448819</c:v>
                </c:pt>
                <c:pt idx="2120">
                  <c:v>0.35642224409448819</c:v>
                </c:pt>
                <c:pt idx="2121">
                  <c:v>0.35679133858267714</c:v>
                </c:pt>
                <c:pt idx="2122">
                  <c:v>0.35679133858267714</c:v>
                </c:pt>
                <c:pt idx="2123">
                  <c:v>0.3571296751968504</c:v>
                </c:pt>
                <c:pt idx="2124">
                  <c:v>0.3571296751968504</c:v>
                </c:pt>
                <c:pt idx="2125">
                  <c:v>0.35746801181102361</c:v>
                </c:pt>
                <c:pt idx="2126">
                  <c:v>0.35746801181102361</c:v>
                </c:pt>
                <c:pt idx="2127">
                  <c:v>0.35780634842519687</c:v>
                </c:pt>
                <c:pt idx="2128">
                  <c:v>0.35780634842519687</c:v>
                </c:pt>
                <c:pt idx="2129">
                  <c:v>0.35814468503937008</c:v>
                </c:pt>
                <c:pt idx="2130">
                  <c:v>0.35814468503937008</c:v>
                </c:pt>
                <c:pt idx="2131">
                  <c:v>0.35848302165354329</c:v>
                </c:pt>
                <c:pt idx="2132">
                  <c:v>0.35848302165354329</c:v>
                </c:pt>
                <c:pt idx="2133">
                  <c:v>0.35882135826771655</c:v>
                </c:pt>
                <c:pt idx="2134">
                  <c:v>0.35882135826771655</c:v>
                </c:pt>
                <c:pt idx="2135">
                  <c:v>0.35915969488188976</c:v>
                </c:pt>
                <c:pt idx="2136">
                  <c:v>0.35915969488188976</c:v>
                </c:pt>
                <c:pt idx="2137">
                  <c:v>0.35946727362204722</c:v>
                </c:pt>
                <c:pt idx="2138">
                  <c:v>0.35946727362204722</c:v>
                </c:pt>
                <c:pt idx="2139">
                  <c:v>0.35983636811023623</c:v>
                </c:pt>
                <c:pt idx="2140">
                  <c:v>0.35983636811023623</c:v>
                </c:pt>
                <c:pt idx="2141">
                  <c:v>0.36017470472440943</c:v>
                </c:pt>
                <c:pt idx="2142">
                  <c:v>0.36017470472440943</c:v>
                </c:pt>
                <c:pt idx="2143">
                  <c:v>0.3605130413385827</c:v>
                </c:pt>
                <c:pt idx="2144">
                  <c:v>0.3605130413385827</c:v>
                </c:pt>
                <c:pt idx="2145">
                  <c:v>0.3608513779527559</c:v>
                </c:pt>
                <c:pt idx="2146">
                  <c:v>0.3608513779527559</c:v>
                </c:pt>
                <c:pt idx="2147">
                  <c:v>0.36118971456692911</c:v>
                </c:pt>
                <c:pt idx="2148">
                  <c:v>0.36118971456692911</c:v>
                </c:pt>
                <c:pt idx="2149">
                  <c:v>0.36149729330708663</c:v>
                </c:pt>
                <c:pt idx="2150">
                  <c:v>0.36149729330708663</c:v>
                </c:pt>
                <c:pt idx="2151">
                  <c:v>0.36183562992125984</c:v>
                </c:pt>
                <c:pt idx="2152">
                  <c:v>0.36183562992125984</c:v>
                </c:pt>
                <c:pt idx="2153">
                  <c:v>0.36217396653543305</c:v>
                </c:pt>
                <c:pt idx="2154">
                  <c:v>0.36217396653543305</c:v>
                </c:pt>
                <c:pt idx="2155">
                  <c:v>0.36251230314960631</c:v>
                </c:pt>
                <c:pt idx="2156">
                  <c:v>0.36251230314960631</c:v>
                </c:pt>
                <c:pt idx="2157">
                  <c:v>0.36285063976377951</c:v>
                </c:pt>
                <c:pt idx="2158">
                  <c:v>0.36285063976377951</c:v>
                </c:pt>
                <c:pt idx="2159">
                  <c:v>0.36318897637795278</c:v>
                </c:pt>
                <c:pt idx="2160">
                  <c:v>0.36318897637795278</c:v>
                </c:pt>
                <c:pt idx="2161">
                  <c:v>0.36352731299212598</c:v>
                </c:pt>
                <c:pt idx="2162">
                  <c:v>0.36352731299212598</c:v>
                </c:pt>
                <c:pt idx="2163">
                  <c:v>0.36386564960629919</c:v>
                </c:pt>
                <c:pt idx="2164">
                  <c:v>0.36386564960629919</c:v>
                </c:pt>
                <c:pt idx="2165">
                  <c:v>0.36420398622047245</c:v>
                </c:pt>
                <c:pt idx="2166">
                  <c:v>0.36420398622047245</c:v>
                </c:pt>
                <c:pt idx="2167">
                  <c:v>0.36454232283464566</c:v>
                </c:pt>
                <c:pt idx="2168">
                  <c:v>0.36454232283464566</c:v>
                </c:pt>
                <c:pt idx="2169">
                  <c:v>0.36488065944881892</c:v>
                </c:pt>
                <c:pt idx="2170">
                  <c:v>0.36488065944881892</c:v>
                </c:pt>
                <c:pt idx="2171">
                  <c:v>0.36521899606299218</c:v>
                </c:pt>
                <c:pt idx="2172">
                  <c:v>0.36521899606299218</c:v>
                </c:pt>
                <c:pt idx="2173">
                  <c:v>0.36555733267716534</c:v>
                </c:pt>
                <c:pt idx="2174">
                  <c:v>0.36555733267716534</c:v>
                </c:pt>
                <c:pt idx="2175">
                  <c:v>0.3658956692913386</c:v>
                </c:pt>
                <c:pt idx="2176">
                  <c:v>0.3658956692913386</c:v>
                </c:pt>
                <c:pt idx="2177">
                  <c:v>0.36623400590551181</c:v>
                </c:pt>
                <c:pt idx="2178">
                  <c:v>0.36623400590551181</c:v>
                </c:pt>
                <c:pt idx="2179">
                  <c:v>0.36654158464566927</c:v>
                </c:pt>
                <c:pt idx="2180">
                  <c:v>0.36654158464566927</c:v>
                </c:pt>
                <c:pt idx="2181">
                  <c:v>0.36687992125984253</c:v>
                </c:pt>
                <c:pt idx="2182">
                  <c:v>0.36687992125984253</c:v>
                </c:pt>
                <c:pt idx="2183">
                  <c:v>0.36721825787401574</c:v>
                </c:pt>
                <c:pt idx="2184">
                  <c:v>0.36721825787401574</c:v>
                </c:pt>
                <c:pt idx="2185">
                  <c:v>0.367556594488189</c:v>
                </c:pt>
                <c:pt idx="2186">
                  <c:v>0.367556594488189</c:v>
                </c:pt>
                <c:pt idx="2187">
                  <c:v>0.36789493110236221</c:v>
                </c:pt>
                <c:pt idx="2188">
                  <c:v>0.36789493110236221</c:v>
                </c:pt>
                <c:pt idx="2189">
                  <c:v>0.36823326771653542</c:v>
                </c:pt>
                <c:pt idx="2190">
                  <c:v>0.36823326771653542</c:v>
                </c:pt>
                <c:pt idx="2191">
                  <c:v>0.36857160433070868</c:v>
                </c:pt>
                <c:pt idx="2192">
                  <c:v>0.36857160433070868</c:v>
                </c:pt>
                <c:pt idx="2193">
                  <c:v>0.36890994094488189</c:v>
                </c:pt>
                <c:pt idx="2194">
                  <c:v>0.36890994094488189</c:v>
                </c:pt>
                <c:pt idx="2195">
                  <c:v>0.36921751968503935</c:v>
                </c:pt>
                <c:pt idx="2196">
                  <c:v>0.36921751968503935</c:v>
                </c:pt>
                <c:pt idx="2197">
                  <c:v>0.3695866141732283</c:v>
                </c:pt>
                <c:pt idx="2198">
                  <c:v>0.3695866141732283</c:v>
                </c:pt>
                <c:pt idx="2199">
                  <c:v>0.36992495078740162</c:v>
                </c:pt>
                <c:pt idx="2200">
                  <c:v>0.36992495078740162</c:v>
                </c:pt>
                <c:pt idx="2201">
                  <c:v>0.37026328740157483</c:v>
                </c:pt>
                <c:pt idx="2202">
                  <c:v>0.37026328740157483</c:v>
                </c:pt>
                <c:pt idx="2203">
                  <c:v>0.37060162401574798</c:v>
                </c:pt>
                <c:pt idx="2204">
                  <c:v>0.37060162401574798</c:v>
                </c:pt>
                <c:pt idx="2205">
                  <c:v>0.37093996062992129</c:v>
                </c:pt>
                <c:pt idx="2206">
                  <c:v>0.37093996062992129</c:v>
                </c:pt>
                <c:pt idx="2207">
                  <c:v>0.3712782972440945</c:v>
                </c:pt>
                <c:pt idx="2208">
                  <c:v>0.3712782972440945</c:v>
                </c:pt>
                <c:pt idx="2209">
                  <c:v>0.37158587598425202</c:v>
                </c:pt>
                <c:pt idx="2210">
                  <c:v>0.37158587598425202</c:v>
                </c:pt>
                <c:pt idx="2211">
                  <c:v>0.37192421259842517</c:v>
                </c:pt>
                <c:pt idx="2212">
                  <c:v>0.37192421259842517</c:v>
                </c:pt>
                <c:pt idx="2213">
                  <c:v>0.37226254921259838</c:v>
                </c:pt>
                <c:pt idx="2214">
                  <c:v>0.37226254921259838</c:v>
                </c:pt>
                <c:pt idx="2215">
                  <c:v>0.3726008858267717</c:v>
                </c:pt>
                <c:pt idx="2216">
                  <c:v>0.3726008858267717</c:v>
                </c:pt>
                <c:pt idx="2217">
                  <c:v>0.37293922244094491</c:v>
                </c:pt>
                <c:pt idx="2218">
                  <c:v>0.37293922244094491</c:v>
                </c:pt>
                <c:pt idx="2219">
                  <c:v>0.37327755905511811</c:v>
                </c:pt>
                <c:pt idx="2220">
                  <c:v>0.37327755905511811</c:v>
                </c:pt>
                <c:pt idx="2221">
                  <c:v>0.37361589566929132</c:v>
                </c:pt>
                <c:pt idx="2222">
                  <c:v>0.37361589566929132</c:v>
                </c:pt>
                <c:pt idx="2223">
                  <c:v>0.37395423228346458</c:v>
                </c:pt>
                <c:pt idx="2224">
                  <c:v>0.37395423228346458</c:v>
                </c:pt>
                <c:pt idx="2225">
                  <c:v>0.37429256889763779</c:v>
                </c:pt>
                <c:pt idx="2226">
                  <c:v>0.37429256889763779</c:v>
                </c:pt>
                <c:pt idx="2227">
                  <c:v>0.374630905511811</c:v>
                </c:pt>
                <c:pt idx="2228">
                  <c:v>0.374630905511811</c:v>
                </c:pt>
                <c:pt idx="2229">
                  <c:v>0.37496924212598426</c:v>
                </c:pt>
                <c:pt idx="2230">
                  <c:v>0.37496924212598426</c:v>
                </c:pt>
                <c:pt idx="2231">
                  <c:v>0.37530757874015747</c:v>
                </c:pt>
                <c:pt idx="2232">
                  <c:v>0.37530757874015747</c:v>
                </c:pt>
                <c:pt idx="2233">
                  <c:v>0.37564591535433073</c:v>
                </c:pt>
                <c:pt idx="2234">
                  <c:v>0.37564591535433073</c:v>
                </c:pt>
                <c:pt idx="2235">
                  <c:v>0.37598425196850394</c:v>
                </c:pt>
                <c:pt idx="2236">
                  <c:v>0.37598425196850394</c:v>
                </c:pt>
                <c:pt idx="2237">
                  <c:v>0.37632258858267714</c:v>
                </c:pt>
                <c:pt idx="2238">
                  <c:v>0.37632258858267714</c:v>
                </c:pt>
                <c:pt idx="2239">
                  <c:v>0.37663016732283466</c:v>
                </c:pt>
                <c:pt idx="2240">
                  <c:v>0.37663016732283466</c:v>
                </c:pt>
                <c:pt idx="2241">
                  <c:v>0.37696850393700782</c:v>
                </c:pt>
                <c:pt idx="2242">
                  <c:v>0.37696850393700782</c:v>
                </c:pt>
                <c:pt idx="2243">
                  <c:v>0.37727608267716534</c:v>
                </c:pt>
                <c:pt idx="2244">
                  <c:v>0.37727608267716534</c:v>
                </c:pt>
                <c:pt idx="2245">
                  <c:v>0.37764517716535434</c:v>
                </c:pt>
                <c:pt idx="2246">
                  <c:v>0.37764517716535434</c:v>
                </c:pt>
                <c:pt idx="2247">
                  <c:v>0.37798351377952755</c:v>
                </c:pt>
                <c:pt idx="2248">
                  <c:v>0.37798351377952755</c:v>
                </c:pt>
                <c:pt idx="2249">
                  <c:v>0.37832185039370081</c:v>
                </c:pt>
                <c:pt idx="2250">
                  <c:v>0.37832185039370081</c:v>
                </c:pt>
                <c:pt idx="2251">
                  <c:v>0.37866018700787402</c:v>
                </c:pt>
                <c:pt idx="2252">
                  <c:v>0.37866018700787402</c:v>
                </c:pt>
                <c:pt idx="2253">
                  <c:v>0.37899852362204722</c:v>
                </c:pt>
                <c:pt idx="2254">
                  <c:v>0.37899852362204722</c:v>
                </c:pt>
                <c:pt idx="2255">
                  <c:v>0.37933686023622049</c:v>
                </c:pt>
                <c:pt idx="2256">
                  <c:v>0.37933686023622049</c:v>
                </c:pt>
                <c:pt idx="2257">
                  <c:v>0.37967519685039369</c:v>
                </c:pt>
                <c:pt idx="2258">
                  <c:v>0.37967519685039369</c:v>
                </c:pt>
                <c:pt idx="2259">
                  <c:v>0.38001353346456695</c:v>
                </c:pt>
                <c:pt idx="2260">
                  <c:v>0.38001353346456695</c:v>
                </c:pt>
                <c:pt idx="2261">
                  <c:v>0.38035187007874016</c:v>
                </c:pt>
                <c:pt idx="2262">
                  <c:v>0.38035187007874016</c:v>
                </c:pt>
                <c:pt idx="2263">
                  <c:v>0.38069020669291337</c:v>
                </c:pt>
                <c:pt idx="2264">
                  <c:v>0.38069020669291337</c:v>
                </c:pt>
                <c:pt idx="2265">
                  <c:v>0.38102854330708663</c:v>
                </c:pt>
                <c:pt idx="2266">
                  <c:v>0.38102854330708663</c:v>
                </c:pt>
                <c:pt idx="2267">
                  <c:v>0.38136687992125984</c:v>
                </c:pt>
                <c:pt idx="2268">
                  <c:v>0.38136687992125984</c:v>
                </c:pt>
                <c:pt idx="2269">
                  <c:v>0.3816744586614173</c:v>
                </c:pt>
                <c:pt idx="2270">
                  <c:v>0.3816744586614173</c:v>
                </c:pt>
                <c:pt idx="2271">
                  <c:v>0.38201279527559057</c:v>
                </c:pt>
                <c:pt idx="2272">
                  <c:v>0.38201279527559057</c:v>
                </c:pt>
                <c:pt idx="2273">
                  <c:v>0.38235113188976377</c:v>
                </c:pt>
                <c:pt idx="2274">
                  <c:v>0.38235113188976377</c:v>
                </c:pt>
                <c:pt idx="2275">
                  <c:v>0.38268946850393698</c:v>
                </c:pt>
                <c:pt idx="2276">
                  <c:v>0.38268946850393698</c:v>
                </c:pt>
                <c:pt idx="2277">
                  <c:v>0.38302780511811024</c:v>
                </c:pt>
                <c:pt idx="2278">
                  <c:v>0.38302780511811024</c:v>
                </c:pt>
                <c:pt idx="2279">
                  <c:v>0.38336614173228345</c:v>
                </c:pt>
                <c:pt idx="2280">
                  <c:v>0.38336614173228345</c:v>
                </c:pt>
                <c:pt idx="2281">
                  <c:v>0.38370447834645671</c:v>
                </c:pt>
                <c:pt idx="2282">
                  <c:v>0.38370447834645671</c:v>
                </c:pt>
                <c:pt idx="2283">
                  <c:v>0.38404281496062992</c:v>
                </c:pt>
                <c:pt idx="2284">
                  <c:v>0.38404281496062992</c:v>
                </c:pt>
                <c:pt idx="2285">
                  <c:v>0.38438115157480313</c:v>
                </c:pt>
                <c:pt idx="2286">
                  <c:v>0.38438115157480313</c:v>
                </c:pt>
                <c:pt idx="2287">
                  <c:v>0.38471948818897639</c:v>
                </c:pt>
                <c:pt idx="2288">
                  <c:v>0.38471948818897639</c:v>
                </c:pt>
                <c:pt idx="2289">
                  <c:v>0.3850578248031496</c:v>
                </c:pt>
                <c:pt idx="2290">
                  <c:v>0.3850578248031496</c:v>
                </c:pt>
                <c:pt idx="2291">
                  <c:v>0.38539616141732286</c:v>
                </c:pt>
                <c:pt idx="2292">
                  <c:v>0.38539616141732286</c:v>
                </c:pt>
                <c:pt idx="2293">
                  <c:v>0.38573449803149606</c:v>
                </c:pt>
                <c:pt idx="2294">
                  <c:v>0.38573449803149606</c:v>
                </c:pt>
                <c:pt idx="2295">
                  <c:v>0.38607283464566927</c:v>
                </c:pt>
                <c:pt idx="2296">
                  <c:v>0.38607283464566927</c:v>
                </c:pt>
                <c:pt idx="2297">
                  <c:v>0.38641117125984253</c:v>
                </c:pt>
                <c:pt idx="2298">
                  <c:v>0.38641117125984253</c:v>
                </c:pt>
                <c:pt idx="2299">
                  <c:v>0.38671875</c:v>
                </c:pt>
                <c:pt idx="2300">
                  <c:v>0.38671875</c:v>
                </c:pt>
                <c:pt idx="2301">
                  <c:v>0.38705708661417321</c:v>
                </c:pt>
                <c:pt idx="2302">
                  <c:v>0.38705708661417321</c:v>
                </c:pt>
                <c:pt idx="2303">
                  <c:v>0.38739542322834647</c:v>
                </c:pt>
                <c:pt idx="2304">
                  <c:v>0.38739542322834647</c:v>
                </c:pt>
                <c:pt idx="2305">
                  <c:v>0.38773375984251968</c:v>
                </c:pt>
                <c:pt idx="2306">
                  <c:v>0.38773375984251968</c:v>
                </c:pt>
                <c:pt idx="2307">
                  <c:v>0.38807209645669294</c:v>
                </c:pt>
                <c:pt idx="2308">
                  <c:v>0.38807209645669294</c:v>
                </c:pt>
                <c:pt idx="2309">
                  <c:v>0.38841043307086615</c:v>
                </c:pt>
                <c:pt idx="2310">
                  <c:v>0.38841043307086615</c:v>
                </c:pt>
                <c:pt idx="2311">
                  <c:v>0.38874876968503935</c:v>
                </c:pt>
                <c:pt idx="2312">
                  <c:v>0.38874876968503935</c:v>
                </c:pt>
                <c:pt idx="2313">
                  <c:v>0.38908710629921262</c:v>
                </c:pt>
                <c:pt idx="2314">
                  <c:v>0.38908710629921262</c:v>
                </c:pt>
                <c:pt idx="2315">
                  <c:v>0.38942544291338582</c:v>
                </c:pt>
                <c:pt idx="2316">
                  <c:v>0.38942544291338582</c:v>
                </c:pt>
                <c:pt idx="2317">
                  <c:v>0.38973302165354329</c:v>
                </c:pt>
                <c:pt idx="2318">
                  <c:v>0.38973302165354329</c:v>
                </c:pt>
                <c:pt idx="2319">
                  <c:v>0.39010211614173229</c:v>
                </c:pt>
                <c:pt idx="2320">
                  <c:v>0.39010211614173229</c:v>
                </c:pt>
                <c:pt idx="2321">
                  <c:v>0.3904404527559055</c:v>
                </c:pt>
                <c:pt idx="2322">
                  <c:v>0.3904404527559055</c:v>
                </c:pt>
                <c:pt idx="2323">
                  <c:v>0.39074803149606302</c:v>
                </c:pt>
                <c:pt idx="2324">
                  <c:v>0.39074803149606302</c:v>
                </c:pt>
                <c:pt idx="2325">
                  <c:v>0.39111712598425202</c:v>
                </c:pt>
                <c:pt idx="2326">
                  <c:v>0.39111712598425202</c:v>
                </c:pt>
                <c:pt idx="2327">
                  <c:v>0.39142470472440943</c:v>
                </c:pt>
                <c:pt idx="2328">
                  <c:v>0.39142470472440943</c:v>
                </c:pt>
                <c:pt idx="2329">
                  <c:v>0.3917630413385827</c:v>
                </c:pt>
                <c:pt idx="2330">
                  <c:v>0.3917630413385827</c:v>
                </c:pt>
                <c:pt idx="2331">
                  <c:v>0.3921013779527559</c:v>
                </c:pt>
                <c:pt idx="2332">
                  <c:v>0.3921013779527559</c:v>
                </c:pt>
                <c:pt idx="2333">
                  <c:v>0.39243971456692911</c:v>
                </c:pt>
                <c:pt idx="2334">
                  <c:v>0.39243971456692911</c:v>
                </c:pt>
                <c:pt idx="2335">
                  <c:v>0.39277805118110237</c:v>
                </c:pt>
                <c:pt idx="2336">
                  <c:v>0.39277805118110237</c:v>
                </c:pt>
                <c:pt idx="2337">
                  <c:v>0.39311638779527558</c:v>
                </c:pt>
                <c:pt idx="2338">
                  <c:v>0.39311638779527558</c:v>
                </c:pt>
                <c:pt idx="2339">
                  <c:v>0.39345472440944879</c:v>
                </c:pt>
                <c:pt idx="2340">
                  <c:v>0.39345472440944879</c:v>
                </c:pt>
                <c:pt idx="2341">
                  <c:v>0.3937930610236221</c:v>
                </c:pt>
                <c:pt idx="2342">
                  <c:v>0.3937930610236221</c:v>
                </c:pt>
                <c:pt idx="2343">
                  <c:v>0.39413139763779526</c:v>
                </c:pt>
                <c:pt idx="2344">
                  <c:v>0.39413139763779526</c:v>
                </c:pt>
                <c:pt idx="2345">
                  <c:v>0.39446973425196852</c:v>
                </c:pt>
                <c:pt idx="2346">
                  <c:v>0.39446973425196852</c:v>
                </c:pt>
                <c:pt idx="2347">
                  <c:v>0.39480807086614172</c:v>
                </c:pt>
                <c:pt idx="2348">
                  <c:v>0.39480807086614172</c:v>
                </c:pt>
                <c:pt idx="2349">
                  <c:v>0.39514640748031499</c:v>
                </c:pt>
                <c:pt idx="2350">
                  <c:v>0.39514640748031499</c:v>
                </c:pt>
                <c:pt idx="2351">
                  <c:v>0.39548474409448819</c:v>
                </c:pt>
                <c:pt idx="2352">
                  <c:v>0.39548474409448819</c:v>
                </c:pt>
                <c:pt idx="2353">
                  <c:v>0.3958230807086614</c:v>
                </c:pt>
                <c:pt idx="2354">
                  <c:v>0.3958230807086614</c:v>
                </c:pt>
                <c:pt idx="2355">
                  <c:v>0.39616141732283466</c:v>
                </c:pt>
                <c:pt idx="2356">
                  <c:v>0.39616141732283466</c:v>
                </c:pt>
                <c:pt idx="2357">
                  <c:v>0.39649975393700782</c:v>
                </c:pt>
                <c:pt idx="2358">
                  <c:v>0.39649975393700782</c:v>
                </c:pt>
                <c:pt idx="2359">
                  <c:v>0.39683809055118108</c:v>
                </c:pt>
                <c:pt idx="2360">
                  <c:v>0.39683809055118108</c:v>
                </c:pt>
                <c:pt idx="2361">
                  <c:v>0.39711491141732286</c:v>
                </c:pt>
                <c:pt idx="2362">
                  <c:v>0.39711491141732286</c:v>
                </c:pt>
                <c:pt idx="2363">
                  <c:v>0.39748400590551181</c:v>
                </c:pt>
                <c:pt idx="2364">
                  <c:v>0.39748400590551181</c:v>
                </c:pt>
                <c:pt idx="2365">
                  <c:v>0.39782234251968501</c:v>
                </c:pt>
                <c:pt idx="2366">
                  <c:v>0.39782234251968501</c:v>
                </c:pt>
                <c:pt idx="2367">
                  <c:v>0.39816067913385828</c:v>
                </c:pt>
                <c:pt idx="2368">
                  <c:v>0.39816067913385828</c:v>
                </c:pt>
                <c:pt idx="2369">
                  <c:v>0.39849901574803148</c:v>
                </c:pt>
                <c:pt idx="2370">
                  <c:v>0.39849901574803148</c:v>
                </c:pt>
                <c:pt idx="2371">
                  <c:v>0.39883735236220474</c:v>
                </c:pt>
                <c:pt idx="2372">
                  <c:v>0.39883735236220474</c:v>
                </c:pt>
                <c:pt idx="2373">
                  <c:v>0.3991756889763779</c:v>
                </c:pt>
                <c:pt idx="2374">
                  <c:v>0.3991756889763779</c:v>
                </c:pt>
                <c:pt idx="2375">
                  <c:v>0.39951402559055121</c:v>
                </c:pt>
                <c:pt idx="2376">
                  <c:v>0.39951402559055121</c:v>
                </c:pt>
                <c:pt idx="2377">
                  <c:v>0.39985236220472442</c:v>
                </c:pt>
                <c:pt idx="2378">
                  <c:v>0.39985236220472442</c:v>
                </c:pt>
                <c:pt idx="2379">
                  <c:v>0.40019069881889763</c:v>
                </c:pt>
                <c:pt idx="2380">
                  <c:v>0.40019069881889763</c:v>
                </c:pt>
                <c:pt idx="2381">
                  <c:v>0.40052903543307089</c:v>
                </c:pt>
                <c:pt idx="2382">
                  <c:v>0.40052903543307089</c:v>
                </c:pt>
                <c:pt idx="2383">
                  <c:v>0.4008673720472441</c:v>
                </c:pt>
                <c:pt idx="2384">
                  <c:v>0.4008673720472441</c:v>
                </c:pt>
                <c:pt idx="2385">
                  <c:v>0.4012057086614173</c:v>
                </c:pt>
                <c:pt idx="2386">
                  <c:v>0.4012057086614173</c:v>
                </c:pt>
                <c:pt idx="2387">
                  <c:v>0.40154404527559057</c:v>
                </c:pt>
                <c:pt idx="2388">
                  <c:v>0.40154404527559057</c:v>
                </c:pt>
                <c:pt idx="2389">
                  <c:v>0.40185162401574798</c:v>
                </c:pt>
                <c:pt idx="2390">
                  <c:v>0.40185162401574798</c:v>
                </c:pt>
                <c:pt idx="2391">
                  <c:v>0.40218996062992129</c:v>
                </c:pt>
                <c:pt idx="2392">
                  <c:v>0.40218996062992129</c:v>
                </c:pt>
                <c:pt idx="2393">
                  <c:v>0.4025282972440945</c:v>
                </c:pt>
                <c:pt idx="2394">
                  <c:v>0.4025282972440945</c:v>
                </c:pt>
                <c:pt idx="2395">
                  <c:v>0.40286663385826771</c:v>
                </c:pt>
                <c:pt idx="2396">
                  <c:v>0.40286663385826771</c:v>
                </c:pt>
                <c:pt idx="2397">
                  <c:v>0.40320497047244097</c:v>
                </c:pt>
                <c:pt idx="2398">
                  <c:v>0.40320497047244097</c:v>
                </c:pt>
                <c:pt idx="2399">
                  <c:v>0.40354330708661418</c:v>
                </c:pt>
                <c:pt idx="2400">
                  <c:v>0.40354330708661418</c:v>
                </c:pt>
                <c:pt idx="2401">
                  <c:v>0.40388164370078738</c:v>
                </c:pt>
                <c:pt idx="2402">
                  <c:v>0.40388164370078738</c:v>
                </c:pt>
                <c:pt idx="2403">
                  <c:v>0.40421998031496065</c:v>
                </c:pt>
                <c:pt idx="2404">
                  <c:v>0.40421998031496065</c:v>
                </c:pt>
                <c:pt idx="2405">
                  <c:v>0.40455831692913385</c:v>
                </c:pt>
                <c:pt idx="2406">
                  <c:v>0.40455831692913385</c:v>
                </c:pt>
                <c:pt idx="2407">
                  <c:v>0.40489665354330706</c:v>
                </c:pt>
                <c:pt idx="2408">
                  <c:v>0.40489665354330706</c:v>
                </c:pt>
                <c:pt idx="2409">
                  <c:v>0.40523499015748032</c:v>
                </c:pt>
                <c:pt idx="2410">
                  <c:v>0.40523499015748032</c:v>
                </c:pt>
                <c:pt idx="2411">
                  <c:v>0.40557332677165353</c:v>
                </c:pt>
                <c:pt idx="2412">
                  <c:v>0.40557332677165353</c:v>
                </c:pt>
                <c:pt idx="2413">
                  <c:v>0.40591166338582679</c:v>
                </c:pt>
                <c:pt idx="2414">
                  <c:v>0.40591166338582679</c:v>
                </c:pt>
                <c:pt idx="2415">
                  <c:v>0.40625</c:v>
                </c:pt>
                <c:pt idx="2416">
                  <c:v>0.40625</c:v>
                </c:pt>
                <c:pt idx="2417">
                  <c:v>0.40658833661417321</c:v>
                </c:pt>
                <c:pt idx="2418">
                  <c:v>0.40658833661417321</c:v>
                </c:pt>
                <c:pt idx="2419">
                  <c:v>0.40692667322834647</c:v>
                </c:pt>
                <c:pt idx="2420">
                  <c:v>0.40692667322834647</c:v>
                </c:pt>
                <c:pt idx="2421">
                  <c:v>0.40723425196850394</c:v>
                </c:pt>
                <c:pt idx="2422">
                  <c:v>0.40723425196850394</c:v>
                </c:pt>
                <c:pt idx="2423">
                  <c:v>0.40757258858267714</c:v>
                </c:pt>
                <c:pt idx="2424">
                  <c:v>0.40757258858267714</c:v>
                </c:pt>
                <c:pt idx="2425">
                  <c:v>0.4079109251968504</c:v>
                </c:pt>
                <c:pt idx="2426">
                  <c:v>0.4079109251968504</c:v>
                </c:pt>
                <c:pt idx="2427">
                  <c:v>0.40824926181102361</c:v>
                </c:pt>
                <c:pt idx="2428">
                  <c:v>0.40824926181102361</c:v>
                </c:pt>
                <c:pt idx="2429">
                  <c:v>0.40858759842519687</c:v>
                </c:pt>
                <c:pt idx="2430">
                  <c:v>0.40858759842519687</c:v>
                </c:pt>
                <c:pt idx="2431">
                  <c:v>0.40892593503937008</c:v>
                </c:pt>
                <c:pt idx="2432">
                  <c:v>0.40892593503937008</c:v>
                </c:pt>
                <c:pt idx="2433">
                  <c:v>0.40923351377952755</c:v>
                </c:pt>
                <c:pt idx="2434">
                  <c:v>0.40923351377952755</c:v>
                </c:pt>
                <c:pt idx="2435">
                  <c:v>0.40960260826771655</c:v>
                </c:pt>
                <c:pt idx="2436">
                  <c:v>0.40960260826771655</c:v>
                </c:pt>
                <c:pt idx="2437">
                  <c:v>0.40994094488188976</c:v>
                </c:pt>
                <c:pt idx="2438">
                  <c:v>0.40994094488188976</c:v>
                </c:pt>
                <c:pt idx="2439">
                  <c:v>0.41027928149606302</c:v>
                </c:pt>
                <c:pt idx="2440">
                  <c:v>0.41027928149606302</c:v>
                </c:pt>
                <c:pt idx="2441">
                  <c:v>0.41061761811023623</c:v>
                </c:pt>
                <c:pt idx="2442">
                  <c:v>0.41061761811023623</c:v>
                </c:pt>
                <c:pt idx="2443">
                  <c:v>0.41095595472440943</c:v>
                </c:pt>
                <c:pt idx="2444">
                  <c:v>0.41095595472440943</c:v>
                </c:pt>
                <c:pt idx="2445">
                  <c:v>0.4112942913385827</c:v>
                </c:pt>
                <c:pt idx="2446">
                  <c:v>0.4112942913385827</c:v>
                </c:pt>
                <c:pt idx="2447">
                  <c:v>0.4116326279527559</c:v>
                </c:pt>
                <c:pt idx="2448">
                  <c:v>0.4116326279527559</c:v>
                </c:pt>
                <c:pt idx="2449">
                  <c:v>0.41197096456692911</c:v>
                </c:pt>
                <c:pt idx="2450">
                  <c:v>0.41197096456692911</c:v>
                </c:pt>
                <c:pt idx="2451">
                  <c:v>0.41227854330708663</c:v>
                </c:pt>
                <c:pt idx="2452">
                  <c:v>0.41227854330708663</c:v>
                </c:pt>
                <c:pt idx="2453">
                  <c:v>0.41261687992125984</c:v>
                </c:pt>
                <c:pt idx="2454">
                  <c:v>0.41261687992125984</c:v>
                </c:pt>
                <c:pt idx="2455">
                  <c:v>0.41295521653543305</c:v>
                </c:pt>
                <c:pt idx="2456">
                  <c:v>0.41295521653543305</c:v>
                </c:pt>
                <c:pt idx="2457">
                  <c:v>0.41329355314960631</c:v>
                </c:pt>
                <c:pt idx="2458">
                  <c:v>0.41329355314960631</c:v>
                </c:pt>
                <c:pt idx="2459">
                  <c:v>0.41363188976377951</c:v>
                </c:pt>
                <c:pt idx="2460">
                  <c:v>0.41363188976377951</c:v>
                </c:pt>
                <c:pt idx="2461">
                  <c:v>0.41397022637795278</c:v>
                </c:pt>
                <c:pt idx="2462">
                  <c:v>0.41397022637795278</c:v>
                </c:pt>
                <c:pt idx="2463">
                  <c:v>0.41430856299212598</c:v>
                </c:pt>
                <c:pt idx="2464">
                  <c:v>0.41430856299212598</c:v>
                </c:pt>
                <c:pt idx="2465">
                  <c:v>0.41464689960629919</c:v>
                </c:pt>
                <c:pt idx="2466">
                  <c:v>0.41464689960629919</c:v>
                </c:pt>
                <c:pt idx="2467">
                  <c:v>0.41498523622047245</c:v>
                </c:pt>
                <c:pt idx="2468">
                  <c:v>0.41498523622047245</c:v>
                </c:pt>
                <c:pt idx="2469">
                  <c:v>0.41532357283464566</c:v>
                </c:pt>
                <c:pt idx="2470">
                  <c:v>0.41532357283464566</c:v>
                </c:pt>
                <c:pt idx="2471">
                  <c:v>0.41566190944881892</c:v>
                </c:pt>
                <c:pt idx="2472">
                  <c:v>0.41566190944881892</c:v>
                </c:pt>
                <c:pt idx="2473">
                  <c:v>0.41600024606299218</c:v>
                </c:pt>
                <c:pt idx="2474">
                  <c:v>0.41600024606299218</c:v>
                </c:pt>
                <c:pt idx="2475">
                  <c:v>0.41633858267716534</c:v>
                </c:pt>
                <c:pt idx="2476">
                  <c:v>0.41633858267716534</c:v>
                </c:pt>
                <c:pt idx="2477">
                  <c:v>0.4166769192913386</c:v>
                </c:pt>
                <c:pt idx="2478">
                  <c:v>0.4166769192913386</c:v>
                </c:pt>
                <c:pt idx="2479">
                  <c:v>0.41701525590551181</c:v>
                </c:pt>
                <c:pt idx="2480">
                  <c:v>0.41701525590551181</c:v>
                </c:pt>
                <c:pt idx="2481">
                  <c:v>0.41732283464566927</c:v>
                </c:pt>
                <c:pt idx="2482">
                  <c:v>0.41732283464566927</c:v>
                </c:pt>
                <c:pt idx="2483">
                  <c:v>0.41766117125984253</c:v>
                </c:pt>
                <c:pt idx="2484">
                  <c:v>0.41766117125984253</c:v>
                </c:pt>
                <c:pt idx="2485">
                  <c:v>0.41799950787401574</c:v>
                </c:pt>
                <c:pt idx="2486">
                  <c:v>0.41799950787401574</c:v>
                </c:pt>
                <c:pt idx="2487">
                  <c:v>0.418337844488189</c:v>
                </c:pt>
                <c:pt idx="2488">
                  <c:v>0.418337844488189</c:v>
                </c:pt>
                <c:pt idx="2489">
                  <c:v>0.41867618110236221</c:v>
                </c:pt>
                <c:pt idx="2490">
                  <c:v>0.41867618110236221</c:v>
                </c:pt>
                <c:pt idx="2491">
                  <c:v>0.41898375984251968</c:v>
                </c:pt>
                <c:pt idx="2492">
                  <c:v>0.41898375984251968</c:v>
                </c:pt>
                <c:pt idx="2493">
                  <c:v>0.41935285433070868</c:v>
                </c:pt>
                <c:pt idx="2494">
                  <c:v>0.41935285433070868</c:v>
                </c:pt>
                <c:pt idx="2495">
                  <c:v>0.41969119094488189</c:v>
                </c:pt>
                <c:pt idx="2496">
                  <c:v>0.41969119094488189</c:v>
                </c:pt>
                <c:pt idx="2497">
                  <c:v>0.42002952755905509</c:v>
                </c:pt>
                <c:pt idx="2498">
                  <c:v>0.42002952755905509</c:v>
                </c:pt>
                <c:pt idx="2499">
                  <c:v>0.4203678641732283</c:v>
                </c:pt>
                <c:pt idx="2500">
                  <c:v>0.4203678641732283</c:v>
                </c:pt>
                <c:pt idx="2501">
                  <c:v>0.42070620078740162</c:v>
                </c:pt>
                <c:pt idx="2502">
                  <c:v>0.42070620078740162</c:v>
                </c:pt>
                <c:pt idx="2503">
                  <c:v>0.42104453740157483</c:v>
                </c:pt>
                <c:pt idx="2504">
                  <c:v>0.42104453740157483</c:v>
                </c:pt>
                <c:pt idx="2505">
                  <c:v>0.42138287401574798</c:v>
                </c:pt>
                <c:pt idx="2506">
                  <c:v>0.42138287401574798</c:v>
                </c:pt>
                <c:pt idx="2507">
                  <c:v>0.42172121062992129</c:v>
                </c:pt>
                <c:pt idx="2508">
                  <c:v>0.42172121062992129</c:v>
                </c:pt>
                <c:pt idx="2509">
                  <c:v>0.4220595472440945</c:v>
                </c:pt>
                <c:pt idx="2510">
                  <c:v>0.4220595472440945</c:v>
                </c:pt>
                <c:pt idx="2511">
                  <c:v>0.42236712598425202</c:v>
                </c:pt>
                <c:pt idx="2512">
                  <c:v>0.42236712598425202</c:v>
                </c:pt>
                <c:pt idx="2513">
                  <c:v>0.42270546259842517</c:v>
                </c:pt>
                <c:pt idx="2514">
                  <c:v>0.42270546259842517</c:v>
                </c:pt>
                <c:pt idx="2515">
                  <c:v>0.42304379921259838</c:v>
                </c:pt>
                <c:pt idx="2516">
                  <c:v>0.42304379921259838</c:v>
                </c:pt>
                <c:pt idx="2517">
                  <c:v>0.4233821358267717</c:v>
                </c:pt>
                <c:pt idx="2518">
                  <c:v>0.4233821358267717</c:v>
                </c:pt>
                <c:pt idx="2519">
                  <c:v>0.42372047244094491</c:v>
                </c:pt>
                <c:pt idx="2520">
                  <c:v>0.42372047244094491</c:v>
                </c:pt>
                <c:pt idx="2521">
                  <c:v>0.42405880905511811</c:v>
                </c:pt>
                <c:pt idx="2522">
                  <c:v>0.42405880905511811</c:v>
                </c:pt>
                <c:pt idx="2523">
                  <c:v>0.42439714566929132</c:v>
                </c:pt>
                <c:pt idx="2524">
                  <c:v>0.42439714566929132</c:v>
                </c:pt>
                <c:pt idx="2525">
                  <c:v>0.42473548228346458</c:v>
                </c:pt>
                <c:pt idx="2526">
                  <c:v>0.42473548228346458</c:v>
                </c:pt>
                <c:pt idx="2527">
                  <c:v>0.42507381889763779</c:v>
                </c:pt>
                <c:pt idx="2528">
                  <c:v>0.42507381889763779</c:v>
                </c:pt>
                <c:pt idx="2529">
                  <c:v>0.425412155511811</c:v>
                </c:pt>
                <c:pt idx="2530">
                  <c:v>0.425412155511811</c:v>
                </c:pt>
                <c:pt idx="2531">
                  <c:v>0.42575049212598426</c:v>
                </c:pt>
                <c:pt idx="2532">
                  <c:v>0.42575049212598426</c:v>
                </c:pt>
                <c:pt idx="2533">
                  <c:v>0.42608882874015747</c:v>
                </c:pt>
                <c:pt idx="2534">
                  <c:v>0.42608882874015747</c:v>
                </c:pt>
                <c:pt idx="2535">
                  <c:v>0.42642716535433073</c:v>
                </c:pt>
                <c:pt idx="2536">
                  <c:v>0.42642716535433073</c:v>
                </c:pt>
                <c:pt idx="2537">
                  <c:v>0.42676550196850394</c:v>
                </c:pt>
                <c:pt idx="2538">
                  <c:v>0.42676550196850394</c:v>
                </c:pt>
                <c:pt idx="2539">
                  <c:v>0.42710383858267714</c:v>
                </c:pt>
                <c:pt idx="2540">
                  <c:v>0.42710383858267714</c:v>
                </c:pt>
                <c:pt idx="2541">
                  <c:v>0.42741141732283466</c:v>
                </c:pt>
                <c:pt idx="2542">
                  <c:v>0.42741141732283466</c:v>
                </c:pt>
                <c:pt idx="2543">
                  <c:v>0.42774975393700782</c:v>
                </c:pt>
                <c:pt idx="2544">
                  <c:v>0.42774975393700782</c:v>
                </c:pt>
                <c:pt idx="2545">
                  <c:v>0.42808809055118108</c:v>
                </c:pt>
                <c:pt idx="2546">
                  <c:v>0.42808809055118108</c:v>
                </c:pt>
                <c:pt idx="2547">
                  <c:v>0.42842642716535434</c:v>
                </c:pt>
                <c:pt idx="2548">
                  <c:v>0.42842642716535434</c:v>
                </c:pt>
                <c:pt idx="2549">
                  <c:v>0.42876476377952755</c:v>
                </c:pt>
                <c:pt idx="2550">
                  <c:v>0.42876476377952755</c:v>
                </c:pt>
                <c:pt idx="2551">
                  <c:v>0.42910310039370081</c:v>
                </c:pt>
                <c:pt idx="2552">
                  <c:v>0.42910310039370081</c:v>
                </c:pt>
                <c:pt idx="2553">
                  <c:v>0.42944143700787402</c:v>
                </c:pt>
                <c:pt idx="2554">
                  <c:v>0.42944143700787402</c:v>
                </c:pt>
                <c:pt idx="2555">
                  <c:v>0.42977977362204722</c:v>
                </c:pt>
                <c:pt idx="2556">
                  <c:v>0.42977977362204722</c:v>
                </c:pt>
                <c:pt idx="2557">
                  <c:v>0.43011811023622049</c:v>
                </c:pt>
                <c:pt idx="2558">
                  <c:v>0.43011811023622049</c:v>
                </c:pt>
                <c:pt idx="2559">
                  <c:v>0.43045644685039369</c:v>
                </c:pt>
                <c:pt idx="2560">
                  <c:v>0.43045644685039369</c:v>
                </c:pt>
                <c:pt idx="2561">
                  <c:v>0.43079478346456695</c:v>
                </c:pt>
                <c:pt idx="2562">
                  <c:v>0.43079478346456695</c:v>
                </c:pt>
                <c:pt idx="2563">
                  <c:v>0.43113312007874016</c:v>
                </c:pt>
                <c:pt idx="2564">
                  <c:v>0.43113312007874016</c:v>
                </c:pt>
                <c:pt idx="2565">
                  <c:v>0.43147145669291337</c:v>
                </c:pt>
                <c:pt idx="2566">
                  <c:v>0.43147145669291337</c:v>
                </c:pt>
                <c:pt idx="2567">
                  <c:v>0.43177903543307089</c:v>
                </c:pt>
                <c:pt idx="2568">
                  <c:v>0.43177903543307089</c:v>
                </c:pt>
                <c:pt idx="2569">
                  <c:v>0.43214812992125984</c:v>
                </c:pt>
                <c:pt idx="2570">
                  <c:v>0.43214812992125984</c:v>
                </c:pt>
                <c:pt idx="2571">
                  <c:v>0.4324557086614173</c:v>
                </c:pt>
                <c:pt idx="2572">
                  <c:v>0.4324557086614173</c:v>
                </c:pt>
                <c:pt idx="2573">
                  <c:v>0.43279404527559057</c:v>
                </c:pt>
                <c:pt idx="2574">
                  <c:v>0.43279404527559057</c:v>
                </c:pt>
                <c:pt idx="2575">
                  <c:v>0.43313238188976377</c:v>
                </c:pt>
                <c:pt idx="2576">
                  <c:v>0.43313238188976377</c:v>
                </c:pt>
                <c:pt idx="2577">
                  <c:v>0.43347071850393698</c:v>
                </c:pt>
                <c:pt idx="2578">
                  <c:v>0.43347071850393698</c:v>
                </c:pt>
                <c:pt idx="2579">
                  <c:v>0.43380905511811024</c:v>
                </c:pt>
                <c:pt idx="2580">
                  <c:v>0.43380905511811024</c:v>
                </c:pt>
                <c:pt idx="2581">
                  <c:v>0.43414739173228345</c:v>
                </c:pt>
                <c:pt idx="2582">
                  <c:v>0.43414739173228345</c:v>
                </c:pt>
                <c:pt idx="2583">
                  <c:v>0.43448572834645671</c:v>
                </c:pt>
                <c:pt idx="2584">
                  <c:v>0.43448572834645671</c:v>
                </c:pt>
                <c:pt idx="2585">
                  <c:v>0.43482406496062992</c:v>
                </c:pt>
                <c:pt idx="2586">
                  <c:v>0.43482406496062992</c:v>
                </c:pt>
                <c:pt idx="2587">
                  <c:v>0.43516240157480313</c:v>
                </c:pt>
                <c:pt idx="2588">
                  <c:v>0.43516240157480313</c:v>
                </c:pt>
                <c:pt idx="2589">
                  <c:v>0.43550073818897639</c:v>
                </c:pt>
                <c:pt idx="2590">
                  <c:v>0.43550073818897639</c:v>
                </c:pt>
                <c:pt idx="2591">
                  <c:v>0.4358390748031496</c:v>
                </c:pt>
                <c:pt idx="2592">
                  <c:v>0.4358390748031496</c:v>
                </c:pt>
                <c:pt idx="2593">
                  <c:v>0.43617741141732286</c:v>
                </c:pt>
                <c:pt idx="2594">
                  <c:v>0.43617741141732286</c:v>
                </c:pt>
                <c:pt idx="2595">
                  <c:v>0.43651574803149606</c:v>
                </c:pt>
                <c:pt idx="2596">
                  <c:v>0.43651574803149606</c:v>
                </c:pt>
                <c:pt idx="2597">
                  <c:v>0.43685408464566927</c:v>
                </c:pt>
                <c:pt idx="2598">
                  <c:v>0.43685408464566927</c:v>
                </c:pt>
                <c:pt idx="2599">
                  <c:v>0.43719242125984253</c:v>
                </c:pt>
                <c:pt idx="2600">
                  <c:v>0.43719242125984253</c:v>
                </c:pt>
                <c:pt idx="2601">
                  <c:v>0.43753075787401574</c:v>
                </c:pt>
                <c:pt idx="2602">
                  <c:v>0.43753075787401574</c:v>
                </c:pt>
                <c:pt idx="2603">
                  <c:v>0.43783833661417321</c:v>
                </c:pt>
                <c:pt idx="2604">
                  <c:v>0.43783833661417321</c:v>
                </c:pt>
                <c:pt idx="2605">
                  <c:v>0.43817667322834647</c:v>
                </c:pt>
                <c:pt idx="2606">
                  <c:v>0.43817667322834647</c:v>
                </c:pt>
                <c:pt idx="2607">
                  <c:v>0.43851500984251968</c:v>
                </c:pt>
                <c:pt idx="2608">
                  <c:v>0.43851500984251968</c:v>
                </c:pt>
                <c:pt idx="2609">
                  <c:v>0.43885334645669294</c:v>
                </c:pt>
                <c:pt idx="2610">
                  <c:v>0.43885334645669294</c:v>
                </c:pt>
                <c:pt idx="2611">
                  <c:v>0.43891486220472442</c:v>
                </c:pt>
                <c:pt idx="2612">
                  <c:v>0.43891486220472442</c:v>
                </c:pt>
                <c:pt idx="2613">
                  <c:v>0.43919168307086615</c:v>
                </c:pt>
                <c:pt idx="2614">
                  <c:v>0.43919168307086615</c:v>
                </c:pt>
                <c:pt idx="2615">
                  <c:v>0.43953001968503935</c:v>
                </c:pt>
                <c:pt idx="2616">
                  <c:v>0.43953001968503935</c:v>
                </c:pt>
                <c:pt idx="2617">
                  <c:v>0.43986835629921262</c:v>
                </c:pt>
                <c:pt idx="2618">
                  <c:v>0.43986835629921262</c:v>
                </c:pt>
                <c:pt idx="2619">
                  <c:v>0.44020669291338582</c:v>
                </c:pt>
                <c:pt idx="2620">
                  <c:v>0.44020669291338582</c:v>
                </c:pt>
                <c:pt idx="2621">
                  <c:v>0.44054502952755903</c:v>
                </c:pt>
                <c:pt idx="2622">
                  <c:v>0.44054502952755903</c:v>
                </c:pt>
                <c:pt idx="2623">
                  <c:v>0.44088336614173229</c:v>
                </c:pt>
                <c:pt idx="2624">
                  <c:v>0.44088336614173229</c:v>
                </c:pt>
                <c:pt idx="2625">
                  <c:v>0.4412217027559055</c:v>
                </c:pt>
                <c:pt idx="2626">
                  <c:v>0.4412217027559055</c:v>
                </c:pt>
                <c:pt idx="2627">
                  <c:v>0.44156003937007871</c:v>
                </c:pt>
                <c:pt idx="2628">
                  <c:v>0.44156003937007871</c:v>
                </c:pt>
                <c:pt idx="2629">
                  <c:v>0.44189837598425202</c:v>
                </c:pt>
                <c:pt idx="2630">
                  <c:v>0.44189837598425202</c:v>
                </c:pt>
                <c:pt idx="2631">
                  <c:v>0.44223671259842517</c:v>
                </c:pt>
                <c:pt idx="2632">
                  <c:v>0.44223671259842517</c:v>
                </c:pt>
                <c:pt idx="2633">
                  <c:v>0.44257504921259838</c:v>
                </c:pt>
                <c:pt idx="2634">
                  <c:v>0.44257504921259838</c:v>
                </c:pt>
                <c:pt idx="2635">
                  <c:v>0.4428826279527559</c:v>
                </c:pt>
                <c:pt idx="2636">
                  <c:v>0.4428826279527559</c:v>
                </c:pt>
                <c:pt idx="2637">
                  <c:v>0.44322096456692911</c:v>
                </c:pt>
                <c:pt idx="2638">
                  <c:v>0.44322096456692911</c:v>
                </c:pt>
                <c:pt idx="2639">
                  <c:v>0.44355930118110237</c:v>
                </c:pt>
                <c:pt idx="2640">
                  <c:v>0.44355930118110237</c:v>
                </c:pt>
                <c:pt idx="2641">
                  <c:v>0.44389763779527558</c:v>
                </c:pt>
                <c:pt idx="2642">
                  <c:v>0.44389763779527558</c:v>
                </c:pt>
                <c:pt idx="2643">
                  <c:v>0.44423597440944879</c:v>
                </c:pt>
                <c:pt idx="2644">
                  <c:v>0.44423597440944879</c:v>
                </c:pt>
                <c:pt idx="2645">
                  <c:v>0.4445743110236221</c:v>
                </c:pt>
                <c:pt idx="2646">
                  <c:v>0.4445743110236221</c:v>
                </c:pt>
                <c:pt idx="2647">
                  <c:v>0.44491264763779526</c:v>
                </c:pt>
                <c:pt idx="2648">
                  <c:v>0.44491264763779526</c:v>
                </c:pt>
                <c:pt idx="2649">
                  <c:v>0.44525098425196852</c:v>
                </c:pt>
                <c:pt idx="2650">
                  <c:v>0.44525098425196852</c:v>
                </c:pt>
                <c:pt idx="2651">
                  <c:v>0.44558932086614172</c:v>
                </c:pt>
                <c:pt idx="2652">
                  <c:v>0.44558932086614172</c:v>
                </c:pt>
                <c:pt idx="2653">
                  <c:v>0.44592765748031499</c:v>
                </c:pt>
                <c:pt idx="2654">
                  <c:v>0.44592765748031499</c:v>
                </c:pt>
                <c:pt idx="2655">
                  <c:v>0.44626599409448819</c:v>
                </c:pt>
                <c:pt idx="2656">
                  <c:v>0.44626599409448819</c:v>
                </c:pt>
                <c:pt idx="2657">
                  <c:v>0.4466043307086614</c:v>
                </c:pt>
                <c:pt idx="2658">
                  <c:v>0.4466043307086614</c:v>
                </c:pt>
                <c:pt idx="2659">
                  <c:v>0.44694266732283466</c:v>
                </c:pt>
                <c:pt idx="2660">
                  <c:v>0.44694266732283466</c:v>
                </c:pt>
                <c:pt idx="2661">
                  <c:v>0.44728100393700782</c:v>
                </c:pt>
                <c:pt idx="2662">
                  <c:v>0.44728100393700782</c:v>
                </c:pt>
                <c:pt idx="2663">
                  <c:v>0.44761934055118108</c:v>
                </c:pt>
                <c:pt idx="2664">
                  <c:v>0.44761934055118108</c:v>
                </c:pt>
                <c:pt idx="2665">
                  <c:v>0.4479269192913386</c:v>
                </c:pt>
                <c:pt idx="2666">
                  <c:v>0.4479269192913386</c:v>
                </c:pt>
                <c:pt idx="2667">
                  <c:v>0.44826525590551181</c:v>
                </c:pt>
                <c:pt idx="2668">
                  <c:v>0.44826525590551181</c:v>
                </c:pt>
                <c:pt idx="2669">
                  <c:v>0.44860359251968501</c:v>
                </c:pt>
                <c:pt idx="2670">
                  <c:v>0.44860359251968501</c:v>
                </c:pt>
                <c:pt idx="2671">
                  <c:v>0.44894192913385828</c:v>
                </c:pt>
                <c:pt idx="2672">
                  <c:v>0.44894192913385828</c:v>
                </c:pt>
                <c:pt idx="2673">
                  <c:v>0.44928026574803148</c:v>
                </c:pt>
                <c:pt idx="2674">
                  <c:v>0.44928026574803148</c:v>
                </c:pt>
                <c:pt idx="2675">
                  <c:v>0.44961860236220474</c:v>
                </c:pt>
                <c:pt idx="2676">
                  <c:v>0.44961860236220474</c:v>
                </c:pt>
                <c:pt idx="2677">
                  <c:v>0.4499569389763779</c:v>
                </c:pt>
                <c:pt idx="2678">
                  <c:v>0.4499569389763779</c:v>
                </c:pt>
                <c:pt idx="2679">
                  <c:v>0.45023375984251968</c:v>
                </c:pt>
                <c:pt idx="2680">
                  <c:v>0.45023375984251968</c:v>
                </c:pt>
                <c:pt idx="2681">
                  <c:v>0.45063361220472442</c:v>
                </c:pt>
                <c:pt idx="2682">
                  <c:v>0.45063361220472442</c:v>
                </c:pt>
                <c:pt idx="2683">
                  <c:v>0.45097194881889763</c:v>
                </c:pt>
                <c:pt idx="2684">
                  <c:v>0.45097194881889763</c:v>
                </c:pt>
                <c:pt idx="2685">
                  <c:v>0.45131028543307089</c:v>
                </c:pt>
                <c:pt idx="2686">
                  <c:v>0.45131028543307089</c:v>
                </c:pt>
                <c:pt idx="2687">
                  <c:v>0.4516486220472441</c:v>
                </c:pt>
                <c:pt idx="2688">
                  <c:v>0.4516486220472441</c:v>
                </c:pt>
                <c:pt idx="2689">
                  <c:v>0.4519869586614173</c:v>
                </c:pt>
                <c:pt idx="2690">
                  <c:v>0.4519869586614173</c:v>
                </c:pt>
                <c:pt idx="2691">
                  <c:v>0.45232529527559057</c:v>
                </c:pt>
                <c:pt idx="2692">
                  <c:v>0.45232529527559057</c:v>
                </c:pt>
                <c:pt idx="2693">
                  <c:v>0.45266363188976377</c:v>
                </c:pt>
                <c:pt idx="2694">
                  <c:v>0.45266363188976377</c:v>
                </c:pt>
                <c:pt idx="2695">
                  <c:v>0.45297121062992129</c:v>
                </c:pt>
                <c:pt idx="2696">
                  <c:v>0.45297121062992129</c:v>
                </c:pt>
                <c:pt idx="2697">
                  <c:v>0.4533095472440945</c:v>
                </c:pt>
                <c:pt idx="2698">
                  <c:v>0.4533095472440945</c:v>
                </c:pt>
                <c:pt idx="2699">
                  <c:v>0.45364788385826771</c:v>
                </c:pt>
                <c:pt idx="2700">
                  <c:v>0.45364788385826771</c:v>
                </c:pt>
                <c:pt idx="2701">
                  <c:v>0.45398622047244097</c:v>
                </c:pt>
                <c:pt idx="2702">
                  <c:v>0.45398622047244097</c:v>
                </c:pt>
                <c:pt idx="2703">
                  <c:v>0.45432455708661418</c:v>
                </c:pt>
                <c:pt idx="2704">
                  <c:v>0.45432455708661418</c:v>
                </c:pt>
                <c:pt idx="2705">
                  <c:v>0.45466289370078738</c:v>
                </c:pt>
                <c:pt idx="2706">
                  <c:v>0.45466289370078738</c:v>
                </c:pt>
                <c:pt idx="2707">
                  <c:v>0.45500123031496065</c:v>
                </c:pt>
                <c:pt idx="2708">
                  <c:v>0.45500123031496065</c:v>
                </c:pt>
                <c:pt idx="2709">
                  <c:v>0.45533956692913385</c:v>
                </c:pt>
                <c:pt idx="2710">
                  <c:v>0.45533956692913385</c:v>
                </c:pt>
                <c:pt idx="2711">
                  <c:v>0.45567790354330706</c:v>
                </c:pt>
                <c:pt idx="2712">
                  <c:v>0.45567790354330706</c:v>
                </c:pt>
                <c:pt idx="2713">
                  <c:v>0.45601624015748032</c:v>
                </c:pt>
                <c:pt idx="2714">
                  <c:v>0.45601624015748032</c:v>
                </c:pt>
                <c:pt idx="2715">
                  <c:v>0.45635457677165353</c:v>
                </c:pt>
                <c:pt idx="2716">
                  <c:v>0.45635457677165353</c:v>
                </c:pt>
                <c:pt idx="2717">
                  <c:v>0.456662155511811</c:v>
                </c:pt>
                <c:pt idx="2718">
                  <c:v>0.456662155511811</c:v>
                </c:pt>
                <c:pt idx="2719">
                  <c:v>0.45703125</c:v>
                </c:pt>
                <c:pt idx="2720">
                  <c:v>0.45703125</c:v>
                </c:pt>
                <c:pt idx="2721">
                  <c:v>0.45736958661417321</c:v>
                </c:pt>
                <c:pt idx="2722">
                  <c:v>0.45736958661417321</c:v>
                </c:pt>
                <c:pt idx="2723">
                  <c:v>0.45770792322834647</c:v>
                </c:pt>
                <c:pt idx="2724">
                  <c:v>0.45770792322834647</c:v>
                </c:pt>
                <c:pt idx="2725">
                  <c:v>0.45801550196850394</c:v>
                </c:pt>
                <c:pt idx="2726">
                  <c:v>0.45801550196850394</c:v>
                </c:pt>
                <c:pt idx="2727">
                  <c:v>0.45835383858267714</c:v>
                </c:pt>
                <c:pt idx="2728">
                  <c:v>0.45835383858267714</c:v>
                </c:pt>
                <c:pt idx="2729">
                  <c:v>0.4586921751968504</c:v>
                </c:pt>
                <c:pt idx="2730">
                  <c:v>0.4586921751968504</c:v>
                </c:pt>
                <c:pt idx="2731">
                  <c:v>0.45903051181102361</c:v>
                </c:pt>
                <c:pt idx="2732">
                  <c:v>0.45903051181102361</c:v>
                </c:pt>
                <c:pt idx="2733">
                  <c:v>0.45936884842519687</c:v>
                </c:pt>
                <c:pt idx="2734">
                  <c:v>0.45936884842519687</c:v>
                </c:pt>
                <c:pt idx="2735">
                  <c:v>0.45970718503937008</c:v>
                </c:pt>
                <c:pt idx="2736">
                  <c:v>0.45970718503937008</c:v>
                </c:pt>
                <c:pt idx="2737">
                  <c:v>0.46004552165354329</c:v>
                </c:pt>
                <c:pt idx="2738">
                  <c:v>0.46004552165354329</c:v>
                </c:pt>
                <c:pt idx="2739">
                  <c:v>0.46038385826771655</c:v>
                </c:pt>
                <c:pt idx="2740">
                  <c:v>0.46038385826771655</c:v>
                </c:pt>
                <c:pt idx="2741">
                  <c:v>0.46072219488188976</c:v>
                </c:pt>
                <c:pt idx="2742">
                  <c:v>0.46072219488188976</c:v>
                </c:pt>
                <c:pt idx="2743">
                  <c:v>0.46106053149606302</c:v>
                </c:pt>
                <c:pt idx="2744">
                  <c:v>0.46106053149606302</c:v>
                </c:pt>
                <c:pt idx="2745">
                  <c:v>0.46139886811023623</c:v>
                </c:pt>
                <c:pt idx="2746">
                  <c:v>0.46139886811023623</c:v>
                </c:pt>
                <c:pt idx="2747">
                  <c:v>0.46173720472440943</c:v>
                </c:pt>
                <c:pt idx="2748">
                  <c:v>0.46173720472440943</c:v>
                </c:pt>
                <c:pt idx="2749">
                  <c:v>0.4620755413385827</c:v>
                </c:pt>
                <c:pt idx="2750">
                  <c:v>0.4620755413385827</c:v>
                </c:pt>
                <c:pt idx="2751">
                  <c:v>0.4624138779527559</c:v>
                </c:pt>
                <c:pt idx="2752">
                  <c:v>0.4624138779527559</c:v>
                </c:pt>
                <c:pt idx="2753">
                  <c:v>0.46275221456692911</c:v>
                </c:pt>
                <c:pt idx="2754">
                  <c:v>0.46275221456692911</c:v>
                </c:pt>
                <c:pt idx="2755">
                  <c:v>0.46305979330708663</c:v>
                </c:pt>
                <c:pt idx="2756">
                  <c:v>0.46305979330708663</c:v>
                </c:pt>
                <c:pt idx="2757">
                  <c:v>0.46339812992125984</c:v>
                </c:pt>
                <c:pt idx="2758">
                  <c:v>0.46339812992125984</c:v>
                </c:pt>
                <c:pt idx="2759">
                  <c:v>0.46373646653543305</c:v>
                </c:pt>
                <c:pt idx="2760">
                  <c:v>0.46373646653543305</c:v>
                </c:pt>
                <c:pt idx="2761">
                  <c:v>0.46407480314960631</c:v>
                </c:pt>
                <c:pt idx="2762">
                  <c:v>0.46407480314960631</c:v>
                </c:pt>
                <c:pt idx="2763">
                  <c:v>0.46441313976377951</c:v>
                </c:pt>
                <c:pt idx="2764">
                  <c:v>0.46441313976377951</c:v>
                </c:pt>
                <c:pt idx="2765">
                  <c:v>0.46475147637795278</c:v>
                </c:pt>
                <c:pt idx="2766">
                  <c:v>0.46475147637795278</c:v>
                </c:pt>
                <c:pt idx="2767">
                  <c:v>0.46508981299212598</c:v>
                </c:pt>
                <c:pt idx="2768">
                  <c:v>0.46508981299212598</c:v>
                </c:pt>
                <c:pt idx="2769">
                  <c:v>0.46542814960629919</c:v>
                </c:pt>
                <c:pt idx="2770">
                  <c:v>0.46542814960629919</c:v>
                </c:pt>
                <c:pt idx="2771">
                  <c:v>0.46576648622047245</c:v>
                </c:pt>
                <c:pt idx="2772">
                  <c:v>0.46576648622047245</c:v>
                </c:pt>
                <c:pt idx="2773">
                  <c:v>0.46610482283464566</c:v>
                </c:pt>
                <c:pt idx="2774">
                  <c:v>0.46610482283464566</c:v>
                </c:pt>
                <c:pt idx="2775">
                  <c:v>0.46644315944881892</c:v>
                </c:pt>
                <c:pt idx="2776">
                  <c:v>0.46644315944881892</c:v>
                </c:pt>
                <c:pt idx="2777">
                  <c:v>0.46678149606299218</c:v>
                </c:pt>
                <c:pt idx="2778">
                  <c:v>0.46678149606299218</c:v>
                </c:pt>
                <c:pt idx="2779">
                  <c:v>0.46711983267716534</c:v>
                </c:pt>
                <c:pt idx="2780">
                  <c:v>0.46711983267716534</c:v>
                </c:pt>
                <c:pt idx="2781">
                  <c:v>0.4674581692913386</c:v>
                </c:pt>
                <c:pt idx="2782">
                  <c:v>0.4674581692913386</c:v>
                </c:pt>
                <c:pt idx="2783">
                  <c:v>0.46779650590551181</c:v>
                </c:pt>
                <c:pt idx="2784">
                  <c:v>0.46779650590551181</c:v>
                </c:pt>
                <c:pt idx="2785">
                  <c:v>0.46810408464566927</c:v>
                </c:pt>
                <c:pt idx="2786">
                  <c:v>0.46810408464566927</c:v>
                </c:pt>
                <c:pt idx="2787">
                  <c:v>0.46844242125984253</c:v>
                </c:pt>
                <c:pt idx="2788">
                  <c:v>0.46844242125984253</c:v>
                </c:pt>
                <c:pt idx="2789">
                  <c:v>0.46878075787401574</c:v>
                </c:pt>
                <c:pt idx="2790">
                  <c:v>0.46878075787401574</c:v>
                </c:pt>
                <c:pt idx="2791">
                  <c:v>0.469119094488189</c:v>
                </c:pt>
                <c:pt idx="2792">
                  <c:v>0.469119094488189</c:v>
                </c:pt>
                <c:pt idx="2793">
                  <c:v>0.46945743110236221</c:v>
                </c:pt>
                <c:pt idx="2794">
                  <c:v>0.46945743110236221</c:v>
                </c:pt>
                <c:pt idx="2795">
                  <c:v>0.46979576771653542</c:v>
                </c:pt>
                <c:pt idx="2796">
                  <c:v>0.46979576771653542</c:v>
                </c:pt>
                <c:pt idx="2797">
                  <c:v>0.47013410433070868</c:v>
                </c:pt>
                <c:pt idx="2798">
                  <c:v>0.47013410433070868</c:v>
                </c:pt>
                <c:pt idx="2799">
                  <c:v>0.47047244094488189</c:v>
                </c:pt>
                <c:pt idx="2800">
                  <c:v>0.47047244094488189</c:v>
                </c:pt>
                <c:pt idx="2801">
                  <c:v>0.47081077755905509</c:v>
                </c:pt>
                <c:pt idx="2802">
                  <c:v>0.47081077755905509</c:v>
                </c:pt>
                <c:pt idx="2803">
                  <c:v>0.4711491141732283</c:v>
                </c:pt>
                <c:pt idx="2804">
                  <c:v>0.4711491141732283</c:v>
                </c:pt>
                <c:pt idx="2805">
                  <c:v>0.47148745078740162</c:v>
                </c:pt>
                <c:pt idx="2806">
                  <c:v>0.47148745078740162</c:v>
                </c:pt>
                <c:pt idx="2807">
                  <c:v>0.47182578740157483</c:v>
                </c:pt>
                <c:pt idx="2808">
                  <c:v>0.47182578740157483</c:v>
                </c:pt>
                <c:pt idx="2809">
                  <c:v>0.47216412401574798</c:v>
                </c:pt>
                <c:pt idx="2810">
                  <c:v>0.47216412401574798</c:v>
                </c:pt>
                <c:pt idx="2811">
                  <c:v>0.47250246062992129</c:v>
                </c:pt>
                <c:pt idx="2812">
                  <c:v>0.47250246062992129</c:v>
                </c:pt>
                <c:pt idx="2813">
                  <c:v>0.4728407972440945</c:v>
                </c:pt>
                <c:pt idx="2814">
                  <c:v>0.4728407972440945</c:v>
                </c:pt>
                <c:pt idx="2815">
                  <c:v>0.47314837598425202</c:v>
                </c:pt>
                <c:pt idx="2816">
                  <c:v>0.47314837598425202</c:v>
                </c:pt>
                <c:pt idx="2817">
                  <c:v>0.47348671259842517</c:v>
                </c:pt>
                <c:pt idx="2818">
                  <c:v>0.47348671259842517</c:v>
                </c:pt>
                <c:pt idx="2819">
                  <c:v>0.47382504921259838</c:v>
                </c:pt>
                <c:pt idx="2820">
                  <c:v>0.47382504921259838</c:v>
                </c:pt>
                <c:pt idx="2821">
                  <c:v>0.4741633858267717</c:v>
                </c:pt>
                <c:pt idx="2822">
                  <c:v>0.4741633858267717</c:v>
                </c:pt>
                <c:pt idx="2823">
                  <c:v>0.47450172244094491</c:v>
                </c:pt>
                <c:pt idx="2824">
                  <c:v>0.47450172244094491</c:v>
                </c:pt>
                <c:pt idx="2825">
                  <c:v>0.47484005905511811</c:v>
                </c:pt>
                <c:pt idx="2826">
                  <c:v>0.47484005905511811</c:v>
                </c:pt>
                <c:pt idx="2827">
                  <c:v>0.47517839566929132</c:v>
                </c:pt>
                <c:pt idx="2828">
                  <c:v>0.47517839566929132</c:v>
                </c:pt>
                <c:pt idx="2829">
                  <c:v>0.47551673228346458</c:v>
                </c:pt>
                <c:pt idx="2830">
                  <c:v>0.47551673228346458</c:v>
                </c:pt>
                <c:pt idx="2831">
                  <c:v>0.47585506889763779</c:v>
                </c:pt>
                <c:pt idx="2832">
                  <c:v>0.47585506889763779</c:v>
                </c:pt>
                <c:pt idx="2833">
                  <c:v>0.476193405511811</c:v>
                </c:pt>
                <c:pt idx="2834">
                  <c:v>0.476193405511811</c:v>
                </c:pt>
                <c:pt idx="2835">
                  <c:v>0.47653174212598426</c:v>
                </c:pt>
                <c:pt idx="2836">
                  <c:v>0.47653174212598426</c:v>
                </c:pt>
                <c:pt idx="2837">
                  <c:v>0.47687007874015747</c:v>
                </c:pt>
                <c:pt idx="2838">
                  <c:v>0.47687007874015747</c:v>
                </c:pt>
                <c:pt idx="2839">
                  <c:v>0.47720841535433073</c:v>
                </c:pt>
                <c:pt idx="2840">
                  <c:v>0.47720841535433073</c:v>
                </c:pt>
                <c:pt idx="2841">
                  <c:v>0.47754675196850394</c:v>
                </c:pt>
                <c:pt idx="2842">
                  <c:v>0.47754675196850394</c:v>
                </c:pt>
                <c:pt idx="2843">
                  <c:v>0.47788508858267714</c:v>
                </c:pt>
                <c:pt idx="2844">
                  <c:v>0.47788508858267714</c:v>
                </c:pt>
                <c:pt idx="2845">
                  <c:v>0.4782234251968504</c:v>
                </c:pt>
                <c:pt idx="2846">
                  <c:v>0.4782234251968504</c:v>
                </c:pt>
                <c:pt idx="2847">
                  <c:v>0.47853100393700782</c:v>
                </c:pt>
                <c:pt idx="2848">
                  <c:v>0.47853100393700782</c:v>
                </c:pt>
                <c:pt idx="2849">
                  <c:v>0.47886934055118108</c:v>
                </c:pt>
                <c:pt idx="2850">
                  <c:v>0.47886934055118108</c:v>
                </c:pt>
                <c:pt idx="2851">
                  <c:v>0.47920767716535434</c:v>
                </c:pt>
                <c:pt idx="2852">
                  <c:v>0.47920767716535434</c:v>
                </c:pt>
                <c:pt idx="2853">
                  <c:v>0.47954601377952755</c:v>
                </c:pt>
                <c:pt idx="2854">
                  <c:v>0.47954601377952755</c:v>
                </c:pt>
                <c:pt idx="2855">
                  <c:v>0.47988435039370081</c:v>
                </c:pt>
                <c:pt idx="2856">
                  <c:v>0.47988435039370081</c:v>
                </c:pt>
                <c:pt idx="2857">
                  <c:v>0.48022268700787402</c:v>
                </c:pt>
                <c:pt idx="2858">
                  <c:v>0.48022268700787402</c:v>
                </c:pt>
                <c:pt idx="2859">
                  <c:v>0.48056102362204722</c:v>
                </c:pt>
                <c:pt idx="2860">
                  <c:v>0.48056102362204722</c:v>
                </c:pt>
                <c:pt idx="2861">
                  <c:v>0.48089936023622049</c:v>
                </c:pt>
                <c:pt idx="2862">
                  <c:v>0.48089936023622049</c:v>
                </c:pt>
                <c:pt idx="2863">
                  <c:v>0.48123769685039369</c:v>
                </c:pt>
                <c:pt idx="2864">
                  <c:v>0.48123769685039369</c:v>
                </c:pt>
                <c:pt idx="2865">
                  <c:v>0.48157603346456695</c:v>
                </c:pt>
                <c:pt idx="2866">
                  <c:v>0.48157603346456695</c:v>
                </c:pt>
                <c:pt idx="2867">
                  <c:v>0.48191437007874016</c:v>
                </c:pt>
                <c:pt idx="2868">
                  <c:v>0.48191437007874016</c:v>
                </c:pt>
                <c:pt idx="2869">
                  <c:v>0.48225270669291337</c:v>
                </c:pt>
                <c:pt idx="2870">
                  <c:v>0.48225270669291337</c:v>
                </c:pt>
                <c:pt idx="2871">
                  <c:v>0.48259104330708663</c:v>
                </c:pt>
                <c:pt idx="2872">
                  <c:v>0.48259104330708663</c:v>
                </c:pt>
                <c:pt idx="2873">
                  <c:v>0.48292937992125984</c:v>
                </c:pt>
                <c:pt idx="2874">
                  <c:v>0.48292937992125984</c:v>
                </c:pt>
                <c:pt idx="2875">
                  <c:v>0.48326771653543305</c:v>
                </c:pt>
                <c:pt idx="2876">
                  <c:v>0.48326771653543305</c:v>
                </c:pt>
                <c:pt idx="2877">
                  <c:v>0.48357529527559057</c:v>
                </c:pt>
                <c:pt idx="2878">
                  <c:v>0.48357529527559057</c:v>
                </c:pt>
                <c:pt idx="2879">
                  <c:v>0.48391363188976377</c:v>
                </c:pt>
                <c:pt idx="2880">
                  <c:v>0.48391363188976377</c:v>
                </c:pt>
                <c:pt idx="2881">
                  <c:v>0.48425196850393698</c:v>
                </c:pt>
                <c:pt idx="2882">
                  <c:v>0.48425196850393698</c:v>
                </c:pt>
                <c:pt idx="2883">
                  <c:v>0.48459030511811024</c:v>
                </c:pt>
                <c:pt idx="2884">
                  <c:v>0.48459030511811024</c:v>
                </c:pt>
                <c:pt idx="2885">
                  <c:v>0.48492864173228345</c:v>
                </c:pt>
                <c:pt idx="2886">
                  <c:v>0.48492864173228345</c:v>
                </c:pt>
                <c:pt idx="2887">
                  <c:v>0.48526697834645671</c:v>
                </c:pt>
                <c:pt idx="2888">
                  <c:v>0.48526697834645671</c:v>
                </c:pt>
                <c:pt idx="2889">
                  <c:v>0.48560531496062992</c:v>
                </c:pt>
                <c:pt idx="2890">
                  <c:v>0.48560531496062992</c:v>
                </c:pt>
                <c:pt idx="2891">
                  <c:v>0.48594365157480313</c:v>
                </c:pt>
                <c:pt idx="2892">
                  <c:v>0.48594365157480313</c:v>
                </c:pt>
                <c:pt idx="2893">
                  <c:v>0.48628198818897639</c:v>
                </c:pt>
                <c:pt idx="2894">
                  <c:v>0.48628198818897639</c:v>
                </c:pt>
                <c:pt idx="2895">
                  <c:v>0.4866203248031496</c:v>
                </c:pt>
                <c:pt idx="2896">
                  <c:v>0.4866203248031496</c:v>
                </c:pt>
                <c:pt idx="2897">
                  <c:v>0.48695866141732286</c:v>
                </c:pt>
                <c:pt idx="2898">
                  <c:v>0.48695866141732286</c:v>
                </c:pt>
                <c:pt idx="2899">
                  <c:v>0.48729699803149606</c:v>
                </c:pt>
                <c:pt idx="2900">
                  <c:v>0.48729699803149606</c:v>
                </c:pt>
                <c:pt idx="2901">
                  <c:v>0.48763533464566927</c:v>
                </c:pt>
                <c:pt idx="2902">
                  <c:v>0.48763533464566927</c:v>
                </c:pt>
                <c:pt idx="2903">
                  <c:v>0.48797367125984253</c:v>
                </c:pt>
                <c:pt idx="2904">
                  <c:v>0.48797367125984253</c:v>
                </c:pt>
                <c:pt idx="2905">
                  <c:v>0.48831200787401574</c:v>
                </c:pt>
                <c:pt idx="2906">
                  <c:v>0.48831200787401574</c:v>
                </c:pt>
                <c:pt idx="2907">
                  <c:v>0.48861958661417321</c:v>
                </c:pt>
                <c:pt idx="2908">
                  <c:v>0.48861958661417321</c:v>
                </c:pt>
                <c:pt idx="2909">
                  <c:v>0.48895792322834647</c:v>
                </c:pt>
                <c:pt idx="2910">
                  <c:v>0.48895792322834647</c:v>
                </c:pt>
                <c:pt idx="2911">
                  <c:v>0.48929625984251968</c:v>
                </c:pt>
                <c:pt idx="2912">
                  <c:v>0.48929625984251968</c:v>
                </c:pt>
                <c:pt idx="2913">
                  <c:v>0.48963459645669294</c:v>
                </c:pt>
                <c:pt idx="2914">
                  <c:v>0.48963459645669294</c:v>
                </c:pt>
                <c:pt idx="2915">
                  <c:v>0.48997293307086615</c:v>
                </c:pt>
                <c:pt idx="2916">
                  <c:v>0.48997293307086615</c:v>
                </c:pt>
                <c:pt idx="2917">
                  <c:v>0.49031126968503935</c:v>
                </c:pt>
                <c:pt idx="2918">
                  <c:v>0.49031126968503935</c:v>
                </c:pt>
                <c:pt idx="2919">
                  <c:v>0.49064960629921262</c:v>
                </c:pt>
                <c:pt idx="2920">
                  <c:v>0.49064960629921262</c:v>
                </c:pt>
                <c:pt idx="2921">
                  <c:v>0.49098794291338582</c:v>
                </c:pt>
                <c:pt idx="2922">
                  <c:v>0.49098794291338582</c:v>
                </c:pt>
                <c:pt idx="2923">
                  <c:v>0.49132627952755903</c:v>
                </c:pt>
                <c:pt idx="2924">
                  <c:v>0.49132627952755903</c:v>
                </c:pt>
                <c:pt idx="2925">
                  <c:v>0.49166461614173229</c:v>
                </c:pt>
                <c:pt idx="2926">
                  <c:v>0.49166461614173229</c:v>
                </c:pt>
                <c:pt idx="2927">
                  <c:v>0.4920029527559055</c:v>
                </c:pt>
                <c:pt idx="2928">
                  <c:v>0.4920029527559055</c:v>
                </c:pt>
                <c:pt idx="2929">
                  <c:v>0.49234128937007871</c:v>
                </c:pt>
                <c:pt idx="2930">
                  <c:v>0.49234128937007871</c:v>
                </c:pt>
                <c:pt idx="2931">
                  <c:v>0.49267962598425202</c:v>
                </c:pt>
                <c:pt idx="2932">
                  <c:v>0.49267962598425202</c:v>
                </c:pt>
                <c:pt idx="2933">
                  <c:v>0.49301796259842517</c:v>
                </c:pt>
                <c:pt idx="2934">
                  <c:v>0.49301796259842517</c:v>
                </c:pt>
                <c:pt idx="2935">
                  <c:v>0.49335629921259838</c:v>
                </c:pt>
                <c:pt idx="2936">
                  <c:v>0.49335629921259838</c:v>
                </c:pt>
                <c:pt idx="2937">
                  <c:v>0.4936638779527559</c:v>
                </c:pt>
                <c:pt idx="2938">
                  <c:v>0.4936638779527559</c:v>
                </c:pt>
                <c:pt idx="2939">
                  <c:v>0.49400221456692911</c:v>
                </c:pt>
                <c:pt idx="2940">
                  <c:v>0.49400221456692911</c:v>
                </c:pt>
                <c:pt idx="2941">
                  <c:v>0.49434055118110237</c:v>
                </c:pt>
                <c:pt idx="2942">
                  <c:v>0.49434055118110237</c:v>
                </c:pt>
                <c:pt idx="2943">
                  <c:v>0.49467888779527558</c:v>
                </c:pt>
                <c:pt idx="2944">
                  <c:v>0.49467888779527558</c:v>
                </c:pt>
                <c:pt idx="2945">
                  <c:v>0.49501722440944879</c:v>
                </c:pt>
                <c:pt idx="2946">
                  <c:v>0.49501722440944879</c:v>
                </c:pt>
                <c:pt idx="2947">
                  <c:v>0.4953555610236221</c:v>
                </c:pt>
                <c:pt idx="2948">
                  <c:v>0.4953555610236221</c:v>
                </c:pt>
                <c:pt idx="2949">
                  <c:v>0.49569389763779526</c:v>
                </c:pt>
                <c:pt idx="2950">
                  <c:v>0.49569389763779526</c:v>
                </c:pt>
                <c:pt idx="2951">
                  <c:v>0.49603223425196852</c:v>
                </c:pt>
                <c:pt idx="2952">
                  <c:v>0.49603223425196852</c:v>
                </c:pt>
                <c:pt idx="2953">
                  <c:v>0.49637057086614172</c:v>
                </c:pt>
                <c:pt idx="2954">
                  <c:v>0.49637057086614172</c:v>
                </c:pt>
                <c:pt idx="2955">
                  <c:v>0.49670890748031499</c:v>
                </c:pt>
                <c:pt idx="2956">
                  <c:v>0.49670890748031499</c:v>
                </c:pt>
                <c:pt idx="2957">
                  <c:v>0.49704724409448819</c:v>
                </c:pt>
                <c:pt idx="2958">
                  <c:v>0.49704724409448819</c:v>
                </c:pt>
                <c:pt idx="2959">
                  <c:v>0.4973855807086614</c:v>
                </c:pt>
                <c:pt idx="2960">
                  <c:v>0.4973855807086614</c:v>
                </c:pt>
                <c:pt idx="2961">
                  <c:v>0.49772391732283466</c:v>
                </c:pt>
                <c:pt idx="2962">
                  <c:v>0.49772391732283466</c:v>
                </c:pt>
                <c:pt idx="2963">
                  <c:v>0.49806225393700782</c:v>
                </c:pt>
                <c:pt idx="2964">
                  <c:v>0.49806225393700782</c:v>
                </c:pt>
                <c:pt idx="2965">
                  <c:v>0.49840059055118108</c:v>
                </c:pt>
                <c:pt idx="2966">
                  <c:v>0.49840059055118108</c:v>
                </c:pt>
                <c:pt idx="2967">
                  <c:v>0.4987081692913386</c:v>
                </c:pt>
                <c:pt idx="2968">
                  <c:v>0.4987081692913386</c:v>
                </c:pt>
                <c:pt idx="2969">
                  <c:v>0.49904650590551181</c:v>
                </c:pt>
                <c:pt idx="2970">
                  <c:v>0.49904650590551181</c:v>
                </c:pt>
                <c:pt idx="2971">
                  <c:v>0.49938484251968501</c:v>
                </c:pt>
                <c:pt idx="2972">
                  <c:v>0.49938484251968501</c:v>
                </c:pt>
                <c:pt idx="2973">
                  <c:v>0.49972317913385828</c:v>
                </c:pt>
                <c:pt idx="2974">
                  <c:v>0.49972317913385828</c:v>
                </c:pt>
                <c:pt idx="2975">
                  <c:v>0.50006151574803148</c:v>
                </c:pt>
                <c:pt idx="2976">
                  <c:v>0.50006151574803148</c:v>
                </c:pt>
                <c:pt idx="2977">
                  <c:v>0.50039985236220474</c:v>
                </c:pt>
                <c:pt idx="2978">
                  <c:v>0.50039985236220474</c:v>
                </c:pt>
                <c:pt idx="2979">
                  <c:v>0.50073818897637801</c:v>
                </c:pt>
                <c:pt idx="2980">
                  <c:v>0.50073818897637801</c:v>
                </c:pt>
                <c:pt idx="2981">
                  <c:v>0.50107652559055116</c:v>
                </c:pt>
                <c:pt idx="2982">
                  <c:v>0.50107652559055116</c:v>
                </c:pt>
                <c:pt idx="2983">
                  <c:v>0.50141486220472442</c:v>
                </c:pt>
                <c:pt idx="2984">
                  <c:v>0.50141486220472442</c:v>
                </c:pt>
                <c:pt idx="2985">
                  <c:v>0.50175319881889768</c:v>
                </c:pt>
                <c:pt idx="2986">
                  <c:v>0.50175319881889768</c:v>
                </c:pt>
                <c:pt idx="2987">
                  <c:v>0.50209153543307083</c:v>
                </c:pt>
                <c:pt idx="2988">
                  <c:v>0.50209153543307083</c:v>
                </c:pt>
                <c:pt idx="2989">
                  <c:v>0.5024298720472441</c:v>
                </c:pt>
                <c:pt idx="2990">
                  <c:v>0.5024298720472441</c:v>
                </c:pt>
                <c:pt idx="2991">
                  <c:v>0.50276820866141736</c:v>
                </c:pt>
                <c:pt idx="2992">
                  <c:v>0.50276820866141736</c:v>
                </c:pt>
                <c:pt idx="2993">
                  <c:v>0.50310654527559051</c:v>
                </c:pt>
                <c:pt idx="2994">
                  <c:v>0.50310654527559051</c:v>
                </c:pt>
                <c:pt idx="2995">
                  <c:v>0.50344488188976377</c:v>
                </c:pt>
                <c:pt idx="2996">
                  <c:v>0.50344488188976377</c:v>
                </c:pt>
                <c:pt idx="2997">
                  <c:v>0.50375246062992129</c:v>
                </c:pt>
                <c:pt idx="2998">
                  <c:v>0.50375246062992129</c:v>
                </c:pt>
                <c:pt idx="2999">
                  <c:v>0.50409079724409445</c:v>
                </c:pt>
                <c:pt idx="3000">
                  <c:v>0.50409079724409445</c:v>
                </c:pt>
                <c:pt idx="3001">
                  <c:v>0.50442913385826771</c:v>
                </c:pt>
                <c:pt idx="3002">
                  <c:v>0.50442913385826771</c:v>
                </c:pt>
                <c:pt idx="3003">
                  <c:v>0.50476747047244097</c:v>
                </c:pt>
                <c:pt idx="3004">
                  <c:v>0.50476747047244097</c:v>
                </c:pt>
                <c:pt idx="3005">
                  <c:v>0.50510580708661412</c:v>
                </c:pt>
                <c:pt idx="3006">
                  <c:v>0.50510580708661412</c:v>
                </c:pt>
                <c:pt idx="3007">
                  <c:v>0.50544414370078738</c:v>
                </c:pt>
                <c:pt idx="3008">
                  <c:v>0.50544414370078738</c:v>
                </c:pt>
                <c:pt idx="3009">
                  <c:v>0.50578248031496065</c:v>
                </c:pt>
                <c:pt idx="3010">
                  <c:v>0.50578248031496065</c:v>
                </c:pt>
                <c:pt idx="3011">
                  <c:v>0.50612081692913391</c:v>
                </c:pt>
                <c:pt idx="3012">
                  <c:v>0.50612081692913391</c:v>
                </c:pt>
                <c:pt idx="3013">
                  <c:v>0.50645915354330706</c:v>
                </c:pt>
                <c:pt idx="3014">
                  <c:v>0.50645915354330706</c:v>
                </c:pt>
                <c:pt idx="3015">
                  <c:v>0.50679749015748032</c:v>
                </c:pt>
                <c:pt idx="3016">
                  <c:v>0.50679749015748032</c:v>
                </c:pt>
                <c:pt idx="3017">
                  <c:v>0.50713582677165359</c:v>
                </c:pt>
                <c:pt idx="3018">
                  <c:v>0.50713582677165359</c:v>
                </c:pt>
                <c:pt idx="3019">
                  <c:v>0.50747416338582674</c:v>
                </c:pt>
                <c:pt idx="3020">
                  <c:v>0.50747416338582674</c:v>
                </c:pt>
                <c:pt idx="3021">
                  <c:v>0.5078125</c:v>
                </c:pt>
                <c:pt idx="3022">
                  <c:v>0.5078125</c:v>
                </c:pt>
                <c:pt idx="3023">
                  <c:v>0.50815083661417326</c:v>
                </c:pt>
                <c:pt idx="3024">
                  <c:v>0.50815083661417326</c:v>
                </c:pt>
                <c:pt idx="3025">
                  <c:v>0.50848917322834641</c:v>
                </c:pt>
                <c:pt idx="3026">
                  <c:v>0.50848917322834641</c:v>
                </c:pt>
                <c:pt idx="3027">
                  <c:v>0.50879675196850394</c:v>
                </c:pt>
                <c:pt idx="3028">
                  <c:v>0.50879675196850394</c:v>
                </c:pt>
                <c:pt idx="3029">
                  <c:v>0.5091350885826772</c:v>
                </c:pt>
                <c:pt idx="3030">
                  <c:v>0.5091350885826772</c:v>
                </c:pt>
                <c:pt idx="3031">
                  <c:v>0.50947342519685035</c:v>
                </c:pt>
                <c:pt idx="3032">
                  <c:v>0.50947342519685035</c:v>
                </c:pt>
                <c:pt idx="3033">
                  <c:v>0.50981176181102361</c:v>
                </c:pt>
                <c:pt idx="3034">
                  <c:v>0.50981176181102361</c:v>
                </c:pt>
                <c:pt idx="3035">
                  <c:v>0.51015009842519687</c:v>
                </c:pt>
                <c:pt idx="3036">
                  <c:v>0.51015009842519687</c:v>
                </c:pt>
                <c:pt idx="3037">
                  <c:v>0.51048843503937003</c:v>
                </c:pt>
                <c:pt idx="3038">
                  <c:v>0.51048843503937003</c:v>
                </c:pt>
                <c:pt idx="3039">
                  <c:v>0.51082677165354329</c:v>
                </c:pt>
                <c:pt idx="3040">
                  <c:v>0.51082677165354329</c:v>
                </c:pt>
                <c:pt idx="3041">
                  <c:v>0.51116510826771655</c:v>
                </c:pt>
                <c:pt idx="3042">
                  <c:v>0.51116510826771655</c:v>
                </c:pt>
                <c:pt idx="3043">
                  <c:v>0.51150344488188981</c:v>
                </c:pt>
                <c:pt idx="3044">
                  <c:v>0.51150344488188981</c:v>
                </c:pt>
                <c:pt idx="3045">
                  <c:v>0.51184178149606296</c:v>
                </c:pt>
                <c:pt idx="3046">
                  <c:v>0.51184178149606296</c:v>
                </c:pt>
                <c:pt idx="3047">
                  <c:v>0.51218011811023623</c:v>
                </c:pt>
                <c:pt idx="3048">
                  <c:v>0.51218011811023623</c:v>
                </c:pt>
                <c:pt idx="3049">
                  <c:v>0.51251845472440949</c:v>
                </c:pt>
                <c:pt idx="3050">
                  <c:v>0.51251845472440949</c:v>
                </c:pt>
                <c:pt idx="3051">
                  <c:v>0.51285679133858264</c:v>
                </c:pt>
                <c:pt idx="3052">
                  <c:v>0.51285679133858264</c:v>
                </c:pt>
                <c:pt idx="3053">
                  <c:v>0.5131951279527559</c:v>
                </c:pt>
                <c:pt idx="3054">
                  <c:v>0.5131951279527559</c:v>
                </c:pt>
                <c:pt idx="3055">
                  <c:v>0.51353346456692917</c:v>
                </c:pt>
                <c:pt idx="3056">
                  <c:v>0.51353346456692917</c:v>
                </c:pt>
                <c:pt idx="3057">
                  <c:v>0.51387180118110232</c:v>
                </c:pt>
                <c:pt idx="3058">
                  <c:v>0.51387180118110232</c:v>
                </c:pt>
                <c:pt idx="3059">
                  <c:v>0.51417937992125984</c:v>
                </c:pt>
                <c:pt idx="3060">
                  <c:v>0.51417937992125984</c:v>
                </c:pt>
                <c:pt idx="3061">
                  <c:v>0.5145177165354331</c:v>
                </c:pt>
                <c:pt idx="3062">
                  <c:v>0.5145177165354331</c:v>
                </c:pt>
                <c:pt idx="3063">
                  <c:v>0.51485605314960625</c:v>
                </c:pt>
                <c:pt idx="3064">
                  <c:v>0.51485605314960625</c:v>
                </c:pt>
                <c:pt idx="3065">
                  <c:v>0.51519438976377951</c:v>
                </c:pt>
                <c:pt idx="3066">
                  <c:v>0.51519438976377951</c:v>
                </c:pt>
                <c:pt idx="3067">
                  <c:v>0.51553272637795278</c:v>
                </c:pt>
                <c:pt idx="3068">
                  <c:v>0.51553272637795278</c:v>
                </c:pt>
                <c:pt idx="3069">
                  <c:v>0.51587106299212604</c:v>
                </c:pt>
                <c:pt idx="3070">
                  <c:v>0.51587106299212604</c:v>
                </c:pt>
                <c:pt idx="3071">
                  <c:v>0.51620939960629919</c:v>
                </c:pt>
                <c:pt idx="3072">
                  <c:v>0.51620939960629919</c:v>
                </c:pt>
                <c:pt idx="3073">
                  <c:v>0.51654773622047245</c:v>
                </c:pt>
                <c:pt idx="3074">
                  <c:v>0.51654773622047245</c:v>
                </c:pt>
                <c:pt idx="3075">
                  <c:v>0.51688607283464572</c:v>
                </c:pt>
                <c:pt idx="3076">
                  <c:v>0.51688607283464572</c:v>
                </c:pt>
                <c:pt idx="3077">
                  <c:v>0.51722440944881887</c:v>
                </c:pt>
                <c:pt idx="3078">
                  <c:v>0.51722440944881887</c:v>
                </c:pt>
                <c:pt idx="3079">
                  <c:v>0.51756274606299213</c:v>
                </c:pt>
                <c:pt idx="3080">
                  <c:v>0.51756274606299213</c:v>
                </c:pt>
                <c:pt idx="3081">
                  <c:v>0.51790108267716539</c:v>
                </c:pt>
                <c:pt idx="3082">
                  <c:v>0.51790108267716539</c:v>
                </c:pt>
                <c:pt idx="3083">
                  <c:v>0.51823941929133854</c:v>
                </c:pt>
                <c:pt idx="3084">
                  <c:v>0.51823941929133854</c:v>
                </c:pt>
                <c:pt idx="3085">
                  <c:v>0.51857775590551181</c:v>
                </c:pt>
                <c:pt idx="3086">
                  <c:v>0.51857775590551181</c:v>
                </c:pt>
                <c:pt idx="3087">
                  <c:v>0.51891609251968507</c:v>
                </c:pt>
                <c:pt idx="3088">
                  <c:v>0.51891609251968507</c:v>
                </c:pt>
                <c:pt idx="3089">
                  <c:v>0.51922367125984248</c:v>
                </c:pt>
                <c:pt idx="3090">
                  <c:v>0.51922367125984248</c:v>
                </c:pt>
                <c:pt idx="3091">
                  <c:v>0.51956200787401574</c:v>
                </c:pt>
                <c:pt idx="3092">
                  <c:v>0.51956200787401574</c:v>
                </c:pt>
                <c:pt idx="3093">
                  <c:v>0.519900344488189</c:v>
                </c:pt>
                <c:pt idx="3094">
                  <c:v>0.519900344488189</c:v>
                </c:pt>
                <c:pt idx="3095">
                  <c:v>0.52023868110236215</c:v>
                </c:pt>
                <c:pt idx="3096">
                  <c:v>0.52023868110236215</c:v>
                </c:pt>
                <c:pt idx="3097">
                  <c:v>0.52057701771653542</c:v>
                </c:pt>
                <c:pt idx="3098">
                  <c:v>0.52057701771653542</c:v>
                </c:pt>
                <c:pt idx="3099">
                  <c:v>0.52091535433070868</c:v>
                </c:pt>
                <c:pt idx="3100">
                  <c:v>0.52091535433070868</c:v>
                </c:pt>
                <c:pt idx="3101">
                  <c:v>0.52125369094488194</c:v>
                </c:pt>
                <c:pt idx="3102">
                  <c:v>0.52125369094488194</c:v>
                </c:pt>
                <c:pt idx="3103">
                  <c:v>0.52159202755905509</c:v>
                </c:pt>
                <c:pt idx="3104">
                  <c:v>0.52159202755905509</c:v>
                </c:pt>
                <c:pt idx="3105">
                  <c:v>0.52193036417322836</c:v>
                </c:pt>
                <c:pt idx="3106">
                  <c:v>0.52193036417322836</c:v>
                </c:pt>
                <c:pt idx="3107">
                  <c:v>0.52226870078740162</c:v>
                </c:pt>
                <c:pt idx="3108">
                  <c:v>0.52226870078740162</c:v>
                </c:pt>
                <c:pt idx="3109">
                  <c:v>0.52260703740157477</c:v>
                </c:pt>
                <c:pt idx="3110">
                  <c:v>0.52260703740157477</c:v>
                </c:pt>
                <c:pt idx="3111">
                  <c:v>0.52294537401574803</c:v>
                </c:pt>
                <c:pt idx="3112">
                  <c:v>0.52294537401574803</c:v>
                </c:pt>
                <c:pt idx="3113">
                  <c:v>0.52328371062992129</c:v>
                </c:pt>
                <c:pt idx="3114">
                  <c:v>0.52328371062992129</c:v>
                </c:pt>
                <c:pt idx="3115">
                  <c:v>0.52362204724409445</c:v>
                </c:pt>
                <c:pt idx="3116">
                  <c:v>0.52362204724409445</c:v>
                </c:pt>
                <c:pt idx="3117">
                  <c:v>0.52396038385826771</c:v>
                </c:pt>
                <c:pt idx="3118">
                  <c:v>0.52396038385826771</c:v>
                </c:pt>
                <c:pt idx="3119">
                  <c:v>0.52426796259842523</c:v>
                </c:pt>
                <c:pt idx="3120">
                  <c:v>0.52426796259842523</c:v>
                </c:pt>
                <c:pt idx="3121">
                  <c:v>0.52460629921259838</c:v>
                </c:pt>
                <c:pt idx="3122">
                  <c:v>0.52460629921259838</c:v>
                </c:pt>
                <c:pt idx="3123">
                  <c:v>0.52494463582677164</c:v>
                </c:pt>
                <c:pt idx="3124">
                  <c:v>0.52494463582677164</c:v>
                </c:pt>
                <c:pt idx="3125">
                  <c:v>0.52528297244094491</c:v>
                </c:pt>
                <c:pt idx="3126">
                  <c:v>0.52528297244094491</c:v>
                </c:pt>
                <c:pt idx="3127">
                  <c:v>0.52562130905511806</c:v>
                </c:pt>
                <c:pt idx="3128">
                  <c:v>0.52562130905511806</c:v>
                </c:pt>
                <c:pt idx="3129">
                  <c:v>0.52595964566929132</c:v>
                </c:pt>
                <c:pt idx="3130">
                  <c:v>0.52595964566929132</c:v>
                </c:pt>
                <c:pt idx="3131">
                  <c:v>0.52629798228346458</c:v>
                </c:pt>
                <c:pt idx="3132">
                  <c:v>0.52629798228346458</c:v>
                </c:pt>
                <c:pt idx="3133">
                  <c:v>0.52663631889763785</c:v>
                </c:pt>
                <c:pt idx="3134">
                  <c:v>0.52663631889763785</c:v>
                </c:pt>
                <c:pt idx="3135">
                  <c:v>0.526974655511811</c:v>
                </c:pt>
                <c:pt idx="3136">
                  <c:v>0.526974655511811</c:v>
                </c:pt>
                <c:pt idx="3137">
                  <c:v>0.52731299212598426</c:v>
                </c:pt>
                <c:pt idx="3138">
                  <c:v>0.52731299212598426</c:v>
                </c:pt>
                <c:pt idx="3139">
                  <c:v>0.52765132874015752</c:v>
                </c:pt>
                <c:pt idx="3140">
                  <c:v>0.52765132874015752</c:v>
                </c:pt>
                <c:pt idx="3141">
                  <c:v>0.52798966535433067</c:v>
                </c:pt>
                <c:pt idx="3142">
                  <c:v>0.52798966535433067</c:v>
                </c:pt>
                <c:pt idx="3143">
                  <c:v>0.52832800196850394</c:v>
                </c:pt>
                <c:pt idx="3144">
                  <c:v>0.52832800196850394</c:v>
                </c:pt>
                <c:pt idx="3145">
                  <c:v>0.5286663385826772</c:v>
                </c:pt>
                <c:pt idx="3146">
                  <c:v>0.5286663385826772</c:v>
                </c:pt>
                <c:pt idx="3147">
                  <c:v>0.52900467519685035</c:v>
                </c:pt>
                <c:pt idx="3148">
                  <c:v>0.52900467519685035</c:v>
                </c:pt>
                <c:pt idx="3149">
                  <c:v>0.52931225393700787</c:v>
                </c:pt>
                <c:pt idx="3150">
                  <c:v>0.52931225393700787</c:v>
                </c:pt>
                <c:pt idx="3151">
                  <c:v>0.52965059055118113</c:v>
                </c:pt>
                <c:pt idx="3152">
                  <c:v>0.52965059055118113</c:v>
                </c:pt>
                <c:pt idx="3153">
                  <c:v>0.52998892716535428</c:v>
                </c:pt>
                <c:pt idx="3154">
                  <c:v>0.52998892716535428</c:v>
                </c:pt>
                <c:pt idx="3155">
                  <c:v>0.53032726377952755</c:v>
                </c:pt>
                <c:pt idx="3156">
                  <c:v>0.53032726377952755</c:v>
                </c:pt>
                <c:pt idx="3157">
                  <c:v>0.53066560039370081</c:v>
                </c:pt>
                <c:pt idx="3158">
                  <c:v>0.53066560039370081</c:v>
                </c:pt>
                <c:pt idx="3159">
                  <c:v>0.53100393700787396</c:v>
                </c:pt>
                <c:pt idx="3160">
                  <c:v>0.53100393700787396</c:v>
                </c:pt>
                <c:pt idx="3161">
                  <c:v>0.53134227362204722</c:v>
                </c:pt>
                <c:pt idx="3162">
                  <c:v>0.53134227362204722</c:v>
                </c:pt>
                <c:pt idx="3163">
                  <c:v>0.53168061023622049</c:v>
                </c:pt>
                <c:pt idx="3164">
                  <c:v>0.53168061023622049</c:v>
                </c:pt>
                <c:pt idx="3165">
                  <c:v>0.53201894685039375</c:v>
                </c:pt>
                <c:pt idx="3166">
                  <c:v>0.53201894685039375</c:v>
                </c:pt>
                <c:pt idx="3167">
                  <c:v>0.5323572834645669</c:v>
                </c:pt>
                <c:pt idx="3168">
                  <c:v>0.5323572834645669</c:v>
                </c:pt>
                <c:pt idx="3169">
                  <c:v>0.53269562007874016</c:v>
                </c:pt>
                <c:pt idx="3170">
                  <c:v>0.53269562007874016</c:v>
                </c:pt>
                <c:pt idx="3171">
                  <c:v>0.53303395669291342</c:v>
                </c:pt>
                <c:pt idx="3172">
                  <c:v>0.53303395669291342</c:v>
                </c:pt>
                <c:pt idx="3173">
                  <c:v>0.53337229330708658</c:v>
                </c:pt>
                <c:pt idx="3174">
                  <c:v>0.53337229330708658</c:v>
                </c:pt>
                <c:pt idx="3175">
                  <c:v>0.53371062992125984</c:v>
                </c:pt>
                <c:pt idx="3176">
                  <c:v>0.53371062992125984</c:v>
                </c:pt>
                <c:pt idx="3177">
                  <c:v>0.5340489665354331</c:v>
                </c:pt>
                <c:pt idx="3178">
                  <c:v>0.5340489665354331</c:v>
                </c:pt>
                <c:pt idx="3179">
                  <c:v>0.53435654527559051</c:v>
                </c:pt>
                <c:pt idx="3180">
                  <c:v>0.53435654527559051</c:v>
                </c:pt>
                <c:pt idx="3181">
                  <c:v>0.53469488188976377</c:v>
                </c:pt>
                <c:pt idx="3182">
                  <c:v>0.53469488188976377</c:v>
                </c:pt>
                <c:pt idx="3183">
                  <c:v>0.53503321850393704</c:v>
                </c:pt>
                <c:pt idx="3184">
                  <c:v>0.53503321850393704</c:v>
                </c:pt>
                <c:pt idx="3185">
                  <c:v>0.53537155511811019</c:v>
                </c:pt>
                <c:pt idx="3186">
                  <c:v>0.53537155511811019</c:v>
                </c:pt>
                <c:pt idx="3187">
                  <c:v>0.53570989173228345</c:v>
                </c:pt>
                <c:pt idx="3188">
                  <c:v>0.53570989173228345</c:v>
                </c:pt>
                <c:pt idx="3189">
                  <c:v>0.53604822834645671</c:v>
                </c:pt>
                <c:pt idx="3190">
                  <c:v>0.53604822834645671</c:v>
                </c:pt>
                <c:pt idx="3191">
                  <c:v>0.53638656496062997</c:v>
                </c:pt>
                <c:pt idx="3192">
                  <c:v>0.53638656496062997</c:v>
                </c:pt>
                <c:pt idx="3193">
                  <c:v>0.53672490157480313</c:v>
                </c:pt>
                <c:pt idx="3194">
                  <c:v>0.53672490157480313</c:v>
                </c:pt>
                <c:pt idx="3195">
                  <c:v>0.53706323818897639</c:v>
                </c:pt>
                <c:pt idx="3196">
                  <c:v>0.53706323818897639</c:v>
                </c:pt>
                <c:pt idx="3197">
                  <c:v>0.53740157480314965</c:v>
                </c:pt>
                <c:pt idx="3198">
                  <c:v>0.53740157480314965</c:v>
                </c:pt>
                <c:pt idx="3199">
                  <c:v>0.5377399114173228</c:v>
                </c:pt>
                <c:pt idx="3200">
                  <c:v>0.5377399114173228</c:v>
                </c:pt>
                <c:pt idx="3201">
                  <c:v>0.53807824803149606</c:v>
                </c:pt>
                <c:pt idx="3202">
                  <c:v>0.53807824803149606</c:v>
                </c:pt>
                <c:pt idx="3203">
                  <c:v>0.53841658464566933</c:v>
                </c:pt>
                <c:pt idx="3204">
                  <c:v>0.53841658464566933</c:v>
                </c:pt>
                <c:pt idx="3205">
                  <c:v>0.53875492125984248</c:v>
                </c:pt>
                <c:pt idx="3206">
                  <c:v>0.53875492125984248</c:v>
                </c:pt>
                <c:pt idx="3207">
                  <c:v>0.53909325787401574</c:v>
                </c:pt>
                <c:pt idx="3208">
                  <c:v>0.53909325787401574</c:v>
                </c:pt>
                <c:pt idx="3209">
                  <c:v>0.53940083661417326</c:v>
                </c:pt>
                <c:pt idx="3210">
                  <c:v>0.53940083661417326</c:v>
                </c:pt>
                <c:pt idx="3211">
                  <c:v>0.53973917322834641</c:v>
                </c:pt>
                <c:pt idx="3212">
                  <c:v>0.53973917322834641</c:v>
                </c:pt>
                <c:pt idx="3213">
                  <c:v>0.54007750984251968</c:v>
                </c:pt>
                <c:pt idx="3214">
                  <c:v>0.54007750984251968</c:v>
                </c:pt>
                <c:pt idx="3215">
                  <c:v>0.54041584645669294</c:v>
                </c:pt>
                <c:pt idx="3216">
                  <c:v>0.54041584645669294</c:v>
                </c:pt>
                <c:pt idx="3217">
                  <c:v>0.54075418307086609</c:v>
                </c:pt>
                <c:pt idx="3218">
                  <c:v>0.54075418307086609</c:v>
                </c:pt>
                <c:pt idx="3219">
                  <c:v>0.54109251968503935</c:v>
                </c:pt>
                <c:pt idx="3220">
                  <c:v>0.54109251968503935</c:v>
                </c:pt>
                <c:pt idx="3221">
                  <c:v>0.54143085629921262</c:v>
                </c:pt>
                <c:pt idx="3222">
                  <c:v>0.54143085629921262</c:v>
                </c:pt>
                <c:pt idx="3223">
                  <c:v>0.54176919291338588</c:v>
                </c:pt>
                <c:pt idx="3224">
                  <c:v>0.54176919291338588</c:v>
                </c:pt>
                <c:pt idx="3225">
                  <c:v>0.54210752952755903</c:v>
                </c:pt>
                <c:pt idx="3226">
                  <c:v>0.54210752952755903</c:v>
                </c:pt>
                <c:pt idx="3227">
                  <c:v>0.54244586614173229</c:v>
                </c:pt>
                <c:pt idx="3228">
                  <c:v>0.54244586614173229</c:v>
                </c:pt>
                <c:pt idx="3229">
                  <c:v>0.54278420275590555</c:v>
                </c:pt>
                <c:pt idx="3230">
                  <c:v>0.54278420275590555</c:v>
                </c:pt>
                <c:pt idx="3231">
                  <c:v>0.54312253937007871</c:v>
                </c:pt>
                <c:pt idx="3232">
                  <c:v>0.54312253937007871</c:v>
                </c:pt>
                <c:pt idx="3233">
                  <c:v>0.54346087598425197</c:v>
                </c:pt>
                <c:pt idx="3234">
                  <c:v>0.54346087598425197</c:v>
                </c:pt>
                <c:pt idx="3235">
                  <c:v>0.54379921259842523</c:v>
                </c:pt>
                <c:pt idx="3236">
                  <c:v>0.54379921259842523</c:v>
                </c:pt>
                <c:pt idx="3237">
                  <c:v>0.54413754921259838</c:v>
                </c:pt>
                <c:pt idx="3238">
                  <c:v>0.54413754921259838</c:v>
                </c:pt>
                <c:pt idx="3239">
                  <c:v>0.5444451279527559</c:v>
                </c:pt>
                <c:pt idx="3240">
                  <c:v>0.5444451279527559</c:v>
                </c:pt>
                <c:pt idx="3241">
                  <c:v>0.54478346456692917</c:v>
                </c:pt>
                <c:pt idx="3242">
                  <c:v>0.54478346456692917</c:v>
                </c:pt>
                <c:pt idx="3243">
                  <c:v>0.54512180118110232</c:v>
                </c:pt>
                <c:pt idx="3244">
                  <c:v>0.54512180118110232</c:v>
                </c:pt>
                <c:pt idx="3245">
                  <c:v>0.54546013779527558</c:v>
                </c:pt>
                <c:pt idx="3246">
                  <c:v>0.54546013779527558</c:v>
                </c:pt>
                <c:pt idx="3247">
                  <c:v>0.54579847440944884</c:v>
                </c:pt>
                <c:pt idx="3248">
                  <c:v>0.54579847440944884</c:v>
                </c:pt>
                <c:pt idx="3249">
                  <c:v>0.54613681102362199</c:v>
                </c:pt>
                <c:pt idx="3250">
                  <c:v>0.54613681102362199</c:v>
                </c:pt>
                <c:pt idx="3251">
                  <c:v>0.54647514763779526</c:v>
                </c:pt>
                <c:pt idx="3252">
                  <c:v>0.54647514763779526</c:v>
                </c:pt>
                <c:pt idx="3253">
                  <c:v>0.54681348425196852</c:v>
                </c:pt>
                <c:pt idx="3254">
                  <c:v>0.54681348425196852</c:v>
                </c:pt>
                <c:pt idx="3255">
                  <c:v>0.54715182086614178</c:v>
                </c:pt>
                <c:pt idx="3256">
                  <c:v>0.54715182086614178</c:v>
                </c:pt>
                <c:pt idx="3257">
                  <c:v>0.54749015748031493</c:v>
                </c:pt>
                <c:pt idx="3258">
                  <c:v>0.54749015748031493</c:v>
                </c:pt>
                <c:pt idx="3259">
                  <c:v>0.54782849409448819</c:v>
                </c:pt>
                <c:pt idx="3260">
                  <c:v>0.54782849409448819</c:v>
                </c:pt>
                <c:pt idx="3261">
                  <c:v>0.54816683070866146</c:v>
                </c:pt>
                <c:pt idx="3262">
                  <c:v>0.54816683070866146</c:v>
                </c:pt>
                <c:pt idx="3263">
                  <c:v>0.54850516732283461</c:v>
                </c:pt>
                <c:pt idx="3264">
                  <c:v>0.54850516732283461</c:v>
                </c:pt>
                <c:pt idx="3265">
                  <c:v>0.54884350393700787</c:v>
                </c:pt>
                <c:pt idx="3266">
                  <c:v>0.54884350393700787</c:v>
                </c:pt>
                <c:pt idx="3267">
                  <c:v>0.54918184055118113</c:v>
                </c:pt>
                <c:pt idx="3268">
                  <c:v>0.54918184055118113</c:v>
                </c:pt>
                <c:pt idx="3269">
                  <c:v>0.54948941929133854</c:v>
                </c:pt>
                <c:pt idx="3270">
                  <c:v>0.54948941929133854</c:v>
                </c:pt>
                <c:pt idx="3271">
                  <c:v>0.54982775590551181</c:v>
                </c:pt>
                <c:pt idx="3272">
                  <c:v>0.54982775590551181</c:v>
                </c:pt>
                <c:pt idx="3273">
                  <c:v>0.55016609251968507</c:v>
                </c:pt>
                <c:pt idx="3274">
                  <c:v>0.55016609251968507</c:v>
                </c:pt>
                <c:pt idx="3275">
                  <c:v>0.55050442913385822</c:v>
                </c:pt>
                <c:pt idx="3276">
                  <c:v>0.55050442913385822</c:v>
                </c:pt>
                <c:pt idx="3277">
                  <c:v>0.55084276574803148</c:v>
                </c:pt>
                <c:pt idx="3278">
                  <c:v>0.55084276574803148</c:v>
                </c:pt>
                <c:pt idx="3279">
                  <c:v>0.55118110236220474</c:v>
                </c:pt>
                <c:pt idx="3280">
                  <c:v>0.55118110236220474</c:v>
                </c:pt>
                <c:pt idx="3281">
                  <c:v>0.55151943897637801</c:v>
                </c:pt>
                <c:pt idx="3282">
                  <c:v>0.55151943897637801</c:v>
                </c:pt>
                <c:pt idx="3283">
                  <c:v>0.55185777559055116</c:v>
                </c:pt>
                <c:pt idx="3284">
                  <c:v>0.55185777559055116</c:v>
                </c:pt>
                <c:pt idx="3285">
                  <c:v>0.55219611220472442</c:v>
                </c:pt>
                <c:pt idx="3286">
                  <c:v>0.55219611220472442</c:v>
                </c:pt>
                <c:pt idx="3287">
                  <c:v>0.55253444881889768</c:v>
                </c:pt>
                <c:pt idx="3288">
                  <c:v>0.55253444881889768</c:v>
                </c:pt>
                <c:pt idx="3289">
                  <c:v>0.55287278543307083</c:v>
                </c:pt>
                <c:pt idx="3290">
                  <c:v>0.55287278543307083</c:v>
                </c:pt>
                <c:pt idx="3291">
                  <c:v>0.5532111220472441</c:v>
                </c:pt>
                <c:pt idx="3292">
                  <c:v>0.5532111220472441</c:v>
                </c:pt>
                <c:pt idx="3293">
                  <c:v>0.55354945866141736</c:v>
                </c:pt>
                <c:pt idx="3294">
                  <c:v>0.55354945866141736</c:v>
                </c:pt>
                <c:pt idx="3295">
                  <c:v>0.55388779527559051</c:v>
                </c:pt>
                <c:pt idx="3296">
                  <c:v>0.55388779527559051</c:v>
                </c:pt>
                <c:pt idx="3297">
                  <c:v>0.55422613188976377</c:v>
                </c:pt>
                <c:pt idx="3298">
                  <c:v>0.55422613188976377</c:v>
                </c:pt>
                <c:pt idx="3299">
                  <c:v>0.55456446850393704</c:v>
                </c:pt>
                <c:pt idx="3300">
                  <c:v>0.55456446850393704</c:v>
                </c:pt>
                <c:pt idx="3301">
                  <c:v>0.55487204724409445</c:v>
                </c:pt>
                <c:pt idx="3302">
                  <c:v>0.55487204724409445</c:v>
                </c:pt>
                <c:pt idx="3303">
                  <c:v>0.55521038385826771</c:v>
                </c:pt>
                <c:pt idx="3304">
                  <c:v>0.55521038385826771</c:v>
                </c:pt>
                <c:pt idx="3305">
                  <c:v>0.55554872047244097</c:v>
                </c:pt>
                <c:pt idx="3306">
                  <c:v>0.55554872047244097</c:v>
                </c:pt>
                <c:pt idx="3307">
                  <c:v>0.55588705708661412</c:v>
                </c:pt>
                <c:pt idx="3308">
                  <c:v>0.55588705708661412</c:v>
                </c:pt>
                <c:pt idx="3309">
                  <c:v>0.55622539370078738</c:v>
                </c:pt>
                <c:pt idx="3310">
                  <c:v>0.55622539370078738</c:v>
                </c:pt>
                <c:pt idx="3311">
                  <c:v>0.55656373031496065</c:v>
                </c:pt>
                <c:pt idx="3312">
                  <c:v>0.55656373031496065</c:v>
                </c:pt>
                <c:pt idx="3313">
                  <c:v>0.55690206692913391</c:v>
                </c:pt>
                <c:pt idx="3314">
                  <c:v>0.55690206692913391</c:v>
                </c:pt>
                <c:pt idx="3315">
                  <c:v>0.55724040354330706</c:v>
                </c:pt>
                <c:pt idx="3316">
                  <c:v>0.55724040354330706</c:v>
                </c:pt>
                <c:pt idx="3317">
                  <c:v>0.55757874015748032</c:v>
                </c:pt>
                <c:pt idx="3318">
                  <c:v>0.55757874015748032</c:v>
                </c:pt>
                <c:pt idx="3319">
                  <c:v>0.55791707677165359</c:v>
                </c:pt>
                <c:pt idx="3320">
                  <c:v>0.55791707677165359</c:v>
                </c:pt>
                <c:pt idx="3321">
                  <c:v>0.55825541338582674</c:v>
                </c:pt>
                <c:pt idx="3322">
                  <c:v>0.55825541338582674</c:v>
                </c:pt>
                <c:pt idx="3323">
                  <c:v>0.55859375</c:v>
                </c:pt>
                <c:pt idx="3324">
                  <c:v>0.55859375</c:v>
                </c:pt>
                <c:pt idx="3325">
                  <c:v>0.55893208661417326</c:v>
                </c:pt>
                <c:pt idx="3326">
                  <c:v>0.55893208661417326</c:v>
                </c:pt>
                <c:pt idx="3327">
                  <c:v>0.55927042322834641</c:v>
                </c:pt>
                <c:pt idx="3328">
                  <c:v>0.55927042322834641</c:v>
                </c:pt>
                <c:pt idx="3329">
                  <c:v>0.55960875984251968</c:v>
                </c:pt>
                <c:pt idx="3330">
                  <c:v>0.55960875984251968</c:v>
                </c:pt>
                <c:pt idx="3331">
                  <c:v>0.5599163385826772</c:v>
                </c:pt>
                <c:pt idx="3332">
                  <c:v>0.5599163385826772</c:v>
                </c:pt>
                <c:pt idx="3333">
                  <c:v>0.56025467519685035</c:v>
                </c:pt>
                <c:pt idx="3334">
                  <c:v>0.56025467519685035</c:v>
                </c:pt>
                <c:pt idx="3335">
                  <c:v>0.56059301181102361</c:v>
                </c:pt>
                <c:pt idx="3336">
                  <c:v>0.56059301181102361</c:v>
                </c:pt>
                <c:pt idx="3337">
                  <c:v>0.56093134842519687</c:v>
                </c:pt>
                <c:pt idx="3338">
                  <c:v>0.56093134842519687</c:v>
                </c:pt>
                <c:pt idx="3339">
                  <c:v>0.56126968503937003</c:v>
                </c:pt>
                <c:pt idx="3340">
                  <c:v>0.56126968503937003</c:v>
                </c:pt>
                <c:pt idx="3341">
                  <c:v>0.56160802165354329</c:v>
                </c:pt>
                <c:pt idx="3342">
                  <c:v>0.56160802165354329</c:v>
                </c:pt>
                <c:pt idx="3343">
                  <c:v>0.56194635826771655</c:v>
                </c:pt>
                <c:pt idx="3344">
                  <c:v>0.56194635826771655</c:v>
                </c:pt>
                <c:pt idx="3345">
                  <c:v>0.56228469488188981</c:v>
                </c:pt>
                <c:pt idx="3346">
                  <c:v>0.56228469488188981</c:v>
                </c:pt>
                <c:pt idx="3347">
                  <c:v>0.56262303149606296</c:v>
                </c:pt>
                <c:pt idx="3348">
                  <c:v>0.56262303149606296</c:v>
                </c:pt>
                <c:pt idx="3349">
                  <c:v>0.56296136811023623</c:v>
                </c:pt>
                <c:pt idx="3350">
                  <c:v>0.56296136811023623</c:v>
                </c:pt>
                <c:pt idx="3351">
                  <c:v>0.56329970472440949</c:v>
                </c:pt>
                <c:pt idx="3352">
                  <c:v>0.56329970472440949</c:v>
                </c:pt>
                <c:pt idx="3353">
                  <c:v>0.56363804133858264</c:v>
                </c:pt>
                <c:pt idx="3354">
                  <c:v>0.56363804133858264</c:v>
                </c:pt>
                <c:pt idx="3355">
                  <c:v>0.5639763779527559</c:v>
                </c:pt>
                <c:pt idx="3356">
                  <c:v>0.5639763779527559</c:v>
                </c:pt>
                <c:pt idx="3357">
                  <c:v>0.56431471456692917</c:v>
                </c:pt>
                <c:pt idx="3358">
                  <c:v>0.56431471456692917</c:v>
                </c:pt>
                <c:pt idx="3359">
                  <c:v>0.56465305118110232</c:v>
                </c:pt>
                <c:pt idx="3360">
                  <c:v>0.56465305118110232</c:v>
                </c:pt>
                <c:pt idx="3361">
                  <c:v>0.56496062992125984</c:v>
                </c:pt>
                <c:pt idx="3362">
                  <c:v>0.56496062992125984</c:v>
                </c:pt>
                <c:pt idx="3363">
                  <c:v>0.5652989665354331</c:v>
                </c:pt>
                <c:pt idx="3364">
                  <c:v>0.5652989665354331</c:v>
                </c:pt>
                <c:pt idx="3365">
                  <c:v>0.56563730314960625</c:v>
                </c:pt>
                <c:pt idx="3366">
                  <c:v>0.56563730314960625</c:v>
                </c:pt>
                <c:pt idx="3367">
                  <c:v>0.56597563976377951</c:v>
                </c:pt>
                <c:pt idx="3368">
                  <c:v>0.56597563976377951</c:v>
                </c:pt>
                <c:pt idx="3369">
                  <c:v>0.56631397637795278</c:v>
                </c:pt>
                <c:pt idx="3370">
                  <c:v>0.56631397637795278</c:v>
                </c:pt>
                <c:pt idx="3371">
                  <c:v>0.56665231299212604</c:v>
                </c:pt>
                <c:pt idx="3372">
                  <c:v>0.56665231299212604</c:v>
                </c:pt>
                <c:pt idx="3373">
                  <c:v>0.56699064960629919</c:v>
                </c:pt>
                <c:pt idx="3374">
                  <c:v>0.56699064960629919</c:v>
                </c:pt>
                <c:pt idx="3375">
                  <c:v>0.56732898622047245</c:v>
                </c:pt>
                <c:pt idx="3376">
                  <c:v>0.56732898622047245</c:v>
                </c:pt>
                <c:pt idx="3377">
                  <c:v>0.56766732283464572</c:v>
                </c:pt>
                <c:pt idx="3378">
                  <c:v>0.56766732283464572</c:v>
                </c:pt>
                <c:pt idx="3379">
                  <c:v>0.56800565944881887</c:v>
                </c:pt>
                <c:pt idx="3380">
                  <c:v>0.56800565944881887</c:v>
                </c:pt>
                <c:pt idx="3381">
                  <c:v>0.56834399606299213</c:v>
                </c:pt>
                <c:pt idx="3382">
                  <c:v>0.56834399606299213</c:v>
                </c:pt>
                <c:pt idx="3383">
                  <c:v>0.56868233267716539</c:v>
                </c:pt>
                <c:pt idx="3384">
                  <c:v>0.56868233267716539</c:v>
                </c:pt>
                <c:pt idx="3385">
                  <c:v>0.56902066929133854</c:v>
                </c:pt>
                <c:pt idx="3386">
                  <c:v>0.56902066929133854</c:v>
                </c:pt>
                <c:pt idx="3387">
                  <c:v>0.56935900590551181</c:v>
                </c:pt>
                <c:pt idx="3388">
                  <c:v>0.56935900590551181</c:v>
                </c:pt>
                <c:pt idx="3389">
                  <c:v>0.56969734251968507</c:v>
                </c:pt>
                <c:pt idx="3390">
                  <c:v>0.56969734251968507</c:v>
                </c:pt>
                <c:pt idx="3391">
                  <c:v>0.57000492125984248</c:v>
                </c:pt>
                <c:pt idx="3392">
                  <c:v>0.57000492125984248</c:v>
                </c:pt>
                <c:pt idx="3393">
                  <c:v>0.57034325787401574</c:v>
                </c:pt>
                <c:pt idx="3394">
                  <c:v>0.57034325787401574</c:v>
                </c:pt>
                <c:pt idx="3395">
                  <c:v>0.570681594488189</c:v>
                </c:pt>
                <c:pt idx="3396">
                  <c:v>0.570681594488189</c:v>
                </c:pt>
                <c:pt idx="3397">
                  <c:v>0.57101993110236215</c:v>
                </c:pt>
                <c:pt idx="3398">
                  <c:v>0.57101993110236215</c:v>
                </c:pt>
                <c:pt idx="3399">
                  <c:v>0.57135826771653542</c:v>
                </c:pt>
                <c:pt idx="3400">
                  <c:v>0.57135826771653542</c:v>
                </c:pt>
                <c:pt idx="3401">
                  <c:v>0.57169660433070868</c:v>
                </c:pt>
                <c:pt idx="3402">
                  <c:v>0.57169660433070868</c:v>
                </c:pt>
                <c:pt idx="3403">
                  <c:v>0.57203494094488194</c:v>
                </c:pt>
                <c:pt idx="3404">
                  <c:v>0.57203494094488194</c:v>
                </c:pt>
                <c:pt idx="3405">
                  <c:v>0.57237327755905509</c:v>
                </c:pt>
                <c:pt idx="3406">
                  <c:v>0.57237327755905509</c:v>
                </c:pt>
                <c:pt idx="3407">
                  <c:v>0.57271161417322836</c:v>
                </c:pt>
                <c:pt idx="3408">
                  <c:v>0.57271161417322836</c:v>
                </c:pt>
                <c:pt idx="3409">
                  <c:v>0.57304995078740162</c:v>
                </c:pt>
                <c:pt idx="3410">
                  <c:v>0.57304995078740162</c:v>
                </c:pt>
                <c:pt idx="3411">
                  <c:v>0.57338828740157477</c:v>
                </c:pt>
                <c:pt idx="3412">
                  <c:v>0.57338828740157477</c:v>
                </c:pt>
                <c:pt idx="3413">
                  <c:v>0.57372662401574803</c:v>
                </c:pt>
                <c:pt idx="3414">
                  <c:v>0.57372662401574803</c:v>
                </c:pt>
                <c:pt idx="3415">
                  <c:v>0.57406496062992129</c:v>
                </c:pt>
                <c:pt idx="3416">
                  <c:v>0.57406496062992129</c:v>
                </c:pt>
                <c:pt idx="3417">
                  <c:v>0.57440329724409445</c:v>
                </c:pt>
                <c:pt idx="3418">
                  <c:v>0.57440329724409445</c:v>
                </c:pt>
                <c:pt idx="3419">
                  <c:v>0.57474163385826771</c:v>
                </c:pt>
                <c:pt idx="3420">
                  <c:v>0.57474163385826771</c:v>
                </c:pt>
                <c:pt idx="3421">
                  <c:v>0.57504921259842523</c:v>
                </c:pt>
                <c:pt idx="3422">
                  <c:v>0.57504921259842523</c:v>
                </c:pt>
                <c:pt idx="3423">
                  <c:v>0.57538754921259838</c:v>
                </c:pt>
                <c:pt idx="3424">
                  <c:v>0.57538754921259838</c:v>
                </c:pt>
                <c:pt idx="3425">
                  <c:v>0.57572588582677164</c:v>
                </c:pt>
                <c:pt idx="3426">
                  <c:v>0.57572588582677164</c:v>
                </c:pt>
                <c:pt idx="3427">
                  <c:v>0.57606422244094491</c:v>
                </c:pt>
                <c:pt idx="3428">
                  <c:v>0.57606422244094491</c:v>
                </c:pt>
                <c:pt idx="3429">
                  <c:v>0.57640255905511806</c:v>
                </c:pt>
                <c:pt idx="3430">
                  <c:v>0.57640255905511806</c:v>
                </c:pt>
                <c:pt idx="3431">
                  <c:v>0.57674089566929132</c:v>
                </c:pt>
                <c:pt idx="3432">
                  <c:v>0.57674089566929132</c:v>
                </c:pt>
                <c:pt idx="3433">
                  <c:v>0.57707923228346458</c:v>
                </c:pt>
                <c:pt idx="3434">
                  <c:v>0.57707923228346458</c:v>
                </c:pt>
                <c:pt idx="3435">
                  <c:v>0.57741756889763785</c:v>
                </c:pt>
                <c:pt idx="3436">
                  <c:v>0.57741756889763785</c:v>
                </c:pt>
                <c:pt idx="3437">
                  <c:v>0.577755905511811</c:v>
                </c:pt>
                <c:pt idx="3438">
                  <c:v>0.577755905511811</c:v>
                </c:pt>
                <c:pt idx="3439">
                  <c:v>0.57809424212598426</c:v>
                </c:pt>
                <c:pt idx="3440">
                  <c:v>0.57809424212598426</c:v>
                </c:pt>
                <c:pt idx="3441">
                  <c:v>0.57843257874015752</c:v>
                </c:pt>
                <c:pt idx="3442">
                  <c:v>0.57843257874015752</c:v>
                </c:pt>
                <c:pt idx="3443">
                  <c:v>0.57877091535433067</c:v>
                </c:pt>
                <c:pt idx="3444">
                  <c:v>0.57877091535433067</c:v>
                </c:pt>
                <c:pt idx="3445">
                  <c:v>0.57910925196850394</c:v>
                </c:pt>
                <c:pt idx="3446">
                  <c:v>0.57910925196850394</c:v>
                </c:pt>
                <c:pt idx="3447">
                  <c:v>0.5794475885826772</c:v>
                </c:pt>
                <c:pt idx="3448">
                  <c:v>0.5794475885826772</c:v>
                </c:pt>
                <c:pt idx="3449">
                  <c:v>0.57978592519685035</c:v>
                </c:pt>
                <c:pt idx="3450">
                  <c:v>0.57978592519685035</c:v>
                </c:pt>
                <c:pt idx="3451">
                  <c:v>0.58009350393700787</c:v>
                </c:pt>
                <c:pt idx="3452">
                  <c:v>0.58009350393700787</c:v>
                </c:pt>
                <c:pt idx="3453">
                  <c:v>0.58043184055118113</c:v>
                </c:pt>
                <c:pt idx="3454">
                  <c:v>0.58043184055118113</c:v>
                </c:pt>
                <c:pt idx="3455">
                  <c:v>0.58077017716535428</c:v>
                </c:pt>
                <c:pt idx="3456">
                  <c:v>0.58077017716535428</c:v>
                </c:pt>
                <c:pt idx="3457">
                  <c:v>0.58110851377952755</c:v>
                </c:pt>
                <c:pt idx="3458">
                  <c:v>0.58110851377952755</c:v>
                </c:pt>
                <c:pt idx="3459">
                  <c:v>0.58144685039370081</c:v>
                </c:pt>
                <c:pt idx="3460">
                  <c:v>0.58144685039370081</c:v>
                </c:pt>
                <c:pt idx="3461">
                  <c:v>0.58178518700787396</c:v>
                </c:pt>
                <c:pt idx="3462">
                  <c:v>0.58178518700787396</c:v>
                </c:pt>
                <c:pt idx="3463">
                  <c:v>0.58212352362204722</c:v>
                </c:pt>
                <c:pt idx="3464">
                  <c:v>0.58212352362204722</c:v>
                </c:pt>
                <c:pt idx="3465">
                  <c:v>0.58246186023622049</c:v>
                </c:pt>
                <c:pt idx="3466">
                  <c:v>0.58246186023622049</c:v>
                </c:pt>
                <c:pt idx="3467">
                  <c:v>0.58280019685039375</c:v>
                </c:pt>
                <c:pt idx="3468">
                  <c:v>0.58280019685039375</c:v>
                </c:pt>
                <c:pt idx="3469">
                  <c:v>0.5831385334645669</c:v>
                </c:pt>
                <c:pt idx="3470">
                  <c:v>0.5831385334645669</c:v>
                </c:pt>
                <c:pt idx="3471">
                  <c:v>0.58347687007874016</c:v>
                </c:pt>
                <c:pt idx="3472">
                  <c:v>0.58347687007874016</c:v>
                </c:pt>
                <c:pt idx="3473">
                  <c:v>0.58381520669291342</c:v>
                </c:pt>
                <c:pt idx="3474">
                  <c:v>0.58381520669291342</c:v>
                </c:pt>
                <c:pt idx="3475">
                  <c:v>0.58415354330708658</c:v>
                </c:pt>
                <c:pt idx="3476">
                  <c:v>0.58415354330708658</c:v>
                </c:pt>
                <c:pt idx="3477">
                  <c:v>0.58449187992125984</c:v>
                </c:pt>
                <c:pt idx="3478">
                  <c:v>0.58449187992125984</c:v>
                </c:pt>
                <c:pt idx="3479">
                  <c:v>0.5848302165354331</c:v>
                </c:pt>
                <c:pt idx="3480">
                  <c:v>0.5848302165354331</c:v>
                </c:pt>
                <c:pt idx="3481">
                  <c:v>0.58513779527559051</c:v>
                </c:pt>
                <c:pt idx="3482">
                  <c:v>0.58513779527559051</c:v>
                </c:pt>
                <c:pt idx="3483">
                  <c:v>0.58547613188976377</c:v>
                </c:pt>
                <c:pt idx="3484">
                  <c:v>0.58547613188976377</c:v>
                </c:pt>
                <c:pt idx="3485">
                  <c:v>0.58581446850393704</c:v>
                </c:pt>
                <c:pt idx="3486">
                  <c:v>0.58581446850393704</c:v>
                </c:pt>
                <c:pt idx="3487">
                  <c:v>0.58615280511811019</c:v>
                </c:pt>
                <c:pt idx="3488">
                  <c:v>0.58615280511811019</c:v>
                </c:pt>
                <c:pt idx="3489">
                  <c:v>0.58649114173228345</c:v>
                </c:pt>
                <c:pt idx="3490">
                  <c:v>0.58649114173228345</c:v>
                </c:pt>
                <c:pt idx="3491">
                  <c:v>0.58682947834645671</c:v>
                </c:pt>
                <c:pt idx="3492">
                  <c:v>0.58682947834645671</c:v>
                </c:pt>
                <c:pt idx="3493">
                  <c:v>0.58716781496062997</c:v>
                </c:pt>
                <c:pt idx="3494">
                  <c:v>0.58716781496062997</c:v>
                </c:pt>
                <c:pt idx="3495">
                  <c:v>0.58750615157480313</c:v>
                </c:pt>
                <c:pt idx="3496">
                  <c:v>0.58750615157480313</c:v>
                </c:pt>
                <c:pt idx="3497">
                  <c:v>0.58784448818897639</c:v>
                </c:pt>
                <c:pt idx="3498">
                  <c:v>0.58784448818897639</c:v>
                </c:pt>
                <c:pt idx="3499">
                  <c:v>0.58818282480314965</c:v>
                </c:pt>
                <c:pt idx="3500">
                  <c:v>0.58818282480314965</c:v>
                </c:pt>
                <c:pt idx="3501">
                  <c:v>0.5885211614173228</c:v>
                </c:pt>
                <c:pt idx="3502">
                  <c:v>0.5885211614173228</c:v>
                </c:pt>
                <c:pt idx="3503">
                  <c:v>0.58885949803149606</c:v>
                </c:pt>
                <c:pt idx="3504">
                  <c:v>0.58885949803149606</c:v>
                </c:pt>
                <c:pt idx="3505">
                  <c:v>0.58919783464566933</c:v>
                </c:pt>
                <c:pt idx="3506">
                  <c:v>0.58919783464566933</c:v>
                </c:pt>
                <c:pt idx="3507">
                  <c:v>0.58953617125984248</c:v>
                </c:pt>
                <c:pt idx="3508">
                  <c:v>0.58953617125984248</c:v>
                </c:pt>
                <c:pt idx="3509">
                  <c:v>0.58987450787401574</c:v>
                </c:pt>
                <c:pt idx="3510">
                  <c:v>0.58987450787401574</c:v>
                </c:pt>
                <c:pt idx="3511">
                  <c:v>0.59018208661417326</c:v>
                </c:pt>
                <c:pt idx="3512">
                  <c:v>0.59018208661417326</c:v>
                </c:pt>
                <c:pt idx="3513">
                  <c:v>0.59052042322834641</c:v>
                </c:pt>
                <c:pt idx="3514">
                  <c:v>0.59052042322834641</c:v>
                </c:pt>
                <c:pt idx="3515">
                  <c:v>0.59085875984251968</c:v>
                </c:pt>
                <c:pt idx="3516">
                  <c:v>0.59085875984251968</c:v>
                </c:pt>
                <c:pt idx="3517">
                  <c:v>0.59119709645669294</c:v>
                </c:pt>
                <c:pt idx="3518">
                  <c:v>0.59119709645669294</c:v>
                </c:pt>
                <c:pt idx="3519">
                  <c:v>0.59153543307086609</c:v>
                </c:pt>
                <c:pt idx="3520">
                  <c:v>0.59153543307086609</c:v>
                </c:pt>
                <c:pt idx="3521">
                  <c:v>0.59187376968503935</c:v>
                </c:pt>
                <c:pt idx="3522">
                  <c:v>0.59187376968503935</c:v>
                </c:pt>
                <c:pt idx="3523">
                  <c:v>0.59221210629921262</c:v>
                </c:pt>
                <c:pt idx="3524">
                  <c:v>0.59221210629921262</c:v>
                </c:pt>
                <c:pt idx="3525">
                  <c:v>0.59255044291338588</c:v>
                </c:pt>
                <c:pt idx="3526">
                  <c:v>0.59255044291338588</c:v>
                </c:pt>
                <c:pt idx="3527">
                  <c:v>0.59288877952755903</c:v>
                </c:pt>
                <c:pt idx="3528">
                  <c:v>0.59288877952755903</c:v>
                </c:pt>
                <c:pt idx="3529">
                  <c:v>0.59322711614173229</c:v>
                </c:pt>
                <c:pt idx="3530">
                  <c:v>0.59322711614173229</c:v>
                </c:pt>
                <c:pt idx="3531">
                  <c:v>0.59356545275590555</c:v>
                </c:pt>
                <c:pt idx="3532">
                  <c:v>0.59356545275590555</c:v>
                </c:pt>
                <c:pt idx="3533">
                  <c:v>0.59390378937007871</c:v>
                </c:pt>
                <c:pt idx="3534">
                  <c:v>0.59390378937007871</c:v>
                </c:pt>
                <c:pt idx="3535">
                  <c:v>0.59424212598425197</c:v>
                </c:pt>
                <c:pt idx="3536">
                  <c:v>0.59424212598425197</c:v>
                </c:pt>
                <c:pt idx="3537">
                  <c:v>0.59458046259842523</c:v>
                </c:pt>
                <c:pt idx="3538">
                  <c:v>0.59458046259842523</c:v>
                </c:pt>
                <c:pt idx="3539">
                  <c:v>0.59491879921259838</c:v>
                </c:pt>
                <c:pt idx="3540">
                  <c:v>0.59491879921259838</c:v>
                </c:pt>
                <c:pt idx="3541">
                  <c:v>0.59525713582677164</c:v>
                </c:pt>
                <c:pt idx="3542">
                  <c:v>0.59525713582677164</c:v>
                </c:pt>
                <c:pt idx="3543">
                  <c:v>0.59556471456692917</c:v>
                </c:pt>
                <c:pt idx="3544">
                  <c:v>0.59556471456692917</c:v>
                </c:pt>
                <c:pt idx="3545">
                  <c:v>0.59590305118110232</c:v>
                </c:pt>
                <c:pt idx="3546">
                  <c:v>0.59590305118110232</c:v>
                </c:pt>
                <c:pt idx="3547">
                  <c:v>0.59624138779527558</c:v>
                </c:pt>
                <c:pt idx="3548">
                  <c:v>0.59624138779527558</c:v>
                </c:pt>
                <c:pt idx="3549">
                  <c:v>0.59657972440944884</c:v>
                </c:pt>
                <c:pt idx="3550">
                  <c:v>0.59657972440944884</c:v>
                </c:pt>
                <c:pt idx="3551">
                  <c:v>0.59691806102362199</c:v>
                </c:pt>
                <c:pt idx="3552">
                  <c:v>0.59691806102362199</c:v>
                </c:pt>
                <c:pt idx="3553">
                  <c:v>0.59725639763779526</c:v>
                </c:pt>
                <c:pt idx="3554">
                  <c:v>0.59725639763779526</c:v>
                </c:pt>
                <c:pt idx="3555">
                  <c:v>0.59759473425196852</c:v>
                </c:pt>
                <c:pt idx="3556">
                  <c:v>0.59759473425196852</c:v>
                </c:pt>
                <c:pt idx="3557">
                  <c:v>0.59793307086614178</c:v>
                </c:pt>
                <c:pt idx="3558">
                  <c:v>0.59793307086614178</c:v>
                </c:pt>
                <c:pt idx="3559">
                  <c:v>0.59827140748031493</c:v>
                </c:pt>
                <c:pt idx="3560">
                  <c:v>0.59827140748031493</c:v>
                </c:pt>
                <c:pt idx="3561">
                  <c:v>0.59860974409448819</c:v>
                </c:pt>
                <c:pt idx="3562">
                  <c:v>0.59860974409448819</c:v>
                </c:pt>
                <c:pt idx="3563">
                  <c:v>0.59894808070866146</c:v>
                </c:pt>
                <c:pt idx="3564">
                  <c:v>0.59894808070866146</c:v>
                </c:pt>
                <c:pt idx="3565">
                  <c:v>0.59928641732283461</c:v>
                </c:pt>
                <c:pt idx="3566">
                  <c:v>0.59928641732283461</c:v>
                </c:pt>
                <c:pt idx="3567">
                  <c:v>0.59962475393700787</c:v>
                </c:pt>
                <c:pt idx="3568">
                  <c:v>0.59962475393700787</c:v>
                </c:pt>
                <c:pt idx="3569">
                  <c:v>0.59996309055118113</c:v>
                </c:pt>
                <c:pt idx="3570">
                  <c:v>0.59996309055118113</c:v>
                </c:pt>
                <c:pt idx="3571">
                  <c:v>0.60030142716535428</c:v>
                </c:pt>
                <c:pt idx="3572">
                  <c:v>0.60030142716535428</c:v>
                </c:pt>
                <c:pt idx="3573">
                  <c:v>0.60060900590551181</c:v>
                </c:pt>
                <c:pt idx="3574">
                  <c:v>0.60060900590551181</c:v>
                </c:pt>
                <c:pt idx="3575">
                  <c:v>0.60094734251968507</c:v>
                </c:pt>
                <c:pt idx="3576">
                  <c:v>0.60094734251968507</c:v>
                </c:pt>
                <c:pt idx="3577">
                  <c:v>0.60128567913385822</c:v>
                </c:pt>
                <c:pt idx="3578">
                  <c:v>0.60128567913385822</c:v>
                </c:pt>
                <c:pt idx="3579">
                  <c:v>0.60162401574803148</c:v>
                </c:pt>
                <c:pt idx="3580">
                  <c:v>0.60162401574803148</c:v>
                </c:pt>
                <c:pt idx="3581">
                  <c:v>0.60196235236220474</c:v>
                </c:pt>
                <c:pt idx="3582">
                  <c:v>0.60196235236220474</c:v>
                </c:pt>
                <c:pt idx="3583">
                  <c:v>0.60230068897637801</c:v>
                </c:pt>
                <c:pt idx="3584">
                  <c:v>0.60230068897637801</c:v>
                </c:pt>
                <c:pt idx="3585">
                  <c:v>0.60263902559055116</c:v>
                </c:pt>
                <c:pt idx="3586">
                  <c:v>0.60263902559055116</c:v>
                </c:pt>
                <c:pt idx="3587">
                  <c:v>0.60297736220472442</c:v>
                </c:pt>
                <c:pt idx="3588">
                  <c:v>0.60297736220472442</c:v>
                </c:pt>
                <c:pt idx="3589">
                  <c:v>0.60331569881889768</c:v>
                </c:pt>
                <c:pt idx="3590">
                  <c:v>0.60331569881889768</c:v>
                </c:pt>
                <c:pt idx="3591">
                  <c:v>0.60365403543307083</c:v>
                </c:pt>
                <c:pt idx="3592">
                  <c:v>0.60365403543307083</c:v>
                </c:pt>
                <c:pt idx="3593">
                  <c:v>0.6039923720472441</c:v>
                </c:pt>
                <c:pt idx="3594">
                  <c:v>0.6039923720472441</c:v>
                </c:pt>
                <c:pt idx="3595">
                  <c:v>0.60433070866141736</c:v>
                </c:pt>
                <c:pt idx="3596">
                  <c:v>0.60433070866141736</c:v>
                </c:pt>
                <c:pt idx="3597">
                  <c:v>0.60466904527559051</c:v>
                </c:pt>
                <c:pt idx="3598">
                  <c:v>0.60466904527559051</c:v>
                </c:pt>
                <c:pt idx="3599">
                  <c:v>0.60500738188976377</c:v>
                </c:pt>
                <c:pt idx="3600">
                  <c:v>0.60500738188976377</c:v>
                </c:pt>
                <c:pt idx="3601">
                  <c:v>0.60534571850393704</c:v>
                </c:pt>
                <c:pt idx="3602">
                  <c:v>0.60534571850393704</c:v>
                </c:pt>
                <c:pt idx="3603">
                  <c:v>0.60565329724409445</c:v>
                </c:pt>
                <c:pt idx="3604">
                  <c:v>0.60565329724409445</c:v>
                </c:pt>
                <c:pt idx="3605">
                  <c:v>0.60599163385826771</c:v>
                </c:pt>
                <c:pt idx="3606">
                  <c:v>0.60599163385826771</c:v>
                </c:pt>
                <c:pt idx="3607">
                  <c:v>0.60632997047244097</c:v>
                </c:pt>
                <c:pt idx="3608">
                  <c:v>0.60632997047244097</c:v>
                </c:pt>
                <c:pt idx="3609">
                  <c:v>0.60666830708661412</c:v>
                </c:pt>
                <c:pt idx="3610">
                  <c:v>0.60666830708661412</c:v>
                </c:pt>
                <c:pt idx="3611">
                  <c:v>0.60700664370078738</c:v>
                </c:pt>
                <c:pt idx="3612">
                  <c:v>0.60700664370078738</c:v>
                </c:pt>
                <c:pt idx="3613">
                  <c:v>0.60734498031496065</c:v>
                </c:pt>
                <c:pt idx="3614">
                  <c:v>0.60734498031496065</c:v>
                </c:pt>
                <c:pt idx="3615">
                  <c:v>0.60768331692913391</c:v>
                </c:pt>
                <c:pt idx="3616">
                  <c:v>0.60768331692913391</c:v>
                </c:pt>
                <c:pt idx="3617">
                  <c:v>0.60802165354330706</c:v>
                </c:pt>
                <c:pt idx="3618">
                  <c:v>0.60802165354330706</c:v>
                </c:pt>
                <c:pt idx="3619">
                  <c:v>0.60835999015748032</c:v>
                </c:pt>
                <c:pt idx="3620">
                  <c:v>0.60835999015748032</c:v>
                </c:pt>
                <c:pt idx="3621">
                  <c:v>0.60869832677165359</c:v>
                </c:pt>
                <c:pt idx="3622">
                  <c:v>0.60869832677165359</c:v>
                </c:pt>
                <c:pt idx="3623">
                  <c:v>0.60903666338582674</c:v>
                </c:pt>
                <c:pt idx="3624">
                  <c:v>0.60903666338582674</c:v>
                </c:pt>
                <c:pt idx="3625">
                  <c:v>0.609375</c:v>
                </c:pt>
                <c:pt idx="3626">
                  <c:v>0.609375</c:v>
                </c:pt>
                <c:pt idx="3627">
                  <c:v>0.60971333661417326</c:v>
                </c:pt>
                <c:pt idx="3628">
                  <c:v>0.60971333661417326</c:v>
                </c:pt>
                <c:pt idx="3629">
                  <c:v>0.61005167322834641</c:v>
                </c:pt>
                <c:pt idx="3630">
                  <c:v>0.61005167322834641</c:v>
                </c:pt>
                <c:pt idx="3631">
                  <c:v>0.61039000984251968</c:v>
                </c:pt>
                <c:pt idx="3632">
                  <c:v>0.61039000984251968</c:v>
                </c:pt>
                <c:pt idx="3633">
                  <c:v>0.6106975885826772</c:v>
                </c:pt>
                <c:pt idx="3634">
                  <c:v>0.6106975885826772</c:v>
                </c:pt>
                <c:pt idx="3635">
                  <c:v>0.61103592519685035</c:v>
                </c:pt>
                <c:pt idx="3636">
                  <c:v>0.61103592519685035</c:v>
                </c:pt>
                <c:pt idx="3637">
                  <c:v>0.61137426181102361</c:v>
                </c:pt>
                <c:pt idx="3638">
                  <c:v>0.61137426181102361</c:v>
                </c:pt>
                <c:pt idx="3639">
                  <c:v>0.61171259842519687</c:v>
                </c:pt>
                <c:pt idx="3640">
                  <c:v>0.61171259842519687</c:v>
                </c:pt>
                <c:pt idx="3641">
                  <c:v>0.61205093503937003</c:v>
                </c:pt>
                <c:pt idx="3642">
                  <c:v>0.61205093503937003</c:v>
                </c:pt>
                <c:pt idx="3643">
                  <c:v>0.61238927165354329</c:v>
                </c:pt>
                <c:pt idx="3644">
                  <c:v>0.61238927165354329</c:v>
                </c:pt>
                <c:pt idx="3645">
                  <c:v>0.61272760826771655</c:v>
                </c:pt>
                <c:pt idx="3646">
                  <c:v>0.61272760826771655</c:v>
                </c:pt>
                <c:pt idx="3647">
                  <c:v>0.61306594488188981</c:v>
                </c:pt>
                <c:pt idx="3648">
                  <c:v>0.61306594488188981</c:v>
                </c:pt>
                <c:pt idx="3649">
                  <c:v>0.61340428149606296</c:v>
                </c:pt>
                <c:pt idx="3650">
                  <c:v>0.61340428149606296</c:v>
                </c:pt>
                <c:pt idx="3651">
                  <c:v>0.61374261811023623</c:v>
                </c:pt>
                <c:pt idx="3652">
                  <c:v>0.61374261811023623</c:v>
                </c:pt>
                <c:pt idx="3653">
                  <c:v>0.61408095472440949</c:v>
                </c:pt>
                <c:pt idx="3654">
                  <c:v>0.61408095472440949</c:v>
                </c:pt>
                <c:pt idx="3655">
                  <c:v>0.61441929133858264</c:v>
                </c:pt>
                <c:pt idx="3656">
                  <c:v>0.61441929133858264</c:v>
                </c:pt>
                <c:pt idx="3657">
                  <c:v>0.6147576279527559</c:v>
                </c:pt>
                <c:pt idx="3658">
                  <c:v>0.6147576279527559</c:v>
                </c:pt>
                <c:pt idx="3659">
                  <c:v>0.61509596456692917</c:v>
                </c:pt>
                <c:pt idx="3660">
                  <c:v>0.61509596456692917</c:v>
                </c:pt>
                <c:pt idx="3661">
                  <c:v>0.61543430118110232</c:v>
                </c:pt>
                <c:pt idx="3662">
                  <c:v>0.61543430118110232</c:v>
                </c:pt>
                <c:pt idx="3663">
                  <c:v>0.61574187992125984</c:v>
                </c:pt>
                <c:pt idx="3664">
                  <c:v>0.61574187992125984</c:v>
                </c:pt>
                <c:pt idx="3665">
                  <c:v>0.6160802165354331</c:v>
                </c:pt>
                <c:pt idx="3666">
                  <c:v>0.6160802165354331</c:v>
                </c:pt>
                <c:pt idx="3667">
                  <c:v>0.61641855314960625</c:v>
                </c:pt>
                <c:pt idx="3668">
                  <c:v>0.61641855314960625</c:v>
                </c:pt>
                <c:pt idx="3669">
                  <c:v>0.61675688976377951</c:v>
                </c:pt>
                <c:pt idx="3670">
                  <c:v>0.61675688976377951</c:v>
                </c:pt>
                <c:pt idx="3671">
                  <c:v>0.61709522637795278</c:v>
                </c:pt>
                <c:pt idx="3672">
                  <c:v>0.61709522637795278</c:v>
                </c:pt>
                <c:pt idx="3673">
                  <c:v>0.61743356299212604</c:v>
                </c:pt>
                <c:pt idx="3674">
                  <c:v>0.61743356299212604</c:v>
                </c:pt>
                <c:pt idx="3675">
                  <c:v>0.61777189960629919</c:v>
                </c:pt>
                <c:pt idx="3676">
                  <c:v>0.61777189960629919</c:v>
                </c:pt>
                <c:pt idx="3677">
                  <c:v>0.61811023622047245</c:v>
                </c:pt>
                <c:pt idx="3678">
                  <c:v>0.61811023622047245</c:v>
                </c:pt>
                <c:pt idx="3679">
                  <c:v>0.61844857283464572</c:v>
                </c:pt>
                <c:pt idx="3680">
                  <c:v>0.61844857283464572</c:v>
                </c:pt>
                <c:pt idx="3681">
                  <c:v>0.61878690944881887</c:v>
                </c:pt>
                <c:pt idx="3682">
                  <c:v>0.61878690944881887</c:v>
                </c:pt>
                <c:pt idx="3683">
                  <c:v>0.61912524606299213</c:v>
                </c:pt>
                <c:pt idx="3684">
                  <c:v>0.61912524606299213</c:v>
                </c:pt>
                <c:pt idx="3685">
                  <c:v>0.61946358267716539</c:v>
                </c:pt>
                <c:pt idx="3686">
                  <c:v>0.61946358267716539</c:v>
                </c:pt>
                <c:pt idx="3687">
                  <c:v>0.61980191929133854</c:v>
                </c:pt>
                <c:pt idx="3688">
                  <c:v>0.61980191929133854</c:v>
                </c:pt>
                <c:pt idx="3689">
                  <c:v>0.62014025590551181</c:v>
                </c:pt>
                <c:pt idx="3690">
                  <c:v>0.62014025590551181</c:v>
                </c:pt>
                <c:pt idx="3691">
                  <c:v>0.62047859251968507</c:v>
                </c:pt>
                <c:pt idx="3692">
                  <c:v>0.62047859251968507</c:v>
                </c:pt>
                <c:pt idx="3693">
                  <c:v>0.62078617125984248</c:v>
                </c:pt>
                <c:pt idx="3694">
                  <c:v>0.62078617125984248</c:v>
                </c:pt>
                <c:pt idx="3695">
                  <c:v>0.62112450787401574</c:v>
                </c:pt>
                <c:pt idx="3696">
                  <c:v>0.62112450787401574</c:v>
                </c:pt>
                <c:pt idx="3697">
                  <c:v>0.621462844488189</c:v>
                </c:pt>
                <c:pt idx="3698">
                  <c:v>0.621462844488189</c:v>
                </c:pt>
                <c:pt idx="3699">
                  <c:v>0.62180118110236215</c:v>
                </c:pt>
                <c:pt idx="3700">
                  <c:v>0.62180118110236215</c:v>
                </c:pt>
                <c:pt idx="3701">
                  <c:v>0.62213951771653542</c:v>
                </c:pt>
                <c:pt idx="3702">
                  <c:v>0.62213951771653542</c:v>
                </c:pt>
                <c:pt idx="3703">
                  <c:v>0.62247785433070868</c:v>
                </c:pt>
                <c:pt idx="3704">
                  <c:v>0.62247785433070868</c:v>
                </c:pt>
                <c:pt idx="3705">
                  <c:v>0.62281619094488194</c:v>
                </c:pt>
                <c:pt idx="3706">
                  <c:v>0.62281619094488194</c:v>
                </c:pt>
                <c:pt idx="3707">
                  <c:v>0.62315452755905509</c:v>
                </c:pt>
                <c:pt idx="3708">
                  <c:v>0.62315452755905509</c:v>
                </c:pt>
                <c:pt idx="3709">
                  <c:v>0.62349286417322836</c:v>
                </c:pt>
                <c:pt idx="3710">
                  <c:v>0.62349286417322836</c:v>
                </c:pt>
                <c:pt idx="3711">
                  <c:v>0.62383120078740162</c:v>
                </c:pt>
                <c:pt idx="3712">
                  <c:v>0.62383120078740162</c:v>
                </c:pt>
                <c:pt idx="3713">
                  <c:v>0.62416953740157477</c:v>
                </c:pt>
                <c:pt idx="3714">
                  <c:v>0.62416953740157477</c:v>
                </c:pt>
                <c:pt idx="3715">
                  <c:v>0.62450787401574803</c:v>
                </c:pt>
                <c:pt idx="3716">
                  <c:v>0.62450787401574803</c:v>
                </c:pt>
                <c:pt idx="3717">
                  <c:v>0.62484621062992129</c:v>
                </c:pt>
                <c:pt idx="3718">
                  <c:v>0.62484621062992129</c:v>
                </c:pt>
                <c:pt idx="3719">
                  <c:v>0.62518454724409445</c:v>
                </c:pt>
                <c:pt idx="3720">
                  <c:v>0.62518454724409445</c:v>
                </c:pt>
                <c:pt idx="3721">
                  <c:v>0.62552288385826771</c:v>
                </c:pt>
                <c:pt idx="3722">
                  <c:v>0.62552288385826771</c:v>
                </c:pt>
                <c:pt idx="3723">
                  <c:v>0.62583046259842523</c:v>
                </c:pt>
                <c:pt idx="3724">
                  <c:v>0.62583046259842523</c:v>
                </c:pt>
                <c:pt idx="3725">
                  <c:v>0.62616879921259838</c:v>
                </c:pt>
                <c:pt idx="3726">
                  <c:v>0.62616879921259838</c:v>
                </c:pt>
                <c:pt idx="3727">
                  <c:v>0.62650713582677164</c:v>
                </c:pt>
                <c:pt idx="3728">
                  <c:v>0.62650713582677164</c:v>
                </c:pt>
                <c:pt idx="3729">
                  <c:v>0.62684547244094491</c:v>
                </c:pt>
                <c:pt idx="3730">
                  <c:v>0.62684547244094491</c:v>
                </c:pt>
                <c:pt idx="3731">
                  <c:v>0.62718380905511806</c:v>
                </c:pt>
                <c:pt idx="3732">
                  <c:v>0.62718380905511806</c:v>
                </c:pt>
                <c:pt idx="3733">
                  <c:v>0.62752214566929132</c:v>
                </c:pt>
                <c:pt idx="3734">
                  <c:v>0.62752214566929132</c:v>
                </c:pt>
                <c:pt idx="3735">
                  <c:v>0.62786048228346458</c:v>
                </c:pt>
                <c:pt idx="3736">
                  <c:v>0.62786048228346458</c:v>
                </c:pt>
                <c:pt idx="3737">
                  <c:v>0.62819881889763785</c:v>
                </c:pt>
                <c:pt idx="3738">
                  <c:v>0.62819881889763785</c:v>
                </c:pt>
                <c:pt idx="3739">
                  <c:v>0.628537155511811</c:v>
                </c:pt>
                <c:pt idx="3740">
                  <c:v>0.628537155511811</c:v>
                </c:pt>
                <c:pt idx="3741">
                  <c:v>0.62887549212598426</c:v>
                </c:pt>
                <c:pt idx="3742">
                  <c:v>0.62887549212598426</c:v>
                </c:pt>
                <c:pt idx="3743">
                  <c:v>0.62921382874015752</c:v>
                </c:pt>
                <c:pt idx="3744">
                  <c:v>0.62921382874015752</c:v>
                </c:pt>
                <c:pt idx="3745">
                  <c:v>0.62955216535433067</c:v>
                </c:pt>
                <c:pt idx="3746">
                  <c:v>0.62955216535433067</c:v>
                </c:pt>
                <c:pt idx="3747">
                  <c:v>0.62989050196850394</c:v>
                </c:pt>
                <c:pt idx="3748">
                  <c:v>0.62989050196850394</c:v>
                </c:pt>
                <c:pt idx="3749">
                  <c:v>0.6302288385826772</c:v>
                </c:pt>
                <c:pt idx="3750">
                  <c:v>0.6302288385826772</c:v>
                </c:pt>
                <c:pt idx="3751">
                  <c:v>0.63056717519685035</c:v>
                </c:pt>
                <c:pt idx="3752">
                  <c:v>0.63056717519685035</c:v>
                </c:pt>
                <c:pt idx="3753">
                  <c:v>0.63087475393700787</c:v>
                </c:pt>
                <c:pt idx="3754">
                  <c:v>0.63087475393700787</c:v>
                </c:pt>
                <c:pt idx="3755">
                  <c:v>0.63121309055118113</c:v>
                </c:pt>
                <c:pt idx="3756">
                  <c:v>0.63121309055118113</c:v>
                </c:pt>
                <c:pt idx="3757">
                  <c:v>0.63155142716535428</c:v>
                </c:pt>
                <c:pt idx="3758">
                  <c:v>0.63155142716535428</c:v>
                </c:pt>
                <c:pt idx="3759">
                  <c:v>0.63188976377952755</c:v>
                </c:pt>
                <c:pt idx="3760">
                  <c:v>0.63188976377952755</c:v>
                </c:pt>
                <c:pt idx="3761">
                  <c:v>0.63222810039370081</c:v>
                </c:pt>
                <c:pt idx="3762">
                  <c:v>0.63222810039370081</c:v>
                </c:pt>
                <c:pt idx="3763">
                  <c:v>0.63256643700787396</c:v>
                </c:pt>
                <c:pt idx="3764">
                  <c:v>0.63256643700787396</c:v>
                </c:pt>
                <c:pt idx="3765">
                  <c:v>0.63290477362204722</c:v>
                </c:pt>
                <c:pt idx="3766">
                  <c:v>0.63290477362204722</c:v>
                </c:pt>
                <c:pt idx="3767">
                  <c:v>0.63324311023622049</c:v>
                </c:pt>
                <c:pt idx="3768">
                  <c:v>0.63324311023622049</c:v>
                </c:pt>
                <c:pt idx="3769">
                  <c:v>0.63358144685039375</c:v>
                </c:pt>
                <c:pt idx="3770">
                  <c:v>0.63358144685039375</c:v>
                </c:pt>
                <c:pt idx="3771">
                  <c:v>0.6339197834645669</c:v>
                </c:pt>
                <c:pt idx="3772">
                  <c:v>0.6339197834645669</c:v>
                </c:pt>
                <c:pt idx="3773">
                  <c:v>0.63425812007874016</c:v>
                </c:pt>
                <c:pt idx="3774">
                  <c:v>0.63425812007874016</c:v>
                </c:pt>
                <c:pt idx="3775">
                  <c:v>0.63459645669291342</c:v>
                </c:pt>
                <c:pt idx="3776">
                  <c:v>0.63459645669291342</c:v>
                </c:pt>
                <c:pt idx="3777">
                  <c:v>0.63493479330708658</c:v>
                </c:pt>
                <c:pt idx="3778">
                  <c:v>0.63493479330708658</c:v>
                </c:pt>
                <c:pt idx="3779">
                  <c:v>0.63527312992125984</c:v>
                </c:pt>
                <c:pt idx="3780">
                  <c:v>0.63527312992125984</c:v>
                </c:pt>
                <c:pt idx="3781">
                  <c:v>0.6356114665354331</c:v>
                </c:pt>
                <c:pt idx="3782">
                  <c:v>0.6356114665354331</c:v>
                </c:pt>
                <c:pt idx="3783">
                  <c:v>0.63594980314960625</c:v>
                </c:pt>
                <c:pt idx="3784">
                  <c:v>0.63594980314960625</c:v>
                </c:pt>
                <c:pt idx="3785">
                  <c:v>0.63625738188976377</c:v>
                </c:pt>
                <c:pt idx="3786">
                  <c:v>0.63625738188976377</c:v>
                </c:pt>
                <c:pt idx="3787">
                  <c:v>0.63659571850393704</c:v>
                </c:pt>
                <c:pt idx="3788">
                  <c:v>0.63659571850393704</c:v>
                </c:pt>
                <c:pt idx="3789">
                  <c:v>0.63693405511811019</c:v>
                </c:pt>
                <c:pt idx="3790">
                  <c:v>0.63693405511811019</c:v>
                </c:pt>
                <c:pt idx="3791">
                  <c:v>0.63727239173228345</c:v>
                </c:pt>
                <c:pt idx="3792">
                  <c:v>0.63727239173228345</c:v>
                </c:pt>
                <c:pt idx="3793">
                  <c:v>0.63761072834645671</c:v>
                </c:pt>
                <c:pt idx="3794">
                  <c:v>0.63761072834645671</c:v>
                </c:pt>
                <c:pt idx="3795">
                  <c:v>0.63794906496062997</c:v>
                </c:pt>
                <c:pt idx="3796">
                  <c:v>0.63794906496062997</c:v>
                </c:pt>
                <c:pt idx="3797">
                  <c:v>0.63828740157480313</c:v>
                </c:pt>
                <c:pt idx="3798">
                  <c:v>0.63828740157480313</c:v>
                </c:pt>
                <c:pt idx="3799">
                  <c:v>0.63862573818897639</c:v>
                </c:pt>
                <c:pt idx="3800">
                  <c:v>0.63862573818897639</c:v>
                </c:pt>
                <c:pt idx="3801">
                  <c:v>0.63896407480314965</c:v>
                </c:pt>
                <c:pt idx="3802">
                  <c:v>0.63896407480314965</c:v>
                </c:pt>
                <c:pt idx="3803">
                  <c:v>0.6393024114173228</c:v>
                </c:pt>
                <c:pt idx="3804">
                  <c:v>0.6393024114173228</c:v>
                </c:pt>
                <c:pt idx="3805">
                  <c:v>0.63964074803149606</c:v>
                </c:pt>
                <c:pt idx="3806">
                  <c:v>0.63964074803149606</c:v>
                </c:pt>
                <c:pt idx="3807">
                  <c:v>0.63997908464566933</c:v>
                </c:pt>
                <c:pt idx="3808">
                  <c:v>0.63997908464566933</c:v>
                </c:pt>
                <c:pt idx="3809">
                  <c:v>0.64031742125984248</c:v>
                </c:pt>
                <c:pt idx="3810">
                  <c:v>0.64031742125984248</c:v>
                </c:pt>
                <c:pt idx="3811">
                  <c:v>0.64065575787401574</c:v>
                </c:pt>
                <c:pt idx="3812">
                  <c:v>0.64065575787401574</c:v>
                </c:pt>
                <c:pt idx="3813">
                  <c:v>0.640994094488189</c:v>
                </c:pt>
                <c:pt idx="3814">
                  <c:v>0.640994094488189</c:v>
                </c:pt>
                <c:pt idx="3815">
                  <c:v>0.64130167322834641</c:v>
                </c:pt>
                <c:pt idx="3816">
                  <c:v>0.64130167322834641</c:v>
                </c:pt>
                <c:pt idx="3817">
                  <c:v>0.64164000984251968</c:v>
                </c:pt>
                <c:pt idx="3818">
                  <c:v>0.64164000984251968</c:v>
                </c:pt>
                <c:pt idx="3819">
                  <c:v>0.64197834645669294</c:v>
                </c:pt>
                <c:pt idx="3820">
                  <c:v>0.64197834645669294</c:v>
                </c:pt>
                <c:pt idx="3821">
                  <c:v>0.64231668307086609</c:v>
                </c:pt>
                <c:pt idx="3822">
                  <c:v>0.64231668307086609</c:v>
                </c:pt>
                <c:pt idx="3823">
                  <c:v>0.64265501968503935</c:v>
                </c:pt>
                <c:pt idx="3824">
                  <c:v>0.64265501968503935</c:v>
                </c:pt>
                <c:pt idx="3825">
                  <c:v>0.64299335629921262</c:v>
                </c:pt>
                <c:pt idx="3826">
                  <c:v>0.64299335629921262</c:v>
                </c:pt>
                <c:pt idx="3827">
                  <c:v>0.64333169291338588</c:v>
                </c:pt>
                <c:pt idx="3828">
                  <c:v>0.64333169291338588</c:v>
                </c:pt>
                <c:pt idx="3829">
                  <c:v>0.64367002952755903</c:v>
                </c:pt>
                <c:pt idx="3830">
                  <c:v>0.64367002952755903</c:v>
                </c:pt>
                <c:pt idx="3831">
                  <c:v>0.64400836614173229</c:v>
                </c:pt>
                <c:pt idx="3832">
                  <c:v>0.64400836614173229</c:v>
                </c:pt>
                <c:pt idx="3833">
                  <c:v>0.64434670275590555</c:v>
                </c:pt>
                <c:pt idx="3834">
                  <c:v>0.64434670275590555</c:v>
                </c:pt>
                <c:pt idx="3835">
                  <c:v>0.64468503937007871</c:v>
                </c:pt>
                <c:pt idx="3836">
                  <c:v>0.64468503937007871</c:v>
                </c:pt>
                <c:pt idx="3837">
                  <c:v>0.64502337598425197</c:v>
                </c:pt>
                <c:pt idx="3838">
                  <c:v>0.64502337598425197</c:v>
                </c:pt>
                <c:pt idx="3839">
                  <c:v>0.64536171259842523</c:v>
                </c:pt>
                <c:pt idx="3840">
                  <c:v>0.64536171259842523</c:v>
                </c:pt>
                <c:pt idx="3841">
                  <c:v>0.64570004921259838</c:v>
                </c:pt>
                <c:pt idx="3842">
                  <c:v>0.64570004921259838</c:v>
                </c:pt>
                <c:pt idx="3843">
                  <c:v>0.64603838582677164</c:v>
                </c:pt>
                <c:pt idx="3844">
                  <c:v>0.64603838582677164</c:v>
                </c:pt>
                <c:pt idx="3845">
                  <c:v>0.64634596456692917</c:v>
                </c:pt>
                <c:pt idx="3846">
                  <c:v>0.64634596456692917</c:v>
                </c:pt>
                <c:pt idx="3847">
                  <c:v>0.64668430118110232</c:v>
                </c:pt>
                <c:pt idx="3848">
                  <c:v>0.64668430118110232</c:v>
                </c:pt>
                <c:pt idx="3849">
                  <c:v>0.64702263779527558</c:v>
                </c:pt>
                <c:pt idx="3850">
                  <c:v>0.64702263779527558</c:v>
                </c:pt>
                <c:pt idx="3851">
                  <c:v>0.64736097440944884</c:v>
                </c:pt>
                <c:pt idx="3852">
                  <c:v>0.64736097440944884</c:v>
                </c:pt>
                <c:pt idx="3853">
                  <c:v>0.64769931102362199</c:v>
                </c:pt>
                <c:pt idx="3854">
                  <c:v>0.64769931102362199</c:v>
                </c:pt>
                <c:pt idx="3855">
                  <c:v>0.64803764763779526</c:v>
                </c:pt>
                <c:pt idx="3856">
                  <c:v>0.64803764763779526</c:v>
                </c:pt>
                <c:pt idx="3857">
                  <c:v>0.64837598425196852</c:v>
                </c:pt>
                <c:pt idx="3858">
                  <c:v>0.64837598425196852</c:v>
                </c:pt>
                <c:pt idx="3859">
                  <c:v>0.64871432086614178</c:v>
                </c:pt>
                <c:pt idx="3860">
                  <c:v>0.64871432086614178</c:v>
                </c:pt>
                <c:pt idx="3861">
                  <c:v>0.64905265748031493</c:v>
                </c:pt>
                <c:pt idx="3862">
                  <c:v>0.64905265748031493</c:v>
                </c:pt>
                <c:pt idx="3863">
                  <c:v>0.64939099409448819</c:v>
                </c:pt>
                <c:pt idx="3864">
                  <c:v>0.64939099409448819</c:v>
                </c:pt>
                <c:pt idx="3865">
                  <c:v>0.64972933070866146</c:v>
                </c:pt>
                <c:pt idx="3866">
                  <c:v>0.64972933070866146</c:v>
                </c:pt>
                <c:pt idx="3867">
                  <c:v>0.65006766732283461</c:v>
                </c:pt>
                <c:pt idx="3868">
                  <c:v>0.65006766732283461</c:v>
                </c:pt>
                <c:pt idx="3869">
                  <c:v>0.65040600393700787</c:v>
                </c:pt>
                <c:pt idx="3870">
                  <c:v>0.65040600393700787</c:v>
                </c:pt>
                <c:pt idx="3871">
                  <c:v>0.65074434055118113</c:v>
                </c:pt>
                <c:pt idx="3872">
                  <c:v>0.65074434055118113</c:v>
                </c:pt>
                <c:pt idx="3873">
                  <c:v>0.65108267716535428</c:v>
                </c:pt>
                <c:pt idx="3874">
                  <c:v>0.65108267716535428</c:v>
                </c:pt>
                <c:pt idx="3875">
                  <c:v>0.65139025590551181</c:v>
                </c:pt>
                <c:pt idx="3876">
                  <c:v>0.65139025590551181</c:v>
                </c:pt>
                <c:pt idx="3877">
                  <c:v>0.65172859251968507</c:v>
                </c:pt>
                <c:pt idx="3878">
                  <c:v>0.65172859251968507</c:v>
                </c:pt>
                <c:pt idx="3879">
                  <c:v>0.65206692913385822</c:v>
                </c:pt>
                <c:pt idx="3880">
                  <c:v>0.65206692913385822</c:v>
                </c:pt>
                <c:pt idx="3881">
                  <c:v>0.65240526574803148</c:v>
                </c:pt>
                <c:pt idx="3882">
                  <c:v>0.65240526574803148</c:v>
                </c:pt>
                <c:pt idx="3883">
                  <c:v>0.65274360236220474</c:v>
                </c:pt>
                <c:pt idx="3884">
                  <c:v>0.65274360236220474</c:v>
                </c:pt>
                <c:pt idx="3885">
                  <c:v>0.65308193897637801</c:v>
                </c:pt>
                <c:pt idx="3886">
                  <c:v>0.65308193897637801</c:v>
                </c:pt>
                <c:pt idx="3887">
                  <c:v>0.65342027559055116</c:v>
                </c:pt>
                <c:pt idx="3888">
                  <c:v>0.65342027559055116</c:v>
                </c:pt>
                <c:pt idx="3889">
                  <c:v>0.65375861220472442</c:v>
                </c:pt>
                <c:pt idx="3890">
                  <c:v>0.65375861220472442</c:v>
                </c:pt>
                <c:pt idx="3891">
                  <c:v>0.65409694881889768</c:v>
                </c:pt>
                <c:pt idx="3892">
                  <c:v>0.65409694881889768</c:v>
                </c:pt>
                <c:pt idx="3893">
                  <c:v>0.65443528543307083</c:v>
                </c:pt>
                <c:pt idx="3894">
                  <c:v>0.65443528543307083</c:v>
                </c:pt>
                <c:pt idx="3895">
                  <c:v>0.6547736220472441</c:v>
                </c:pt>
                <c:pt idx="3896">
                  <c:v>0.6547736220472441</c:v>
                </c:pt>
                <c:pt idx="3897">
                  <c:v>0.65511195866141736</c:v>
                </c:pt>
                <c:pt idx="3898">
                  <c:v>0.65511195866141736</c:v>
                </c:pt>
                <c:pt idx="3899">
                  <c:v>0.65545029527559051</c:v>
                </c:pt>
                <c:pt idx="3900">
                  <c:v>0.65545029527559051</c:v>
                </c:pt>
                <c:pt idx="3901">
                  <c:v>0.65578863188976377</c:v>
                </c:pt>
                <c:pt idx="3902">
                  <c:v>0.65578863188976377</c:v>
                </c:pt>
                <c:pt idx="3903">
                  <c:v>0.65612696850393704</c:v>
                </c:pt>
                <c:pt idx="3904">
                  <c:v>0.65612696850393704</c:v>
                </c:pt>
                <c:pt idx="3905">
                  <c:v>0.65643454724409445</c:v>
                </c:pt>
                <c:pt idx="3906">
                  <c:v>0.65643454724409445</c:v>
                </c:pt>
                <c:pt idx="3907">
                  <c:v>0.65677288385826771</c:v>
                </c:pt>
                <c:pt idx="3908">
                  <c:v>0.65677288385826771</c:v>
                </c:pt>
                <c:pt idx="3909">
                  <c:v>0.65711122047244097</c:v>
                </c:pt>
                <c:pt idx="3910">
                  <c:v>0.65711122047244097</c:v>
                </c:pt>
                <c:pt idx="3911">
                  <c:v>0.65744955708661412</c:v>
                </c:pt>
                <c:pt idx="3912">
                  <c:v>0.65744955708661412</c:v>
                </c:pt>
                <c:pt idx="3913">
                  <c:v>0.65778789370078738</c:v>
                </c:pt>
                <c:pt idx="3914">
                  <c:v>0.65778789370078738</c:v>
                </c:pt>
                <c:pt idx="3915">
                  <c:v>0.65812623031496065</c:v>
                </c:pt>
                <c:pt idx="3916">
                  <c:v>0.65812623031496065</c:v>
                </c:pt>
                <c:pt idx="3917">
                  <c:v>0.65846456692913391</c:v>
                </c:pt>
                <c:pt idx="3918">
                  <c:v>0.65846456692913391</c:v>
                </c:pt>
                <c:pt idx="3919">
                  <c:v>0.65880290354330706</c:v>
                </c:pt>
                <c:pt idx="3920">
                  <c:v>0.65880290354330706</c:v>
                </c:pt>
                <c:pt idx="3921">
                  <c:v>0.65914124015748032</c:v>
                </c:pt>
                <c:pt idx="3922">
                  <c:v>0.65914124015748032</c:v>
                </c:pt>
                <c:pt idx="3923">
                  <c:v>0.65947957677165359</c:v>
                </c:pt>
                <c:pt idx="3924">
                  <c:v>0.65947957677165359</c:v>
                </c:pt>
                <c:pt idx="3925">
                  <c:v>0.65981791338582674</c:v>
                </c:pt>
                <c:pt idx="3926">
                  <c:v>0.65981791338582674</c:v>
                </c:pt>
                <c:pt idx="3927">
                  <c:v>0.66015625</c:v>
                </c:pt>
                <c:pt idx="3928">
                  <c:v>0.66015625</c:v>
                </c:pt>
                <c:pt idx="3929">
                  <c:v>0.66049458661417326</c:v>
                </c:pt>
                <c:pt idx="3930">
                  <c:v>0.66049458661417326</c:v>
                </c:pt>
                <c:pt idx="3931">
                  <c:v>0.66083292322834641</c:v>
                </c:pt>
                <c:pt idx="3932">
                  <c:v>0.66083292322834641</c:v>
                </c:pt>
                <c:pt idx="3933">
                  <c:v>0.66117125984251968</c:v>
                </c:pt>
                <c:pt idx="3934">
                  <c:v>0.66117125984251968</c:v>
                </c:pt>
                <c:pt idx="3935">
                  <c:v>0.6614788385826772</c:v>
                </c:pt>
                <c:pt idx="3936">
                  <c:v>0.6614788385826772</c:v>
                </c:pt>
                <c:pt idx="3937">
                  <c:v>0.66181717519685035</c:v>
                </c:pt>
                <c:pt idx="3938">
                  <c:v>0.66181717519685035</c:v>
                </c:pt>
                <c:pt idx="3939">
                  <c:v>0.66215551181102361</c:v>
                </c:pt>
                <c:pt idx="3940">
                  <c:v>0.66215551181102361</c:v>
                </c:pt>
                <c:pt idx="3941">
                  <c:v>0.66249384842519687</c:v>
                </c:pt>
                <c:pt idx="3942">
                  <c:v>0.66249384842519687</c:v>
                </c:pt>
                <c:pt idx="3943">
                  <c:v>0.66283218503937003</c:v>
                </c:pt>
                <c:pt idx="3944">
                  <c:v>0.66283218503937003</c:v>
                </c:pt>
                <c:pt idx="3945">
                  <c:v>0.66317052165354329</c:v>
                </c:pt>
                <c:pt idx="3946">
                  <c:v>0.66317052165354329</c:v>
                </c:pt>
                <c:pt idx="3947">
                  <c:v>0.66350885826771655</c:v>
                </c:pt>
                <c:pt idx="3948">
                  <c:v>0.66350885826771655</c:v>
                </c:pt>
                <c:pt idx="3949">
                  <c:v>0.66384719488188981</c:v>
                </c:pt>
                <c:pt idx="3950">
                  <c:v>0.66384719488188981</c:v>
                </c:pt>
                <c:pt idx="3951">
                  <c:v>0.66418553149606296</c:v>
                </c:pt>
                <c:pt idx="3952">
                  <c:v>0.66418553149606296</c:v>
                </c:pt>
                <c:pt idx="3953">
                  <c:v>0.66452386811023623</c:v>
                </c:pt>
                <c:pt idx="3954">
                  <c:v>0.66452386811023623</c:v>
                </c:pt>
                <c:pt idx="3955">
                  <c:v>0.66486220472440949</c:v>
                </c:pt>
                <c:pt idx="3956">
                  <c:v>0.66486220472440949</c:v>
                </c:pt>
                <c:pt idx="3957">
                  <c:v>0.66520054133858264</c:v>
                </c:pt>
                <c:pt idx="3958">
                  <c:v>0.66520054133858264</c:v>
                </c:pt>
                <c:pt idx="3959">
                  <c:v>0.6655388779527559</c:v>
                </c:pt>
                <c:pt idx="3960">
                  <c:v>0.6655388779527559</c:v>
                </c:pt>
                <c:pt idx="3961">
                  <c:v>0.66587721456692917</c:v>
                </c:pt>
                <c:pt idx="3962">
                  <c:v>0.66587721456692917</c:v>
                </c:pt>
                <c:pt idx="3963">
                  <c:v>0.66621555118110232</c:v>
                </c:pt>
                <c:pt idx="3964">
                  <c:v>0.66621555118110232</c:v>
                </c:pt>
                <c:pt idx="3965">
                  <c:v>0.66652312992125984</c:v>
                </c:pt>
                <c:pt idx="3966">
                  <c:v>0.66652312992125984</c:v>
                </c:pt>
                <c:pt idx="3967">
                  <c:v>0.6668614665354331</c:v>
                </c:pt>
                <c:pt idx="3968">
                  <c:v>0.6668614665354331</c:v>
                </c:pt>
                <c:pt idx="3969">
                  <c:v>0.66719980314960625</c:v>
                </c:pt>
                <c:pt idx="3970">
                  <c:v>0.66719980314960625</c:v>
                </c:pt>
                <c:pt idx="3971">
                  <c:v>0.66753813976377951</c:v>
                </c:pt>
                <c:pt idx="3972">
                  <c:v>0.66753813976377951</c:v>
                </c:pt>
                <c:pt idx="3973">
                  <c:v>0.66787647637795278</c:v>
                </c:pt>
                <c:pt idx="3974">
                  <c:v>0.66787647637795278</c:v>
                </c:pt>
                <c:pt idx="3975">
                  <c:v>0.66821481299212604</c:v>
                </c:pt>
                <c:pt idx="3976">
                  <c:v>0.66821481299212604</c:v>
                </c:pt>
                <c:pt idx="3977">
                  <c:v>0.66855314960629919</c:v>
                </c:pt>
                <c:pt idx="3978">
                  <c:v>0.66855314960629919</c:v>
                </c:pt>
                <c:pt idx="3979">
                  <c:v>0.66889148622047245</c:v>
                </c:pt>
                <c:pt idx="3980">
                  <c:v>0.66889148622047245</c:v>
                </c:pt>
                <c:pt idx="3981">
                  <c:v>0.66922982283464572</c:v>
                </c:pt>
                <c:pt idx="3982">
                  <c:v>0.66922982283464572</c:v>
                </c:pt>
                <c:pt idx="3983">
                  <c:v>0.66956815944881887</c:v>
                </c:pt>
                <c:pt idx="3984">
                  <c:v>0.66956815944881887</c:v>
                </c:pt>
                <c:pt idx="3985">
                  <c:v>0.66990649606299213</c:v>
                </c:pt>
                <c:pt idx="3986">
                  <c:v>0.66990649606299213</c:v>
                </c:pt>
                <c:pt idx="3987">
                  <c:v>0.67024483267716539</c:v>
                </c:pt>
                <c:pt idx="3988">
                  <c:v>0.67024483267716539</c:v>
                </c:pt>
                <c:pt idx="3989">
                  <c:v>0.67058316929133854</c:v>
                </c:pt>
                <c:pt idx="3990">
                  <c:v>0.67058316929133854</c:v>
                </c:pt>
                <c:pt idx="3991">
                  <c:v>0.67092150590551181</c:v>
                </c:pt>
                <c:pt idx="3992">
                  <c:v>0.67092150590551181</c:v>
                </c:pt>
                <c:pt idx="3993">
                  <c:v>0.67125984251968507</c:v>
                </c:pt>
                <c:pt idx="3994">
                  <c:v>0.67125984251968507</c:v>
                </c:pt>
                <c:pt idx="3995">
                  <c:v>0.67159817913385822</c:v>
                </c:pt>
                <c:pt idx="3996">
                  <c:v>0.67159817913385822</c:v>
                </c:pt>
              </c:numCache>
            </c:numRef>
          </c:xVal>
          <c:yVal>
            <c:numRef>
              <c:f>データ!$H$2:$H$3998</c:f>
              <c:numCache>
                <c:formatCode>General</c:formatCode>
                <c:ptCount val="3997"/>
                <c:pt idx="0">
                  <c:v>0</c:v>
                </c:pt>
                <c:pt idx="1">
                  <c:v>0</c:v>
                </c:pt>
                <c:pt idx="2">
                  <c:v>0</c:v>
                </c:pt>
                <c:pt idx="3">
                  <c:v>0</c:v>
                </c:pt>
                <c:pt idx="4">
                  <c:v>2.5000000000000001E-3</c:v>
                </c:pt>
                <c:pt idx="5">
                  <c:v>2.5000000000000001E-3</c:v>
                </c:pt>
                <c:pt idx="6">
                  <c:v>7.4999999999999997E-3</c:v>
                </c:pt>
                <c:pt idx="7">
                  <c:v>7.4999999999999997E-3</c:v>
                </c:pt>
                <c:pt idx="8">
                  <c:v>1.2500000000000001E-2</c:v>
                </c:pt>
                <c:pt idx="9">
                  <c:v>1.2500000000000001E-2</c:v>
                </c:pt>
                <c:pt idx="10">
                  <c:v>2.2499999999999999E-2</c:v>
                </c:pt>
                <c:pt idx="11">
                  <c:v>2.2499999999999999E-2</c:v>
                </c:pt>
                <c:pt idx="12">
                  <c:v>0.03</c:v>
                </c:pt>
                <c:pt idx="13">
                  <c:v>0.03</c:v>
                </c:pt>
                <c:pt idx="14">
                  <c:v>5.7500000000000002E-2</c:v>
                </c:pt>
                <c:pt idx="15">
                  <c:v>5.7500000000000002E-2</c:v>
                </c:pt>
                <c:pt idx="16">
                  <c:v>8.7499999999999994E-2</c:v>
                </c:pt>
                <c:pt idx="17">
                  <c:v>8.7499999999999994E-2</c:v>
                </c:pt>
                <c:pt idx="18">
                  <c:v>0.13</c:v>
                </c:pt>
                <c:pt idx="19">
                  <c:v>0.13</c:v>
                </c:pt>
                <c:pt idx="20">
                  <c:v>0.17499999999999999</c:v>
                </c:pt>
                <c:pt idx="21">
                  <c:v>0.17499999999999999</c:v>
                </c:pt>
                <c:pt idx="22">
                  <c:v>0.21249999999999999</c:v>
                </c:pt>
                <c:pt idx="23">
                  <c:v>0.21249999999999999</c:v>
                </c:pt>
                <c:pt idx="24">
                  <c:v>0.25</c:v>
                </c:pt>
                <c:pt idx="25">
                  <c:v>0.25</c:v>
                </c:pt>
                <c:pt idx="26">
                  <c:v>0.27500000000000002</c:v>
                </c:pt>
                <c:pt idx="27">
                  <c:v>0.27500000000000002</c:v>
                </c:pt>
                <c:pt idx="28">
                  <c:v>0.3175</c:v>
                </c:pt>
                <c:pt idx="29">
                  <c:v>0.3175</c:v>
                </c:pt>
                <c:pt idx="30">
                  <c:v>0.36499999999999999</c:v>
                </c:pt>
                <c:pt idx="31">
                  <c:v>0.36499999999999999</c:v>
                </c:pt>
                <c:pt idx="32">
                  <c:v>0.40749999999999997</c:v>
                </c:pt>
                <c:pt idx="33">
                  <c:v>0.40749999999999997</c:v>
                </c:pt>
                <c:pt idx="34">
                  <c:v>0.44500000000000001</c:v>
                </c:pt>
                <c:pt idx="35">
                  <c:v>0.44500000000000001</c:v>
                </c:pt>
                <c:pt idx="36">
                  <c:v>0.46750000000000003</c:v>
                </c:pt>
                <c:pt idx="37">
                  <c:v>0.46750000000000003</c:v>
                </c:pt>
                <c:pt idx="38">
                  <c:v>0.5</c:v>
                </c:pt>
                <c:pt idx="39">
                  <c:v>0.5</c:v>
                </c:pt>
                <c:pt idx="40">
                  <c:v>0.52500000000000002</c:v>
                </c:pt>
                <c:pt idx="41">
                  <c:v>0.52500000000000002</c:v>
                </c:pt>
                <c:pt idx="42">
                  <c:v>0.5575</c:v>
                </c:pt>
                <c:pt idx="43">
                  <c:v>0.5575</c:v>
                </c:pt>
                <c:pt idx="44">
                  <c:v>0.59750000000000003</c:v>
                </c:pt>
                <c:pt idx="45">
                  <c:v>0.59750000000000003</c:v>
                </c:pt>
                <c:pt idx="46">
                  <c:v>0.63749999999999996</c:v>
                </c:pt>
                <c:pt idx="47">
                  <c:v>0.63749999999999996</c:v>
                </c:pt>
                <c:pt idx="48">
                  <c:v>0.67</c:v>
                </c:pt>
                <c:pt idx="49">
                  <c:v>0.67</c:v>
                </c:pt>
                <c:pt idx="50">
                  <c:v>0.69750000000000001</c:v>
                </c:pt>
                <c:pt idx="51">
                  <c:v>0.69750000000000001</c:v>
                </c:pt>
                <c:pt idx="52">
                  <c:v>0.72</c:v>
                </c:pt>
                <c:pt idx="53">
                  <c:v>0.72</c:v>
                </c:pt>
                <c:pt idx="54">
                  <c:v>0.76249999999999996</c:v>
                </c:pt>
                <c:pt idx="55">
                  <c:v>0.76249999999999996</c:v>
                </c:pt>
                <c:pt idx="56">
                  <c:v>0.78749999999999998</c:v>
                </c:pt>
                <c:pt idx="57">
                  <c:v>0.78749999999999998</c:v>
                </c:pt>
                <c:pt idx="58">
                  <c:v>0.82250000000000001</c:v>
                </c:pt>
                <c:pt idx="59">
                  <c:v>0.82250000000000001</c:v>
                </c:pt>
                <c:pt idx="60">
                  <c:v>0.83750000000000002</c:v>
                </c:pt>
                <c:pt idx="61">
                  <c:v>0.83750000000000002</c:v>
                </c:pt>
                <c:pt idx="62">
                  <c:v>0.86250000000000004</c:v>
                </c:pt>
                <c:pt idx="63">
                  <c:v>0.86250000000000004</c:v>
                </c:pt>
                <c:pt idx="64">
                  <c:v>0.88249999999999995</c:v>
                </c:pt>
                <c:pt idx="65">
                  <c:v>0.88249999999999995</c:v>
                </c:pt>
                <c:pt idx="66">
                  <c:v>0.9</c:v>
                </c:pt>
                <c:pt idx="67">
                  <c:v>0.9</c:v>
                </c:pt>
                <c:pt idx="68">
                  <c:v>0.92</c:v>
                </c:pt>
                <c:pt idx="69">
                  <c:v>0.92</c:v>
                </c:pt>
                <c:pt idx="70">
                  <c:v>0.94</c:v>
                </c:pt>
                <c:pt idx="71">
                  <c:v>0.94</c:v>
                </c:pt>
                <c:pt idx="72">
                  <c:v>0.94750000000000001</c:v>
                </c:pt>
                <c:pt idx="73">
                  <c:v>0.94750000000000001</c:v>
                </c:pt>
                <c:pt idx="74">
                  <c:v>0.95</c:v>
                </c:pt>
                <c:pt idx="75">
                  <c:v>0.95</c:v>
                </c:pt>
                <c:pt idx="76">
                  <c:v>0.97</c:v>
                </c:pt>
                <c:pt idx="77">
                  <c:v>0.97</c:v>
                </c:pt>
                <c:pt idx="78">
                  <c:v>0.97250000000000003</c:v>
                </c:pt>
                <c:pt idx="79">
                  <c:v>0.97250000000000003</c:v>
                </c:pt>
                <c:pt idx="80">
                  <c:v>0.98</c:v>
                </c:pt>
                <c:pt idx="81">
                  <c:v>0.98</c:v>
                </c:pt>
                <c:pt idx="82">
                  <c:v>0.98499999999999999</c:v>
                </c:pt>
                <c:pt idx="83">
                  <c:v>0.98499999999999999</c:v>
                </c:pt>
                <c:pt idx="84">
                  <c:v>0.98499999999999999</c:v>
                </c:pt>
                <c:pt idx="85">
                  <c:v>0.98499999999999999</c:v>
                </c:pt>
                <c:pt idx="86">
                  <c:v>0.99</c:v>
                </c:pt>
                <c:pt idx="87">
                  <c:v>0.99</c:v>
                </c:pt>
                <c:pt idx="88">
                  <c:v>0.995</c:v>
                </c:pt>
                <c:pt idx="89">
                  <c:v>0.995</c:v>
                </c:pt>
                <c:pt idx="90">
                  <c:v>0.99750000000000005</c:v>
                </c:pt>
                <c:pt idx="91">
                  <c:v>0.99750000000000005</c:v>
                </c:pt>
                <c:pt idx="92">
                  <c:v>0.99750000000000005</c:v>
                </c:pt>
                <c:pt idx="93">
                  <c:v>0.99750000000000005</c:v>
                </c:pt>
                <c:pt idx="94">
                  <c:v>0.99750000000000005</c:v>
                </c:pt>
                <c:pt idx="95">
                  <c:v>0.99750000000000005</c:v>
                </c:pt>
                <c:pt idx="96">
                  <c:v>0.99750000000000005</c:v>
                </c:pt>
                <c:pt idx="97">
                  <c:v>0.99750000000000005</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1</c:v>
                </c:pt>
                <c:pt idx="281">
                  <c:v>1</c:v>
                </c:pt>
                <c:pt idx="282">
                  <c:v>1</c:v>
                </c:pt>
                <c:pt idx="283">
                  <c:v>1</c:v>
                </c:pt>
                <c:pt idx="284">
                  <c:v>1</c:v>
                </c:pt>
                <c:pt idx="285">
                  <c:v>1</c:v>
                </c:pt>
                <c:pt idx="286">
                  <c:v>1</c:v>
                </c:pt>
                <c:pt idx="287">
                  <c:v>1</c:v>
                </c:pt>
                <c:pt idx="288">
                  <c:v>1</c:v>
                </c:pt>
                <c:pt idx="289">
                  <c:v>1</c:v>
                </c:pt>
                <c:pt idx="290">
                  <c:v>1</c:v>
                </c:pt>
                <c:pt idx="291">
                  <c:v>1</c:v>
                </c:pt>
                <c:pt idx="292">
                  <c:v>1</c:v>
                </c:pt>
                <c:pt idx="293">
                  <c:v>1</c:v>
                </c:pt>
                <c:pt idx="294">
                  <c:v>1</c:v>
                </c:pt>
                <c:pt idx="295">
                  <c:v>1</c:v>
                </c:pt>
                <c:pt idx="296">
                  <c:v>1</c:v>
                </c:pt>
                <c:pt idx="297">
                  <c:v>1</c:v>
                </c:pt>
                <c:pt idx="298">
                  <c:v>1</c:v>
                </c:pt>
                <c:pt idx="299">
                  <c:v>1</c:v>
                </c:pt>
                <c:pt idx="300">
                  <c:v>1</c:v>
                </c:pt>
                <c:pt idx="301">
                  <c:v>1</c:v>
                </c:pt>
                <c:pt idx="302">
                  <c:v>1.0000819672131147</c:v>
                </c:pt>
                <c:pt idx="303">
                  <c:v>1.0000819672131147</c:v>
                </c:pt>
                <c:pt idx="304">
                  <c:v>1.0000819672131147</c:v>
                </c:pt>
                <c:pt idx="305">
                  <c:v>1.0000819672131147</c:v>
                </c:pt>
                <c:pt idx="306">
                  <c:v>1.0000819672131147</c:v>
                </c:pt>
                <c:pt idx="307">
                  <c:v>1.0000819672131147</c:v>
                </c:pt>
                <c:pt idx="308">
                  <c:v>1.0000819672131147</c:v>
                </c:pt>
                <c:pt idx="309">
                  <c:v>1.0000819672131147</c:v>
                </c:pt>
                <c:pt idx="310">
                  <c:v>1.0000819672131147</c:v>
                </c:pt>
                <c:pt idx="311">
                  <c:v>1.0000819672131147</c:v>
                </c:pt>
                <c:pt idx="312">
                  <c:v>1.0000819672131147</c:v>
                </c:pt>
                <c:pt idx="313">
                  <c:v>1.0000819672131147</c:v>
                </c:pt>
                <c:pt idx="314">
                  <c:v>1.0000819672131147</c:v>
                </c:pt>
                <c:pt idx="315">
                  <c:v>1.0000819672131147</c:v>
                </c:pt>
                <c:pt idx="316">
                  <c:v>1.0000819672131147</c:v>
                </c:pt>
                <c:pt idx="317">
                  <c:v>1.0000819672131147</c:v>
                </c:pt>
                <c:pt idx="318">
                  <c:v>1.0000819672131147</c:v>
                </c:pt>
                <c:pt idx="319">
                  <c:v>1.0000819672131147</c:v>
                </c:pt>
                <c:pt idx="320">
                  <c:v>1.0000819672131147</c:v>
                </c:pt>
                <c:pt idx="321">
                  <c:v>1.0000819672131147</c:v>
                </c:pt>
                <c:pt idx="322">
                  <c:v>1.0000675675675677</c:v>
                </c:pt>
                <c:pt idx="323">
                  <c:v>1.0000675675675677</c:v>
                </c:pt>
                <c:pt idx="324">
                  <c:v>1.0000675675675677</c:v>
                </c:pt>
                <c:pt idx="325">
                  <c:v>1.0000675675675677</c:v>
                </c:pt>
                <c:pt idx="326">
                  <c:v>1.0000675675675677</c:v>
                </c:pt>
                <c:pt idx="327">
                  <c:v>1.0000675675675677</c:v>
                </c:pt>
                <c:pt idx="328">
                  <c:v>1.0000675675675677</c:v>
                </c:pt>
                <c:pt idx="329">
                  <c:v>1.0000675675675677</c:v>
                </c:pt>
                <c:pt idx="330">
                  <c:v>1.0000675675675677</c:v>
                </c:pt>
                <c:pt idx="331">
                  <c:v>1.0000675675675677</c:v>
                </c:pt>
                <c:pt idx="332">
                  <c:v>1.0000675675675677</c:v>
                </c:pt>
                <c:pt idx="333">
                  <c:v>1.0000675675675677</c:v>
                </c:pt>
                <c:pt idx="334">
                  <c:v>1.0000675675675677</c:v>
                </c:pt>
                <c:pt idx="335">
                  <c:v>1.0000675675675677</c:v>
                </c:pt>
                <c:pt idx="336">
                  <c:v>1.0000675675675677</c:v>
                </c:pt>
                <c:pt idx="337">
                  <c:v>1.0000675675675677</c:v>
                </c:pt>
                <c:pt idx="338">
                  <c:v>1.0000675675675677</c:v>
                </c:pt>
                <c:pt idx="339">
                  <c:v>1.0000675675675677</c:v>
                </c:pt>
                <c:pt idx="340">
                  <c:v>1.0000675675675677</c:v>
                </c:pt>
                <c:pt idx="341">
                  <c:v>1.0000675675675677</c:v>
                </c:pt>
                <c:pt idx="342">
                  <c:v>1.0000675675675677</c:v>
                </c:pt>
                <c:pt idx="343">
                  <c:v>1.0000675675675677</c:v>
                </c:pt>
                <c:pt idx="344">
                  <c:v>1.0000675675675677</c:v>
                </c:pt>
                <c:pt idx="345">
                  <c:v>1.0000675675675677</c:v>
                </c:pt>
                <c:pt idx="346">
                  <c:v>1.0000574712643675</c:v>
                </c:pt>
                <c:pt idx="347">
                  <c:v>1.0000574712643675</c:v>
                </c:pt>
                <c:pt idx="348">
                  <c:v>1.0000574712643675</c:v>
                </c:pt>
                <c:pt idx="349">
                  <c:v>1.0000574712643675</c:v>
                </c:pt>
                <c:pt idx="350">
                  <c:v>1.0000574712643675</c:v>
                </c:pt>
                <c:pt idx="351">
                  <c:v>1.0000574712643675</c:v>
                </c:pt>
                <c:pt idx="352">
                  <c:v>1.0000574712643675</c:v>
                </c:pt>
                <c:pt idx="353">
                  <c:v>1.0000574712643675</c:v>
                </c:pt>
                <c:pt idx="354">
                  <c:v>1.0000574712643675</c:v>
                </c:pt>
                <c:pt idx="355">
                  <c:v>1.0000574712643675</c:v>
                </c:pt>
                <c:pt idx="356">
                  <c:v>1.0000574712643675</c:v>
                </c:pt>
                <c:pt idx="357">
                  <c:v>1.0000574712643675</c:v>
                </c:pt>
                <c:pt idx="358">
                  <c:v>1.0000574712643675</c:v>
                </c:pt>
                <c:pt idx="359">
                  <c:v>1.0000574712643675</c:v>
                </c:pt>
                <c:pt idx="360">
                  <c:v>1.0000574712643675</c:v>
                </c:pt>
                <c:pt idx="361">
                  <c:v>1.0000574712643675</c:v>
                </c:pt>
                <c:pt idx="362">
                  <c:v>1.0004104124408384</c:v>
                </c:pt>
                <c:pt idx="363">
                  <c:v>1.0004104124408384</c:v>
                </c:pt>
                <c:pt idx="364">
                  <c:v>1.0004097593582888</c:v>
                </c:pt>
                <c:pt idx="365">
                  <c:v>1.0004097593582888</c:v>
                </c:pt>
                <c:pt idx="366">
                  <c:v>1.0004097593582888</c:v>
                </c:pt>
                <c:pt idx="367">
                  <c:v>1.0004097593582888</c:v>
                </c:pt>
                <c:pt idx="368">
                  <c:v>1.0004097593582888</c:v>
                </c:pt>
                <c:pt idx="369">
                  <c:v>1.0004097593582888</c:v>
                </c:pt>
                <c:pt idx="370">
                  <c:v>1.0004097593582888</c:v>
                </c:pt>
                <c:pt idx="371">
                  <c:v>1.0004097593582888</c:v>
                </c:pt>
                <c:pt idx="372">
                  <c:v>1.0004097593582888</c:v>
                </c:pt>
                <c:pt idx="373">
                  <c:v>1.0004097593582888</c:v>
                </c:pt>
                <c:pt idx="374">
                  <c:v>1.0004067046173308</c:v>
                </c:pt>
                <c:pt idx="375">
                  <c:v>1.0004067046173308</c:v>
                </c:pt>
                <c:pt idx="376">
                  <c:v>1.0004067046173308</c:v>
                </c:pt>
                <c:pt idx="377">
                  <c:v>1.0004067046173308</c:v>
                </c:pt>
                <c:pt idx="378">
                  <c:v>1.0004067046173308</c:v>
                </c:pt>
                <c:pt idx="379">
                  <c:v>1.0004067046173308</c:v>
                </c:pt>
                <c:pt idx="380">
                  <c:v>1.0003662634408601</c:v>
                </c:pt>
                <c:pt idx="381">
                  <c:v>1.0003662634408601</c:v>
                </c:pt>
                <c:pt idx="382">
                  <c:v>1.0003662634408601</c:v>
                </c:pt>
                <c:pt idx="383">
                  <c:v>1.0003662634408601</c:v>
                </c:pt>
                <c:pt idx="384">
                  <c:v>1.0003662634408601</c:v>
                </c:pt>
                <c:pt idx="385">
                  <c:v>1.0003662634408601</c:v>
                </c:pt>
                <c:pt idx="386">
                  <c:v>1.0003662634408601</c:v>
                </c:pt>
                <c:pt idx="387">
                  <c:v>1.0003662634408601</c:v>
                </c:pt>
                <c:pt idx="388">
                  <c:v>1.0003662634408601</c:v>
                </c:pt>
                <c:pt idx="389">
                  <c:v>1.0003662634408601</c:v>
                </c:pt>
                <c:pt idx="390">
                  <c:v>1.0003598858898399</c:v>
                </c:pt>
                <c:pt idx="391">
                  <c:v>1.0003598858898399</c:v>
                </c:pt>
                <c:pt idx="392">
                  <c:v>1.0015222940661417</c:v>
                </c:pt>
                <c:pt idx="393">
                  <c:v>1.0015222940661417</c:v>
                </c:pt>
                <c:pt idx="394">
                  <c:v>1.0015222940661417</c:v>
                </c:pt>
                <c:pt idx="395">
                  <c:v>1.0015222940661417</c:v>
                </c:pt>
                <c:pt idx="396">
                  <c:v>1.0015222940661417</c:v>
                </c:pt>
                <c:pt idx="397">
                  <c:v>1.0015222940661417</c:v>
                </c:pt>
                <c:pt idx="398">
                  <c:v>1.0015222940661417</c:v>
                </c:pt>
                <c:pt idx="399">
                  <c:v>1.0015222940661417</c:v>
                </c:pt>
                <c:pt idx="400">
                  <c:v>1.0018135562020636</c:v>
                </c:pt>
                <c:pt idx="401">
                  <c:v>1.0018135562020636</c:v>
                </c:pt>
                <c:pt idx="402">
                  <c:v>1.0017878075848596</c:v>
                </c:pt>
                <c:pt idx="403">
                  <c:v>1.0017878075848596</c:v>
                </c:pt>
                <c:pt idx="404">
                  <c:v>1.0016405583939212</c:v>
                </c:pt>
                <c:pt idx="405">
                  <c:v>1.0016405583939212</c:v>
                </c:pt>
                <c:pt idx="406">
                  <c:v>1.0016373497397226</c:v>
                </c:pt>
                <c:pt idx="407">
                  <c:v>1.0016373497397226</c:v>
                </c:pt>
                <c:pt idx="408">
                  <c:v>1.0016373497397226</c:v>
                </c:pt>
                <c:pt idx="409">
                  <c:v>1.0016373497397226</c:v>
                </c:pt>
                <c:pt idx="410">
                  <c:v>1.0016373497397226</c:v>
                </c:pt>
                <c:pt idx="411">
                  <c:v>1.0016373497397226</c:v>
                </c:pt>
                <c:pt idx="412">
                  <c:v>1.0016347536857244</c:v>
                </c:pt>
                <c:pt idx="413">
                  <c:v>1.0016347536857244</c:v>
                </c:pt>
                <c:pt idx="414">
                  <c:v>1.0016292058355163</c:v>
                </c:pt>
                <c:pt idx="415">
                  <c:v>1.0016292058355163</c:v>
                </c:pt>
                <c:pt idx="416">
                  <c:v>1.0016292058355163</c:v>
                </c:pt>
                <c:pt idx="417">
                  <c:v>1.0016292058355163</c:v>
                </c:pt>
                <c:pt idx="418">
                  <c:v>1.0016292058355163</c:v>
                </c:pt>
                <c:pt idx="419">
                  <c:v>1.0016292058355163</c:v>
                </c:pt>
                <c:pt idx="420">
                  <c:v>1.0015680535224274</c:v>
                </c:pt>
                <c:pt idx="421">
                  <c:v>1.0015680535224274</c:v>
                </c:pt>
                <c:pt idx="422">
                  <c:v>1.0015680535224274</c:v>
                </c:pt>
                <c:pt idx="423">
                  <c:v>1.0015680535224274</c:v>
                </c:pt>
                <c:pt idx="424">
                  <c:v>1.0015680535224274</c:v>
                </c:pt>
                <c:pt idx="425">
                  <c:v>1.0015680535224274</c:v>
                </c:pt>
                <c:pt idx="426">
                  <c:v>1.0014452560797329</c:v>
                </c:pt>
                <c:pt idx="427">
                  <c:v>1.0014452560797329</c:v>
                </c:pt>
                <c:pt idx="428">
                  <c:v>1.0014452560797329</c:v>
                </c:pt>
                <c:pt idx="429">
                  <c:v>1.0014452560797329</c:v>
                </c:pt>
                <c:pt idx="430">
                  <c:v>1.0014452560797329</c:v>
                </c:pt>
                <c:pt idx="431">
                  <c:v>1.0014452560797329</c:v>
                </c:pt>
                <c:pt idx="432">
                  <c:v>1.0014379037152841</c:v>
                </c:pt>
                <c:pt idx="433">
                  <c:v>1.0014379037152841</c:v>
                </c:pt>
                <c:pt idx="434">
                  <c:v>1.0014379037152841</c:v>
                </c:pt>
                <c:pt idx="435">
                  <c:v>1.0014379037152841</c:v>
                </c:pt>
                <c:pt idx="436">
                  <c:v>1.0014379037152841</c:v>
                </c:pt>
                <c:pt idx="437">
                  <c:v>1.0014379037152841</c:v>
                </c:pt>
                <c:pt idx="438">
                  <c:v>1.0014379037152841</c:v>
                </c:pt>
                <c:pt idx="439">
                  <c:v>1.0014379037152841</c:v>
                </c:pt>
                <c:pt idx="440">
                  <c:v>1.0014379037152841</c:v>
                </c:pt>
                <c:pt idx="441">
                  <c:v>1.0014379037152841</c:v>
                </c:pt>
                <c:pt idx="442">
                  <c:v>1.001422771306709</c:v>
                </c:pt>
                <c:pt idx="443">
                  <c:v>1.001422771306709</c:v>
                </c:pt>
                <c:pt idx="444">
                  <c:v>1.0014010181645885</c:v>
                </c:pt>
                <c:pt idx="445">
                  <c:v>1.0014010181645885</c:v>
                </c:pt>
                <c:pt idx="446">
                  <c:v>1.001393905307252</c:v>
                </c:pt>
                <c:pt idx="447">
                  <c:v>1.001393905307252</c:v>
                </c:pt>
                <c:pt idx="448">
                  <c:v>1.001393905307252</c:v>
                </c:pt>
                <c:pt idx="449">
                  <c:v>1.001393905307252</c:v>
                </c:pt>
                <c:pt idx="450">
                  <c:v>1.001393905307252</c:v>
                </c:pt>
                <c:pt idx="451">
                  <c:v>1.001393905307252</c:v>
                </c:pt>
                <c:pt idx="452">
                  <c:v>1.0013913679721789</c:v>
                </c:pt>
                <c:pt idx="453">
                  <c:v>1.0013913679721789</c:v>
                </c:pt>
                <c:pt idx="454">
                  <c:v>1.0013913679721789</c:v>
                </c:pt>
                <c:pt idx="455">
                  <c:v>1.0013913679721789</c:v>
                </c:pt>
                <c:pt idx="456">
                  <c:v>1.0013913679721789</c:v>
                </c:pt>
                <c:pt idx="457">
                  <c:v>1.0013913679721789</c:v>
                </c:pt>
                <c:pt idx="458">
                  <c:v>1.0013913679721789</c:v>
                </c:pt>
                <c:pt idx="459">
                  <c:v>1.0013913679721789</c:v>
                </c:pt>
                <c:pt idx="460">
                  <c:v>1.0016235010879535</c:v>
                </c:pt>
                <c:pt idx="461">
                  <c:v>1.0016235010879535</c:v>
                </c:pt>
                <c:pt idx="462">
                  <c:v>1.0016235010879535</c:v>
                </c:pt>
                <c:pt idx="463">
                  <c:v>1.0016235010879535</c:v>
                </c:pt>
                <c:pt idx="464">
                  <c:v>1.0016235010879535</c:v>
                </c:pt>
                <c:pt idx="465">
                  <c:v>1.0016235010879535</c:v>
                </c:pt>
                <c:pt idx="466">
                  <c:v>1.0015753026867156</c:v>
                </c:pt>
                <c:pt idx="467">
                  <c:v>1.0015753026867156</c:v>
                </c:pt>
                <c:pt idx="468">
                  <c:v>1.0015753026867156</c:v>
                </c:pt>
                <c:pt idx="469">
                  <c:v>1.0015753026867156</c:v>
                </c:pt>
                <c:pt idx="470">
                  <c:v>1.0015492401365953</c:v>
                </c:pt>
                <c:pt idx="471">
                  <c:v>1.0015492401365953</c:v>
                </c:pt>
                <c:pt idx="472">
                  <c:v>1.0015492401365953</c:v>
                </c:pt>
                <c:pt idx="473">
                  <c:v>1.0015492401365953</c:v>
                </c:pt>
                <c:pt idx="474">
                  <c:v>1.0015492401365953</c:v>
                </c:pt>
                <c:pt idx="475">
                  <c:v>1.0015492401365953</c:v>
                </c:pt>
                <c:pt idx="476">
                  <c:v>1.00177312073361</c:v>
                </c:pt>
                <c:pt idx="477">
                  <c:v>1.00177312073361</c:v>
                </c:pt>
                <c:pt idx="478">
                  <c:v>1.0017380173737171</c:v>
                </c:pt>
                <c:pt idx="479">
                  <c:v>1.0017380173737171</c:v>
                </c:pt>
                <c:pt idx="480">
                  <c:v>1.0017380173737171</c:v>
                </c:pt>
                <c:pt idx="481">
                  <c:v>1.0017380173737171</c:v>
                </c:pt>
                <c:pt idx="482">
                  <c:v>1.0017380173737171</c:v>
                </c:pt>
                <c:pt idx="483">
                  <c:v>1.0017380173737171</c:v>
                </c:pt>
                <c:pt idx="484">
                  <c:v>1.0022978983711746</c:v>
                </c:pt>
                <c:pt idx="485">
                  <c:v>1.0022978983711746</c:v>
                </c:pt>
                <c:pt idx="486">
                  <c:v>1.0024939768025471</c:v>
                </c:pt>
                <c:pt idx="487">
                  <c:v>1.0024939768025471</c:v>
                </c:pt>
                <c:pt idx="488">
                  <c:v>1.0024909586938953</c:v>
                </c:pt>
                <c:pt idx="489">
                  <c:v>1.0024909586938953</c:v>
                </c:pt>
                <c:pt idx="490">
                  <c:v>1.0024783457025144</c:v>
                </c:pt>
                <c:pt idx="491">
                  <c:v>1.0024783457025144</c:v>
                </c:pt>
                <c:pt idx="492">
                  <c:v>1.0033446681599942</c:v>
                </c:pt>
                <c:pt idx="493">
                  <c:v>1.0033446681599942</c:v>
                </c:pt>
                <c:pt idx="494">
                  <c:v>1.0032600629841484</c:v>
                </c:pt>
                <c:pt idx="495">
                  <c:v>1.0032600629841484</c:v>
                </c:pt>
                <c:pt idx="496">
                  <c:v>1.0032317515584659</c:v>
                </c:pt>
                <c:pt idx="497">
                  <c:v>1.0032317515584659</c:v>
                </c:pt>
                <c:pt idx="498">
                  <c:v>1.0032317515584659</c:v>
                </c:pt>
                <c:pt idx="499">
                  <c:v>1.0032317515584659</c:v>
                </c:pt>
                <c:pt idx="500">
                  <c:v>1.0031810301840529</c:v>
                </c:pt>
                <c:pt idx="501">
                  <c:v>1.0031810301840529</c:v>
                </c:pt>
                <c:pt idx="502">
                  <c:v>1.0031810301840529</c:v>
                </c:pt>
                <c:pt idx="503">
                  <c:v>1.0031810301840529</c:v>
                </c:pt>
                <c:pt idx="504">
                  <c:v>1.0031810301840529</c:v>
                </c:pt>
                <c:pt idx="505">
                  <c:v>1.0031810301840529</c:v>
                </c:pt>
                <c:pt idx="506">
                  <c:v>1.0031201040180977</c:v>
                </c:pt>
                <c:pt idx="507">
                  <c:v>1.0031201040180977</c:v>
                </c:pt>
                <c:pt idx="508">
                  <c:v>1.0030286861076498</c:v>
                </c:pt>
                <c:pt idx="509">
                  <c:v>1.0030286861076498</c:v>
                </c:pt>
                <c:pt idx="510">
                  <c:v>1.0030286861076498</c:v>
                </c:pt>
                <c:pt idx="511">
                  <c:v>1.0030286861076498</c:v>
                </c:pt>
                <c:pt idx="512">
                  <c:v>1.002962538702298</c:v>
                </c:pt>
                <c:pt idx="513">
                  <c:v>1.002962538702298</c:v>
                </c:pt>
                <c:pt idx="514">
                  <c:v>1.0029581676483881</c:v>
                </c:pt>
                <c:pt idx="515">
                  <c:v>1.0029581676483881</c:v>
                </c:pt>
                <c:pt idx="516">
                  <c:v>1.0029581676483881</c:v>
                </c:pt>
                <c:pt idx="517">
                  <c:v>1.0029581676483881</c:v>
                </c:pt>
                <c:pt idx="518">
                  <c:v>1.0029367268250606</c:v>
                </c:pt>
                <c:pt idx="519">
                  <c:v>1.0029367268250606</c:v>
                </c:pt>
                <c:pt idx="520">
                  <c:v>1.0029367268250606</c:v>
                </c:pt>
                <c:pt idx="521">
                  <c:v>1.0029367268250606</c:v>
                </c:pt>
                <c:pt idx="522">
                  <c:v>1.002916845049445</c:v>
                </c:pt>
                <c:pt idx="523">
                  <c:v>1.002916845049445</c:v>
                </c:pt>
                <c:pt idx="524">
                  <c:v>1.0031390672716674</c:v>
                </c:pt>
                <c:pt idx="525">
                  <c:v>1.0031390672716674</c:v>
                </c:pt>
                <c:pt idx="526">
                  <c:v>1.0031390672716674</c:v>
                </c:pt>
                <c:pt idx="527">
                  <c:v>1.0031390672716674</c:v>
                </c:pt>
                <c:pt idx="528">
                  <c:v>1.0031390672716674</c:v>
                </c:pt>
                <c:pt idx="529">
                  <c:v>1.0031390672716674</c:v>
                </c:pt>
                <c:pt idx="530">
                  <c:v>1.003102096908437</c:v>
                </c:pt>
                <c:pt idx="531">
                  <c:v>1.003102096908437</c:v>
                </c:pt>
                <c:pt idx="532">
                  <c:v>1.0033317929684318</c:v>
                </c:pt>
                <c:pt idx="533">
                  <c:v>1.0033317929684318</c:v>
                </c:pt>
                <c:pt idx="534">
                  <c:v>1.0035459152641004</c:v>
                </c:pt>
                <c:pt idx="535">
                  <c:v>1.0035459152641004</c:v>
                </c:pt>
                <c:pt idx="536">
                  <c:v>1.003525119348329</c:v>
                </c:pt>
                <c:pt idx="537">
                  <c:v>1.003525119348329</c:v>
                </c:pt>
                <c:pt idx="538">
                  <c:v>1.003513188283371</c:v>
                </c:pt>
                <c:pt idx="539">
                  <c:v>1.003513188283371</c:v>
                </c:pt>
                <c:pt idx="540">
                  <c:v>1.003513188283371</c:v>
                </c:pt>
                <c:pt idx="541">
                  <c:v>1.003513188283371</c:v>
                </c:pt>
                <c:pt idx="542">
                  <c:v>1.0076917606112974</c:v>
                </c:pt>
                <c:pt idx="543">
                  <c:v>1.0076917606112974</c:v>
                </c:pt>
                <c:pt idx="544">
                  <c:v>1.0076524156731932</c:v>
                </c:pt>
                <c:pt idx="545">
                  <c:v>1.0076524156731932</c:v>
                </c:pt>
                <c:pt idx="546">
                  <c:v>1.0076477903262919</c:v>
                </c:pt>
                <c:pt idx="547">
                  <c:v>1.0076477903262919</c:v>
                </c:pt>
                <c:pt idx="548">
                  <c:v>1.0074949125879249</c:v>
                </c:pt>
                <c:pt idx="549">
                  <c:v>1.0074949125879249</c:v>
                </c:pt>
                <c:pt idx="550">
                  <c:v>1.0074653849829154</c:v>
                </c:pt>
                <c:pt idx="551">
                  <c:v>1.0074653849829154</c:v>
                </c:pt>
                <c:pt idx="552">
                  <c:v>1.0074749894789792</c:v>
                </c:pt>
                <c:pt idx="553">
                  <c:v>1.0074749894789792</c:v>
                </c:pt>
                <c:pt idx="554">
                  <c:v>1.0074370430504078</c:v>
                </c:pt>
                <c:pt idx="555">
                  <c:v>1.0074370430504078</c:v>
                </c:pt>
                <c:pt idx="556">
                  <c:v>1.0073792699411639</c:v>
                </c:pt>
                <c:pt idx="557">
                  <c:v>1.0073792699411639</c:v>
                </c:pt>
                <c:pt idx="558">
                  <c:v>1.0073718918740793</c:v>
                </c:pt>
                <c:pt idx="559">
                  <c:v>1.0073718918740793</c:v>
                </c:pt>
                <c:pt idx="560">
                  <c:v>1.0073718918740793</c:v>
                </c:pt>
                <c:pt idx="561">
                  <c:v>1.0073718918740793</c:v>
                </c:pt>
                <c:pt idx="562">
                  <c:v>1.0073658434869823</c:v>
                </c:pt>
                <c:pt idx="563">
                  <c:v>1.0073658434869823</c:v>
                </c:pt>
                <c:pt idx="564">
                  <c:v>1.0073416127916952</c:v>
                </c:pt>
                <c:pt idx="565">
                  <c:v>1.0073416127916952</c:v>
                </c:pt>
                <c:pt idx="566">
                  <c:v>1.0074921340796736</c:v>
                </c:pt>
                <c:pt idx="567">
                  <c:v>1.0074921340796736</c:v>
                </c:pt>
                <c:pt idx="568">
                  <c:v>1.0074528171403243</c:v>
                </c:pt>
                <c:pt idx="569">
                  <c:v>1.0074528171403243</c:v>
                </c:pt>
                <c:pt idx="570">
                  <c:v>1.0074522887852702</c:v>
                </c:pt>
                <c:pt idx="571">
                  <c:v>1.0074522887852702</c:v>
                </c:pt>
                <c:pt idx="572">
                  <c:v>1.008841177674159</c:v>
                </c:pt>
                <c:pt idx="573">
                  <c:v>1.008841177674159</c:v>
                </c:pt>
                <c:pt idx="574">
                  <c:v>1.0087793786897004</c:v>
                </c:pt>
                <c:pt idx="575">
                  <c:v>1.0087793786897004</c:v>
                </c:pt>
                <c:pt idx="576">
                  <c:v>1.0087686225746495</c:v>
                </c:pt>
                <c:pt idx="577">
                  <c:v>1.0087686225746495</c:v>
                </c:pt>
                <c:pt idx="578">
                  <c:v>1.0087036146938204</c:v>
                </c:pt>
                <c:pt idx="579">
                  <c:v>1.0087036146938204</c:v>
                </c:pt>
                <c:pt idx="580">
                  <c:v>1.008660510571769</c:v>
                </c:pt>
                <c:pt idx="581">
                  <c:v>1.008660510571769</c:v>
                </c:pt>
                <c:pt idx="582">
                  <c:v>1.0086034181791126</c:v>
                </c:pt>
                <c:pt idx="583">
                  <c:v>1.0086034181791126</c:v>
                </c:pt>
                <c:pt idx="584">
                  <c:v>1.0092806976680126</c:v>
                </c:pt>
                <c:pt idx="585">
                  <c:v>1.0092806976680126</c:v>
                </c:pt>
                <c:pt idx="586">
                  <c:v>1.0092659432080928</c:v>
                </c:pt>
                <c:pt idx="587">
                  <c:v>1.0092659432080928</c:v>
                </c:pt>
                <c:pt idx="588">
                  <c:v>1.0091960884887221</c:v>
                </c:pt>
                <c:pt idx="589">
                  <c:v>1.0091960884887221</c:v>
                </c:pt>
                <c:pt idx="590">
                  <c:v>1.0091890974372679</c:v>
                </c:pt>
                <c:pt idx="591">
                  <c:v>1.0091890974372679</c:v>
                </c:pt>
                <c:pt idx="592">
                  <c:v>1.0091451829144584</c:v>
                </c:pt>
                <c:pt idx="593">
                  <c:v>1.0091451829144584</c:v>
                </c:pt>
                <c:pt idx="594">
                  <c:v>1.0088216247543431</c:v>
                </c:pt>
                <c:pt idx="595">
                  <c:v>1.0088216247543431</c:v>
                </c:pt>
                <c:pt idx="596">
                  <c:v>1.0086829583554835</c:v>
                </c:pt>
                <c:pt idx="597">
                  <c:v>1.0086829583554835</c:v>
                </c:pt>
                <c:pt idx="598">
                  <c:v>1.0086714894913262</c:v>
                </c:pt>
                <c:pt idx="599">
                  <c:v>1.0086714894913262</c:v>
                </c:pt>
                <c:pt idx="600">
                  <c:v>1.0086714894913262</c:v>
                </c:pt>
                <c:pt idx="601">
                  <c:v>1.0086714894913262</c:v>
                </c:pt>
                <c:pt idx="602">
                  <c:v>1.0101998569382504</c:v>
                </c:pt>
                <c:pt idx="603">
                  <c:v>1.0101998569382504</c:v>
                </c:pt>
                <c:pt idx="604">
                  <c:v>1.0103476401894818</c:v>
                </c:pt>
                <c:pt idx="605">
                  <c:v>1.0103476401894818</c:v>
                </c:pt>
                <c:pt idx="606">
                  <c:v>1.010303890947448</c:v>
                </c:pt>
                <c:pt idx="607">
                  <c:v>1.010303890947448</c:v>
                </c:pt>
                <c:pt idx="608">
                  <c:v>1.0102617749534686</c:v>
                </c:pt>
                <c:pt idx="609">
                  <c:v>1.0102617749534686</c:v>
                </c:pt>
                <c:pt idx="610">
                  <c:v>1.010406986317961</c:v>
                </c:pt>
                <c:pt idx="611">
                  <c:v>1.010406986317961</c:v>
                </c:pt>
                <c:pt idx="612">
                  <c:v>1.0103910116773651</c:v>
                </c:pt>
                <c:pt idx="613">
                  <c:v>1.0103910116773651</c:v>
                </c:pt>
                <c:pt idx="614">
                  <c:v>1.0102307755888471</c:v>
                </c:pt>
                <c:pt idx="615">
                  <c:v>1.0102307755888471</c:v>
                </c:pt>
                <c:pt idx="616">
                  <c:v>1.0102231062755274</c:v>
                </c:pt>
                <c:pt idx="617">
                  <c:v>1.0102231062755274</c:v>
                </c:pt>
                <c:pt idx="618">
                  <c:v>1.0101929822864533</c:v>
                </c:pt>
                <c:pt idx="619">
                  <c:v>1.0101929822864533</c:v>
                </c:pt>
                <c:pt idx="620">
                  <c:v>1.0107507961701101</c:v>
                </c:pt>
                <c:pt idx="621">
                  <c:v>1.0107507961701101</c:v>
                </c:pt>
                <c:pt idx="622">
                  <c:v>1.0107226422923996</c:v>
                </c:pt>
                <c:pt idx="623">
                  <c:v>1.0107226422923996</c:v>
                </c:pt>
                <c:pt idx="624">
                  <c:v>1.0111822657913698</c:v>
                </c:pt>
                <c:pt idx="625">
                  <c:v>1.0111822657913698</c:v>
                </c:pt>
                <c:pt idx="626">
                  <c:v>1.0112821178623757</c:v>
                </c:pt>
                <c:pt idx="627">
                  <c:v>1.0112821178623757</c:v>
                </c:pt>
                <c:pt idx="628">
                  <c:v>1.0110632983628201</c:v>
                </c:pt>
                <c:pt idx="629">
                  <c:v>1.0110632983628201</c:v>
                </c:pt>
                <c:pt idx="630">
                  <c:v>1.0109944493718506</c:v>
                </c:pt>
                <c:pt idx="631">
                  <c:v>1.0109944493718506</c:v>
                </c:pt>
                <c:pt idx="632">
                  <c:v>1.0109922454341485</c:v>
                </c:pt>
                <c:pt idx="633">
                  <c:v>1.0109922454341485</c:v>
                </c:pt>
                <c:pt idx="634">
                  <c:v>1.0109632054073112</c:v>
                </c:pt>
                <c:pt idx="635">
                  <c:v>1.0109632054073112</c:v>
                </c:pt>
                <c:pt idx="636">
                  <c:v>1.0110360152928941</c:v>
                </c:pt>
                <c:pt idx="637">
                  <c:v>1.0110360152928941</c:v>
                </c:pt>
                <c:pt idx="638">
                  <c:v>1.0112208744616995</c:v>
                </c:pt>
                <c:pt idx="639">
                  <c:v>1.0112208744616995</c:v>
                </c:pt>
                <c:pt idx="640">
                  <c:v>1.0111107060416509</c:v>
                </c:pt>
                <c:pt idx="641">
                  <c:v>1.0111107060416509</c:v>
                </c:pt>
                <c:pt idx="642">
                  <c:v>1.0110938538484453</c:v>
                </c:pt>
                <c:pt idx="643">
                  <c:v>1.0110938538484453</c:v>
                </c:pt>
                <c:pt idx="644">
                  <c:v>1.0110680632779752</c:v>
                </c:pt>
                <c:pt idx="645">
                  <c:v>1.0110680632779752</c:v>
                </c:pt>
                <c:pt idx="646">
                  <c:v>1.0110402323322123</c:v>
                </c:pt>
                <c:pt idx="647">
                  <c:v>1.0110402323322123</c:v>
                </c:pt>
                <c:pt idx="648">
                  <c:v>1.0111776751170352</c:v>
                </c:pt>
                <c:pt idx="649">
                  <c:v>1.0111776751170352</c:v>
                </c:pt>
                <c:pt idx="650">
                  <c:v>1.0110651540464579</c:v>
                </c:pt>
                <c:pt idx="651">
                  <c:v>1.0110651540464579</c:v>
                </c:pt>
                <c:pt idx="652">
                  <c:v>1.0118364791969254</c:v>
                </c:pt>
                <c:pt idx="653">
                  <c:v>1.0118364791969254</c:v>
                </c:pt>
                <c:pt idx="654">
                  <c:v>1.0122536788137184</c:v>
                </c:pt>
                <c:pt idx="655">
                  <c:v>1.0122536788137184</c:v>
                </c:pt>
                <c:pt idx="656">
                  <c:v>1.0118821368549218</c:v>
                </c:pt>
                <c:pt idx="657">
                  <c:v>1.0118821368549218</c:v>
                </c:pt>
                <c:pt idx="658">
                  <c:v>1.0121104372966503</c:v>
                </c:pt>
                <c:pt idx="659">
                  <c:v>1.0121104372966503</c:v>
                </c:pt>
                <c:pt idx="660">
                  <c:v>1.0120538227525129</c:v>
                </c:pt>
                <c:pt idx="661">
                  <c:v>1.0120538227525129</c:v>
                </c:pt>
                <c:pt idx="662">
                  <c:v>1.0120168833166323</c:v>
                </c:pt>
                <c:pt idx="663">
                  <c:v>1.0120168833166323</c:v>
                </c:pt>
                <c:pt idx="664">
                  <c:v>1.0119955587861758</c:v>
                </c:pt>
                <c:pt idx="665">
                  <c:v>1.0119955587861758</c:v>
                </c:pt>
                <c:pt idx="666">
                  <c:v>1.012095060822455</c:v>
                </c:pt>
                <c:pt idx="667">
                  <c:v>1.012095060822455</c:v>
                </c:pt>
                <c:pt idx="668">
                  <c:v>1.0120691736849008</c:v>
                </c:pt>
                <c:pt idx="669">
                  <c:v>1.0120691736849008</c:v>
                </c:pt>
                <c:pt idx="670">
                  <c:v>1.0121550550148106</c:v>
                </c:pt>
                <c:pt idx="671">
                  <c:v>1.0121550550148106</c:v>
                </c:pt>
                <c:pt idx="672">
                  <c:v>1.0120924093480177</c:v>
                </c:pt>
                <c:pt idx="673">
                  <c:v>1.0120924093480177</c:v>
                </c:pt>
                <c:pt idx="674">
                  <c:v>1.0117903003985746</c:v>
                </c:pt>
                <c:pt idx="675">
                  <c:v>1.0117903003985746</c:v>
                </c:pt>
                <c:pt idx="676">
                  <c:v>1.0118018548638403</c:v>
                </c:pt>
                <c:pt idx="677">
                  <c:v>1.0118018548638403</c:v>
                </c:pt>
                <c:pt idx="678">
                  <c:v>1.0117799503121894</c:v>
                </c:pt>
                <c:pt idx="679">
                  <c:v>1.0117799503121894</c:v>
                </c:pt>
                <c:pt idx="680">
                  <c:v>1.0117442375804568</c:v>
                </c:pt>
                <c:pt idx="681">
                  <c:v>1.0117442375804568</c:v>
                </c:pt>
                <c:pt idx="682">
                  <c:v>1.0117055425019177</c:v>
                </c:pt>
                <c:pt idx="683">
                  <c:v>1.0117055425019177</c:v>
                </c:pt>
                <c:pt idx="684">
                  <c:v>1.012655700370368</c:v>
                </c:pt>
                <c:pt idx="685">
                  <c:v>1.012655700370368</c:v>
                </c:pt>
                <c:pt idx="686">
                  <c:v>1.0162282719008808</c:v>
                </c:pt>
                <c:pt idx="687">
                  <c:v>1.0162282719008808</c:v>
                </c:pt>
                <c:pt idx="688">
                  <c:v>1.016341983372643</c:v>
                </c:pt>
                <c:pt idx="689">
                  <c:v>1.016341983372643</c:v>
                </c:pt>
                <c:pt idx="690">
                  <c:v>1.0162222699487098</c:v>
                </c:pt>
                <c:pt idx="691">
                  <c:v>1.0162222699487098</c:v>
                </c:pt>
                <c:pt idx="692">
                  <c:v>1.0160342668441731</c:v>
                </c:pt>
                <c:pt idx="693">
                  <c:v>1.0160342668441731</c:v>
                </c:pt>
                <c:pt idx="694">
                  <c:v>1.0160338314684438</c:v>
                </c:pt>
                <c:pt idx="695">
                  <c:v>1.0160338314684438</c:v>
                </c:pt>
                <c:pt idx="696">
                  <c:v>1.0160160598299559</c:v>
                </c:pt>
                <c:pt idx="697">
                  <c:v>1.0160160598299559</c:v>
                </c:pt>
                <c:pt idx="698">
                  <c:v>1.0160975616051851</c:v>
                </c:pt>
                <c:pt idx="699">
                  <c:v>1.0160975616051851</c:v>
                </c:pt>
                <c:pt idx="700">
                  <c:v>1.0168667410036774</c:v>
                </c:pt>
                <c:pt idx="701">
                  <c:v>1.0168667410036774</c:v>
                </c:pt>
                <c:pt idx="702">
                  <c:v>1.0168220443052409</c:v>
                </c:pt>
                <c:pt idx="703">
                  <c:v>1.0168220443052409</c:v>
                </c:pt>
                <c:pt idx="704">
                  <c:v>1.0167620283476571</c:v>
                </c:pt>
                <c:pt idx="705">
                  <c:v>1.0167620283476571</c:v>
                </c:pt>
                <c:pt idx="706">
                  <c:v>1.0170437089138149</c:v>
                </c:pt>
                <c:pt idx="707">
                  <c:v>1.0170437089138149</c:v>
                </c:pt>
                <c:pt idx="708">
                  <c:v>1.0169263526942367</c:v>
                </c:pt>
                <c:pt idx="709">
                  <c:v>1.0169263526942367</c:v>
                </c:pt>
                <c:pt idx="710">
                  <c:v>1.0166886920516729</c:v>
                </c:pt>
                <c:pt idx="711">
                  <c:v>1.0166886920516729</c:v>
                </c:pt>
                <c:pt idx="712">
                  <c:v>1.0166083600186939</c:v>
                </c:pt>
                <c:pt idx="713">
                  <c:v>1.0166083600186939</c:v>
                </c:pt>
                <c:pt idx="714">
                  <c:v>1.016601112595674</c:v>
                </c:pt>
                <c:pt idx="715">
                  <c:v>1.016601112595674</c:v>
                </c:pt>
                <c:pt idx="716">
                  <c:v>1.0165214570235213</c:v>
                </c:pt>
                <c:pt idx="717">
                  <c:v>1.0165214570235213</c:v>
                </c:pt>
                <c:pt idx="718">
                  <c:v>1.0167366407330942</c:v>
                </c:pt>
                <c:pt idx="719">
                  <c:v>1.0167366407330942</c:v>
                </c:pt>
                <c:pt idx="720">
                  <c:v>1.0166930370095606</c:v>
                </c:pt>
                <c:pt idx="721">
                  <c:v>1.0166930370095606</c:v>
                </c:pt>
                <c:pt idx="722">
                  <c:v>1.0167644238917428</c:v>
                </c:pt>
                <c:pt idx="723">
                  <c:v>1.0167644238917428</c:v>
                </c:pt>
                <c:pt idx="724">
                  <c:v>1.017583210067017</c:v>
                </c:pt>
                <c:pt idx="725">
                  <c:v>1.017583210067017</c:v>
                </c:pt>
                <c:pt idx="726">
                  <c:v>1.017512352517189</c:v>
                </c:pt>
                <c:pt idx="727">
                  <c:v>1.017512352517189</c:v>
                </c:pt>
                <c:pt idx="728">
                  <c:v>1.0177120739092609</c:v>
                </c:pt>
                <c:pt idx="729">
                  <c:v>1.0177120739092609</c:v>
                </c:pt>
                <c:pt idx="730">
                  <c:v>1.0176245610315051</c:v>
                </c:pt>
                <c:pt idx="731">
                  <c:v>1.0176245610315051</c:v>
                </c:pt>
                <c:pt idx="732">
                  <c:v>1.0175698429178519</c:v>
                </c:pt>
                <c:pt idx="733">
                  <c:v>1.0175698429178519</c:v>
                </c:pt>
                <c:pt idx="734">
                  <c:v>1.0174335365393683</c:v>
                </c:pt>
                <c:pt idx="735">
                  <c:v>1.0174335365393683</c:v>
                </c:pt>
                <c:pt idx="736">
                  <c:v>1.017538119524489</c:v>
                </c:pt>
                <c:pt idx="737">
                  <c:v>1.017538119524489</c:v>
                </c:pt>
                <c:pt idx="738">
                  <c:v>1.017437460374742</c:v>
                </c:pt>
                <c:pt idx="739">
                  <c:v>1.017437460374742</c:v>
                </c:pt>
                <c:pt idx="740">
                  <c:v>1.0175355234230039</c:v>
                </c:pt>
                <c:pt idx="741">
                  <c:v>1.0175355234230039</c:v>
                </c:pt>
                <c:pt idx="742">
                  <c:v>1.0175121107601257</c:v>
                </c:pt>
                <c:pt idx="743">
                  <c:v>1.0175121107601257</c:v>
                </c:pt>
                <c:pt idx="744">
                  <c:v>1.01734921261736</c:v>
                </c:pt>
                <c:pt idx="745">
                  <c:v>1.01734921261736</c:v>
                </c:pt>
                <c:pt idx="746">
                  <c:v>1.0173013920654257</c:v>
                </c:pt>
                <c:pt idx="747">
                  <c:v>1.0173013920654257</c:v>
                </c:pt>
                <c:pt idx="748">
                  <c:v>1.0169764924805598</c:v>
                </c:pt>
                <c:pt idx="749">
                  <c:v>1.0169764924805598</c:v>
                </c:pt>
                <c:pt idx="750">
                  <c:v>1.0169437359046654</c:v>
                </c:pt>
                <c:pt idx="751">
                  <c:v>1.0169437359046654</c:v>
                </c:pt>
                <c:pt idx="752">
                  <c:v>1.0170286716687984</c:v>
                </c:pt>
                <c:pt idx="753">
                  <c:v>1.0170286716687984</c:v>
                </c:pt>
                <c:pt idx="754">
                  <c:v>1.0171675552468251</c:v>
                </c:pt>
                <c:pt idx="755">
                  <c:v>1.0171675552468251</c:v>
                </c:pt>
                <c:pt idx="756">
                  <c:v>1.0172187593545774</c:v>
                </c:pt>
                <c:pt idx="757">
                  <c:v>1.0172187593545774</c:v>
                </c:pt>
                <c:pt idx="758">
                  <c:v>1.0172093240037818</c:v>
                </c:pt>
                <c:pt idx="759">
                  <c:v>1.0172093240037818</c:v>
                </c:pt>
                <c:pt idx="760">
                  <c:v>1.0183745622651044</c:v>
                </c:pt>
                <c:pt idx="761">
                  <c:v>1.0183745622651044</c:v>
                </c:pt>
                <c:pt idx="762">
                  <c:v>1.0184369145004493</c:v>
                </c:pt>
                <c:pt idx="763">
                  <c:v>1.0184369145004493</c:v>
                </c:pt>
                <c:pt idx="764">
                  <c:v>1.0187158753347862</c:v>
                </c:pt>
                <c:pt idx="765">
                  <c:v>1.0187158753347862</c:v>
                </c:pt>
                <c:pt idx="766">
                  <c:v>1.0187363557910041</c:v>
                </c:pt>
                <c:pt idx="767">
                  <c:v>1.0187363557910041</c:v>
                </c:pt>
                <c:pt idx="768">
                  <c:v>1.019330495286966</c:v>
                </c:pt>
                <c:pt idx="769">
                  <c:v>1.019330495286966</c:v>
                </c:pt>
                <c:pt idx="770">
                  <c:v>1.0192404525488266</c:v>
                </c:pt>
                <c:pt idx="771">
                  <c:v>1.0192404525488266</c:v>
                </c:pt>
                <c:pt idx="772">
                  <c:v>1.019090361631251</c:v>
                </c:pt>
                <c:pt idx="773">
                  <c:v>1.019090361631251</c:v>
                </c:pt>
                <c:pt idx="774">
                  <c:v>1.0198587038070379</c:v>
                </c:pt>
                <c:pt idx="775">
                  <c:v>1.0198587038070379</c:v>
                </c:pt>
                <c:pt idx="776">
                  <c:v>1.0198981499375008</c:v>
                </c:pt>
                <c:pt idx="777">
                  <c:v>1.0198981499375008</c:v>
                </c:pt>
                <c:pt idx="778">
                  <c:v>1.019810121876902</c:v>
                </c:pt>
                <c:pt idx="779">
                  <c:v>1.019810121876902</c:v>
                </c:pt>
                <c:pt idx="780">
                  <c:v>1.0197143300142031</c:v>
                </c:pt>
                <c:pt idx="781">
                  <c:v>1.0197143300142031</c:v>
                </c:pt>
                <c:pt idx="782">
                  <c:v>1.0196135590308111</c:v>
                </c:pt>
                <c:pt idx="783">
                  <c:v>1.0196135590308111</c:v>
                </c:pt>
                <c:pt idx="784">
                  <c:v>1.0195890194342101</c:v>
                </c:pt>
                <c:pt idx="785">
                  <c:v>1.0195890194342101</c:v>
                </c:pt>
                <c:pt idx="786">
                  <c:v>1.0194922039479717</c:v>
                </c:pt>
                <c:pt idx="787">
                  <c:v>1.0194922039479717</c:v>
                </c:pt>
                <c:pt idx="788">
                  <c:v>1.0203119796354183</c:v>
                </c:pt>
                <c:pt idx="789">
                  <c:v>1.0203119796354183</c:v>
                </c:pt>
                <c:pt idx="790">
                  <c:v>1.0210731063760443</c:v>
                </c:pt>
                <c:pt idx="791">
                  <c:v>1.0210731063760443</c:v>
                </c:pt>
                <c:pt idx="792">
                  <c:v>1.0210875887598687</c:v>
                </c:pt>
                <c:pt idx="793">
                  <c:v>1.0210875887598687</c:v>
                </c:pt>
                <c:pt idx="794">
                  <c:v>1.0218373046863518</c:v>
                </c:pt>
                <c:pt idx="795">
                  <c:v>1.0218373046863518</c:v>
                </c:pt>
                <c:pt idx="796">
                  <c:v>1.0216333991731137</c:v>
                </c:pt>
                <c:pt idx="797">
                  <c:v>1.0216333991731137</c:v>
                </c:pt>
                <c:pt idx="798">
                  <c:v>1.021569299233275</c:v>
                </c:pt>
                <c:pt idx="799">
                  <c:v>1.021569299233275</c:v>
                </c:pt>
                <c:pt idx="800">
                  <c:v>1.0222715632943449</c:v>
                </c:pt>
                <c:pt idx="801">
                  <c:v>1.0222715632943449</c:v>
                </c:pt>
                <c:pt idx="802">
                  <c:v>1.0222364762574796</c:v>
                </c:pt>
                <c:pt idx="803">
                  <c:v>1.0222364762574796</c:v>
                </c:pt>
                <c:pt idx="804">
                  <c:v>1.022292734108456</c:v>
                </c:pt>
                <c:pt idx="805">
                  <c:v>1.022292734108456</c:v>
                </c:pt>
                <c:pt idx="806">
                  <c:v>1.0250941298951859</c:v>
                </c:pt>
                <c:pt idx="807">
                  <c:v>1.0250941298951859</c:v>
                </c:pt>
                <c:pt idx="808">
                  <c:v>1.0253346894290358</c:v>
                </c:pt>
                <c:pt idx="809">
                  <c:v>1.0253346894290358</c:v>
                </c:pt>
                <c:pt idx="810">
                  <c:v>1.0252798706237312</c:v>
                </c:pt>
                <c:pt idx="811">
                  <c:v>1.0252798706237312</c:v>
                </c:pt>
                <c:pt idx="812">
                  <c:v>1.0254127394529966</c:v>
                </c:pt>
                <c:pt idx="813">
                  <c:v>1.0254127394529966</c:v>
                </c:pt>
                <c:pt idx="814">
                  <c:v>1.0253674696530908</c:v>
                </c:pt>
                <c:pt idx="815">
                  <c:v>1.0253674696530908</c:v>
                </c:pt>
                <c:pt idx="816">
                  <c:v>1.0252906129143604</c:v>
                </c:pt>
                <c:pt idx="817">
                  <c:v>1.0252906129143604</c:v>
                </c:pt>
                <c:pt idx="818">
                  <c:v>1.0252130378853159</c:v>
                </c:pt>
                <c:pt idx="819">
                  <c:v>1.0252130378853159</c:v>
                </c:pt>
                <c:pt idx="820">
                  <c:v>1.0287129108471478</c:v>
                </c:pt>
                <c:pt idx="821">
                  <c:v>1.0287129108471478</c:v>
                </c:pt>
                <c:pt idx="822">
                  <c:v>1.0286568414164388</c:v>
                </c:pt>
                <c:pt idx="823">
                  <c:v>1.0286568414164388</c:v>
                </c:pt>
                <c:pt idx="824">
                  <c:v>1.0286760423517969</c:v>
                </c:pt>
                <c:pt idx="825">
                  <c:v>1.0286760423517969</c:v>
                </c:pt>
                <c:pt idx="826">
                  <c:v>1.0286159131034429</c:v>
                </c:pt>
                <c:pt idx="827">
                  <c:v>1.0286159131034429</c:v>
                </c:pt>
                <c:pt idx="828">
                  <c:v>1.0288239296009811</c:v>
                </c:pt>
                <c:pt idx="829">
                  <c:v>1.0288239296009811</c:v>
                </c:pt>
                <c:pt idx="830">
                  <c:v>1.0288414516151709</c:v>
                </c:pt>
                <c:pt idx="831">
                  <c:v>1.0288414516151709</c:v>
                </c:pt>
                <c:pt idx="832">
                  <c:v>1.0288481083146446</c:v>
                </c:pt>
                <c:pt idx="833">
                  <c:v>1.0288481083146446</c:v>
                </c:pt>
                <c:pt idx="834">
                  <c:v>1.0292491832150876</c:v>
                </c:pt>
                <c:pt idx="835">
                  <c:v>1.0292491832150876</c:v>
                </c:pt>
                <c:pt idx="836">
                  <c:v>1.029124823670255</c:v>
                </c:pt>
                <c:pt idx="837">
                  <c:v>1.029124823670255</c:v>
                </c:pt>
                <c:pt idx="838">
                  <c:v>1.0295052724518918</c:v>
                </c:pt>
                <c:pt idx="839">
                  <c:v>1.0295052724518918</c:v>
                </c:pt>
                <c:pt idx="840">
                  <c:v>1.0295152872016331</c:v>
                </c:pt>
                <c:pt idx="841">
                  <c:v>1.0295152872016331</c:v>
                </c:pt>
                <c:pt idx="842">
                  <c:v>1.0291897257146054</c:v>
                </c:pt>
                <c:pt idx="843">
                  <c:v>1.0291897257146054</c:v>
                </c:pt>
                <c:pt idx="844">
                  <c:v>1.0292462330796368</c:v>
                </c:pt>
                <c:pt idx="845">
                  <c:v>1.0292462330796368</c:v>
                </c:pt>
                <c:pt idx="846">
                  <c:v>1.0290879148999768</c:v>
                </c:pt>
                <c:pt idx="847">
                  <c:v>1.0290879148999768</c:v>
                </c:pt>
                <c:pt idx="848">
                  <c:v>1.029115922580033</c:v>
                </c:pt>
                <c:pt idx="849">
                  <c:v>1.029115922580033</c:v>
                </c:pt>
                <c:pt idx="850">
                  <c:v>1.0290583621103031</c:v>
                </c:pt>
                <c:pt idx="851">
                  <c:v>1.0290583621103031</c:v>
                </c:pt>
                <c:pt idx="852">
                  <c:v>1.029256990724394</c:v>
                </c:pt>
                <c:pt idx="853">
                  <c:v>1.029256990724394</c:v>
                </c:pt>
                <c:pt idx="854">
                  <c:v>1.0292961338969442</c:v>
                </c:pt>
                <c:pt idx="855">
                  <c:v>1.0292961338969442</c:v>
                </c:pt>
                <c:pt idx="856">
                  <c:v>1.0292202907438814</c:v>
                </c:pt>
                <c:pt idx="857">
                  <c:v>1.0292202907438814</c:v>
                </c:pt>
                <c:pt idx="858">
                  <c:v>1.0296845056762236</c:v>
                </c:pt>
                <c:pt idx="859">
                  <c:v>1.0296845056762236</c:v>
                </c:pt>
                <c:pt idx="860">
                  <c:v>1.029607274429277</c:v>
                </c:pt>
                <c:pt idx="861">
                  <c:v>1.029607274429277</c:v>
                </c:pt>
                <c:pt idx="862">
                  <c:v>1.0294692991065142</c:v>
                </c:pt>
                <c:pt idx="863">
                  <c:v>1.0294692991065142</c:v>
                </c:pt>
                <c:pt idx="864">
                  <c:v>1.0299587250077464</c:v>
                </c:pt>
                <c:pt idx="865">
                  <c:v>1.0299587250077464</c:v>
                </c:pt>
                <c:pt idx="866">
                  <c:v>1.0298840644974552</c:v>
                </c:pt>
                <c:pt idx="867">
                  <c:v>1.0298840644974552</c:v>
                </c:pt>
                <c:pt idx="868">
                  <c:v>1.0297175907260836</c:v>
                </c:pt>
                <c:pt idx="869">
                  <c:v>1.0297175907260836</c:v>
                </c:pt>
                <c:pt idx="870">
                  <c:v>1.0299224908642466</c:v>
                </c:pt>
                <c:pt idx="871">
                  <c:v>1.0299224908642466</c:v>
                </c:pt>
                <c:pt idx="872">
                  <c:v>1.0298757115328372</c:v>
                </c:pt>
                <c:pt idx="873">
                  <c:v>1.0298757115328372</c:v>
                </c:pt>
                <c:pt idx="874">
                  <c:v>1.0297444534250091</c:v>
                </c:pt>
                <c:pt idx="875">
                  <c:v>1.0297444534250091</c:v>
                </c:pt>
                <c:pt idx="876">
                  <c:v>1.0306326765693128</c:v>
                </c:pt>
                <c:pt idx="877">
                  <c:v>1.0306326765693128</c:v>
                </c:pt>
                <c:pt idx="878">
                  <c:v>1.0305641438337474</c:v>
                </c:pt>
                <c:pt idx="879">
                  <c:v>1.0305641438337474</c:v>
                </c:pt>
                <c:pt idx="880">
                  <c:v>1.0304149122438184</c:v>
                </c:pt>
                <c:pt idx="881">
                  <c:v>1.0304149122438184</c:v>
                </c:pt>
                <c:pt idx="882">
                  <c:v>1.0309868850577202</c:v>
                </c:pt>
                <c:pt idx="883">
                  <c:v>1.0309868850577202</c:v>
                </c:pt>
                <c:pt idx="884">
                  <c:v>1.0310192606677979</c:v>
                </c:pt>
                <c:pt idx="885">
                  <c:v>1.0310192606677979</c:v>
                </c:pt>
                <c:pt idx="886">
                  <c:v>1.0309035847927823</c:v>
                </c:pt>
                <c:pt idx="887">
                  <c:v>1.0309035847927823</c:v>
                </c:pt>
                <c:pt idx="888">
                  <c:v>1.0307518503029369</c:v>
                </c:pt>
                <c:pt idx="889">
                  <c:v>1.0307518503029369</c:v>
                </c:pt>
                <c:pt idx="890">
                  <c:v>1.0304836584936388</c:v>
                </c:pt>
                <c:pt idx="891">
                  <c:v>1.0304836584936388</c:v>
                </c:pt>
                <c:pt idx="892">
                  <c:v>1.0304868274414198</c:v>
                </c:pt>
                <c:pt idx="893">
                  <c:v>1.0304868274414198</c:v>
                </c:pt>
                <c:pt idx="894">
                  <c:v>1.0311993005647837</c:v>
                </c:pt>
                <c:pt idx="895">
                  <c:v>1.0311993005647837</c:v>
                </c:pt>
                <c:pt idx="896">
                  <c:v>1.0319054471531304</c:v>
                </c:pt>
                <c:pt idx="897">
                  <c:v>1.0319054471531304</c:v>
                </c:pt>
                <c:pt idx="898">
                  <c:v>1.0325674237378426</c:v>
                </c:pt>
                <c:pt idx="899">
                  <c:v>1.0325674237378426</c:v>
                </c:pt>
                <c:pt idx="900">
                  <c:v>1.0332266373411141</c:v>
                </c:pt>
                <c:pt idx="901">
                  <c:v>1.0332266373411141</c:v>
                </c:pt>
                <c:pt idx="902">
                  <c:v>1.0330345105108689</c:v>
                </c:pt>
                <c:pt idx="903">
                  <c:v>1.0330345105108689</c:v>
                </c:pt>
                <c:pt idx="904">
                  <c:v>1.0329178242669428</c:v>
                </c:pt>
                <c:pt idx="905">
                  <c:v>1.0329178242669428</c:v>
                </c:pt>
                <c:pt idx="906">
                  <c:v>1.0329289385895195</c:v>
                </c:pt>
                <c:pt idx="907">
                  <c:v>1.0329289385895195</c:v>
                </c:pt>
                <c:pt idx="908">
                  <c:v>1.0333262238143748</c:v>
                </c:pt>
                <c:pt idx="909">
                  <c:v>1.0333262238143748</c:v>
                </c:pt>
                <c:pt idx="910">
                  <c:v>1.0334659724260051</c:v>
                </c:pt>
                <c:pt idx="911">
                  <c:v>1.0334659724260051</c:v>
                </c:pt>
                <c:pt idx="912">
                  <c:v>1.0334750954412923</c:v>
                </c:pt>
                <c:pt idx="913">
                  <c:v>1.0334750954412923</c:v>
                </c:pt>
                <c:pt idx="914">
                  <c:v>1.0335898534583228</c:v>
                </c:pt>
                <c:pt idx="915">
                  <c:v>1.0335898534583228</c:v>
                </c:pt>
                <c:pt idx="916">
                  <c:v>1.0350025803647938</c:v>
                </c:pt>
                <c:pt idx="917">
                  <c:v>1.0350025803647938</c:v>
                </c:pt>
                <c:pt idx="918">
                  <c:v>1.0349003884342249</c:v>
                </c:pt>
                <c:pt idx="919">
                  <c:v>1.0349003884342249</c:v>
                </c:pt>
                <c:pt idx="920">
                  <c:v>1.0347899742588167</c:v>
                </c:pt>
                <c:pt idx="921">
                  <c:v>1.0347899742588167</c:v>
                </c:pt>
                <c:pt idx="922">
                  <c:v>1.0352588404245686</c:v>
                </c:pt>
                <c:pt idx="923">
                  <c:v>1.0352588404245686</c:v>
                </c:pt>
                <c:pt idx="924">
                  <c:v>1.0355123170643568</c:v>
                </c:pt>
                <c:pt idx="925">
                  <c:v>1.0355123170643568</c:v>
                </c:pt>
                <c:pt idx="926">
                  <c:v>1.0360485890820246</c:v>
                </c:pt>
                <c:pt idx="927">
                  <c:v>1.0360485890820246</c:v>
                </c:pt>
                <c:pt idx="928">
                  <c:v>1.036041638543457</c:v>
                </c:pt>
                <c:pt idx="929">
                  <c:v>1.036041638543457</c:v>
                </c:pt>
                <c:pt idx="930">
                  <c:v>1.0365241450952616</c:v>
                </c:pt>
                <c:pt idx="931">
                  <c:v>1.0365241450952616</c:v>
                </c:pt>
                <c:pt idx="932">
                  <c:v>1.036386968384301</c:v>
                </c:pt>
                <c:pt idx="933">
                  <c:v>1.036386968384301</c:v>
                </c:pt>
                <c:pt idx="934">
                  <c:v>1.0367272715047953</c:v>
                </c:pt>
                <c:pt idx="935">
                  <c:v>1.0367272715047953</c:v>
                </c:pt>
                <c:pt idx="936">
                  <c:v>1.036556926131122</c:v>
                </c:pt>
                <c:pt idx="937">
                  <c:v>1.036556926131122</c:v>
                </c:pt>
                <c:pt idx="938">
                  <c:v>1.0364551644128968</c:v>
                </c:pt>
                <c:pt idx="939">
                  <c:v>1.0364551644128968</c:v>
                </c:pt>
                <c:pt idx="940">
                  <c:v>1.0363859458631814</c:v>
                </c:pt>
                <c:pt idx="941">
                  <c:v>1.0363859458631814</c:v>
                </c:pt>
                <c:pt idx="942">
                  <c:v>1.0362651971255814</c:v>
                </c:pt>
                <c:pt idx="943">
                  <c:v>1.0362651971255814</c:v>
                </c:pt>
                <c:pt idx="944">
                  <c:v>1.0365160784086915</c:v>
                </c:pt>
                <c:pt idx="945">
                  <c:v>1.0365160784086915</c:v>
                </c:pt>
                <c:pt idx="946">
                  <c:v>1.0364860320215836</c:v>
                </c:pt>
                <c:pt idx="947">
                  <c:v>1.0364860320215836</c:v>
                </c:pt>
                <c:pt idx="948">
                  <c:v>1.0372793141006691</c:v>
                </c:pt>
                <c:pt idx="949">
                  <c:v>1.0372793141006691</c:v>
                </c:pt>
                <c:pt idx="950">
                  <c:v>1.0370374055482079</c:v>
                </c:pt>
                <c:pt idx="951">
                  <c:v>1.0370374055482079</c:v>
                </c:pt>
                <c:pt idx="952">
                  <c:v>1.0405982412835657</c:v>
                </c:pt>
                <c:pt idx="953">
                  <c:v>1.0405982412835657</c:v>
                </c:pt>
                <c:pt idx="954">
                  <c:v>1.0403926463038402</c:v>
                </c:pt>
                <c:pt idx="955">
                  <c:v>1.0403926463038402</c:v>
                </c:pt>
                <c:pt idx="956">
                  <c:v>1.0404387109111508</c:v>
                </c:pt>
                <c:pt idx="957">
                  <c:v>1.0404387109111508</c:v>
                </c:pt>
                <c:pt idx="958">
                  <c:v>1.0415238477652202</c:v>
                </c:pt>
                <c:pt idx="959">
                  <c:v>1.0415238477652202</c:v>
                </c:pt>
                <c:pt idx="960">
                  <c:v>1.0419088134627963</c:v>
                </c:pt>
                <c:pt idx="961">
                  <c:v>1.0419088134627963</c:v>
                </c:pt>
                <c:pt idx="962">
                  <c:v>1.0418563017928633</c:v>
                </c:pt>
                <c:pt idx="963">
                  <c:v>1.0418563017928633</c:v>
                </c:pt>
                <c:pt idx="964">
                  <c:v>1.0419603063783209</c:v>
                </c:pt>
                <c:pt idx="965">
                  <c:v>1.0419603063783209</c:v>
                </c:pt>
                <c:pt idx="966">
                  <c:v>1.041753283146271</c:v>
                </c:pt>
                <c:pt idx="967">
                  <c:v>1.041753283146271</c:v>
                </c:pt>
                <c:pt idx="968">
                  <c:v>1.0419628828934495</c:v>
                </c:pt>
                <c:pt idx="969">
                  <c:v>1.0419628828934495</c:v>
                </c:pt>
                <c:pt idx="970">
                  <c:v>1.044591911961386</c:v>
                </c:pt>
                <c:pt idx="971">
                  <c:v>1.044591911961386</c:v>
                </c:pt>
                <c:pt idx="972">
                  <c:v>1.0445175040275416</c:v>
                </c:pt>
                <c:pt idx="973">
                  <c:v>1.0445175040275416</c:v>
                </c:pt>
                <c:pt idx="974">
                  <c:v>1.0445063061857542</c:v>
                </c:pt>
                <c:pt idx="975">
                  <c:v>1.0445063061857542</c:v>
                </c:pt>
                <c:pt idx="976">
                  <c:v>1.0447162061419142</c:v>
                </c:pt>
                <c:pt idx="977">
                  <c:v>1.0447162061419142</c:v>
                </c:pt>
                <c:pt idx="978">
                  <c:v>1.0449801333528768</c:v>
                </c:pt>
                <c:pt idx="979">
                  <c:v>1.0449801333528768</c:v>
                </c:pt>
                <c:pt idx="980">
                  <c:v>1.0453403920200497</c:v>
                </c:pt>
                <c:pt idx="981">
                  <c:v>1.0453403920200497</c:v>
                </c:pt>
                <c:pt idx="982">
                  <c:v>1.0452732660884021</c:v>
                </c:pt>
                <c:pt idx="983">
                  <c:v>1.0452732660884021</c:v>
                </c:pt>
                <c:pt idx="984">
                  <c:v>1.0452785339102235</c:v>
                </c:pt>
                <c:pt idx="985">
                  <c:v>1.0452785339102235</c:v>
                </c:pt>
                <c:pt idx="986">
                  <c:v>1.0460247561459459</c:v>
                </c:pt>
                <c:pt idx="987">
                  <c:v>1.0460247561459459</c:v>
                </c:pt>
                <c:pt idx="988">
                  <c:v>1.0461167000114342</c:v>
                </c:pt>
                <c:pt idx="989">
                  <c:v>1.0461167000114342</c:v>
                </c:pt>
                <c:pt idx="990">
                  <c:v>1.0481119208258338</c:v>
                </c:pt>
                <c:pt idx="991">
                  <c:v>1.0481119208258338</c:v>
                </c:pt>
                <c:pt idx="992">
                  <c:v>1.0483070238467516</c:v>
                </c:pt>
                <c:pt idx="993">
                  <c:v>1.0483070238467516</c:v>
                </c:pt>
                <c:pt idx="994">
                  <c:v>1.0480740219760758</c:v>
                </c:pt>
                <c:pt idx="995">
                  <c:v>1.0480740219760758</c:v>
                </c:pt>
                <c:pt idx="996">
                  <c:v>1.0477243955380495</c:v>
                </c:pt>
                <c:pt idx="997">
                  <c:v>1.0477243955380495</c:v>
                </c:pt>
                <c:pt idx="998">
                  <c:v>1.0485761292381195</c:v>
                </c:pt>
                <c:pt idx="999">
                  <c:v>1.0485761292381195</c:v>
                </c:pt>
                <c:pt idx="1000">
                  <c:v>1.0484702144678351</c:v>
                </c:pt>
                <c:pt idx="1001">
                  <c:v>1.0484702144678351</c:v>
                </c:pt>
                <c:pt idx="1002">
                  <c:v>1.0485164827265412</c:v>
                </c:pt>
                <c:pt idx="1003">
                  <c:v>1.0485164827265412</c:v>
                </c:pt>
                <c:pt idx="1004">
                  <c:v>1.0485542319391217</c:v>
                </c:pt>
                <c:pt idx="1005">
                  <c:v>1.0485542319391217</c:v>
                </c:pt>
                <c:pt idx="1006">
                  <c:v>1.0485930419340539</c:v>
                </c:pt>
                <c:pt idx="1007">
                  <c:v>1.0485930419340539</c:v>
                </c:pt>
                <c:pt idx="1008">
                  <c:v>1.0485390467599891</c:v>
                </c:pt>
                <c:pt idx="1009">
                  <c:v>1.0485390467599891</c:v>
                </c:pt>
                <c:pt idx="1010">
                  <c:v>1.0484070757174804</c:v>
                </c:pt>
                <c:pt idx="1011">
                  <c:v>1.0484070757174804</c:v>
                </c:pt>
                <c:pt idx="1012">
                  <c:v>1.0501838514604067</c:v>
                </c:pt>
                <c:pt idx="1013">
                  <c:v>1.0501838514604067</c:v>
                </c:pt>
                <c:pt idx="1014">
                  <c:v>1.0517837975259012</c:v>
                </c:pt>
                <c:pt idx="1015">
                  <c:v>1.0517837975259012</c:v>
                </c:pt>
                <c:pt idx="1016">
                  <c:v>1.0521639080312872</c:v>
                </c:pt>
                <c:pt idx="1017">
                  <c:v>1.0521639080312872</c:v>
                </c:pt>
                <c:pt idx="1018">
                  <c:v>1.0522484142427748</c:v>
                </c:pt>
                <c:pt idx="1019">
                  <c:v>1.0522484142427748</c:v>
                </c:pt>
                <c:pt idx="1020">
                  <c:v>1.0569958250533851</c:v>
                </c:pt>
                <c:pt idx="1021">
                  <c:v>1.0569958250533851</c:v>
                </c:pt>
                <c:pt idx="1022">
                  <c:v>1.0571820723125558</c:v>
                </c:pt>
                <c:pt idx="1023">
                  <c:v>1.0571820723125558</c:v>
                </c:pt>
                <c:pt idx="1024">
                  <c:v>1.0573549160773126</c:v>
                </c:pt>
                <c:pt idx="1025">
                  <c:v>1.0573549160773126</c:v>
                </c:pt>
                <c:pt idx="1026">
                  <c:v>1.0572086389061466</c:v>
                </c:pt>
                <c:pt idx="1027">
                  <c:v>1.0572086389061466</c:v>
                </c:pt>
                <c:pt idx="1028">
                  <c:v>1.0572133754089219</c:v>
                </c:pt>
                <c:pt idx="1029">
                  <c:v>1.0572133754089219</c:v>
                </c:pt>
                <c:pt idx="1030">
                  <c:v>1.0579196883563038</c:v>
                </c:pt>
                <c:pt idx="1031">
                  <c:v>1.0579196883563038</c:v>
                </c:pt>
                <c:pt idx="1032">
                  <c:v>1.0579819859627408</c:v>
                </c:pt>
                <c:pt idx="1033">
                  <c:v>1.0579819859627408</c:v>
                </c:pt>
                <c:pt idx="1034">
                  <c:v>1.058447907145339</c:v>
                </c:pt>
                <c:pt idx="1035">
                  <c:v>1.058447907145339</c:v>
                </c:pt>
                <c:pt idx="1036">
                  <c:v>1.0583655669901213</c:v>
                </c:pt>
                <c:pt idx="1037">
                  <c:v>1.0583655669901213</c:v>
                </c:pt>
                <c:pt idx="1038">
                  <c:v>1.0584016882313123</c:v>
                </c:pt>
                <c:pt idx="1039">
                  <c:v>1.0584016882313123</c:v>
                </c:pt>
                <c:pt idx="1040">
                  <c:v>1.0580997631989759</c:v>
                </c:pt>
                <c:pt idx="1041">
                  <c:v>1.0580997631989759</c:v>
                </c:pt>
                <c:pt idx="1042">
                  <c:v>1.0580871855183274</c:v>
                </c:pt>
                <c:pt idx="1043">
                  <c:v>1.0580871855183274</c:v>
                </c:pt>
                <c:pt idx="1044">
                  <c:v>1.0597021529591162</c:v>
                </c:pt>
                <c:pt idx="1045">
                  <c:v>1.0597021529591162</c:v>
                </c:pt>
                <c:pt idx="1046">
                  <c:v>1.0615748622150871</c:v>
                </c:pt>
                <c:pt idx="1047">
                  <c:v>1.0615748622150871</c:v>
                </c:pt>
                <c:pt idx="1048">
                  <c:v>1.0620390156054709</c:v>
                </c:pt>
                <c:pt idx="1049">
                  <c:v>1.0620390156054709</c:v>
                </c:pt>
                <c:pt idx="1050">
                  <c:v>1.0620832613406563</c:v>
                </c:pt>
                <c:pt idx="1051">
                  <c:v>1.0620832613406563</c:v>
                </c:pt>
                <c:pt idx="1052">
                  <c:v>1.0676004486245596</c:v>
                </c:pt>
                <c:pt idx="1053">
                  <c:v>1.0676004486245596</c:v>
                </c:pt>
                <c:pt idx="1054">
                  <c:v>1.0683197943556473</c:v>
                </c:pt>
                <c:pt idx="1055">
                  <c:v>1.0683197943556473</c:v>
                </c:pt>
                <c:pt idx="1056">
                  <c:v>1.0691402613435492</c:v>
                </c:pt>
                <c:pt idx="1057">
                  <c:v>1.0691402613435492</c:v>
                </c:pt>
                <c:pt idx="1058">
                  <c:v>1.0692188874572777</c:v>
                </c:pt>
                <c:pt idx="1059">
                  <c:v>1.0692188874572777</c:v>
                </c:pt>
                <c:pt idx="1060">
                  <c:v>1.0690040003714949</c:v>
                </c:pt>
                <c:pt idx="1061">
                  <c:v>1.0690040003714949</c:v>
                </c:pt>
                <c:pt idx="1062">
                  <c:v>1.0695966649408597</c:v>
                </c:pt>
                <c:pt idx="1063">
                  <c:v>1.0695966649408597</c:v>
                </c:pt>
                <c:pt idx="1064">
                  <c:v>1.0741219431617548</c:v>
                </c:pt>
                <c:pt idx="1065">
                  <c:v>1.0741219431617548</c:v>
                </c:pt>
                <c:pt idx="1066">
                  <c:v>1.074447544989547</c:v>
                </c:pt>
                <c:pt idx="1067">
                  <c:v>1.074447544989547</c:v>
                </c:pt>
                <c:pt idx="1068">
                  <c:v>1.0754718406103956</c:v>
                </c:pt>
                <c:pt idx="1069">
                  <c:v>1.0754718406103956</c:v>
                </c:pt>
                <c:pt idx="1070">
                  <c:v>1.0755643136703477</c:v>
                </c:pt>
                <c:pt idx="1071">
                  <c:v>1.0755643136703477</c:v>
                </c:pt>
                <c:pt idx="1072">
                  <c:v>1.0754423295752431</c:v>
                </c:pt>
                <c:pt idx="1073">
                  <c:v>1.0754423295752431</c:v>
                </c:pt>
                <c:pt idx="1074">
                  <c:v>1.077532291257673</c:v>
                </c:pt>
                <c:pt idx="1075">
                  <c:v>1.077532291257673</c:v>
                </c:pt>
                <c:pt idx="1076">
                  <c:v>1.0787224958250512</c:v>
                </c:pt>
                <c:pt idx="1077">
                  <c:v>1.0787224958250512</c:v>
                </c:pt>
                <c:pt idx="1078">
                  <c:v>1.0799442550032392</c:v>
                </c:pt>
                <c:pt idx="1079">
                  <c:v>1.0799442550032392</c:v>
                </c:pt>
                <c:pt idx="1080">
                  <c:v>1.0798247532315226</c:v>
                </c:pt>
                <c:pt idx="1081">
                  <c:v>1.0798247532315226</c:v>
                </c:pt>
                <c:pt idx="1082">
                  <c:v>1.0799506391620357</c:v>
                </c:pt>
                <c:pt idx="1083">
                  <c:v>1.0799506391620357</c:v>
                </c:pt>
                <c:pt idx="1084">
                  <c:v>1.0847996069474852</c:v>
                </c:pt>
                <c:pt idx="1085">
                  <c:v>1.0847996069474852</c:v>
                </c:pt>
                <c:pt idx="1086">
                  <c:v>1.084768565170398</c:v>
                </c:pt>
                <c:pt idx="1087">
                  <c:v>1.084768565170398</c:v>
                </c:pt>
                <c:pt idx="1088">
                  <c:v>1.0881776162340251</c:v>
                </c:pt>
                <c:pt idx="1089">
                  <c:v>1.0881776162340251</c:v>
                </c:pt>
                <c:pt idx="1090">
                  <c:v>1.0894734671458537</c:v>
                </c:pt>
                <c:pt idx="1091">
                  <c:v>1.0894734671458537</c:v>
                </c:pt>
                <c:pt idx="1092">
                  <c:v>1.0897580273552001</c:v>
                </c:pt>
                <c:pt idx="1093">
                  <c:v>1.0897580273552001</c:v>
                </c:pt>
                <c:pt idx="1094">
                  <c:v>1.0899310994824585</c:v>
                </c:pt>
                <c:pt idx="1095">
                  <c:v>1.0899310994824585</c:v>
                </c:pt>
                <c:pt idx="1096">
                  <c:v>1.0942021968552742</c:v>
                </c:pt>
                <c:pt idx="1097">
                  <c:v>1.0942021968552742</c:v>
                </c:pt>
                <c:pt idx="1098">
                  <c:v>1.0952712681866033</c:v>
                </c:pt>
                <c:pt idx="1099">
                  <c:v>1.0952712681866033</c:v>
                </c:pt>
                <c:pt idx="1100">
                  <c:v>1.0969765499713784</c:v>
                </c:pt>
                <c:pt idx="1101">
                  <c:v>1.0969765499713784</c:v>
                </c:pt>
                <c:pt idx="1102">
                  <c:v>1.1004668288906769</c:v>
                </c:pt>
                <c:pt idx="1103">
                  <c:v>1.1004668288906769</c:v>
                </c:pt>
                <c:pt idx="1104">
                  <c:v>1.1015587204695791</c:v>
                </c:pt>
                <c:pt idx="1105">
                  <c:v>1.1015587204695791</c:v>
                </c:pt>
                <c:pt idx="1106">
                  <c:v>1.1024118421972189</c:v>
                </c:pt>
                <c:pt idx="1107">
                  <c:v>1.1024118421972189</c:v>
                </c:pt>
                <c:pt idx="1108">
                  <c:v>1.1033383112409298</c:v>
                </c:pt>
                <c:pt idx="1109">
                  <c:v>1.1033383112409298</c:v>
                </c:pt>
                <c:pt idx="1110">
                  <c:v>1.1032414299058555</c:v>
                </c:pt>
                <c:pt idx="1111">
                  <c:v>1.1032414299058555</c:v>
                </c:pt>
                <c:pt idx="1112">
                  <c:v>1.1029238381508919</c:v>
                </c:pt>
                <c:pt idx="1113">
                  <c:v>1.1029238381508919</c:v>
                </c:pt>
                <c:pt idx="1114">
                  <c:v>1.1035192952892523</c:v>
                </c:pt>
                <c:pt idx="1115">
                  <c:v>1.1035192952892523</c:v>
                </c:pt>
                <c:pt idx="1116">
                  <c:v>1.1089124684386895</c:v>
                </c:pt>
                <c:pt idx="1117">
                  <c:v>1.1089124684386895</c:v>
                </c:pt>
                <c:pt idx="1118">
                  <c:v>1.112907069525312</c:v>
                </c:pt>
                <c:pt idx="1119">
                  <c:v>1.112907069525312</c:v>
                </c:pt>
                <c:pt idx="1120">
                  <c:v>1.1333604579523442</c:v>
                </c:pt>
                <c:pt idx="1121">
                  <c:v>1.1333604579523442</c:v>
                </c:pt>
                <c:pt idx="1122">
                  <c:v>1.1340830664196371</c:v>
                </c:pt>
                <c:pt idx="1123">
                  <c:v>1.1340830664196371</c:v>
                </c:pt>
                <c:pt idx="1124">
                  <c:v>1.1352639853045272</c:v>
                </c:pt>
                <c:pt idx="1125">
                  <c:v>1.1352639853045272</c:v>
                </c:pt>
                <c:pt idx="1126">
                  <c:v>1.1542251215034045</c:v>
                </c:pt>
                <c:pt idx="1127">
                  <c:v>1.1542251215034045</c:v>
                </c:pt>
                <c:pt idx="1128">
                  <c:v>1.1545445742964144</c:v>
                </c:pt>
                <c:pt idx="1129">
                  <c:v>1.1545445742964144</c:v>
                </c:pt>
                <c:pt idx="1130">
                  <c:v>1.1552548439333188</c:v>
                </c:pt>
                <c:pt idx="1131">
                  <c:v>1.1552548439333188</c:v>
                </c:pt>
                <c:pt idx="1132">
                  <c:v>1.1551733981042305</c:v>
                </c:pt>
                <c:pt idx="1133">
                  <c:v>1.1551733981042305</c:v>
                </c:pt>
                <c:pt idx="1134">
                  <c:v>1.1567209382311865</c:v>
                </c:pt>
                <c:pt idx="1135">
                  <c:v>1.1567209382311865</c:v>
                </c:pt>
                <c:pt idx="1136">
                  <c:v>1.1570709246756481</c:v>
                </c:pt>
                <c:pt idx="1137">
                  <c:v>1.1570709246756481</c:v>
                </c:pt>
                <c:pt idx="1138">
                  <c:v>1.1579724261366964</c:v>
                </c:pt>
                <c:pt idx="1139">
                  <c:v>1.1579724261366964</c:v>
                </c:pt>
                <c:pt idx="1140">
                  <c:v>1.1584290343584831</c:v>
                </c:pt>
                <c:pt idx="1141">
                  <c:v>1.1584290343584831</c:v>
                </c:pt>
                <c:pt idx="1142">
                  <c:v>1.1591070063821001</c:v>
                </c:pt>
                <c:pt idx="1143">
                  <c:v>1.1591070063821001</c:v>
                </c:pt>
                <c:pt idx="1144">
                  <c:v>1.159263218577774</c:v>
                </c:pt>
                <c:pt idx="1145">
                  <c:v>1.159263218577774</c:v>
                </c:pt>
                <c:pt idx="1146">
                  <c:v>1.1598912224779452</c:v>
                </c:pt>
                <c:pt idx="1147">
                  <c:v>1.1598912224779452</c:v>
                </c:pt>
                <c:pt idx="1148">
                  <c:v>1.1611972212717832</c:v>
                </c:pt>
                <c:pt idx="1149">
                  <c:v>1.1611972212717832</c:v>
                </c:pt>
                <c:pt idx="1150">
                  <c:v>1.1635940304055277</c:v>
                </c:pt>
                <c:pt idx="1151">
                  <c:v>1.1635940304055277</c:v>
                </c:pt>
                <c:pt idx="1152">
                  <c:v>1.1644469051136637</c:v>
                </c:pt>
                <c:pt idx="1153">
                  <c:v>1.1644469051136637</c:v>
                </c:pt>
                <c:pt idx="1154">
                  <c:v>1.168147749084897</c:v>
                </c:pt>
                <c:pt idx="1155">
                  <c:v>1.168147749084897</c:v>
                </c:pt>
                <c:pt idx="1156">
                  <c:v>1.1681407741928658</c:v>
                </c:pt>
                <c:pt idx="1157">
                  <c:v>1.1681407741928658</c:v>
                </c:pt>
                <c:pt idx="1158">
                  <c:v>1.1679516514233397</c:v>
                </c:pt>
                <c:pt idx="1159">
                  <c:v>1.1679516514233397</c:v>
                </c:pt>
                <c:pt idx="1160">
                  <c:v>1.1768688523502435</c:v>
                </c:pt>
                <c:pt idx="1161">
                  <c:v>1.1768688523502435</c:v>
                </c:pt>
                <c:pt idx="1162">
                  <c:v>1.1787553800372086</c:v>
                </c:pt>
                <c:pt idx="1163">
                  <c:v>1.1787553800372086</c:v>
                </c:pt>
                <c:pt idx="1164">
                  <c:v>1.1812270596793957</c:v>
                </c:pt>
                <c:pt idx="1165">
                  <c:v>1.1812270596793957</c:v>
                </c:pt>
                <c:pt idx="1166">
                  <c:v>1.1818970031550582</c:v>
                </c:pt>
                <c:pt idx="1167">
                  <c:v>1.1818970031550582</c:v>
                </c:pt>
                <c:pt idx="1168">
                  <c:v>1.1817578987989863</c:v>
                </c:pt>
                <c:pt idx="1169">
                  <c:v>1.1817578987989863</c:v>
                </c:pt>
                <c:pt idx="1170">
                  <c:v>1.1825844575881916</c:v>
                </c:pt>
                <c:pt idx="1171">
                  <c:v>1.1825844575881916</c:v>
                </c:pt>
                <c:pt idx="1172">
                  <c:v>1.1826328958325794</c:v>
                </c:pt>
                <c:pt idx="1173">
                  <c:v>1.1826328958325794</c:v>
                </c:pt>
                <c:pt idx="1174">
                  <c:v>1.1825900350417329</c:v>
                </c:pt>
                <c:pt idx="1175">
                  <c:v>1.1825900350417329</c:v>
                </c:pt>
                <c:pt idx="1176">
                  <c:v>1.1827439029156142</c:v>
                </c:pt>
                <c:pt idx="1177">
                  <c:v>1.1827439029156142</c:v>
                </c:pt>
                <c:pt idx="1178">
                  <c:v>1.1819040071491398</c:v>
                </c:pt>
                <c:pt idx="1179">
                  <c:v>1.1819040071491398</c:v>
                </c:pt>
                <c:pt idx="1180">
                  <c:v>1.1837977732009064</c:v>
                </c:pt>
                <c:pt idx="1181">
                  <c:v>1.1837977732009064</c:v>
                </c:pt>
                <c:pt idx="1182">
                  <c:v>1.1836793419949108</c:v>
                </c:pt>
                <c:pt idx="1183">
                  <c:v>1.1836793419949108</c:v>
                </c:pt>
                <c:pt idx="1184">
                  <c:v>1.1828803065038584</c:v>
                </c:pt>
                <c:pt idx="1185">
                  <c:v>1.1828803065038584</c:v>
                </c:pt>
                <c:pt idx="1186">
                  <c:v>1.1833724972465025</c:v>
                </c:pt>
                <c:pt idx="1187">
                  <c:v>1.1833724972465025</c:v>
                </c:pt>
                <c:pt idx="1188">
                  <c:v>1.1838516525472871</c:v>
                </c:pt>
                <c:pt idx="1189">
                  <c:v>1.1838516525472871</c:v>
                </c:pt>
                <c:pt idx="1190">
                  <c:v>1.1847738137160655</c:v>
                </c:pt>
                <c:pt idx="1191">
                  <c:v>1.1847738137160655</c:v>
                </c:pt>
                <c:pt idx="1192">
                  <c:v>1.1871199121761908</c:v>
                </c:pt>
                <c:pt idx="1193">
                  <c:v>1.1871199121761908</c:v>
                </c:pt>
                <c:pt idx="1194">
                  <c:v>1.1874130115092345</c:v>
                </c:pt>
                <c:pt idx="1195">
                  <c:v>1.1874130115092345</c:v>
                </c:pt>
                <c:pt idx="1196">
                  <c:v>1.1871755560914037</c:v>
                </c:pt>
                <c:pt idx="1197">
                  <c:v>1.1871755560914037</c:v>
                </c:pt>
                <c:pt idx="1198">
                  <c:v>1.18817453268582</c:v>
                </c:pt>
                <c:pt idx="1199">
                  <c:v>1.18817453268582</c:v>
                </c:pt>
                <c:pt idx="1200">
                  <c:v>1.1886708354591553</c:v>
                </c:pt>
                <c:pt idx="1201">
                  <c:v>1.1886708354591553</c:v>
                </c:pt>
                <c:pt idx="1202">
                  <c:v>1.1895696324943641</c:v>
                </c:pt>
                <c:pt idx="1203">
                  <c:v>1.1895696324943641</c:v>
                </c:pt>
                <c:pt idx="1204">
                  <c:v>1.1905642245591137</c:v>
                </c:pt>
                <c:pt idx="1205">
                  <c:v>1.1905642245591137</c:v>
                </c:pt>
                <c:pt idx="1206">
                  <c:v>1.1912759480359625</c:v>
                </c:pt>
                <c:pt idx="1207">
                  <c:v>1.1912759480359625</c:v>
                </c:pt>
                <c:pt idx="1208">
                  <c:v>1.1911149415892828</c:v>
                </c:pt>
                <c:pt idx="1209">
                  <c:v>1.1911149415892828</c:v>
                </c:pt>
                <c:pt idx="1210">
                  <c:v>1.1948895811244544</c:v>
                </c:pt>
                <c:pt idx="1211">
                  <c:v>1.1948895811244544</c:v>
                </c:pt>
                <c:pt idx="1212">
                  <c:v>1.1949867310070204</c:v>
                </c:pt>
                <c:pt idx="1213">
                  <c:v>1.1949867310070204</c:v>
                </c:pt>
                <c:pt idx="1214">
                  <c:v>1.1965187463551097</c:v>
                </c:pt>
                <c:pt idx="1215">
                  <c:v>1.1965187463551097</c:v>
                </c:pt>
                <c:pt idx="1216">
                  <c:v>1.1967858941364065</c:v>
                </c:pt>
                <c:pt idx="1217">
                  <c:v>1.1967858941364065</c:v>
                </c:pt>
                <c:pt idx="1218">
                  <c:v>1.1966763089334826</c:v>
                </c:pt>
                <c:pt idx="1219">
                  <c:v>1.1966763089334826</c:v>
                </c:pt>
                <c:pt idx="1220">
                  <c:v>1.1961546219052126</c:v>
                </c:pt>
                <c:pt idx="1221">
                  <c:v>1.1961546219052126</c:v>
                </c:pt>
                <c:pt idx="1222">
                  <c:v>1.1989360272849079</c:v>
                </c:pt>
                <c:pt idx="1223">
                  <c:v>1.1989360272849079</c:v>
                </c:pt>
                <c:pt idx="1224">
                  <c:v>1.1985202580686407</c:v>
                </c:pt>
                <c:pt idx="1225">
                  <c:v>1.1985202580686407</c:v>
                </c:pt>
                <c:pt idx="1226">
                  <c:v>1.2001377119738763</c:v>
                </c:pt>
                <c:pt idx="1227">
                  <c:v>1.2001377119738763</c:v>
                </c:pt>
                <c:pt idx="1228">
                  <c:v>1.2007393748539834</c:v>
                </c:pt>
                <c:pt idx="1229">
                  <c:v>1.2007393748539834</c:v>
                </c:pt>
                <c:pt idx="1230">
                  <c:v>1.2010632910163297</c:v>
                </c:pt>
                <c:pt idx="1231">
                  <c:v>1.2010632910163297</c:v>
                </c:pt>
                <c:pt idx="1232">
                  <c:v>1.206860876571294</c:v>
                </c:pt>
                <c:pt idx="1233">
                  <c:v>1.206860876571294</c:v>
                </c:pt>
                <c:pt idx="1234">
                  <c:v>1.2078598814625121</c:v>
                </c:pt>
                <c:pt idx="1235">
                  <c:v>1.2078598814625121</c:v>
                </c:pt>
                <c:pt idx="1236">
                  <c:v>1.2087807441423248</c:v>
                </c:pt>
                <c:pt idx="1237">
                  <c:v>1.2087807441423248</c:v>
                </c:pt>
                <c:pt idx="1238">
                  <c:v>1.208725247265922</c:v>
                </c:pt>
                <c:pt idx="1239">
                  <c:v>1.208725247265922</c:v>
                </c:pt>
                <c:pt idx="1240">
                  <c:v>1.2086265091273551</c:v>
                </c:pt>
                <c:pt idx="1241">
                  <c:v>1.2086265091273551</c:v>
                </c:pt>
                <c:pt idx="1242">
                  <c:v>1.2086721547592172</c:v>
                </c:pt>
                <c:pt idx="1243">
                  <c:v>1.2086721547592172</c:v>
                </c:pt>
                <c:pt idx="1244">
                  <c:v>1.2088487069419105</c:v>
                </c:pt>
                <c:pt idx="1245">
                  <c:v>1.2088487069419105</c:v>
                </c:pt>
                <c:pt idx="1246">
                  <c:v>1.2132247826964948</c:v>
                </c:pt>
                <c:pt idx="1247">
                  <c:v>1.2132247826964948</c:v>
                </c:pt>
                <c:pt idx="1248">
                  <c:v>1.2220461682362804</c:v>
                </c:pt>
                <c:pt idx="1249">
                  <c:v>1.2220461682362804</c:v>
                </c:pt>
                <c:pt idx="1250">
                  <c:v>1.2218182844278955</c:v>
                </c:pt>
                <c:pt idx="1251">
                  <c:v>1.2218182844278955</c:v>
                </c:pt>
                <c:pt idx="1252">
                  <c:v>1.2260634471940717</c:v>
                </c:pt>
                <c:pt idx="1253">
                  <c:v>1.2260634471940717</c:v>
                </c:pt>
                <c:pt idx="1254">
                  <c:v>1.2321059412301694</c:v>
                </c:pt>
                <c:pt idx="1255">
                  <c:v>1.2321059412301694</c:v>
                </c:pt>
                <c:pt idx="1256">
                  <c:v>1.2326549390973094</c:v>
                </c:pt>
                <c:pt idx="1257">
                  <c:v>1.2326549390973094</c:v>
                </c:pt>
                <c:pt idx="1258">
                  <c:v>1.232644632311314</c:v>
                </c:pt>
                <c:pt idx="1259">
                  <c:v>1.232644632311314</c:v>
                </c:pt>
                <c:pt idx="1260">
                  <c:v>1.2335765637026586</c:v>
                </c:pt>
                <c:pt idx="1261">
                  <c:v>1.2335765637026586</c:v>
                </c:pt>
                <c:pt idx="1262">
                  <c:v>1.2334179647023726</c:v>
                </c:pt>
                <c:pt idx="1263">
                  <c:v>1.2334179647023726</c:v>
                </c:pt>
                <c:pt idx="1264">
                  <c:v>1.2334248962594381</c:v>
                </c:pt>
                <c:pt idx="1265">
                  <c:v>1.2334248962594381</c:v>
                </c:pt>
                <c:pt idx="1266">
                  <c:v>1.2334006390203252</c:v>
                </c:pt>
                <c:pt idx="1267">
                  <c:v>1.2334006390203252</c:v>
                </c:pt>
                <c:pt idx="1268">
                  <c:v>1.2420286730952583</c:v>
                </c:pt>
                <c:pt idx="1269">
                  <c:v>1.2420286730952583</c:v>
                </c:pt>
                <c:pt idx="1270">
                  <c:v>1.2418747531777401</c:v>
                </c:pt>
                <c:pt idx="1271">
                  <c:v>1.2418747531777401</c:v>
                </c:pt>
                <c:pt idx="1272">
                  <c:v>1.2571641122047073</c:v>
                </c:pt>
                <c:pt idx="1273">
                  <c:v>1.2571641122047073</c:v>
                </c:pt>
                <c:pt idx="1274">
                  <c:v>1.25729576496781</c:v>
                </c:pt>
                <c:pt idx="1275">
                  <c:v>1.25729576496781</c:v>
                </c:pt>
                <c:pt idx="1276">
                  <c:v>1.2573940258360394</c:v>
                </c:pt>
                <c:pt idx="1277">
                  <c:v>1.2573940258360394</c:v>
                </c:pt>
                <c:pt idx="1278">
                  <c:v>1.2571135538623448</c:v>
                </c:pt>
                <c:pt idx="1279">
                  <c:v>1.2571135538623448</c:v>
                </c:pt>
                <c:pt idx="1280">
                  <c:v>1.258191739588238</c:v>
                </c:pt>
                <c:pt idx="1281">
                  <c:v>1.258191739588238</c:v>
                </c:pt>
                <c:pt idx="1282">
                  <c:v>1.2591165933998154</c:v>
                </c:pt>
                <c:pt idx="1283">
                  <c:v>1.2591165933998154</c:v>
                </c:pt>
                <c:pt idx="1284">
                  <c:v>1.2589907628270764</c:v>
                </c:pt>
                <c:pt idx="1285">
                  <c:v>1.2589907628270764</c:v>
                </c:pt>
                <c:pt idx="1286">
                  <c:v>1.2592811987095467</c:v>
                </c:pt>
                <c:pt idx="1287">
                  <c:v>1.2592811987095467</c:v>
                </c:pt>
                <c:pt idx="1288">
                  <c:v>1.2615235224984291</c:v>
                </c:pt>
                <c:pt idx="1289">
                  <c:v>1.2615235224984291</c:v>
                </c:pt>
                <c:pt idx="1290">
                  <c:v>1.2621774724588146</c:v>
                </c:pt>
                <c:pt idx="1291">
                  <c:v>1.2621774724588146</c:v>
                </c:pt>
                <c:pt idx="1292">
                  <c:v>1.262250281295302</c:v>
                </c:pt>
                <c:pt idx="1293">
                  <c:v>1.262250281295302</c:v>
                </c:pt>
                <c:pt idx="1294">
                  <c:v>1.267014578728618</c:v>
                </c:pt>
                <c:pt idx="1295">
                  <c:v>1.267014578728618</c:v>
                </c:pt>
                <c:pt idx="1296">
                  <c:v>1.2667921734579746</c:v>
                </c:pt>
                <c:pt idx="1297">
                  <c:v>1.2667921734579746</c:v>
                </c:pt>
                <c:pt idx="1298">
                  <c:v>1.26818600650072</c:v>
                </c:pt>
                <c:pt idx="1299">
                  <c:v>1.26818600650072</c:v>
                </c:pt>
                <c:pt idx="1300">
                  <c:v>1.2700240413487256</c:v>
                </c:pt>
                <c:pt idx="1301">
                  <c:v>1.2700240413487256</c:v>
                </c:pt>
                <c:pt idx="1302">
                  <c:v>1.2703851124014451</c:v>
                </c:pt>
                <c:pt idx="1303">
                  <c:v>1.2703851124014451</c:v>
                </c:pt>
                <c:pt idx="1304">
                  <c:v>1.2708479992457844</c:v>
                </c:pt>
                <c:pt idx="1305">
                  <c:v>1.2708479992457844</c:v>
                </c:pt>
                <c:pt idx="1306">
                  <c:v>1.2704944467061745</c:v>
                </c:pt>
                <c:pt idx="1307">
                  <c:v>1.2704944467061745</c:v>
                </c:pt>
                <c:pt idx="1308">
                  <c:v>1.2712522904340626</c:v>
                </c:pt>
                <c:pt idx="1309">
                  <c:v>1.2712522904340626</c:v>
                </c:pt>
                <c:pt idx="1310">
                  <c:v>1.2729613527477246</c:v>
                </c:pt>
                <c:pt idx="1311">
                  <c:v>1.2729613527477246</c:v>
                </c:pt>
                <c:pt idx="1312">
                  <c:v>1.3060759361741217</c:v>
                </c:pt>
                <c:pt idx="1313">
                  <c:v>1.3060759361741217</c:v>
                </c:pt>
                <c:pt idx="1314">
                  <c:v>1.307016016771299</c:v>
                </c:pt>
                <c:pt idx="1315">
                  <c:v>1.307016016771299</c:v>
                </c:pt>
                <c:pt idx="1316">
                  <c:v>1.307615189304195</c:v>
                </c:pt>
                <c:pt idx="1317">
                  <c:v>1.307615189304195</c:v>
                </c:pt>
                <c:pt idx="1318">
                  <c:v>1.3082235526093038</c:v>
                </c:pt>
                <c:pt idx="1319">
                  <c:v>1.3082235526093038</c:v>
                </c:pt>
                <c:pt idx="1320">
                  <c:v>1.330162774833501</c:v>
                </c:pt>
                <c:pt idx="1321">
                  <c:v>1.330162774833501</c:v>
                </c:pt>
                <c:pt idx="1322">
                  <c:v>1.3352510094144032</c:v>
                </c:pt>
                <c:pt idx="1323">
                  <c:v>1.3352510094144032</c:v>
                </c:pt>
                <c:pt idx="1324">
                  <c:v>1.340156203142759</c:v>
                </c:pt>
                <c:pt idx="1325">
                  <c:v>1.340156203142759</c:v>
                </c:pt>
                <c:pt idx="1326">
                  <c:v>1.3396767425431044</c:v>
                </c:pt>
                <c:pt idx="1327">
                  <c:v>1.3396767425431044</c:v>
                </c:pt>
                <c:pt idx="1328">
                  <c:v>1.3401307040496762</c:v>
                </c:pt>
                <c:pt idx="1329">
                  <c:v>1.3401307040496762</c:v>
                </c:pt>
                <c:pt idx="1330">
                  <c:v>1.3381015390686355</c:v>
                </c:pt>
                <c:pt idx="1331">
                  <c:v>1.3381015390686355</c:v>
                </c:pt>
                <c:pt idx="1332">
                  <c:v>1.338097691435397</c:v>
                </c:pt>
                <c:pt idx="1333">
                  <c:v>1.338097691435397</c:v>
                </c:pt>
                <c:pt idx="1334">
                  <c:v>1.3426460345036793</c:v>
                </c:pt>
                <c:pt idx="1335">
                  <c:v>1.3426460345036793</c:v>
                </c:pt>
                <c:pt idx="1336">
                  <c:v>1.3512559980130407</c:v>
                </c:pt>
                <c:pt idx="1337">
                  <c:v>1.3512559980130407</c:v>
                </c:pt>
                <c:pt idx="1338">
                  <c:v>1.3547003851740502</c:v>
                </c:pt>
                <c:pt idx="1339">
                  <c:v>1.3547003851740502</c:v>
                </c:pt>
                <c:pt idx="1340">
                  <c:v>1.3550472928018351</c:v>
                </c:pt>
                <c:pt idx="1341">
                  <c:v>1.3550472928018351</c:v>
                </c:pt>
                <c:pt idx="1342">
                  <c:v>1.3639726946415214</c:v>
                </c:pt>
                <c:pt idx="1343">
                  <c:v>1.3639726946415214</c:v>
                </c:pt>
                <c:pt idx="1344">
                  <c:v>1.3744583417175646</c:v>
                </c:pt>
                <c:pt idx="1345">
                  <c:v>1.3744583417175646</c:v>
                </c:pt>
                <c:pt idx="1346">
                  <c:v>1.3769450921752429</c:v>
                </c:pt>
                <c:pt idx="1347">
                  <c:v>1.3769450921752429</c:v>
                </c:pt>
                <c:pt idx="1348">
                  <c:v>1.3867848638296989</c:v>
                </c:pt>
                <c:pt idx="1349">
                  <c:v>1.3867848638296989</c:v>
                </c:pt>
                <c:pt idx="1350">
                  <c:v>1.4143108433731684</c:v>
                </c:pt>
                <c:pt idx="1351">
                  <c:v>1.4143108433731684</c:v>
                </c:pt>
                <c:pt idx="1352">
                  <c:v>1.41469237848678</c:v>
                </c:pt>
                <c:pt idx="1353">
                  <c:v>1.41469237848678</c:v>
                </c:pt>
                <c:pt idx="1354">
                  <c:v>1.4454866735561267</c:v>
                </c:pt>
                <c:pt idx="1355">
                  <c:v>1.4454866735561267</c:v>
                </c:pt>
                <c:pt idx="1356">
                  <c:v>1.4483832909666543</c:v>
                </c:pt>
                <c:pt idx="1357">
                  <c:v>1.4483832909666543</c:v>
                </c:pt>
                <c:pt idx="1358">
                  <c:v>1.447936416915605</c:v>
                </c:pt>
                <c:pt idx="1359">
                  <c:v>1.447936416915605</c:v>
                </c:pt>
                <c:pt idx="1360">
                  <c:v>1.4553038337176627</c:v>
                </c:pt>
                <c:pt idx="1361">
                  <c:v>1.4553038337176627</c:v>
                </c:pt>
                <c:pt idx="1362">
                  <c:v>1.4550476445044516</c:v>
                </c:pt>
                <c:pt idx="1363">
                  <c:v>1.4550476445044516</c:v>
                </c:pt>
                <c:pt idx="1364">
                  <c:v>1.4562247727810269</c:v>
                </c:pt>
                <c:pt idx="1365">
                  <c:v>1.4562247727810269</c:v>
                </c:pt>
                <c:pt idx="1366">
                  <c:v>1.4580842395368776</c:v>
                </c:pt>
                <c:pt idx="1367">
                  <c:v>1.4580842395368776</c:v>
                </c:pt>
                <c:pt idx="1368">
                  <c:v>1.4661120874852214</c:v>
                </c:pt>
                <c:pt idx="1369">
                  <c:v>1.4661120874852214</c:v>
                </c:pt>
                <c:pt idx="1370">
                  <c:v>1.4696048632904573</c:v>
                </c:pt>
                <c:pt idx="1371">
                  <c:v>1.4696048632904573</c:v>
                </c:pt>
                <c:pt idx="1372">
                  <c:v>1.5278485526457251</c:v>
                </c:pt>
                <c:pt idx="1373">
                  <c:v>1.5278485526457251</c:v>
                </c:pt>
                <c:pt idx="1374">
                  <c:v>1.5293388377824018</c:v>
                </c:pt>
                <c:pt idx="1375">
                  <c:v>1.5293388377824018</c:v>
                </c:pt>
                <c:pt idx="1376">
                  <c:v>1.5289541046896382</c:v>
                </c:pt>
                <c:pt idx="1377">
                  <c:v>1.5289541046896382</c:v>
                </c:pt>
                <c:pt idx="1378">
                  <c:v>1.5356292339338995</c:v>
                </c:pt>
                <c:pt idx="1379">
                  <c:v>1.5356292339338995</c:v>
                </c:pt>
                <c:pt idx="1380">
                  <c:v>1.5578497916039504</c:v>
                </c:pt>
                <c:pt idx="1381">
                  <c:v>1.5578497916039504</c:v>
                </c:pt>
                <c:pt idx="1382">
                  <c:v>1.6317478261500349</c:v>
                </c:pt>
                <c:pt idx="1383">
                  <c:v>1.6317478261500349</c:v>
                </c:pt>
                <c:pt idx="1384">
                  <c:v>1.6505988197102981</c:v>
                </c:pt>
                <c:pt idx="1385">
                  <c:v>1.6505988197102981</c:v>
                </c:pt>
                <c:pt idx="1386">
                  <c:v>1.6505827029221003</c:v>
                </c:pt>
                <c:pt idx="1387">
                  <c:v>1.6505827029221003</c:v>
                </c:pt>
                <c:pt idx="1388">
                  <c:v>1.6551731683079591</c:v>
                </c:pt>
                <c:pt idx="1389">
                  <c:v>1.6551731683079591</c:v>
                </c:pt>
                <c:pt idx="1390">
                  <c:v>1.6589010566826794</c:v>
                </c:pt>
                <c:pt idx="1391">
                  <c:v>1.6589010566826794</c:v>
                </c:pt>
                <c:pt idx="1392">
                  <c:v>1.6585836805825729</c:v>
                </c:pt>
                <c:pt idx="1393">
                  <c:v>1.6585836805825729</c:v>
                </c:pt>
                <c:pt idx="1394">
                  <c:v>1.6635143596871831</c:v>
                </c:pt>
                <c:pt idx="1395">
                  <c:v>1.6635143596871831</c:v>
                </c:pt>
                <c:pt idx="1396">
                  <c:v>1.6628479660983158</c:v>
                </c:pt>
                <c:pt idx="1397">
                  <c:v>1.6628479660983158</c:v>
                </c:pt>
                <c:pt idx="1398">
                  <c:v>1.6648434616655834</c:v>
                </c:pt>
                <c:pt idx="1399">
                  <c:v>1.6648434616655834</c:v>
                </c:pt>
                <c:pt idx="1400">
                  <c:v>1.6635654699702078</c:v>
                </c:pt>
                <c:pt idx="1401">
                  <c:v>1.6635654699702078</c:v>
                </c:pt>
                <c:pt idx="1402">
                  <c:v>1.6656687066617031</c:v>
                </c:pt>
                <c:pt idx="1403">
                  <c:v>1.6656687066617031</c:v>
                </c:pt>
                <c:pt idx="1404">
                  <c:v>1.6736514817406165</c:v>
                </c:pt>
                <c:pt idx="1405">
                  <c:v>1.6736514817406165</c:v>
                </c:pt>
                <c:pt idx="1406">
                  <c:v>1.6731526931300371</c:v>
                </c:pt>
                <c:pt idx="1407">
                  <c:v>1.6731526931300371</c:v>
                </c:pt>
                <c:pt idx="1408">
                  <c:v>1.6729531016566097</c:v>
                </c:pt>
                <c:pt idx="1409">
                  <c:v>1.6729531016566097</c:v>
                </c:pt>
                <c:pt idx="1410">
                  <c:v>1.6907083898758537</c:v>
                </c:pt>
                <c:pt idx="1411">
                  <c:v>1.6907083898758537</c:v>
                </c:pt>
                <c:pt idx="1412">
                  <c:v>1.6922170023616394</c:v>
                </c:pt>
                <c:pt idx="1413">
                  <c:v>1.6922170023616394</c:v>
                </c:pt>
                <c:pt idx="1414">
                  <c:v>1.6957727130684319</c:v>
                </c:pt>
                <c:pt idx="1415">
                  <c:v>1.6957727130684319</c:v>
                </c:pt>
                <c:pt idx="1416">
                  <c:v>1.7142588379846386</c:v>
                </c:pt>
                <c:pt idx="1417">
                  <c:v>1.7142588379846386</c:v>
                </c:pt>
                <c:pt idx="1418">
                  <c:v>1.7354753654038206</c:v>
                </c:pt>
                <c:pt idx="1419">
                  <c:v>1.7354753654038206</c:v>
                </c:pt>
                <c:pt idx="1420">
                  <c:v>1.743069079048521</c:v>
                </c:pt>
                <c:pt idx="1421">
                  <c:v>1.743069079048521</c:v>
                </c:pt>
                <c:pt idx="1422">
                  <c:v>1.7499640563416443</c:v>
                </c:pt>
                <c:pt idx="1423">
                  <c:v>1.7499640563416443</c:v>
                </c:pt>
                <c:pt idx="1424">
                  <c:v>1.7483337448181802</c:v>
                </c:pt>
                <c:pt idx="1425">
                  <c:v>1.7483337448181802</c:v>
                </c:pt>
                <c:pt idx="1426">
                  <c:v>1.7517322503972392</c:v>
                </c:pt>
                <c:pt idx="1427">
                  <c:v>1.7517322503972392</c:v>
                </c:pt>
                <c:pt idx="1428">
                  <c:v>1.7556604378117695</c:v>
                </c:pt>
                <c:pt idx="1429">
                  <c:v>1.7556604378117695</c:v>
                </c:pt>
                <c:pt idx="1430">
                  <c:v>1.7636134148385154</c:v>
                </c:pt>
                <c:pt idx="1431">
                  <c:v>1.7636134148385154</c:v>
                </c:pt>
                <c:pt idx="1432">
                  <c:v>1.7621783903579089</c:v>
                </c:pt>
                <c:pt idx="1433">
                  <c:v>1.7621783903579089</c:v>
                </c:pt>
                <c:pt idx="1434">
                  <c:v>1.8543769099416736</c:v>
                </c:pt>
                <c:pt idx="1435">
                  <c:v>1.8543769099416736</c:v>
                </c:pt>
                <c:pt idx="1436">
                  <c:v>1.8563911623520348</c:v>
                </c:pt>
                <c:pt idx="1437">
                  <c:v>1.8563911623520348</c:v>
                </c:pt>
                <c:pt idx="1438">
                  <c:v>1.8571518549320449</c:v>
                </c:pt>
                <c:pt idx="1439">
                  <c:v>1.8571518549320449</c:v>
                </c:pt>
                <c:pt idx="1440">
                  <c:v>1.8594616413869245</c:v>
                </c:pt>
                <c:pt idx="1441">
                  <c:v>1.8594616413869245</c:v>
                </c:pt>
                <c:pt idx="1442">
                  <c:v>1.8635519144090864</c:v>
                </c:pt>
                <c:pt idx="1443">
                  <c:v>1.8635519144090864</c:v>
                </c:pt>
                <c:pt idx="1444">
                  <c:v>1.8761647652815627</c:v>
                </c:pt>
                <c:pt idx="1445">
                  <c:v>1.8761647652815627</c:v>
                </c:pt>
                <c:pt idx="1446">
                  <c:v>1.8794187230875741</c:v>
                </c:pt>
                <c:pt idx="1447">
                  <c:v>1.8794187230875741</c:v>
                </c:pt>
                <c:pt idx="1448">
                  <c:v>1.8793423604894071</c:v>
                </c:pt>
                <c:pt idx="1449">
                  <c:v>1.8793423604894071</c:v>
                </c:pt>
                <c:pt idx="1450">
                  <c:v>1.8787130402074652</c:v>
                </c:pt>
                <c:pt idx="1451">
                  <c:v>1.8787130402074652</c:v>
                </c:pt>
                <c:pt idx="1452">
                  <c:v>1.880656714728282</c:v>
                </c:pt>
                <c:pt idx="1453">
                  <c:v>1.880656714728282</c:v>
                </c:pt>
                <c:pt idx="1454">
                  <c:v>1.8931111763114881</c:v>
                </c:pt>
                <c:pt idx="1455">
                  <c:v>1.8931111763114881</c:v>
                </c:pt>
                <c:pt idx="1456">
                  <c:v>1.8942643960160992</c:v>
                </c:pt>
                <c:pt idx="1457">
                  <c:v>1.8942643960160992</c:v>
                </c:pt>
                <c:pt idx="1458">
                  <c:v>1.8980241033450616</c:v>
                </c:pt>
                <c:pt idx="1459">
                  <c:v>1.8980241033450616</c:v>
                </c:pt>
                <c:pt idx="1460">
                  <c:v>1.897222935454024</c:v>
                </c:pt>
                <c:pt idx="1461">
                  <c:v>1.897222935454024</c:v>
                </c:pt>
                <c:pt idx="1462">
                  <c:v>1.8996575106030316</c:v>
                </c:pt>
                <c:pt idx="1463">
                  <c:v>1.8996575106030316</c:v>
                </c:pt>
                <c:pt idx="1464">
                  <c:v>2.0153679314995445</c:v>
                </c:pt>
                <c:pt idx="1465">
                  <c:v>2.0153679314995445</c:v>
                </c:pt>
                <c:pt idx="1466">
                  <c:v>2.0207727924573908</c:v>
                </c:pt>
                <c:pt idx="1467">
                  <c:v>2.0207727924573908</c:v>
                </c:pt>
                <c:pt idx="1468">
                  <c:v>2.0222521385992343</c:v>
                </c:pt>
                <c:pt idx="1469">
                  <c:v>2.0222521385992343</c:v>
                </c:pt>
                <c:pt idx="1470">
                  <c:v>2.057411604661934</c:v>
                </c:pt>
                <c:pt idx="1471">
                  <c:v>2.057411604661934</c:v>
                </c:pt>
                <c:pt idx="1472">
                  <c:v>2.0593645058552519</c:v>
                </c:pt>
                <c:pt idx="1473">
                  <c:v>2.0593645058552519</c:v>
                </c:pt>
                <c:pt idx="1474">
                  <c:v>2.0609156243571216</c:v>
                </c:pt>
                <c:pt idx="1475">
                  <c:v>2.0609156243571216</c:v>
                </c:pt>
                <c:pt idx="1476">
                  <c:v>2.0622037831338647</c:v>
                </c:pt>
                <c:pt idx="1477">
                  <c:v>2.0622037831338647</c:v>
                </c:pt>
                <c:pt idx="1478">
                  <c:v>2.0653938897334174</c:v>
                </c:pt>
                <c:pt idx="1479">
                  <c:v>2.0653938897334174</c:v>
                </c:pt>
                <c:pt idx="1480">
                  <c:v>2.0746730059693017</c:v>
                </c:pt>
                <c:pt idx="1481">
                  <c:v>2.0746730059693017</c:v>
                </c:pt>
                <c:pt idx="1482">
                  <c:v>2.0755921327693048</c:v>
                </c:pt>
                <c:pt idx="1483">
                  <c:v>2.0755921327693048</c:v>
                </c:pt>
                <c:pt idx="1484">
                  <c:v>2.07734253978807</c:v>
                </c:pt>
                <c:pt idx="1485">
                  <c:v>2.07734253978807</c:v>
                </c:pt>
                <c:pt idx="1486">
                  <c:v>2.124878391747743</c:v>
                </c:pt>
                <c:pt idx="1487">
                  <c:v>2.124878391747743</c:v>
                </c:pt>
                <c:pt idx="1488">
                  <c:v>2.1229825689226387</c:v>
                </c:pt>
                <c:pt idx="1489">
                  <c:v>2.1229825689226387</c:v>
                </c:pt>
                <c:pt idx="1490">
                  <c:v>2.1237157896396175</c:v>
                </c:pt>
                <c:pt idx="1491">
                  <c:v>2.1237157896396175</c:v>
                </c:pt>
                <c:pt idx="1492">
                  <c:v>2.1204790431496736</c:v>
                </c:pt>
                <c:pt idx="1493">
                  <c:v>2.1204790431496736</c:v>
                </c:pt>
                <c:pt idx="1494">
                  <c:v>2.1209843836550464</c:v>
                </c:pt>
                <c:pt idx="1495">
                  <c:v>2.1209843836550464</c:v>
                </c:pt>
                <c:pt idx="1496">
                  <c:v>2.119853972061144</c:v>
                </c:pt>
                <c:pt idx="1497">
                  <c:v>2.119853972061144</c:v>
                </c:pt>
                <c:pt idx="1498">
                  <c:v>2.1214001197601258</c:v>
                </c:pt>
                <c:pt idx="1499">
                  <c:v>2.1214001197601258</c:v>
                </c:pt>
                <c:pt idx="1500">
                  <c:v>2.1234836464770912</c:v>
                </c:pt>
                <c:pt idx="1501">
                  <c:v>2.1234836464770912</c:v>
                </c:pt>
                <c:pt idx="1502">
                  <c:v>2.1231323520705145</c:v>
                </c:pt>
                <c:pt idx="1503">
                  <c:v>2.1231323520705145</c:v>
                </c:pt>
                <c:pt idx="1504">
                  <c:v>2.2255869730711422</c:v>
                </c:pt>
                <c:pt idx="1505">
                  <c:v>2.2255869730711422</c:v>
                </c:pt>
                <c:pt idx="1506">
                  <c:v>2.2240975668962157</c:v>
                </c:pt>
                <c:pt idx="1507">
                  <c:v>2.2240975668962157</c:v>
                </c:pt>
                <c:pt idx="1508">
                  <c:v>2.2209188899716676</c:v>
                </c:pt>
                <c:pt idx="1509">
                  <c:v>2.2209188899716676</c:v>
                </c:pt>
                <c:pt idx="1510">
                  <c:v>2.2228637319695128</c:v>
                </c:pt>
                <c:pt idx="1511">
                  <c:v>2.2228637319695128</c:v>
                </c:pt>
                <c:pt idx="1512">
                  <c:v>2.2247172251968128</c:v>
                </c:pt>
                <c:pt idx="1513">
                  <c:v>2.2247172251968128</c:v>
                </c:pt>
                <c:pt idx="1514">
                  <c:v>2.2681777539694505</c:v>
                </c:pt>
                <c:pt idx="1515">
                  <c:v>2.2681777539694505</c:v>
                </c:pt>
                <c:pt idx="1516">
                  <c:v>2.2725216263813017</c:v>
                </c:pt>
                <c:pt idx="1517">
                  <c:v>2.2725216263813017</c:v>
                </c:pt>
                <c:pt idx="1518">
                  <c:v>2.3018221475805145</c:v>
                </c:pt>
                <c:pt idx="1519">
                  <c:v>2.3018221475805145</c:v>
                </c:pt>
                <c:pt idx="1520">
                  <c:v>2.3037964361386027</c:v>
                </c:pt>
                <c:pt idx="1521">
                  <c:v>2.3037964361386027</c:v>
                </c:pt>
                <c:pt idx="1522">
                  <c:v>2.3186076080469187</c:v>
                </c:pt>
                <c:pt idx="1523">
                  <c:v>2.3186076080469187</c:v>
                </c:pt>
                <c:pt idx="1524">
                  <c:v>2.3223040590062825</c:v>
                </c:pt>
                <c:pt idx="1525">
                  <c:v>2.3223040590062825</c:v>
                </c:pt>
                <c:pt idx="1526">
                  <c:v>2.3309923306230358</c:v>
                </c:pt>
                <c:pt idx="1527">
                  <c:v>2.3309923306230358</c:v>
                </c:pt>
                <c:pt idx="1528">
                  <c:v>2.364671338271453</c:v>
                </c:pt>
                <c:pt idx="1529">
                  <c:v>2.364671338271453</c:v>
                </c:pt>
                <c:pt idx="1530">
                  <c:v>2.3646795069729998</c:v>
                </c:pt>
                <c:pt idx="1531">
                  <c:v>2.3646795069729998</c:v>
                </c:pt>
                <c:pt idx="1532">
                  <c:v>2.3838458218769016</c:v>
                </c:pt>
                <c:pt idx="1533">
                  <c:v>2.3838458218769016</c:v>
                </c:pt>
                <c:pt idx="1534">
                  <c:v>2.3849099410746009</c:v>
                </c:pt>
                <c:pt idx="1535">
                  <c:v>2.3849099410746009</c:v>
                </c:pt>
                <c:pt idx="1536">
                  <c:v>2.3879191387802279</c:v>
                </c:pt>
                <c:pt idx="1537">
                  <c:v>2.3879191387802279</c:v>
                </c:pt>
                <c:pt idx="1538">
                  <c:v>2.4230723340943969</c:v>
                </c:pt>
                <c:pt idx="1539">
                  <c:v>2.4230723340943969</c:v>
                </c:pt>
                <c:pt idx="1540">
                  <c:v>2.431210795518985</c:v>
                </c:pt>
                <c:pt idx="1541">
                  <c:v>2.431210795518985</c:v>
                </c:pt>
                <c:pt idx="1542">
                  <c:v>2.429829291334642</c:v>
                </c:pt>
                <c:pt idx="1543">
                  <c:v>2.429829291334642</c:v>
                </c:pt>
                <c:pt idx="1544">
                  <c:v>2.4642278114353293</c:v>
                </c:pt>
                <c:pt idx="1545">
                  <c:v>2.4642278114353293</c:v>
                </c:pt>
                <c:pt idx="1546">
                  <c:v>2.4948202627627749</c:v>
                </c:pt>
                <c:pt idx="1547">
                  <c:v>2.4948202627627749</c:v>
                </c:pt>
                <c:pt idx="1548">
                  <c:v>2.5046935555255687</c:v>
                </c:pt>
                <c:pt idx="1549">
                  <c:v>2.5046935555255687</c:v>
                </c:pt>
                <c:pt idx="1550">
                  <c:v>2.5033423980252323</c:v>
                </c:pt>
                <c:pt idx="1551">
                  <c:v>2.5033423980252323</c:v>
                </c:pt>
                <c:pt idx="1552">
                  <c:v>2.5045919875357496</c:v>
                </c:pt>
                <c:pt idx="1553">
                  <c:v>2.5045919875357496</c:v>
                </c:pt>
                <c:pt idx="1554">
                  <c:v>2.5020154200786835</c:v>
                </c:pt>
                <c:pt idx="1555">
                  <c:v>2.5020154200786835</c:v>
                </c:pt>
                <c:pt idx="1556">
                  <c:v>2.5143956899032518</c:v>
                </c:pt>
                <c:pt idx="1557">
                  <c:v>2.5143956899032518</c:v>
                </c:pt>
                <c:pt idx="1558">
                  <c:v>2.5158991113647078</c:v>
                </c:pt>
                <c:pt idx="1559">
                  <c:v>2.5158991113647078</c:v>
                </c:pt>
                <c:pt idx="1560">
                  <c:v>2.5660886031270018</c:v>
                </c:pt>
                <c:pt idx="1561">
                  <c:v>2.5660886031270018</c:v>
                </c:pt>
                <c:pt idx="1562">
                  <c:v>2.5970133063271907</c:v>
                </c:pt>
                <c:pt idx="1563">
                  <c:v>2.5970133063271907</c:v>
                </c:pt>
                <c:pt idx="1564">
                  <c:v>2.633247920260501</c:v>
                </c:pt>
                <c:pt idx="1565">
                  <c:v>2.633247920260501</c:v>
                </c:pt>
                <c:pt idx="1566">
                  <c:v>2.6346505293440261</c:v>
                </c:pt>
                <c:pt idx="1567">
                  <c:v>2.6346505293440261</c:v>
                </c:pt>
                <c:pt idx="1568">
                  <c:v>2.6318324518077558</c:v>
                </c:pt>
                <c:pt idx="1569">
                  <c:v>2.6318324518077558</c:v>
                </c:pt>
                <c:pt idx="1570">
                  <c:v>2.6378661025452215</c:v>
                </c:pt>
                <c:pt idx="1571">
                  <c:v>2.6378661025452215</c:v>
                </c:pt>
                <c:pt idx="1572">
                  <c:v>2.6381974657503013</c:v>
                </c:pt>
                <c:pt idx="1573">
                  <c:v>2.6381974657503013</c:v>
                </c:pt>
                <c:pt idx="1574">
                  <c:v>2.6371743821794302</c:v>
                </c:pt>
                <c:pt idx="1575">
                  <c:v>2.6371743821794302</c:v>
                </c:pt>
                <c:pt idx="1576">
                  <c:v>2.6854833624441441</c:v>
                </c:pt>
                <c:pt idx="1577">
                  <c:v>2.6854833624441441</c:v>
                </c:pt>
                <c:pt idx="1578">
                  <c:v>2.7871974840120619</c:v>
                </c:pt>
                <c:pt idx="1579">
                  <c:v>2.7871974840120619</c:v>
                </c:pt>
                <c:pt idx="1580">
                  <c:v>2.7908361394385155</c:v>
                </c:pt>
                <c:pt idx="1581">
                  <c:v>2.7908361394385155</c:v>
                </c:pt>
                <c:pt idx="1582">
                  <c:v>2.8163114598289773</c:v>
                </c:pt>
                <c:pt idx="1583">
                  <c:v>2.8163114598289773</c:v>
                </c:pt>
                <c:pt idx="1584">
                  <c:v>2.8124829734306318</c:v>
                </c:pt>
                <c:pt idx="1585">
                  <c:v>2.8124829734306318</c:v>
                </c:pt>
                <c:pt idx="1586">
                  <c:v>2.8395091530569787</c:v>
                </c:pt>
                <c:pt idx="1587">
                  <c:v>2.8395091530569787</c:v>
                </c:pt>
                <c:pt idx="1588">
                  <c:v>2.8605986446799188</c:v>
                </c:pt>
                <c:pt idx="1589">
                  <c:v>2.8605986446799188</c:v>
                </c:pt>
                <c:pt idx="1590">
                  <c:v>2.879302828121713</c:v>
                </c:pt>
                <c:pt idx="1591">
                  <c:v>2.879302828121713</c:v>
                </c:pt>
                <c:pt idx="1592">
                  <c:v>2.921087111396953</c:v>
                </c:pt>
                <c:pt idx="1593">
                  <c:v>2.921087111396953</c:v>
                </c:pt>
                <c:pt idx="1594">
                  <c:v>2.9473315267149327</c:v>
                </c:pt>
                <c:pt idx="1595">
                  <c:v>2.9473315267149327</c:v>
                </c:pt>
                <c:pt idx="1596">
                  <c:v>2.9716747846001907</c:v>
                </c:pt>
                <c:pt idx="1597">
                  <c:v>2.9716747846001907</c:v>
                </c:pt>
                <c:pt idx="1598">
                  <c:v>2.9734900411141383</c:v>
                </c:pt>
                <c:pt idx="1599">
                  <c:v>2.9734900411141383</c:v>
                </c:pt>
                <c:pt idx="1600">
                  <c:v>2.9748691414196959</c:v>
                </c:pt>
                <c:pt idx="1601">
                  <c:v>2.9748691414196959</c:v>
                </c:pt>
                <c:pt idx="1602">
                  <c:v>2.9769992015523492</c:v>
                </c:pt>
                <c:pt idx="1603">
                  <c:v>2.9769992015523492</c:v>
                </c:pt>
                <c:pt idx="1604">
                  <c:v>2.9705742806642279</c:v>
                </c:pt>
                <c:pt idx="1605">
                  <c:v>2.9705742806642279</c:v>
                </c:pt>
                <c:pt idx="1606">
                  <c:v>2.9721501423009284</c:v>
                </c:pt>
                <c:pt idx="1607">
                  <c:v>2.9721501423009284</c:v>
                </c:pt>
                <c:pt idx="1608">
                  <c:v>2.9967047076544593</c:v>
                </c:pt>
                <c:pt idx="1609">
                  <c:v>2.9967047076544593</c:v>
                </c:pt>
                <c:pt idx="1610">
                  <c:v>2.9997768669501652</c:v>
                </c:pt>
                <c:pt idx="1611">
                  <c:v>2.9997768669501652</c:v>
                </c:pt>
                <c:pt idx="1612">
                  <c:v>2.9986723129538233</c:v>
                </c:pt>
                <c:pt idx="1613">
                  <c:v>2.9986723129538233</c:v>
                </c:pt>
                <c:pt idx="1614">
                  <c:v>3.0777909872928513</c:v>
                </c:pt>
                <c:pt idx="1615">
                  <c:v>3.0777909872928513</c:v>
                </c:pt>
                <c:pt idx="1616">
                  <c:v>3.0749755903008262</c:v>
                </c:pt>
                <c:pt idx="1617">
                  <c:v>3.0749755903008262</c:v>
                </c:pt>
                <c:pt idx="1618">
                  <c:v>3.0790767918191766</c:v>
                </c:pt>
                <c:pt idx="1619">
                  <c:v>3.0790767918191766</c:v>
                </c:pt>
                <c:pt idx="1620">
                  <c:v>3.0932851222564572</c:v>
                </c:pt>
                <c:pt idx="1621">
                  <c:v>3.0932851222564572</c:v>
                </c:pt>
                <c:pt idx="1622">
                  <c:v>3.0950442500693054</c:v>
                </c:pt>
                <c:pt idx="1623">
                  <c:v>3.0950442500693054</c:v>
                </c:pt>
                <c:pt idx="1624">
                  <c:v>3.1507320983886973</c:v>
                </c:pt>
                <c:pt idx="1625">
                  <c:v>3.1507320983886973</c:v>
                </c:pt>
                <c:pt idx="1626">
                  <c:v>3.5577215292047151</c:v>
                </c:pt>
                <c:pt idx="1627">
                  <c:v>3.5577215292047151</c:v>
                </c:pt>
                <c:pt idx="1628">
                  <c:v>3.5645219978413509</c:v>
                </c:pt>
                <c:pt idx="1629">
                  <c:v>3.5645219978413509</c:v>
                </c:pt>
                <c:pt idx="1630">
                  <c:v>3.5669355203884989</c:v>
                </c:pt>
                <c:pt idx="1631">
                  <c:v>3.5669355203884989</c:v>
                </c:pt>
                <c:pt idx="1632">
                  <c:v>3.7510092899214182</c:v>
                </c:pt>
                <c:pt idx="1633">
                  <c:v>3.7510092899214182</c:v>
                </c:pt>
                <c:pt idx="1634">
                  <c:v>3.749979153387343</c:v>
                </c:pt>
                <c:pt idx="1635">
                  <c:v>3.749979153387343</c:v>
                </c:pt>
                <c:pt idx="1636">
                  <c:v>3.7695068173430082</c:v>
                </c:pt>
                <c:pt idx="1637">
                  <c:v>3.7695068173430082</c:v>
                </c:pt>
                <c:pt idx="1638">
                  <c:v>3.7830550183611109</c:v>
                </c:pt>
                <c:pt idx="1639">
                  <c:v>3.7830550183611109</c:v>
                </c:pt>
                <c:pt idx="1640">
                  <c:v>3.7902767277395322</c:v>
                </c:pt>
                <c:pt idx="1641">
                  <c:v>3.7902767277395322</c:v>
                </c:pt>
                <c:pt idx="1642">
                  <c:v>3.7935522355648299</c:v>
                </c:pt>
                <c:pt idx="1643">
                  <c:v>3.7935522355648299</c:v>
                </c:pt>
                <c:pt idx="1644">
                  <c:v>3.7925447061823849</c:v>
                </c:pt>
                <c:pt idx="1645">
                  <c:v>3.7925447061823849</c:v>
                </c:pt>
                <c:pt idx="1646">
                  <c:v>3.819156072138683</c:v>
                </c:pt>
                <c:pt idx="1647">
                  <c:v>3.819156072138683</c:v>
                </c:pt>
                <c:pt idx="1648">
                  <c:v>3.9075136223924751</c:v>
                </c:pt>
                <c:pt idx="1649">
                  <c:v>3.9075136223924751</c:v>
                </c:pt>
                <c:pt idx="1650">
                  <c:v>3.9059188316390352</c:v>
                </c:pt>
                <c:pt idx="1651">
                  <c:v>3.9059188316390352</c:v>
                </c:pt>
                <c:pt idx="1652">
                  <c:v>3.9053422597906691</c:v>
                </c:pt>
                <c:pt idx="1653">
                  <c:v>3.9053422597906691</c:v>
                </c:pt>
                <c:pt idx="1654">
                  <c:v>3.9032481730348625</c:v>
                </c:pt>
                <c:pt idx="1655">
                  <c:v>3.9032481730348625</c:v>
                </c:pt>
                <c:pt idx="1656">
                  <c:v>4.0703267179960667</c:v>
                </c:pt>
                <c:pt idx="1657">
                  <c:v>4.0703267179960667</c:v>
                </c:pt>
                <c:pt idx="1658">
                  <c:v>4.129603138732385</c:v>
                </c:pt>
                <c:pt idx="1659">
                  <c:v>4.129603138732385</c:v>
                </c:pt>
                <c:pt idx="1660">
                  <c:v>4.1289472467930457</c:v>
                </c:pt>
                <c:pt idx="1661">
                  <c:v>4.1289472467930457</c:v>
                </c:pt>
                <c:pt idx="1662">
                  <c:v>4.1411755137711319</c:v>
                </c:pt>
                <c:pt idx="1663">
                  <c:v>4.1411755137711319</c:v>
                </c:pt>
                <c:pt idx="1664">
                  <c:v>4.145817740787308</c:v>
                </c:pt>
                <c:pt idx="1665">
                  <c:v>4.145817740787308</c:v>
                </c:pt>
                <c:pt idx="1666">
                  <c:v>4.1526144757076278</c:v>
                </c:pt>
                <c:pt idx="1667">
                  <c:v>4.1526144757076278</c:v>
                </c:pt>
                <c:pt idx="1668">
                  <c:v>4.1584922843789629</c:v>
                </c:pt>
                <c:pt idx="1669">
                  <c:v>4.1584922843789629</c:v>
                </c:pt>
                <c:pt idx="1670">
                  <c:v>4.2790683934366776</c:v>
                </c:pt>
                <c:pt idx="1671">
                  <c:v>4.2790683934366776</c:v>
                </c:pt>
                <c:pt idx="1672">
                  <c:v>4.3873744192572266</c:v>
                </c:pt>
                <c:pt idx="1673">
                  <c:v>4.3873744192572266</c:v>
                </c:pt>
                <c:pt idx="1674">
                  <c:v>4.420021378683658</c:v>
                </c:pt>
                <c:pt idx="1675">
                  <c:v>4.420021378683658</c:v>
                </c:pt>
                <c:pt idx="1676">
                  <c:v>4.4443648618455214</c:v>
                </c:pt>
                <c:pt idx="1677">
                  <c:v>4.4443648618455214</c:v>
                </c:pt>
                <c:pt idx="1678">
                  <c:v>4.5665523788385691</c:v>
                </c:pt>
                <c:pt idx="1679">
                  <c:v>4.5665523788385691</c:v>
                </c:pt>
                <c:pt idx="1680">
                  <c:v>4.6937144472002261</c:v>
                </c:pt>
                <c:pt idx="1681">
                  <c:v>4.6937144472002261</c:v>
                </c:pt>
                <c:pt idx="1682">
                  <c:v>4.6936948284523137</c:v>
                </c:pt>
                <c:pt idx="1683">
                  <c:v>4.6936948284523137</c:v>
                </c:pt>
                <c:pt idx="1684">
                  <c:v>4.729664552627713</c:v>
                </c:pt>
                <c:pt idx="1685">
                  <c:v>4.729664552627713</c:v>
                </c:pt>
                <c:pt idx="1686">
                  <c:v>4.9367675800587349</c:v>
                </c:pt>
                <c:pt idx="1687">
                  <c:v>4.9367675800587349</c:v>
                </c:pt>
                <c:pt idx="1688">
                  <c:v>4.9670286699769086</c:v>
                </c:pt>
                <c:pt idx="1689">
                  <c:v>4.9670286699769086</c:v>
                </c:pt>
                <c:pt idx="1690">
                  <c:v>4.9641502253500622</c:v>
                </c:pt>
                <c:pt idx="1691">
                  <c:v>4.9641502253500622</c:v>
                </c:pt>
                <c:pt idx="1692">
                  <c:v>5.1303990909339916</c:v>
                </c:pt>
                <c:pt idx="1693">
                  <c:v>5.1303990909339916</c:v>
                </c:pt>
                <c:pt idx="1694">
                  <c:v>5.1680638680795061</c:v>
                </c:pt>
                <c:pt idx="1695">
                  <c:v>5.1680638680795061</c:v>
                </c:pt>
                <c:pt idx="1696">
                  <c:v>5.162682580475173</c:v>
                </c:pt>
                <c:pt idx="1697">
                  <c:v>5.162682580475173</c:v>
                </c:pt>
                <c:pt idx="1698">
                  <c:v>5.2146202720582755</c:v>
                </c:pt>
                <c:pt idx="1699">
                  <c:v>5.2146202720582755</c:v>
                </c:pt>
                <c:pt idx="1700">
                  <c:v>5.2798062436194959</c:v>
                </c:pt>
                <c:pt idx="1701">
                  <c:v>5.2798062436194959</c:v>
                </c:pt>
                <c:pt idx="1702">
                  <c:v>5.2855675826072055</c:v>
                </c:pt>
                <c:pt idx="1703">
                  <c:v>5.2855675826072055</c:v>
                </c:pt>
                <c:pt idx="1704">
                  <c:v>5.3121953695555622</c:v>
                </c:pt>
                <c:pt idx="1705">
                  <c:v>5.3121953695555622</c:v>
                </c:pt>
                <c:pt idx="1706">
                  <c:v>5.324408881302908</c:v>
                </c:pt>
                <c:pt idx="1707">
                  <c:v>5.324408881302908</c:v>
                </c:pt>
                <c:pt idx="1708">
                  <c:v>5.8816321397528917</c:v>
                </c:pt>
                <c:pt idx="1709">
                  <c:v>5.8816321397528917</c:v>
                </c:pt>
                <c:pt idx="1710">
                  <c:v>5.8744281053605247</c:v>
                </c:pt>
                <c:pt idx="1711">
                  <c:v>5.8744281053605247</c:v>
                </c:pt>
                <c:pt idx="1712">
                  <c:v>5.9402556501047687</c:v>
                </c:pt>
                <c:pt idx="1713">
                  <c:v>5.9402556501047687</c:v>
                </c:pt>
                <c:pt idx="1714">
                  <c:v>5.9481111308545431</c:v>
                </c:pt>
                <c:pt idx="1715">
                  <c:v>5.9481111308545431</c:v>
                </c:pt>
                <c:pt idx="1716">
                  <c:v>5.939598412281982</c:v>
                </c:pt>
                <c:pt idx="1717">
                  <c:v>5.939598412281982</c:v>
                </c:pt>
                <c:pt idx="1718">
                  <c:v>5.9849194958229148</c:v>
                </c:pt>
                <c:pt idx="1719">
                  <c:v>5.9849194958229148</c:v>
                </c:pt>
                <c:pt idx="1720">
                  <c:v>6.0006491937551258</c:v>
                </c:pt>
                <c:pt idx="1721">
                  <c:v>6.0006491937551258</c:v>
                </c:pt>
                <c:pt idx="1722">
                  <c:v>6.0435536595489534</c:v>
                </c:pt>
                <c:pt idx="1723">
                  <c:v>6.0435536595489534</c:v>
                </c:pt>
                <c:pt idx="1724">
                  <c:v>6.0411013839495524</c:v>
                </c:pt>
                <c:pt idx="1725">
                  <c:v>6.0411013839495524</c:v>
                </c:pt>
                <c:pt idx="1726">
                  <c:v>6.0475415074184715</c:v>
                </c:pt>
                <c:pt idx="1727">
                  <c:v>6.0475415074184715</c:v>
                </c:pt>
                <c:pt idx="1728">
                  <c:v>6.0358868884478181</c:v>
                </c:pt>
                <c:pt idx="1729">
                  <c:v>6.0358868884478181</c:v>
                </c:pt>
                <c:pt idx="1730">
                  <c:v>6.1870302049191039</c:v>
                </c:pt>
                <c:pt idx="1731">
                  <c:v>6.1870302049191039</c:v>
                </c:pt>
                <c:pt idx="1732">
                  <c:v>6.3641948286580012</c:v>
                </c:pt>
                <c:pt idx="1733">
                  <c:v>6.3641948286580012</c:v>
                </c:pt>
                <c:pt idx="1734">
                  <c:v>6.532709244811767</c:v>
                </c:pt>
                <c:pt idx="1735">
                  <c:v>6.532709244811767</c:v>
                </c:pt>
                <c:pt idx="1736">
                  <c:v>6.5599092500420939</c:v>
                </c:pt>
                <c:pt idx="1737">
                  <c:v>6.5599092500420939</c:v>
                </c:pt>
                <c:pt idx="1738">
                  <c:v>6.6280700867524818</c:v>
                </c:pt>
                <c:pt idx="1739">
                  <c:v>6.6280700867524818</c:v>
                </c:pt>
                <c:pt idx="1740">
                  <c:v>6.6213122248502394</c:v>
                </c:pt>
                <c:pt idx="1741">
                  <c:v>6.6213122248502394</c:v>
                </c:pt>
                <c:pt idx="1742">
                  <c:v>6.9206873597153091</c:v>
                </c:pt>
                <c:pt idx="1743">
                  <c:v>6.9206873597153091</c:v>
                </c:pt>
                <c:pt idx="1744">
                  <c:v>6.9146378354633926</c:v>
                </c:pt>
                <c:pt idx="1745">
                  <c:v>6.9146378354633926</c:v>
                </c:pt>
                <c:pt idx="1746">
                  <c:v>7.2168783024322272</c:v>
                </c:pt>
                <c:pt idx="1747">
                  <c:v>7.2168783024322272</c:v>
                </c:pt>
                <c:pt idx="1748">
                  <c:v>7.2225111183141557</c:v>
                </c:pt>
                <c:pt idx="1749">
                  <c:v>7.2225111183141557</c:v>
                </c:pt>
                <c:pt idx="1750">
                  <c:v>7.2502083019790335</c:v>
                </c:pt>
                <c:pt idx="1751">
                  <c:v>7.2502083019790335</c:v>
                </c:pt>
                <c:pt idx="1752">
                  <c:v>7.3484616079776268</c:v>
                </c:pt>
                <c:pt idx="1753">
                  <c:v>7.3484616079776268</c:v>
                </c:pt>
                <c:pt idx="1754">
                  <c:v>7.4246364227626689</c:v>
                </c:pt>
                <c:pt idx="1755">
                  <c:v>7.4246364227626689</c:v>
                </c:pt>
                <c:pt idx="1756">
                  <c:v>7.4189314589760977</c:v>
                </c:pt>
                <c:pt idx="1757">
                  <c:v>7.4189314589760977</c:v>
                </c:pt>
                <c:pt idx="1758">
                  <c:v>7.6182165229584111</c:v>
                </c:pt>
                <c:pt idx="1759">
                  <c:v>7.6182165229584111</c:v>
                </c:pt>
                <c:pt idx="1760">
                  <c:v>7.677551832074629</c:v>
                </c:pt>
                <c:pt idx="1761">
                  <c:v>7.677551832074629</c:v>
                </c:pt>
                <c:pt idx="1762">
                  <c:v>7.8487668060319429</c:v>
                </c:pt>
                <c:pt idx="1763">
                  <c:v>7.8487668060319429</c:v>
                </c:pt>
                <c:pt idx="1764">
                  <c:v>7.8700368571972046</c:v>
                </c:pt>
                <c:pt idx="1765">
                  <c:v>7.8700368571972046</c:v>
                </c:pt>
                <c:pt idx="1766">
                  <c:v>7.899852261202045</c:v>
                </c:pt>
                <c:pt idx="1767">
                  <c:v>7.899852261202045</c:v>
                </c:pt>
                <c:pt idx="1768">
                  <c:v>7.998670112640875</c:v>
                </c:pt>
                <c:pt idx="1769">
                  <c:v>7.998670112640875</c:v>
                </c:pt>
                <c:pt idx="1770">
                  <c:v>8.0712058617223779</c:v>
                </c:pt>
                <c:pt idx="1771">
                  <c:v>8.0712058617223779</c:v>
                </c:pt>
                <c:pt idx="1772">
                  <c:v>8.1011075370601127</c:v>
                </c:pt>
                <c:pt idx="1773">
                  <c:v>8.1011075370601127</c:v>
                </c:pt>
                <c:pt idx="1774">
                  <c:v>8.1238084250666596</c:v>
                </c:pt>
                <c:pt idx="1775">
                  <c:v>8.1238084250666596</c:v>
                </c:pt>
                <c:pt idx="1776">
                  <c:v>8.1346629298959581</c:v>
                </c:pt>
                <c:pt idx="1777">
                  <c:v>8.1346629298959581</c:v>
                </c:pt>
                <c:pt idx="1778">
                  <c:v>8.1165768437044044</c:v>
                </c:pt>
                <c:pt idx="1779">
                  <c:v>8.1165768437044044</c:v>
                </c:pt>
                <c:pt idx="1780">
                  <c:v>8.1870466624211868</c:v>
                </c:pt>
                <c:pt idx="1781">
                  <c:v>8.1870466624211868</c:v>
                </c:pt>
                <c:pt idx="1782">
                  <c:v>8.4319144804924804</c:v>
                </c:pt>
                <c:pt idx="1783">
                  <c:v>8.4319144804924804</c:v>
                </c:pt>
                <c:pt idx="1784">
                  <c:v>8.4189411264314362</c:v>
                </c:pt>
                <c:pt idx="1785">
                  <c:v>8.4189411264314362</c:v>
                </c:pt>
                <c:pt idx="1786">
                  <c:v>8.7330581851761497</c:v>
                </c:pt>
                <c:pt idx="1787">
                  <c:v>8.7330581851761497</c:v>
                </c:pt>
                <c:pt idx="1788">
                  <c:v>8.7299228390532679</c:v>
                </c:pt>
                <c:pt idx="1789">
                  <c:v>8.7299228390532679</c:v>
                </c:pt>
                <c:pt idx="1790">
                  <c:v>8.7343065282053409</c:v>
                </c:pt>
                <c:pt idx="1791">
                  <c:v>8.7343065282053409</c:v>
                </c:pt>
                <c:pt idx="1792">
                  <c:v>8.8426443827305654</c:v>
                </c:pt>
                <c:pt idx="1793">
                  <c:v>8.8426443827305654</c:v>
                </c:pt>
                <c:pt idx="1794">
                  <c:v>8.8563960420311876</c:v>
                </c:pt>
                <c:pt idx="1795">
                  <c:v>8.8563960420311876</c:v>
                </c:pt>
                <c:pt idx="1796">
                  <c:v>8.8628531663807077</c:v>
                </c:pt>
                <c:pt idx="1797">
                  <c:v>8.8628531663807077</c:v>
                </c:pt>
                <c:pt idx="1798">
                  <c:v>8.9808646609625242</c:v>
                </c:pt>
                <c:pt idx="1799">
                  <c:v>8.9808646609625242</c:v>
                </c:pt>
                <c:pt idx="1800">
                  <c:v>8.9777487073703881</c:v>
                </c:pt>
                <c:pt idx="1801">
                  <c:v>8.9777487073703881</c:v>
                </c:pt>
                <c:pt idx="1802">
                  <c:v>9.1136771110414561</c:v>
                </c:pt>
                <c:pt idx="1803">
                  <c:v>9.1136771110414561</c:v>
                </c:pt>
                <c:pt idx="1804">
                  <c:v>9.1183990119350664</c:v>
                </c:pt>
                <c:pt idx="1805">
                  <c:v>9.1183990119350664</c:v>
                </c:pt>
                <c:pt idx="1806">
                  <c:v>9.1709807656060036</c:v>
                </c:pt>
                <c:pt idx="1807">
                  <c:v>9.1709807656060036</c:v>
                </c:pt>
                <c:pt idx="1808">
                  <c:v>9.295709219749428</c:v>
                </c:pt>
                <c:pt idx="1809">
                  <c:v>9.295709219749428</c:v>
                </c:pt>
                <c:pt idx="1810">
                  <c:v>9.2983718371955124</c:v>
                </c:pt>
                <c:pt idx="1811">
                  <c:v>9.2983718371955124</c:v>
                </c:pt>
                <c:pt idx="1812">
                  <c:v>9.5039374782229782</c:v>
                </c:pt>
                <c:pt idx="1813">
                  <c:v>9.5039374782229782</c:v>
                </c:pt>
                <c:pt idx="1814">
                  <c:v>9.5223024383216845</c:v>
                </c:pt>
                <c:pt idx="1815">
                  <c:v>9.5223024383216845</c:v>
                </c:pt>
                <c:pt idx="1816">
                  <c:v>9.5729365675390117</c:v>
                </c:pt>
                <c:pt idx="1817">
                  <c:v>9.5729365675390117</c:v>
                </c:pt>
                <c:pt idx="1818">
                  <c:v>9.5840969464305221</c:v>
                </c:pt>
                <c:pt idx="1819">
                  <c:v>9.5840969464305221</c:v>
                </c:pt>
                <c:pt idx="1820">
                  <c:v>9.6773650697094116</c:v>
                </c:pt>
                <c:pt idx="1821">
                  <c:v>9.6773650697094116</c:v>
                </c:pt>
                <c:pt idx="1822">
                  <c:v>9.7227307945931916</c:v>
                </c:pt>
                <c:pt idx="1823">
                  <c:v>9.7227307945931916</c:v>
                </c:pt>
                <c:pt idx="1824">
                  <c:v>9.7408687554370594</c:v>
                </c:pt>
                <c:pt idx="1825">
                  <c:v>9.7408687554370594</c:v>
                </c:pt>
                <c:pt idx="1826">
                  <c:v>9.7550447320990727</c:v>
                </c:pt>
                <c:pt idx="1827">
                  <c:v>9.7550447320990727</c:v>
                </c:pt>
                <c:pt idx="1828">
                  <c:v>9.7508562657795164</c:v>
                </c:pt>
                <c:pt idx="1829">
                  <c:v>9.7508562657795164</c:v>
                </c:pt>
                <c:pt idx="1830">
                  <c:v>9.8282160971552361</c:v>
                </c:pt>
                <c:pt idx="1831">
                  <c:v>9.8282160971552361</c:v>
                </c:pt>
                <c:pt idx="1832">
                  <c:v>9.8160073311789198</c:v>
                </c:pt>
                <c:pt idx="1833">
                  <c:v>9.8160073311789198</c:v>
                </c:pt>
                <c:pt idx="1834">
                  <c:v>9.841343996944012</c:v>
                </c:pt>
                <c:pt idx="1835">
                  <c:v>9.841343996944012</c:v>
                </c:pt>
                <c:pt idx="1836">
                  <c:v>9.833961886542852</c:v>
                </c:pt>
                <c:pt idx="1837">
                  <c:v>9.833961886542852</c:v>
                </c:pt>
                <c:pt idx="1838">
                  <c:v>9.9150839712628844</c:v>
                </c:pt>
                <c:pt idx="1839">
                  <c:v>9.9150839712628844</c:v>
                </c:pt>
                <c:pt idx="1840">
                  <c:v>9.9788342676488799</c:v>
                </c:pt>
                <c:pt idx="1841">
                  <c:v>9.9788342676488799</c:v>
                </c:pt>
                <c:pt idx="1842">
                  <c:v>9.9624415193138081</c:v>
                </c:pt>
                <c:pt idx="1843">
                  <c:v>9.9624415193138081</c:v>
                </c:pt>
                <c:pt idx="1844">
                  <c:v>10.244388917137289</c:v>
                </c:pt>
                <c:pt idx="1845">
                  <c:v>10.244388917137289</c:v>
                </c:pt>
                <c:pt idx="1846">
                  <c:v>10.29650085698314</c:v>
                </c:pt>
                <c:pt idx="1847">
                  <c:v>10.29650085698314</c:v>
                </c:pt>
                <c:pt idx="1848">
                  <c:v>10.293443282313708</c:v>
                </c:pt>
                <c:pt idx="1849">
                  <c:v>10.293443282313708</c:v>
                </c:pt>
                <c:pt idx="1850">
                  <c:v>10.294668381945071</c:v>
                </c:pt>
                <c:pt idx="1851">
                  <c:v>10.294668381945071</c:v>
                </c:pt>
                <c:pt idx="1852">
                  <c:v>10.424632223939623</c:v>
                </c:pt>
                <c:pt idx="1853">
                  <c:v>10.424632223939623</c:v>
                </c:pt>
                <c:pt idx="1854">
                  <c:v>10.519482796353673</c:v>
                </c:pt>
                <c:pt idx="1855">
                  <c:v>10.519482796353673</c:v>
                </c:pt>
                <c:pt idx="1856">
                  <c:v>10.510254084678436</c:v>
                </c:pt>
                <c:pt idx="1857">
                  <c:v>10.510254084678436</c:v>
                </c:pt>
                <c:pt idx="1858">
                  <c:v>10.505965416963534</c:v>
                </c:pt>
                <c:pt idx="1859">
                  <c:v>10.505965416963534</c:v>
                </c:pt>
                <c:pt idx="1860">
                  <c:v>10.706401840514552</c:v>
                </c:pt>
                <c:pt idx="1861">
                  <c:v>10.706401840514552</c:v>
                </c:pt>
                <c:pt idx="1862">
                  <c:v>10.693861495086107</c:v>
                </c:pt>
                <c:pt idx="1863">
                  <c:v>10.693861495086107</c:v>
                </c:pt>
                <c:pt idx="1864">
                  <c:v>10.754928396871978</c:v>
                </c:pt>
                <c:pt idx="1865">
                  <c:v>10.754928396871978</c:v>
                </c:pt>
                <c:pt idx="1866">
                  <c:v>10.868230130555157</c:v>
                </c:pt>
                <c:pt idx="1867">
                  <c:v>10.868230130555157</c:v>
                </c:pt>
                <c:pt idx="1868">
                  <c:v>11.005597404123543</c:v>
                </c:pt>
                <c:pt idx="1869">
                  <c:v>11.005597404123543</c:v>
                </c:pt>
                <c:pt idx="1870">
                  <c:v>10.997546139892711</c:v>
                </c:pt>
                <c:pt idx="1871">
                  <c:v>10.997546139892711</c:v>
                </c:pt>
                <c:pt idx="1872">
                  <c:v>11.006115819313932</c:v>
                </c:pt>
                <c:pt idx="1873">
                  <c:v>11.006115819313932</c:v>
                </c:pt>
                <c:pt idx="1874">
                  <c:v>11.016125733236336</c:v>
                </c:pt>
                <c:pt idx="1875">
                  <c:v>11.016125733236336</c:v>
                </c:pt>
                <c:pt idx="1876">
                  <c:v>11.008274640906444</c:v>
                </c:pt>
                <c:pt idx="1877">
                  <c:v>11.008274640906444</c:v>
                </c:pt>
                <c:pt idx="1878">
                  <c:v>11.024556816159031</c:v>
                </c:pt>
                <c:pt idx="1879">
                  <c:v>11.024556816159031</c:v>
                </c:pt>
                <c:pt idx="1880">
                  <c:v>11.166422259549991</c:v>
                </c:pt>
                <c:pt idx="1881">
                  <c:v>11.166422259549991</c:v>
                </c:pt>
                <c:pt idx="1882">
                  <c:v>11.889305958462</c:v>
                </c:pt>
                <c:pt idx="1883">
                  <c:v>11.889305958462</c:v>
                </c:pt>
                <c:pt idx="1884">
                  <c:v>11.901581990765759</c:v>
                </c:pt>
                <c:pt idx="1885">
                  <c:v>11.901581990765759</c:v>
                </c:pt>
                <c:pt idx="1886">
                  <c:v>12.045292590556969</c:v>
                </c:pt>
                <c:pt idx="1887">
                  <c:v>12.045292590556969</c:v>
                </c:pt>
                <c:pt idx="1888">
                  <c:v>12.074623442721991</c:v>
                </c:pt>
                <c:pt idx="1889">
                  <c:v>12.074623442721991</c:v>
                </c:pt>
                <c:pt idx="1890">
                  <c:v>12.073620137946904</c:v>
                </c:pt>
                <c:pt idx="1891">
                  <c:v>12.073620137946904</c:v>
                </c:pt>
                <c:pt idx="1892">
                  <c:v>12.180486480565037</c:v>
                </c:pt>
                <c:pt idx="1893">
                  <c:v>12.180486480565037</c:v>
                </c:pt>
                <c:pt idx="1894">
                  <c:v>12.223318542134876</c:v>
                </c:pt>
                <c:pt idx="1895">
                  <c:v>12.223318542134876</c:v>
                </c:pt>
                <c:pt idx="1896">
                  <c:v>12.272307502710078</c:v>
                </c:pt>
                <c:pt idx="1897">
                  <c:v>12.272307502710078</c:v>
                </c:pt>
                <c:pt idx="1898">
                  <c:v>12.414110738496417</c:v>
                </c:pt>
                <c:pt idx="1899">
                  <c:v>12.414110738496417</c:v>
                </c:pt>
                <c:pt idx="1900">
                  <c:v>12.515410917659009</c:v>
                </c:pt>
                <c:pt idx="1901">
                  <c:v>12.515410917659009</c:v>
                </c:pt>
                <c:pt idx="1902">
                  <c:v>12.528192974310491</c:v>
                </c:pt>
                <c:pt idx="1903">
                  <c:v>12.528192974310491</c:v>
                </c:pt>
                <c:pt idx="1904">
                  <c:v>12.615794213470178</c:v>
                </c:pt>
                <c:pt idx="1905">
                  <c:v>12.615794213470178</c:v>
                </c:pt>
                <c:pt idx="1906">
                  <c:v>12.625322658100515</c:v>
                </c:pt>
                <c:pt idx="1907">
                  <c:v>12.625322658100515</c:v>
                </c:pt>
                <c:pt idx="1908">
                  <c:v>12.660270887375429</c:v>
                </c:pt>
                <c:pt idx="1909">
                  <c:v>12.660270887375429</c:v>
                </c:pt>
                <c:pt idx="1910">
                  <c:v>13.23914637111152</c:v>
                </c:pt>
                <c:pt idx="1911">
                  <c:v>13.23914637111152</c:v>
                </c:pt>
                <c:pt idx="1912">
                  <c:v>13.249663886983138</c:v>
                </c:pt>
                <c:pt idx="1913">
                  <c:v>13.249663886983138</c:v>
                </c:pt>
                <c:pt idx="1914">
                  <c:v>13.244798852248003</c:v>
                </c:pt>
                <c:pt idx="1915">
                  <c:v>13.244798852248003</c:v>
                </c:pt>
                <c:pt idx="1916">
                  <c:v>13.342461151411316</c:v>
                </c:pt>
                <c:pt idx="1917">
                  <c:v>13.342461151411316</c:v>
                </c:pt>
                <c:pt idx="1918">
                  <c:v>13.438425215719558</c:v>
                </c:pt>
                <c:pt idx="1919">
                  <c:v>13.438425215719558</c:v>
                </c:pt>
                <c:pt idx="1920">
                  <c:v>13.421679371513427</c:v>
                </c:pt>
                <c:pt idx="1921">
                  <c:v>13.421679371513427</c:v>
                </c:pt>
                <c:pt idx="1922">
                  <c:v>13.42466741571682</c:v>
                </c:pt>
                <c:pt idx="1923">
                  <c:v>13.42466741571682</c:v>
                </c:pt>
                <c:pt idx="1924">
                  <c:v>13.457188943821528</c:v>
                </c:pt>
                <c:pt idx="1925">
                  <c:v>13.457188943821528</c:v>
                </c:pt>
                <c:pt idx="1926">
                  <c:v>13.696778010847984</c:v>
                </c:pt>
                <c:pt idx="1927">
                  <c:v>13.696778010847984</c:v>
                </c:pt>
                <c:pt idx="1928">
                  <c:v>13.709731375435538</c:v>
                </c:pt>
                <c:pt idx="1929">
                  <c:v>13.709731375435538</c:v>
                </c:pt>
                <c:pt idx="1930">
                  <c:v>13.943208423351509</c:v>
                </c:pt>
                <c:pt idx="1931">
                  <c:v>13.943208423351509</c:v>
                </c:pt>
                <c:pt idx="1932">
                  <c:v>14.020882964029679</c:v>
                </c:pt>
                <c:pt idx="1933">
                  <c:v>14.020882964029679</c:v>
                </c:pt>
                <c:pt idx="1934">
                  <c:v>14.587569402889786</c:v>
                </c:pt>
                <c:pt idx="1935">
                  <c:v>14.587569402889786</c:v>
                </c:pt>
                <c:pt idx="1936">
                  <c:v>14.578903530791534</c:v>
                </c:pt>
                <c:pt idx="1937">
                  <c:v>14.578903530791534</c:v>
                </c:pt>
                <c:pt idx="1938">
                  <c:v>14.584070432876793</c:v>
                </c:pt>
                <c:pt idx="1939">
                  <c:v>14.584070432876793</c:v>
                </c:pt>
                <c:pt idx="1940">
                  <c:v>14.599884713437168</c:v>
                </c:pt>
                <c:pt idx="1941">
                  <c:v>14.599884713437168</c:v>
                </c:pt>
                <c:pt idx="1942">
                  <c:v>14.590297061174205</c:v>
                </c:pt>
                <c:pt idx="1943">
                  <c:v>14.590297061174205</c:v>
                </c:pt>
                <c:pt idx="1944">
                  <c:v>14.684761317675427</c:v>
                </c:pt>
                <c:pt idx="1945">
                  <c:v>14.684761317675427</c:v>
                </c:pt>
                <c:pt idx="1946">
                  <c:v>14.778619293317879</c:v>
                </c:pt>
                <c:pt idx="1947">
                  <c:v>14.778619293317879</c:v>
                </c:pt>
                <c:pt idx="1948">
                  <c:v>14.818899501357947</c:v>
                </c:pt>
                <c:pt idx="1949">
                  <c:v>14.818899501357947</c:v>
                </c:pt>
                <c:pt idx="1950">
                  <c:v>14.95920258959945</c:v>
                </c:pt>
                <c:pt idx="1951">
                  <c:v>14.95920258959945</c:v>
                </c:pt>
                <c:pt idx="1952">
                  <c:v>14.981430282707136</c:v>
                </c:pt>
                <c:pt idx="1953">
                  <c:v>14.981430282707136</c:v>
                </c:pt>
                <c:pt idx="1954">
                  <c:v>15.634113610321135</c:v>
                </c:pt>
                <c:pt idx="1955">
                  <c:v>15.634113610321135</c:v>
                </c:pt>
                <c:pt idx="1956">
                  <c:v>15.657743190054246</c:v>
                </c:pt>
                <c:pt idx="1957">
                  <c:v>15.657743190054246</c:v>
                </c:pt>
                <c:pt idx="1958">
                  <c:v>16.253130538597034</c:v>
                </c:pt>
                <c:pt idx="1959">
                  <c:v>16.253130538597034</c:v>
                </c:pt>
                <c:pt idx="1960">
                  <c:v>16.360426395047636</c:v>
                </c:pt>
                <c:pt idx="1961">
                  <c:v>16.360426395047636</c:v>
                </c:pt>
                <c:pt idx="1962">
                  <c:v>16.349020167517764</c:v>
                </c:pt>
                <c:pt idx="1963">
                  <c:v>16.349020167517764</c:v>
                </c:pt>
                <c:pt idx="1964">
                  <c:v>16.457083304871944</c:v>
                </c:pt>
                <c:pt idx="1965">
                  <c:v>16.457083304871944</c:v>
                </c:pt>
                <c:pt idx="1966">
                  <c:v>16.490520535624441</c:v>
                </c:pt>
                <c:pt idx="1967">
                  <c:v>16.490520535624441</c:v>
                </c:pt>
                <c:pt idx="1968">
                  <c:v>16.502602131878973</c:v>
                </c:pt>
                <c:pt idx="1969">
                  <c:v>16.502602131878973</c:v>
                </c:pt>
                <c:pt idx="1970">
                  <c:v>16.526828744765066</c:v>
                </c:pt>
                <c:pt idx="1971">
                  <c:v>16.526828744765066</c:v>
                </c:pt>
                <c:pt idx="1972">
                  <c:v>16.520731213089174</c:v>
                </c:pt>
                <c:pt idx="1973">
                  <c:v>16.520731213089174</c:v>
                </c:pt>
                <c:pt idx="1974">
                  <c:v>16.530609652753423</c:v>
                </c:pt>
                <c:pt idx="1975">
                  <c:v>16.530609652753423</c:v>
                </c:pt>
                <c:pt idx="1976">
                  <c:v>16.636563071652859</c:v>
                </c:pt>
                <c:pt idx="1977">
                  <c:v>16.636563071652859</c:v>
                </c:pt>
                <c:pt idx="1978">
                  <c:v>16.706772370383248</c:v>
                </c:pt>
                <c:pt idx="1979">
                  <c:v>16.706772370383248</c:v>
                </c:pt>
                <c:pt idx="1980">
                  <c:v>16.992754032893153</c:v>
                </c:pt>
                <c:pt idx="1981">
                  <c:v>16.992754032893153</c:v>
                </c:pt>
                <c:pt idx="1982">
                  <c:v>16.970193216544047</c:v>
                </c:pt>
                <c:pt idx="1983">
                  <c:v>16.970193216544047</c:v>
                </c:pt>
                <c:pt idx="1984">
                  <c:v>16.969650983041856</c:v>
                </c:pt>
                <c:pt idx="1985">
                  <c:v>16.969650983041856</c:v>
                </c:pt>
                <c:pt idx="1986">
                  <c:v>18.017005063490888</c:v>
                </c:pt>
                <c:pt idx="1987">
                  <c:v>18.017005063490888</c:v>
                </c:pt>
                <c:pt idx="1988">
                  <c:v>18.021777169755381</c:v>
                </c:pt>
                <c:pt idx="1989">
                  <c:v>18.021777169755381</c:v>
                </c:pt>
                <c:pt idx="1990">
                  <c:v>18.004531795552644</c:v>
                </c:pt>
                <c:pt idx="1991">
                  <c:v>18.004531795552644</c:v>
                </c:pt>
                <c:pt idx="1992">
                  <c:v>18.311549675272634</c:v>
                </c:pt>
                <c:pt idx="1993">
                  <c:v>18.311549675272634</c:v>
                </c:pt>
                <c:pt idx="1994">
                  <c:v>18.298287895021677</c:v>
                </c:pt>
                <c:pt idx="1995">
                  <c:v>18.298287895021677</c:v>
                </c:pt>
                <c:pt idx="1996">
                  <c:v>18.294420900099041</c:v>
                </c:pt>
                <c:pt idx="1997">
                  <c:v>18.294420900099041</c:v>
                </c:pt>
                <c:pt idx="1998">
                  <c:v>18.584586594455683</c:v>
                </c:pt>
                <c:pt idx="1999">
                  <c:v>18.584586594455683</c:v>
                </c:pt>
                <c:pt idx="2000">
                  <c:v>18.808735616373756</c:v>
                </c:pt>
                <c:pt idx="2001">
                  <c:v>18.808735616373756</c:v>
                </c:pt>
                <c:pt idx="2002">
                  <c:v>18.795206907640512</c:v>
                </c:pt>
                <c:pt idx="2003">
                  <c:v>18.795206907640512</c:v>
                </c:pt>
                <c:pt idx="2004">
                  <c:v>20.766536242597844</c:v>
                </c:pt>
                <c:pt idx="2005">
                  <c:v>20.766536242597844</c:v>
                </c:pt>
                <c:pt idx="2006">
                  <c:v>20.820178783294935</c:v>
                </c:pt>
                <c:pt idx="2007">
                  <c:v>20.820178783294935</c:v>
                </c:pt>
                <c:pt idx="2008">
                  <c:v>20.850178604904343</c:v>
                </c:pt>
                <c:pt idx="2009">
                  <c:v>20.850178604904343</c:v>
                </c:pt>
                <c:pt idx="2010">
                  <c:v>20.90366052296045</c:v>
                </c:pt>
                <c:pt idx="2011">
                  <c:v>20.90366052296045</c:v>
                </c:pt>
                <c:pt idx="2012">
                  <c:v>20.919373862380176</c:v>
                </c:pt>
                <c:pt idx="2013">
                  <c:v>20.919373862380176</c:v>
                </c:pt>
                <c:pt idx="2014">
                  <c:v>20.97269928630638</c:v>
                </c:pt>
                <c:pt idx="2015">
                  <c:v>20.97269928630638</c:v>
                </c:pt>
                <c:pt idx="2016">
                  <c:v>21.092181728384137</c:v>
                </c:pt>
                <c:pt idx="2017">
                  <c:v>21.092181728384137</c:v>
                </c:pt>
                <c:pt idx="2018">
                  <c:v>21.08019948517035</c:v>
                </c:pt>
                <c:pt idx="2019">
                  <c:v>21.08019948517035</c:v>
                </c:pt>
                <c:pt idx="2020">
                  <c:v>21.137931479067809</c:v>
                </c:pt>
                <c:pt idx="2021">
                  <c:v>21.137931479067809</c:v>
                </c:pt>
                <c:pt idx="2022">
                  <c:v>21.180359168962649</c:v>
                </c:pt>
                <c:pt idx="2023">
                  <c:v>21.180359168962649</c:v>
                </c:pt>
                <c:pt idx="2024">
                  <c:v>21.287061886729965</c:v>
                </c:pt>
                <c:pt idx="2025">
                  <c:v>21.287061886729965</c:v>
                </c:pt>
                <c:pt idx="2026">
                  <c:v>21.271010240019997</c:v>
                </c:pt>
                <c:pt idx="2027">
                  <c:v>21.271010240019997</c:v>
                </c:pt>
                <c:pt idx="2028">
                  <c:v>21.28264738510229</c:v>
                </c:pt>
                <c:pt idx="2029">
                  <c:v>21.28264738510229</c:v>
                </c:pt>
                <c:pt idx="2030">
                  <c:v>21.3261691804469</c:v>
                </c:pt>
                <c:pt idx="2031">
                  <c:v>21.3261691804469</c:v>
                </c:pt>
                <c:pt idx="2032">
                  <c:v>21.579074870468759</c:v>
                </c:pt>
                <c:pt idx="2033">
                  <c:v>21.579074870468759</c:v>
                </c:pt>
                <c:pt idx="2034">
                  <c:v>21.727008606305148</c:v>
                </c:pt>
                <c:pt idx="2035">
                  <c:v>21.727008606305148</c:v>
                </c:pt>
                <c:pt idx="2036">
                  <c:v>21.999813781689777</c:v>
                </c:pt>
                <c:pt idx="2037">
                  <c:v>21.999813781689777</c:v>
                </c:pt>
                <c:pt idx="2038">
                  <c:v>22.031452652036979</c:v>
                </c:pt>
                <c:pt idx="2039">
                  <c:v>22.031452652036979</c:v>
                </c:pt>
                <c:pt idx="2040">
                  <c:v>21.930902317560079</c:v>
                </c:pt>
                <c:pt idx="2041">
                  <c:v>21.930902317560079</c:v>
                </c:pt>
                <c:pt idx="2042">
                  <c:v>22.12614078548269</c:v>
                </c:pt>
                <c:pt idx="2043">
                  <c:v>22.12614078548269</c:v>
                </c:pt>
                <c:pt idx="2044">
                  <c:v>22.189177989985641</c:v>
                </c:pt>
                <c:pt idx="2045">
                  <c:v>22.189177989985641</c:v>
                </c:pt>
                <c:pt idx="2046">
                  <c:v>22.401905759208717</c:v>
                </c:pt>
                <c:pt idx="2047">
                  <c:v>22.401905759208717</c:v>
                </c:pt>
                <c:pt idx="2048">
                  <c:v>22.610255153251664</c:v>
                </c:pt>
                <c:pt idx="2049">
                  <c:v>22.610255153251664</c:v>
                </c:pt>
                <c:pt idx="2050">
                  <c:v>22.752802593560936</c:v>
                </c:pt>
                <c:pt idx="2051">
                  <c:v>22.752802593560936</c:v>
                </c:pt>
                <c:pt idx="2052">
                  <c:v>22.743292226913361</c:v>
                </c:pt>
                <c:pt idx="2053">
                  <c:v>22.743292226913361</c:v>
                </c:pt>
                <c:pt idx="2054">
                  <c:v>22.881165463846788</c:v>
                </c:pt>
                <c:pt idx="2055">
                  <c:v>22.881165463846788</c:v>
                </c:pt>
                <c:pt idx="2056">
                  <c:v>23.076345827815587</c:v>
                </c:pt>
                <c:pt idx="2057">
                  <c:v>23.076345827815587</c:v>
                </c:pt>
                <c:pt idx="2058">
                  <c:v>23.1642843985009</c:v>
                </c:pt>
                <c:pt idx="2059">
                  <c:v>23.1642843985009</c:v>
                </c:pt>
                <c:pt idx="2060">
                  <c:v>23.336551706907727</c:v>
                </c:pt>
                <c:pt idx="2061">
                  <c:v>23.336551706907727</c:v>
                </c:pt>
                <c:pt idx="2062">
                  <c:v>23.3188792729939</c:v>
                </c:pt>
                <c:pt idx="2063">
                  <c:v>23.3188792729939</c:v>
                </c:pt>
                <c:pt idx="2064">
                  <c:v>23.821653708472283</c:v>
                </c:pt>
                <c:pt idx="2065">
                  <c:v>23.821653708472283</c:v>
                </c:pt>
                <c:pt idx="2066">
                  <c:v>23.801670501262009</c:v>
                </c:pt>
                <c:pt idx="2067">
                  <c:v>23.801670501262009</c:v>
                </c:pt>
                <c:pt idx="2068">
                  <c:v>23.816704872103511</c:v>
                </c:pt>
                <c:pt idx="2069">
                  <c:v>23.816704872103511</c:v>
                </c:pt>
                <c:pt idx="2070">
                  <c:v>23.883740203930323</c:v>
                </c:pt>
                <c:pt idx="2071">
                  <c:v>23.883740203930323</c:v>
                </c:pt>
                <c:pt idx="2072">
                  <c:v>24.025992663645543</c:v>
                </c:pt>
                <c:pt idx="2073">
                  <c:v>24.025992663645543</c:v>
                </c:pt>
                <c:pt idx="2074">
                  <c:v>24.256748011396255</c:v>
                </c:pt>
                <c:pt idx="2075">
                  <c:v>24.256748011396255</c:v>
                </c:pt>
                <c:pt idx="2076">
                  <c:v>24.428745184604235</c:v>
                </c:pt>
                <c:pt idx="2077">
                  <c:v>24.428745184604235</c:v>
                </c:pt>
                <c:pt idx="2078">
                  <c:v>24.462116968362743</c:v>
                </c:pt>
                <c:pt idx="2079">
                  <c:v>24.462116968362743</c:v>
                </c:pt>
                <c:pt idx="2080">
                  <c:v>24.504564300444457</c:v>
                </c:pt>
                <c:pt idx="2081">
                  <c:v>24.504564300444457</c:v>
                </c:pt>
                <c:pt idx="2082">
                  <c:v>24.865929253989616</c:v>
                </c:pt>
                <c:pt idx="2083">
                  <c:v>24.865929253989616</c:v>
                </c:pt>
                <c:pt idx="2084">
                  <c:v>25.567174293153158</c:v>
                </c:pt>
                <c:pt idx="2085">
                  <c:v>25.567174293153158</c:v>
                </c:pt>
                <c:pt idx="2086">
                  <c:v>25.586307013974551</c:v>
                </c:pt>
                <c:pt idx="2087">
                  <c:v>25.586307013974551</c:v>
                </c:pt>
                <c:pt idx="2088">
                  <c:v>25.912740596555892</c:v>
                </c:pt>
                <c:pt idx="2089">
                  <c:v>25.912740596555892</c:v>
                </c:pt>
                <c:pt idx="2090">
                  <c:v>25.949160127871369</c:v>
                </c:pt>
                <c:pt idx="2091">
                  <c:v>25.949160127871369</c:v>
                </c:pt>
                <c:pt idx="2092">
                  <c:v>26.116728219597459</c:v>
                </c:pt>
                <c:pt idx="2093">
                  <c:v>26.116728219597459</c:v>
                </c:pt>
                <c:pt idx="2094">
                  <c:v>30.107642041266349</c:v>
                </c:pt>
                <c:pt idx="2095">
                  <c:v>30.107642041266349</c:v>
                </c:pt>
                <c:pt idx="2096">
                  <c:v>30.172478989725395</c:v>
                </c:pt>
                <c:pt idx="2097">
                  <c:v>30.172478989725395</c:v>
                </c:pt>
                <c:pt idx="2098">
                  <c:v>30.192428382702619</c:v>
                </c:pt>
                <c:pt idx="2099">
                  <c:v>30.192428382702619</c:v>
                </c:pt>
                <c:pt idx="2100">
                  <c:v>30.196428933283219</c:v>
                </c:pt>
                <c:pt idx="2101">
                  <c:v>30.196428933283219</c:v>
                </c:pt>
                <c:pt idx="2102">
                  <c:v>30.191780944535559</c:v>
                </c:pt>
                <c:pt idx="2103">
                  <c:v>30.191780944535559</c:v>
                </c:pt>
                <c:pt idx="2104">
                  <c:v>30.180865793102953</c:v>
                </c:pt>
                <c:pt idx="2105">
                  <c:v>30.180865793102953</c:v>
                </c:pt>
                <c:pt idx="2106">
                  <c:v>35.299769661048593</c:v>
                </c:pt>
                <c:pt idx="2107">
                  <c:v>35.299769661048593</c:v>
                </c:pt>
                <c:pt idx="2108">
                  <c:v>48.242523649891581</c:v>
                </c:pt>
                <c:pt idx="2109">
                  <c:v>48.242523649891581</c:v>
                </c:pt>
                <c:pt idx="2110">
                  <c:v>48.266874243317737</c:v>
                </c:pt>
                <c:pt idx="2111">
                  <c:v>48.266874243317737</c:v>
                </c:pt>
                <c:pt idx="2112">
                  <c:v>48.279792959430949</c:v>
                </c:pt>
                <c:pt idx="2113">
                  <c:v>48.279792959430949</c:v>
                </c:pt>
                <c:pt idx="2114">
                  <c:v>48.424798558923314</c:v>
                </c:pt>
                <c:pt idx="2115">
                  <c:v>48.424798558923314</c:v>
                </c:pt>
                <c:pt idx="2116">
                  <c:v>48.675297562119631</c:v>
                </c:pt>
                <c:pt idx="2117">
                  <c:v>48.675297562119631</c:v>
                </c:pt>
                <c:pt idx="2118">
                  <c:v>48.823967366712651</c:v>
                </c:pt>
                <c:pt idx="2119">
                  <c:v>48.823967366712651</c:v>
                </c:pt>
                <c:pt idx="2120">
                  <c:v>48.814941939068305</c:v>
                </c:pt>
                <c:pt idx="2121">
                  <c:v>48.814941939068305</c:v>
                </c:pt>
                <c:pt idx="2122">
                  <c:v>57.637945782514691</c:v>
                </c:pt>
                <c:pt idx="2123">
                  <c:v>57.637945782514691</c:v>
                </c:pt>
                <c:pt idx="2124">
                  <c:v>57.713336909611463</c:v>
                </c:pt>
                <c:pt idx="2125">
                  <c:v>57.713336909611463</c:v>
                </c:pt>
                <c:pt idx="2126">
                  <c:v>58.15866333003062</c:v>
                </c:pt>
                <c:pt idx="2127">
                  <c:v>58.15866333003062</c:v>
                </c:pt>
                <c:pt idx="2128">
                  <c:v>58.144213086418148</c:v>
                </c:pt>
                <c:pt idx="2129">
                  <c:v>58.144213086418148</c:v>
                </c:pt>
                <c:pt idx="2130">
                  <c:v>58.138145983065215</c:v>
                </c:pt>
                <c:pt idx="2131">
                  <c:v>58.138145983065215</c:v>
                </c:pt>
                <c:pt idx="2132">
                  <c:v>58.336618394348058</c:v>
                </c:pt>
                <c:pt idx="2133">
                  <c:v>58.336618394348058</c:v>
                </c:pt>
                <c:pt idx="2134">
                  <c:v>58.715505976266414</c:v>
                </c:pt>
                <c:pt idx="2135">
                  <c:v>58.715505976266414</c:v>
                </c:pt>
                <c:pt idx="2136">
                  <c:v>59.037332836591943</c:v>
                </c:pt>
                <c:pt idx="2137">
                  <c:v>59.037332836591943</c:v>
                </c:pt>
                <c:pt idx="2138">
                  <c:v>59.134994430316127</c:v>
                </c:pt>
                <c:pt idx="2139">
                  <c:v>59.134994430316127</c:v>
                </c:pt>
                <c:pt idx="2140">
                  <c:v>59.364981055501055</c:v>
                </c:pt>
                <c:pt idx="2141">
                  <c:v>59.364981055501055</c:v>
                </c:pt>
                <c:pt idx="2142">
                  <c:v>60.049546566824077</c:v>
                </c:pt>
                <c:pt idx="2143">
                  <c:v>60.049546566824077</c:v>
                </c:pt>
                <c:pt idx="2144">
                  <c:v>81.897708961223302</c:v>
                </c:pt>
                <c:pt idx="2145">
                  <c:v>81.897708961223302</c:v>
                </c:pt>
                <c:pt idx="2146">
                  <c:v>81.960254311800966</c:v>
                </c:pt>
                <c:pt idx="2147">
                  <c:v>81.960254311800966</c:v>
                </c:pt>
                <c:pt idx="2148">
                  <c:v>81.946944200909854</c:v>
                </c:pt>
                <c:pt idx="2149">
                  <c:v>81.946944200909854</c:v>
                </c:pt>
                <c:pt idx="2150">
                  <c:v>81.981098818213198</c:v>
                </c:pt>
                <c:pt idx="2151">
                  <c:v>81.981098818213198</c:v>
                </c:pt>
                <c:pt idx="2152">
                  <c:v>82.149189157351813</c:v>
                </c:pt>
                <c:pt idx="2153">
                  <c:v>82.149189157351813</c:v>
                </c:pt>
                <c:pt idx="2154">
                  <c:v>82.253068914127638</c:v>
                </c:pt>
                <c:pt idx="2155">
                  <c:v>82.253068914127638</c:v>
                </c:pt>
                <c:pt idx="2156">
                  <c:v>82.508016583892626</c:v>
                </c:pt>
                <c:pt idx="2157">
                  <c:v>82.508016583892626</c:v>
                </c:pt>
                <c:pt idx="2158">
                  <c:v>82.851124041509777</c:v>
                </c:pt>
                <c:pt idx="2159">
                  <c:v>82.851124041509777</c:v>
                </c:pt>
                <c:pt idx="2160">
                  <c:v>82.834687694245019</c:v>
                </c:pt>
                <c:pt idx="2161">
                  <c:v>82.834687694245019</c:v>
                </c:pt>
                <c:pt idx="2162">
                  <c:v>83.450236823331977</c:v>
                </c:pt>
                <c:pt idx="2163">
                  <c:v>83.450236823331977</c:v>
                </c:pt>
                <c:pt idx="2164">
                  <c:v>83.742282972648155</c:v>
                </c:pt>
                <c:pt idx="2165">
                  <c:v>83.742282972648155</c:v>
                </c:pt>
                <c:pt idx="2166">
                  <c:v>83.885184934115898</c:v>
                </c:pt>
                <c:pt idx="2167">
                  <c:v>83.885184934115898</c:v>
                </c:pt>
                <c:pt idx="2168">
                  <c:v>89.018743891236113</c:v>
                </c:pt>
                <c:pt idx="2169">
                  <c:v>89.018743891236113</c:v>
                </c:pt>
                <c:pt idx="2170">
                  <c:v>89.062138249629442</c:v>
                </c:pt>
                <c:pt idx="2171">
                  <c:v>89.062138249629442</c:v>
                </c:pt>
                <c:pt idx="2172">
                  <c:v>88.899128286541313</c:v>
                </c:pt>
                <c:pt idx="2173">
                  <c:v>88.899128286541313</c:v>
                </c:pt>
                <c:pt idx="2174">
                  <c:v>88.882229793735448</c:v>
                </c:pt>
                <c:pt idx="2175">
                  <c:v>88.882229793735448</c:v>
                </c:pt>
                <c:pt idx="2176">
                  <c:v>88.889689511660762</c:v>
                </c:pt>
                <c:pt idx="2177">
                  <c:v>88.889689511660762</c:v>
                </c:pt>
                <c:pt idx="2178">
                  <c:v>88.789580923664232</c:v>
                </c:pt>
                <c:pt idx="2179">
                  <c:v>88.789580923664232</c:v>
                </c:pt>
                <c:pt idx="2180">
                  <c:v>88.77991154074482</c:v>
                </c:pt>
                <c:pt idx="2181">
                  <c:v>88.77991154074482</c:v>
                </c:pt>
                <c:pt idx="2182">
                  <c:v>88.788353856335775</c:v>
                </c:pt>
                <c:pt idx="2183">
                  <c:v>88.788353856335775</c:v>
                </c:pt>
                <c:pt idx="2184">
                  <c:v>89.060715514208994</c:v>
                </c:pt>
                <c:pt idx="2185">
                  <c:v>89.060715514208994</c:v>
                </c:pt>
                <c:pt idx="2186">
                  <c:v>89.203129876415147</c:v>
                </c:pt>
                <c:pt idx="2187">
                  <c:v>89.203129876415147</c:v>
                </c:pt>
                <c:pt idx="2188">
                  <c:v>89.450308977770661</c:v>
                </c:pt>
                <c:pt idx="2189">
                  <c:v>89.450308977770661</c:v>
                </c:pt>
                <c:pt idx="2190">
                  <c:v>91.362609002598404</c:v>
                </c:pt>
                <c:pt idx="2191">
                  <c:v>91.362609002598404</c:v>
                </c:pt>
                <c:pt idx="2192">
                  <c:v>91.828652346246798</c:v>
                </c:pt>
                <c:pt idx="2193">
                  <c:v>91.828652346246798</c:v>
                </c:pt>
                <c:pt idx="2194">
                  <c:v>91.827362454536114</c:v>
                </c:pt>
                <c:pt idx="2195">
                  <c:v>91.827362454536114</c:v>
                </c:pt>
                <c:pt idx="2196">
                  <c:v>91.851854036776004</c:v>
                </c:pt>
                <c:pt idx="2197">
                  <c:v>91.851854036776004</c:v>
                </c:pt>
                <c:pt idx="2198">
                  <c:v>102.27010953725106</c:v>
                </c:pt>
                <c:pt idx="2199">
                  <c:v>102.27010953725106</c:v>
                </c:pt>
                <c:pt idx="2200">
                  <c:v>102.21581213291309</c:v>
                </c:pt>
                <c:pt idx="2201">
                  <c:v>102.21581213291309</c:v>
                </c:pt>
                <c:pt idx="2202">
                  <c:v>102.5113562687572</c:v>
                </c:pt>
                <c:pt idx="2203">
                  <c:v>102.5113562687572</c:v>
                </c:pt>
                <c:pt idx="2204">
                  <c:v>102.578002752831</c:v>
                </c:pt>
                <c:pt idx="2205">
                  <c:v>102.578002752831</c:v>
                </c:pt>
                <c:pt idx="2206">
                  <c:v>102.92662555402867</c:v>
                </c:pt>
                <c:pt idx="2207">
                  <c:v>102.92662555402867</c:v>
                </c:pt>
                <c:pt idx="2208">
                  <c:v>102.91865508898456</c:v>
                </c:pt>
                <c:pt idx="2209">
                  <c:v>102.91865508898456</c:v>
                </c:pt>
                <c:pt idx="2210">
                  <c:v>103.42680353966094</c:v>
                </c:pt>
                <c:pt idx="2211">
                  <c:v>103.42680353966094</c:v>
                </c:pt>
                <c:pt idx="2212">
                  <c:v>103.6275160139628</c:v>
                </c:pt>
                <c:pt idx="2213">
                  <c:v>103.6275160139628</c:v>
                </c:pt>
                <c:pt idx="2214">
                  <c:v>109.76054443345792</c:v>
                </c:pt>
                <c:pt idx="2215">
                  <c:v>109.76054443345792</c:v>
                </c:pt>
                <c:pt idx="2216">
                  <c:v>110.27002155542291</c:v>
                </c:pt>
                <c:pt idx="2217">
                  <c:v>110.27002155542291</c:v>
                </c:pt>
                <c:pt idx="2218">
                  <c:v>114.26786845193919</c:v>
                </c:pt>
                <c:pt idx="2219">
                  <c:v>114.26786845193919</c:v>
                </c:pt>
                <c:pt idx="2220">
                  <c:v>114.34072863466839</c:v>
                </c:pt>
                <c:pt idx="2221">
                  <c:v>114.34072863466839</c:v>
                </c:pt>
                <c:pt idx="2222">
                  <c:v>115.50692677004088</c:v>
                </c:pt>
                <c:pt idx="2223">
                  <c:v>115.50692677004088</c:v>
                </c:pt>
                <c:pt idx="2224">
                  <c:v>112.95703755847596</c:v>
                </c:pt>
                <c:pt idx="2225">
                  <c:v>112.95703755847596</c:v>
                </c:pt>
                <c:pt idx="2226">
                  <c:v>113.57471034504395</c:v>
                </c:pt>
                <c:pt idx="2227">
                  <c:v>113.57471034504395</c:v>
                </c:pt>
                <c:pt idx="2228">
                  <c:v>113.52198755590726</c:v>
                </c:pt>
                <c:pt idx="2229">
                  <c:v>113.52198755590726</c:v>
                </c:pt>
                <c:pt idx="2230">
                  <c:v>114.03312022413677</c:v>
                </c:pt>
                <c:pt idx="2231">
                  <c:v>114.03312022413677</c:v>
                </c:pt>
                <c:pt idx="2232">
                  <c:v>122.6520426227852</c:v>
                </c:pt>
                <c:pt idx="2233">
                  <c:v>122.6520426227852</c:v>
                </c:pt>
                <c:pt idx="2234">
                  <c:v>126.14991930686544</c:v>
                </c:pt>
                <c:pt idx="2235">
                  <c:v>126.14991930686544</c:v>
                </c:pt>
                <c:pt idx="2236">
                  <c:v>126.30233097553082</c:v>
                </c:pt>
                <c:pt idx="2237">
                  <c:v>126.30233097553082</c:v>
                </c:pt>
                <c:pt idx="2238">
                  <c:v>126.58059687071209</c:v>
                </c:pt>
                <c:pt idx="2239">
                  <c:v>126.58059687071209</c:v>
                </c:pt>
                <c:pt idx="2240">
                  <c:v>136.40771828151523</c:v>
                </c:pt>
                <c:pt idx="2241">
                  <c:v>136.40771828151523</c:v>
                </c:pt>
                <c:pt idx="2242">
                  <c:v>136.20668026760876</c:v>
                </c:pt>
                <c:pt idx="2243">
                  <c:v>136.20668026760876</c:v>
                </c:pt>
                <c:pt idx="2244">
                  <c:v>145.14009712086559</c:v>
                </c:pt>
                <c:pt idx="2245">
                  <c:v>145.14009712086559</c:v>
                </c:pt>
                <c:pt idx="2246">
                  <c:v>142.0790742409315</c:v>
                </c:pt>
                <c:pt idx="2247">
                  <c:v>142.0790742409315</c:v>
                </c:pt>
                <c:pt idx="2248">
                  <c:v>145.37954466917793</c:v>
                </c:pt>
                <c:pt idx="2249">
                  <c:v>145.37954466917793</c:v>
                </c:pt>
                <c:pt idx="2250">
                  <c:v>145.45848696704971</c:v>
                </c:pt>
                <c:pt idx="2251">
                  <c:v>145.45848696704971</c:v>
                </c:pt>
                <c:pt idx="2252">
                  <c:v>145.49629466056859</c:v>
                </c:pt>
                <c:pt idx="2253">
                  <c:v>145.49629466056859</c:v>
                </c:pt>
                <c:pt idx="2254">
                  <c:v>145.58882375046431</c:v>
                </c:pt>
                <c:pt idx="2255">
                  <c:v>145.58882375046431</c:v>
                </c:pt>
                <c:pt idx="2256">
                  <c:v>150.65827683225325</c:v>
                </c:pt>
                <c:pt idx="2257">
                  <c:v>150.65827683225325</c:v>
                </c:pt>
                <c:pt idx="2258">
                  <c:v>153.4273407223109</c:v>
                </c:pt>
                <c:pt idx="2259">
                  <c:v>153.4273407223109</c:v>
                </c:pt>
                <c:pt idx="2260">
                  <c:v>168.85386252533789</c:v>
                </c:pt>
                <c:pt idx="2261">
                  <c:v>168.85386252533789</c:v>
                </c:pt>
                <c:pt idx="2262">
                  <c:v>173.74582795302194</c:v>
                </c:pt>
                <c:pt idx="2263">
                  <c:v>173.74582795302194</c:v>
                </c:pt>
                <c:pt idx="2264">
                  <c:v>179.63424643885708</c:v>
                </c:pt>
                <c:pt idx="2265">
                  <c:v>179.63424643885708</c:v>
                </c:pt>
                <c:pt idx="2266">
                  <c:v>211.32079196500399</c:v>
                </c:pt>
                <c:pt idx="2267">
                  <c:v>211.32079196500399</c:v>
                </c:pt>
                <c:pt idx="2268">
                  <c:v>214.64288250753299</c:v>
                </c:pt>
                <c:pt idx="2269">
                  <c:v>214.64288250753299</c:v>
                </c:pt>
                <c:pt idx="2270">
                  <c:v>214.65173257688031</c:v>
                </c:pt>
                <c:pt idx="2271">
                  <c:v>214.65173257688031</c:v>
                </c:pt>
                <c:pt idx="2272">
                  <c:v>228.66703880671972</c:v>
                </c:pt>
                <c:pt idx="2273">
                  <c:v>228.66703880671972</c:v>
                </c:pt>
                <c:pt idx="2274">
                  <c:v>246.83489187030605</c:v>
                </c:pt>
                <c:pt idx="2275">
                  <c:v>246.83489187030605</c:v>
                </c:pt>
                <c:pt idx="2276">
                  <c:v>262.71774486013373</c:v>
                </c:pt>
                <c:pt idx="2277">
                  <c:v>262.71774486013373</c:v>
                </c:pt>
                <c:pt idx="2278">
                  <c:v>263.83109954306144</c:v>
                </c:pt>
                <c:pt idx="2279">
                  <c:v>263.83109954306144</c:v>
                </c:pt>
                <c:pt idx="2280">
                  <c:v>270.79865054992297</c:v>
                </c:pt>
                <c:pt idx="2281">
                  <c:v>270.79865054992297</c:v>
                </c:pt>
                <c:pt idx="2282">
                  <c:v>275.13568724091891</c:v>
                </c:pt>
                <c:pt idx="2283">
                  <c:v>275.13568724091891</c:v>
                </c:pt>
                <c:pt idx="2284">
                  <c:v>300.18021716644876</c:v>
                </c:pt>
                <c:pt idx="2285">
                  <c:v>300.18021716644876</c:v>
                </c:pt>
                <c:pt idx="2286">
                  <c:v>304.0654593596073</c:v>
                </c:pt>
                <c:pt idx="2287">
                  <c:v>304.0654593596073</c:v>
                </c:pt>
                <c:pt idx="2288">
                  <c:v>306.66614661373126</c:v>
                </c:pt>
                <c:pt idx="2289">
                  <c:v>306.66614661373126</c:v>
                </c:pt>
                <c:pt idx="2290">
                  <c:v>309.260143196321</c:v>
                </c:pt>
                <c:pt idx="2291">
                  <c:v>309.260143196321</c:v>
                </c:pt>
                <c:pt idx="2292">
                  <c:v>325.22010996255932</c:v>
                </c:pt>
                <c:pt idx="2293">
                  <c:v>325.22010996255932</c:v>
                </c:pt>
                <c:pt idx="2294">
                  <c:v>326.63316038098691</c:v>
                </c:pt>
                <c:pt idx="2295">
                  <c:v>326.63316038098691</c:v>
                </c:pt>
                <c:pt idx="2296">
                  <c:v>326.3977771358359</c:v>
                </c:pt>
                <c:pt idx="2297">
                  <c:v>326.3977771358359</c:v>
                </c:pt>
                <c:pt idx="2298">
                  <c:v>334.44639936413455</c:v>
                </c:pt>
                <c:pt idx="2299">
                  <c:v>334.44639936413455</c:v>
                </c:pt>
                <c:pt idx="2300">
                  <c:v>341.68453272442275</c:v>
                </c:pt>
                <c:pt idx="2301">
                  <c:v>341.68453272442275</c:v>
                </c:pt>
                <c:pt idx="2302">
                  <c:v>362.74666591477171</c:v>
                </c:pt>
                <c:pt idx="2303">
                  <c:v>362.74666591477171</c:v>
                </c:pt>
                <c:pt idx="2304">
                  <c:v>377.39835879392717</c:v>
                </c:pt>
                <c:pt idx="2305">
                  <c:v>377.39835879392717</c:v>
                </c:pt>
                <c:pt idx="2306">
                  <c:v>382.69605264629746</c:v>
                </c:pt>
                <c:pt idx="2307">
                  <c:v>382.69605264629746</c:v>
                </c:pt>
                <c:pt idx="2308">
                  <c:v>389.85401983356348</c:v>
                </c:pt>
                <c:pt idx="2309">
                  <c:v>389.85401983356348</c:v>
                </c:pt>
                <c:pt idx="2310">
                  <c:v>396.3973640859594</c:v>
                </c:pt>
                <c:pt idx="2311">
                  <c:v>396.3973640859594</c:v>
                </c:pt>
                <c:pt idx="2312">
                  <c:v>400.46641085863757</c:v>
                </c:pt>
                <c:pt idx="2313">
                  <c:v>400.46641085863757</c:v>
                </c:pt>
                <c:pt idx="2314">
                  <c:v>395.59766495167736</c:v>
                </c:pt>
                <c:pt idx="2315">
                  <c:v>395.59766495167736</c:v>
                </c:pt>
                <c:pt idx="2316">
                  <c:v>399.10778424974262</c:v>
                </c:pt>
                <c:pt idx="2317">
                  <c:v>399.10778424974262</c:v>
                </c:pt>
                <c:pt idx="2318">
                  <c:v>398.60064076029738</c:v>
                </c:pt>
                <c:pt idx="2319">
                  <c:v>398.60064076029738</c:v>
                </c:pt>
                <c:pt idx="2320">
                  <c:v>411.77870433523145</c:v>
                </c:pt>
                <c:pt idx="2321">
                  <c:v>411.77870433523145</c:v>
                </c:pt>
                <c:pt idx="2322">
                  <c:v>423.8410802091982</c:v>
                </c:pt>
                <c:pt idx="2323">
                  <c:v>423.8410802091982</c:v>
                </c:pt>
                <c:pt idx="2324">
                  <c:v>432.88976728970948</c:v>
                </c:pt>
                <c:pt idx="2325">
                  <c:v>432.88976728970948</c:v>
                </c:pt>
                <c:pt idx="2326">
                  <c:v>444.2650037919251</c:v>
                </c:pt>
                <c:pt idx="2327">
                  <c:v>444.2650037919251</c:v>
                </c:pt>
                <c:pt idx="2328">
                  <c:v>444.1930184343683</c:v>
                </c:pt>
                <c:pt idx="2329">
                  <c:v>444.1930184343683</c:v>
                </c:pt>
                <c:pt idx="2330">
                  <c:v>456.97382430874291</c:v>
                </c:pt>
                <c:pt idx="2331">
                  <c:v>456.97382430874291</c:v>
                </c:pt>
                <c:pt idx="2332">
                  <c:v>456.6795970819914</c:v>
                </c:pt>
                <c:pt idx="2333">
                  <c:v>456.6795970819914</c:v>
                </c:pt>
                <c:pt idx="2334">
                  <c:v>460.60223200427771</c:v>
                </c:pt>
                <c:pt idx="2335">
                  <c:v>460.60223200427771</c:v>
                </c:pt>
                <c:pt idx="2336">
                  <c:v>459.87590452568134</c:v>
                </c:pt>
                <c:pt idx="2337">
                  <c:v>459.87590452568134</c:v>
                </c:pt>
                <c:pt idx="2338">
                  <c:v>457.9145713415146</c:v>
                </c:pt>
                <c:pt idx="2339">
                  <c:v>457.9145713415146</c:v>
                </c:pt>
                <c:pt idx="2340">
                  <c:v>469.26458463466736</c:v>
                </c:pt>
                <c:pt idx="2341">
                  <c:v>469.26458463466736</c:v>
                </c:pt>
                <c:pt idx="2342">
                  <c:v>482.93132897945691</c:v>
                </c:pt>
                <c:pt idx="2343">
                  <c:v>482.93132897945691</c:v>
                </c:pt>
                <c:pt idx="2344">
                  <c:v>482.30000712911237</c:v>
                </c:pt>
                <c:pt idx="2345">
                  <c:v>482.30000712911237</c:v>
                </c:pt>
                <c:pt idx="2346">
                  <c:v>489.64524412293321</c:v>
                </c:pt>
                <c:pt idx="2347">
                  <c:v>489.64524412293321</c:v>
                </c:pt>
                <c:pt idx="2348">
                  <c:v>491.42545810626774</c:v>
                </c:pt>
                <c:pt idx="2349">
                  <c:v>491.42545810626774</c:v>
                </c:pt>
                <c:pt idx="2350">
                  <c:v>494.59043523769861</c:v>
                </c:pt>
                <c:pt idx="2351">
                  <c:v>494.59043523769861</c:v>
                </c:pt>
                <c:pt idx="2352">
                  <c:v>495.76355348645421</c:v>
                </c:pt>
                <c:pt idx="2353">
                  <c:v>495.76355348645421</c:v>
                </c:pt>
                <c:pt idx="2354">
                  <c:v>513.06308695982921</c:v>
                </c:pt>
                <c:pt idx="2355">
                  <c:v>513.06308695982921</c:v>
                </c:pt>
                <c:pt idx="2356">
                  <c:v>514.43673745975207</c:v>
                </c:pt>
                <c:pt idx="2357">
                  <c:v>514.43673745975207</c:v>
                </c:pt>
                <c:pt idx="2358">
                  <c:v>534.87943687235691</c:v>
                </c:pt>
                <c:pt idx="2359">
                  <c:v>534.87943687235691</c:v>
                </c:pt>
                <c:pt idx="2360">
                  <c:v>536.64721643750988</c:v>
                </c:pt>
                <c:pt idx="2361">
                  <c:v>536.64721643750988</c:v>
                </c:pt>
                <c:pt idx="2362">
                  <c:v>546.45986074882342</c:v>
                </c:pt>
                <c:pt idx="2363">
                  <c:v>546.45986074882342</c:v>
                </c:pt>
                <c:pt idx="2364">
                  <c:v>565.014675084332</c:v>
                </c:pt>
                <c:pt idx="2365">
                  <c:v>565.014675084332</c:v>
                </c:pt>
                <c:pt idx="2366">
                  <c:v>571.83092758342309</c:v>
                </c:pt>
                <c:pt idx="2367">
                  <c:v>571.83092758342309</c:v>
                </c:pt>
                <c:pt idx="2368">
                  <c:v>575.28205551619965</c:v>
                </c:pt>
                <c:pt idx="2369">
                  <c:v>575.28205551619965</c:v>
                </c:pt>
                <c:pt idx="2370">
                  <c:v>588.08757458476293</c:v>
                </c:pt>
                <c:pt idx="2371">
                  <c:v>588.08757458476293</c:v>
                </c:pt>
                <c:pt idx="2372">
                  <c:v>595.09902243738497</c:v>
                </c:pt>
                <c:pt idx="2373">
                  <c:v>595.09902243738497</c:v>
                </c:pt>
                <c:pt idx="2374">
                  <c:v>603.75759753108366</c:v>
                </c:pt>
                <c:pt idx="2375">
                  <c:v>603.75759753108366</c:v>
                </c:pt>
                <c:pt idx="2376">
                  <c:v>611.73821136879417</c:v>
                </c:pt>
                <c:pt idx="2377">
                  <c:v>611.73821136879417</c:v>
                </c:pt>
                <c:pt idx="2378">
                  <c:v>624.8695649498984</c:v>
                </c:pt>
                <c:pt idx="2379">
                  <c:v>624.8695649498984</c:v>
                </c:pt>
                <c:pt idx="2380">
                  <c:v>624.25311204052957</c:v>
                </c:pt>
                <c:pt idx="2381">
                  <c:v>624.25311204052957</c:v>
                </c:pt>
                <c:pt idx="2382">
                  <c:v>634.48665348369082</c:v>
                </c:pt>
                <c:pt idx="2383">
                  <c:v>634.48665348369082</c:v>
                </c:pt>
                <c:pt idx="2384">
                  <c:v>653.75144761872627</c:v>
                </c:pt>
                <c:pt idx="2385">
                  <c:v>653.75144761872627</c:v>
                </c:pt>
                <c:pt idx="2386">
                  <c:v>667.19800197613836</c:v>
                </c:pt>
                <c:pt idx="2387">
                  <c:v>667.19800197613836</c:v>
                </c:pt>
                <c:pt idx="2388">
                  <c:v>671.13645346124201</c:v>
                </c:pt>
                <c:pt idx="2389">
                  <c:v>671.13645346124201</c:v>
                </c:pt>
                <c:pt idx="2390">
                  <c:v>678.56476800796077</c:v>
                </c:pt>
                <c:pt idx="2391">
                  <c:v>678.56476800796077</c:v>
                </c:pt>
                <c:pt idx="2392">
                  <c:v>684.24144200481237</c:v>
                </c:pt>
                <c:pt idx="2393">
                  <c:v>684.24144200481237</c:v>
                </c:pt>
                <c:pt idx="2394">
                  <c:v>687.72383861945582</c:v>
                </c:pt>
                <c:pt idx="2395">
                  <c:v>687.72383861945582</c:v>
                </c:pt>
                <c:pt idx="2396">
                  <c:v>695.30370877674272</c:v>
                </c:pt>
                <c:pt idx="2397">
                  <c:v>695.30370877674272</c:v>
                </c:pt>
                <c:pt idx="2398">
                  <c:v>704.74648355293311</c:v>
                </c:pt>
                <c:pt idx="2399">
                  <c:v>704.74648355293311</c:v>
                </c:pt>
                <c:pt idx="2400">
                  <c:v>716.98851201093919</c:v>
                </c:pt>
                <c:pt idx="2401">
                  <c:v>716.98851201093919</c:v>
                </c:pt>
                <c:pt idx="2402">
                  <c:v>759.25453301313109</c:v>
                </c:pt>
                <c:pt idx="2403">
                  <c:v>759.25453301313109</c:v>
                </c:pt>
                <c:pt idx="2404">
                  <c:v>771.44488429548346</c:v>
                </c:pt>
                <c:pt idx="2405">
                  <c:v>771.44488429548346</c:v>
                </c:pt>
                <c:pt idx="2406">
                  <c:v>773.8229322106954</c:v>
                </c:pt>
                <c:pt idx="2407">
                  <c:v>773.8229322106954</c:v>
                </c:pt>
                <c:pt idx="2408">
                  <c:v>772.55128943164482</c:v>
                </c:pt>
                <c:pt idx="2409">
                  <c:v>772.55128943164482</c:v>
                </c:pt>
                <c:pt idx="2410">
                  <c:v>779.95225643831463</c:v>
                </c:pt>
                <c:pt idx="2411">
                  <c:v>779.95225643831463</c:v>
                </c:pt>
                <c:pt idx="2412">
                  <c:v>784.150418538027</c:v>
                </c:pt>
                <c:pt idx="2413">
                  <c:v>784.150418538027</c:v>
                </c:pt>
                <c:pt idx="2414">
                  <c:v>790.9807413694549</c:v>
                </c:pt>
                <c:pt idx="2415">
                  <c:v>790.9807413694549</c:v>
                </c:pt>
                <c:pt idx="2416">
                  <c:v>811.62026620568463</c:v>
                </c:pt>
                <c:pt idx="2417">
                  <c:v>811.62026620568463</c:v>
                </c:pt>
                <c:pt idx="2418">
                  <c:v>844.37786548725171</c:v>
                </c:pt>
                <c:pt idx="2419">
                  <c:v>844.37786548725171</c:v>
                </c:pt>
                <c:pt idx="2420">
                  <c:v>847.19818056104748</c:v>
                </c:pt>
                <c:pt idx="2421">
                  <c:v>847.19818056104748</c:v>
                </c:pt>
                <c:pt idx="2422">
                  <c:v>869.80310446382919</c:v>
                </c:pt>
                <c:pt idx="2423">
                  <c:v>869.80310446382919</c:v>
                </c:pt>
                <c:pt idx="2424">
                  <c:v>876.1306318298864</c:v>
                </c:pt>
                <c:pt idx="2425">
                  <c:v>876.1306318298864</c:v>
                </c:pt>
                <c:pt idx="2426">
                  <c:v>891.19724352146557</c:v>
                </c:pt>
                <c:pt idx="2427">
                  <c:v>891.19724352146557</c:v>
                </c:pt>
                <c:pt idx="2428">
                  <c:v>899.81277187142928</c:v>
                </c:pt>
                <c:pt idx="2429">
                  <c:v>899.81277187142928</c:v>
                </c:pt>
                <c:pt idx="2430">
                  <c:v>893.54346693217826</c:v>
                </c:pt>
                <c:pt idx="2431">
                  <c:v>893.54346693217826</c:v>
                </c:pt>
                <c:pt idx="2432">
                  <c:v>889.98650105531397</c:v>
                </c:pt>
                <c:pt idx="2433">
                  <c:v>889.98650105531397</c:v>
                </c:pt>
                <c:pt idx="2434">
                  <c:v>890.18363357694625</c:v>
                </c:pt>
                <c:pt idx="2435">
                  <c:v>890.18363357694625</c:v>
                </c:pt>
                <c:pt idx="2436">
                  <c:v>901.64454539790904</c:v>
                </c:pt>
                <c:pt idx="2437">
                  <c:v>901.64454539790904</c:v>
                </c:pt>
                <c:pt idx="2438">
                  <c:v>905.57110573981083</c:v>
                </c:pt>
                <c:pt idx="2439">
                  <c:v>905.57110573981083</c:v>
                </c:pt>
                <c:pt idx="2440">
                  <c:v>928.01769471290879</c:v>
                </c:pt>
                <c:pt idx="2441">
                  <c:v>928.01769471290879</c:v>
                </c:pt>
                <c:pt idx="2442">
                  <c:v>940.40966863724736</c:v>
                </c:pt>
                <c:pt idx="2443">
                  <c:v>940.40966863724736</c:v>
                </c:pt>
                <c:pt idx="2444">
                  <c:v>956.82550706963639</c:v>
                </c:pt>
                <c:pt idx="2445">
                  <c:v>956.82550706963639</c:v>
                </c:pt>
                <c:pt idx="2446">
                  <c:v>957.43678431386377</c:v>
                </c:pt>
                <c:pt idx="2447">
                  <c:v>957.43678431386377</c:v>
                </c:pt>
                <c:pt idx="2448">
                  <c:v>955.14919075518242</c:v>
                </c:pt>
                <c:pt idx="2449">
                  <c:v>955.14919075518242</c:v>
                </c:pt>
                <c:pt idx="2450">
                  <c:v>963.07927603947405</c:v>
                </c:pt>
                <c:pt idx="2451">
                  <c:v>963.07927603947405</c:v>
                </c:pt>
                <c:pt idx="2452">
                  <c:v>968.8613587251582</c:v>
                </c:pt>
                <c:pt idx="2453">
                  <c:v>968.8613587251582</c:v>
                </c:pt>
                <c:pt idx="2454">
                  <c:v>1000.4539516180556</c:v>
                </c:pt>
                <c:pt idx="2455">
                  <c:v>1000.4539516180556</c:v>
                </c:pt>
                <c:pt idx="2456">
                  <c:v>1004.2051193347908</c:v>
                </c:pt>
                <c:pt idx="2457">
                  <c:v>1004.2051193347908</c:v>
                </c:pt>
                <c:pt idx="2458">
                  <c:v>1015.2586820141782</c:v>
                </c:pt>
                <c:pt idx="2459">
                  <c:v>1015.2586820141782</c:v>
                </c:pt>
                <c:pt idx="2460">
                  <c:v>1035.2279655565806</c:v>
                </c:pt>
                <c:pt idx="2461">
                  <c:v>1035.2279655565806</c:v>
                </c:pt>
                <c:pt idx="2462">
                  <c:v>1047.1872407148928</c:v>
                </c:pt>
                <c:pt idx="2463">
                  <c:v>1047.1872407148928</c:v>
                </c:pt>
                <c:pt idx="2464">
                  <c:v>1063.7704216195937</c:v>
                </c:pt>
                <c:pt idx="2465">
                  <c:v>1063.7704216195937</c:v>
                </c:pt>
                <c:pt idx="2466">
                  <c:v>1060.3474445578415</c:v>
                </c:pt>
                <c:pt idx="2467">
                  <c:v>1060.3474445578415</c:v>
                </c:pt>
                <c:pt idx="2468">
                  <c:v>1059.860167781598</c:v>
                </c:pt>
                <c:pt idx="2469">
                  <c:v>1059.860167781598</c:v>
                </c:pt>
                <c:pt idx="2470">
                  <c:v>1056.9882099078809</c:v>
                </c:pt>
                <c:pt idx="2471">
                  <c:v>1056.9882099078809</c:v>
                </c:pt>
                <c:pt idx="2472">
                  <c:v>1065.7218710756499</c:v>
                </c:pt>
                <c:pt idx="2473">
                  <c:v>1065.7218710756499</c:v>
                </c:pt>
                <c:pt idx="2474">
                  <c:v>1072.7457815889677</c:v>
                </c:pt>
                <c:pt idx="2475">
                  <c:v>1072.7457815889677</c:v>
                </c:pt>
                <c:pt idx="2476">
                  <c:v>1082.7864831636889</c:v>
                </c:pt>
                <c:pt idx="2477">
                  <c:v>1082.7864831636889</c:v>
                </c:pt>
                <c:pt idx="2478">
                  <c:v>1104.507839273391</c:v>
                </c:pt>
                <c:pt idx="2479">
                  <c:v>1104.507839273391</c:v>
                </c:pt>
                <c:pt idx="2480">
                  <c:v>1108.2965064106136</c:v>
                </c:pt>
                <c:pt idx="2481">
                  <c:v>1108.2965064106136</c:v>
                </c:pt>
                <c:pt idx="2482">
                  <c:v>1128.659058599058</c:v>
                </c:pt>
                <c:pt idx="2483">
                  <c:v>1128.659058599058</c:v>
                </c:pt>
                <c:pt idx="2484">
                  <c:v>1130.0076578169151</c:v>
                </c:pt>
                <c:pt idx="2485">
                  <c:v>1130.0076578169151</c:v>
                </c:pt>
                <c:pt idx="2486">
                  <c:v>1145.8530073956613</c:v>
                </c:pt>
                <c:pt idx="2487">
                  <c:v>1145.8530073956613</c:v>
                </c:pt>
                <c:pt idx="2488">
                  <c:v>1164.471054805746</c:v>
                </c:pt>
                <c:pt idx="2489">
                  <c:v>1164.471054805746</c:v>
                </c:pt>
                <c:pt idx="2490">
                  <c:v>1172.0308205154229</c:v>
                </c:pt>
                <c:pt idx="2491">
                  <c:v>1172.0308205154229</c:v>
                </c:pt>
                <c:pt idx="2492">
                  <c:v>1182.0417497980318</c:v>
                </c:pt>
                <c:pt idx="2493">
                  <c:v>1182.0417497980318</c:v>
                </c:pt>
                <c:pt idx="2494">
                  <c:v>1180.6179411565186</c:v>
                </c:pt>
                <c:pt idx="2495">
                  <c:v>1180.6179411565186</c:v>
                </c:pt>
                <c:pt idx="2496">
                  <c:v>1179.2750119364616</c:v>
                </c:pt>
                <c:pt idx="2497">
                  <c:v>1179.2750119364616</c:v>
                </c:pt>
                <c:pt idx="2498">
                  <c:v>1201.1899894845551</c:v>
                </c:pt>
                <c:pt idx="2499">
                  <c:v>1201.1899894845551</c:v>
                </c:pt>
                <c:pt idx="2500">
                  <c:v>1207.7648466847882</c:v>
                </c:pt>
                <c:pt idx="2501">
                  <c:v>1207.7648466847882</c:v>
                </c:pt>
                <c:pt idx="2502">
                  <c:v>1217.5268607210512</c:v>
                </c:pt>
                <c:pt idx="2503">
                  <c:v>1217.5268607210512</c:v>
                </c:pt>
                <c:pt idx="2504">
                  <c:v>1223.6890565689805</c:v>
                </c:pt>
                <c:pt idx="2505">
                  <c:v>1223.6890565689805</c:v>
                </c:pt>
                <c:pt idx="2506">
                  <c:v>1232.0551394253475</c:v>
                </c:pt>
                <c:pt idx="2507">
                  <c:v>1232.0551394253475</c:v>
                </c:pt>
                <c:pt idx="2508">
                  <c:v>1236.6826543123996</c:v>
                </c:pt>
                <c:pt idx="2509">
                  <c:v>1236.6826543123996</c:v>
                </c:pt>
                <c:pt idx="2510">
                  <c:v>1236.9817893393908</c:v>
                </c:pt>
                <c:pt idx="2511">
                  <c:v>1236.9817893393908</c:v>
                </c:pt>
                <c:pt idx="2512">
                  <c:v>1249.6917417651218</c:v>
                </c:pt>
                <c:pt idx="2513">
                  <c:v>1249.6917417651218</c:v>
                </c:pt>
                <c:pt idx="2514">
                  <c:v>1244.6643460292178</c:v>
                </c:pt>
                <c:pt idx="2515">
                  <c:v>1244.6643460292178</c:v>
                </c:pt>
                <c:pt idx="2516">
                  <c:v>1259.7058912973814</c:v>
                </c:pt>
                <c:pt idx="2517">
                  <c:v>1259.7058912973814</c:v>
                </c:pt>
                <c:pt idx="2518">
                  <c:v>1265.9501392485645</c:v>
                </c:pt>
                <c:pt idx="2519">
                  <c:v>1265.9501392485645</c:v>
                </c:pt>
                <c:pt idx="2520">
                  <c:v>1261.5701426965338</c:v>
                </c:pt>
                <c:pt idx="2521">
                  <c:v>1261.5701426965338</c:v>
                </c:pt>
                <c:pt idx="2522">
                  <c:v>1268.557939835933</c:v>
                </c:pt>
                <c:pt idx="2523">
                  <c:v>1268.557939835933</c:v>
                </c:pt>
                <c:pt idx="2524">
                  <c:v>1278.7100880164976</c:v>
                </c:pt>
                <c:pt idx="2525">
                  <c:v>1278.7100880164976</c:v>
                </c:pt>
                <c:pt idx="2526">
                  <c:v>1289.7142692428015</c:v>
                </c:pt>
                <c:pt idx="2527">
                  <c:v>1289.7142692428015</c:v>
                </c:pt>
                <c:pt idx="2528">
                  <c:v>1301.9283126259147</c:v>
                </c:pt>
                <c:pt idx="2529">
                  <c:v>1301.9283126259147</c:v>
                </c:pt>
                <c:pt idx="2530">
                  <c:v>1293.4489356152851</c:v>
                </c:pt>
                <c:pt idx="2531">
                  <c:v>1293.4489356152851</c:v>
                </c:pt>
                <c:pt idx="2532">
                  <c:v>1298.0039907354662</c:v>
                </c:pt>
                <c:pt idx="2533">
                  <c:v>1298.0039907354662</c:v>
                </c:pt>
                <c:pt idx="2534">
                  <c:v>1305.3609173712953</c:v>
                </c:pt>
                <c:pt idx="2535">
                  <c:v>1305.3609173712953</c:v>
                </c:pt>
                <c:pt idx="2536">
                  <c:v>1304.7236448594435</c:v>
                </c:pt>
                <c:pt idx="2537">
                  <c:v>1304.7236448594435</c:v>
                </c:pt>
                <c:pt idx="2538">
                  <c:v>1307.5637500434077</c:v>
                </c:pt>
                <c:pt idx="2539">
                  <c:v>1307.5637500434077</c:v>
                </c:pt>
                <c:pt idx="2540">
                  <c:v>1305.6297299125599</c:v>
                </c:pt>
                <c:pt idx="2541">
                  <c:v>1305.6297299125599</c:v>
                </c:pt>
                <c:pt idx="2542">
                  <c:v>1311.8293897175035</c:v>
                </c:pt>
                <c:pt idx="2543">
                  <c:v>1311.8293897175035</c:v>
                </c:pt>
                <c:pt idx="2544">
                  <c:v>1315.48891055434</c:v>
                </c:pt>
                <c:pt idx="2545">
                  <c:v>1315.48891055434</c:v>
                </c:pt>
                <c:pt idx="2546">
                  <c:v>1349.0604863190945</c:v>
                </c:pt>
                <c:pt idx="2547">
                  <c:v>1349.0604863190945</c:v>
                </c:pt>
                <c:pt idx="2548">
                  <c:v>1359.6362600816117</c:v>
                </c:pt>
                <c:pt idx="2549">
                  <c:v>1359.6362600816117</c:v>
                </c:pt>
                <c:pt idx="2550">
                  <c:v>1368.0700191448857</c:v>
                </c:pt>
                <c:pt idx="2551">
                  <c:v>1368.0700191448857</c:v>
                </c:pt>
                <c:pt idx="2552">
                  <c:v>1386.9050652065705</c:v>
                </c:pt>
                <c:pt idx="2553">
                  <c:v>1386.9050652065705</c:v>
                </c:pt>
                <c:pt idx="2554">
                  <c:v>1392.3211412681201</c:v>
                </c:pt>
                <c:pt idx="2555">
                  <c:v>1392.3211412681201</c:v>
                </c:pt>
                <c:pt idx="2556">
                  <c:v>1395.8364126180695</c:v>
                </c:pt>
                <c:pt idx="2557">
                  <c:v>1395.8364126180695</c:v>
                </c:pt>
                <c:pt idx="2558">
                  <c:v>1396.770839361044</c:v>
                </c:pt>
                <c:pt idx="2559">
                  <c:v>1396.770839361044</c:v>
                </c:pt>
                <c:pt idx="2560">
                  <c:v>1393.8227490070335</c:v>
                </c:pt>
                <c:pt idx="2561">
                  <c:v>1393.8227490070335</c:v>
                </c:pt>
                <c:pt idx="2562">
                  <c:v>1408.5252604164953</c:v>
                </c:pt>
                <c:pt idx="2563">
                  <c:v>1408.5252604164953</c:v>
                </c:pt>
                <c:pt idx="2564">
                  <c:v>1408.8042965423429</c:v>
                </c:pt>
                <c:pt idx="2565">
                  <c:v>1408.8042965423429</c:v>
                </c:pt>
                <c:pt idx="2566">
                  <c:v>1412.094645517323</c:v>
                </c:pt>
                <c:pt idx="2567">
                  <c:v>1412.094645517323</c:v>
                </c:pt>
                <c:pt idx="2568">
                  <c:v>1416.1859658187825</c:v>
                </c:pt>
                <c:pt idx="2569">
                  <c:v>1416.1859658187825</c:v>
                </c:pt>
                <c:pt idx="2570">
                  <c:v>1429.0206826349477</c:v>
                </c:pt>
                <c:pt idx="2571">
                  <c:v>1429.0206826349477</c:v>
                </c:pt>
                <c:pt idx="2572">
                  <c:v>1427.238623987869</c:v>
                </c:pt>
                <c:pt idx="2573">
                  <c:v>1427.238623987869</c:v>
                </c:pt>
                <c:pt idx="2574">
                  <c:v>1427.1230389443067</c:v>
                </c:pt>
                <c:pt idx="2575">
                  <c:v>1427.1230389443067</c:v>
                </c:pt>
                <c:pt idx="2576">
                  <c:v>1435.0472547132222</c:v>
                </c:pt>
                <c:pt idx="2577">
                  <c:v>1435.0472547132222</c:v>
                </c:pt>
                <c:pt idx="2578">
                  <c:v>1442.5352471046633</c:v>
                </c:pt>
                <c:pt idx="2579">
                  <c:v>1442.5352471046633</c:v>
                </c:pt>
                <c:pt idx="2580">
                  <c:v>1440.0383185595881</c:v>
                </c:pt>
                <c:pt idx="2581">
                  <c:v>1440.0383185595881</c:v>
                </c:pt>
                <c:pt idx="2582">
                  <c:v>1456.3906638231033</c:v>
                </c:pt>
                <c:pt idx="2583">
                  <c:v>1456.3906638231033</c:v>
                </c:pt>
                <c:pt idx="2584">
                  <c:v>1449.1346595946609</c:v>
                </c:pt>
                <c:pt idx="2585">
                  <c:v>1449.1346595946609</c:v>
                </c:pt>
                <c:pt idx="2586">
                  <c:v>1454.0124378722985</c:v>
                </c:pt>
                <c:pt idx="2587">
                  <c:v>1454.0124378722985</c:v>
                </c:pt>
                <c:pt idx="2588">
                  <c:v>1467.9959643265286</c:v>
                </c:pt>
                <c:pt idx="2589">
                  <c:v>1467.9959643265286</c:v>
                </c:pt>
                <c:pt idx="2590">
                  <c:v>1482.6311135185492</c:v>
                </c:pt>
                <c:pt idx="2591">
                  <c:v>1482.6311135185492</c:v>
                </c:pt>
                <c:pt idx="2592">
                  <c:v>1477.0771814840357</c:v>
                </c:pt>
                <c:pt idx="2593">
                  <c:v>1477.0771814840357</c:v>
                </c:pt>
                <c:pt idx="2594">
                  <c:v>1474.0471240077227</c:v>
                </c:pt>
                <c:pt idx="2595">
                  <c:v>1474.0471240077227</c:v>
                </c:pt>
                <c:pt idx="2596">
                  <c:v>1484.9861422212584</c:v>
                </c:pt>
                <c:pt idx="2597">
                  <c:v>1484.9861422212584</c:v>
                </c:pt>
                <c:pt idx="2598">
                  <c:v>1491.5989368724213</c:v>
                </c:pt>
                <c:pt idx="2599">
                  <c:v>1491.5989368724213</c:v>
                </c:pt>
                <c:pt idx="2600">
                  <c:v>1507.6775461108869</c:v>
                </c:pt>
                <c:pt idx="2601">
                  <c:v>1507.6775461108869</c:v>
                </c:pt>
                <c:pt idx="2602">
                  <c:v>1508.1766153175342</c:v>
                </c:pt>
                <c:pt idx="2603">
                  <c:v>1508.1766153175342</c:v>
                </c:pt>
                <c:pt idx="2604">
                  <c:v>1509.0563252043291</c:v>
                </c:pt>
                <c:pt idx="2605">
                  <c:v>1509.0563252043291</c:v>
                </c:pt>
                <c:pt idx="2606">
                  <c:v>1515.4563053070681</c:v>
                </c:pt>
                <c:pt idx="2607">
                  <c:v>1515.4563053070681</c:v>
                </c:pt>
                <c:pt idx="2608">
                  <c:v>1522.5782812295497</c:v>
                </c:pt>
                <c:pt idx="2609">
                  <c:v>1522.5782812295497</c:v>
                </c:pt>
                <c:pt idx="2610">
                  <c:v>1529.9038800255687</c:v>
                </c:pt>
                <c:pt idx="2611">
                  <c:v>1529.9038800255687</c:v>
                </c:pt>
                <c:pt idx="2612">
                  <c:v>1536.6130369919681</c:v>
                </c:pt>
                <c:pt idx="2613">
                  <c:v>1536.6130369919681</c:v>
                </c:pt>
                <c:pt idx="2614">
                  <c:v>1534.1074348970201</c:v>
                </c:pt>
                <c:pt idx="2615">
                  <c:v>1534.1074348970201</c:v>
                </c:pt>
                <c:pt idx="2616">
                  <c:v>1531.745710177486</c:v>
                </c:pt>
                <c:pt idx="2617">
                  <c:v>1531.745710177486</c:v>
                </c:pt>
                <c:pt idx="2618">
                  <c:v>1527.7641918386828</c:v>
                </c:pt>
                <c:pt idx="2619">
                  <c:v>1527.7641918386828</c:v>
                </c:pt>
                <c:pt idx="2620">
                  <c:v>1524.4473195415669</c:v>
                </c:pt>
                <c:pt idx="2621">
                  <c:v>1524.4473195415669</c:v>
                </c:pt>
                <c:pt idx="2622">
                  <c:v>1520.8682323967282</c:v>
                </c:pt>
                <c:pt idx="2623">
                  <c:v>1520.8682323967282</c:v>
                </c:pt>
                <c:pt idx="2624">
                  <c:v>1527.7216648012527</c:v>
                </c:pt>
                <c:pt idx="2625">
                  <c:v>1527.7216648012527</c:v>
                </c:pt>
                <c:pt idx="2626">
                  <c:v>1520.8747367639801</c:v>
                </c:pt>
                <c:pt idx="2627">
                  <c:v>1520.8747367639801</c:v>
                </c:pt>
                <c:pt idx="2628">
                  <c:v>1522.8146133099726</c:v>
                </c:pt>
                <c:pt idx="2629">
                  <c:v>1522.8146133099726</c:v>
                </c:pt>
                <c:pt idx="2630">
                  <c:v>1516.6173678756822</c:v>
                </c:pt>
                <c:pt idx="2631">
                  <c:v>1516.6173678756822</c:v>
                </c:pt>
                <c:pt idx="2632">
                  <c:v>1511.0844987874009</c:v>
                </c:pt>
                <c:pt idx="2633">
                  <c:v>1511.0844987874009</c:v>
                </c:pt>
                <c:pt idx="2634">
                  <c:v>1505.5302987501043</c:v>
                </c:pt>
                <c:pt idx="2635">
                  <c:v>1505.5302987501043</c:v>
                </c:pt>
                <c:pt idx="2636">
                  <c:v>1515.0212573886354</c:v>
                </c:pt>
                <c:pt idx="2637">
                  <c:v>1515.0212573886354</c:v>
                </c:pt>
                <c:pt idx="2638">
                  <c:v>1518.7329672786177</c:v>
                </c:pt>
                <c:pt idx="2639">
                  <c:v>1518.7329672786177</c:v>
                </c:pt>
                <c:pt idx="2640">
                  <c:v>1518.6203064428289</c:v>
                </c:pt>
                <c:pt idx="2641">
                  <c:v>1518.6203064428289</c:v>
                </c:pt>
                <c:pt idx="2642">
                  <c:v>1512.1034728077291</c:v>
                </c:pt>
                <c:pt idx="2643">
                  <c:v>1512.1034728077291</c:v>
                </c:pt>
                <c:pt idx="2644">
                  <c:v>1513.7797356329247</c:v>
                </c:pt>
                <c:pt idx="2645">
                  <c:v>1513.7797356329247</c:v>
                </c:pt>
                <c:pt idx="2646">
                  <c:v>1518.2999638051483</c:v>
                </c:pt>
                <c:pt idx="2647">
                  <c:v>1518.2999638051483</c:v>
                </c:pt>
                <c:pt idx="2648">
                  <c:v>1511.5127899260569</c:v>
                </c:pt>
                <c:pt idx="2649">
                  <c:v>1511.5127899260569</c:v>
                </c:pt>
                <c:pt idx="2650">
                  <c:v>1523.3445082296939</c:v>
                </c:pt>
                <c:pt idx="2651">
                  <c:v>1523.3445082296939</c:v>
                </c:pt>
                <c:pt idx="2652">
                  <c:v>1517.3656174049518</c:v>
                </c:pt>
                <c:pt idx="2653">
                  <c:v>1517.3656174049518</c:v>
                </c:pt>
                <c:pt idx="2654">
                  <c:v>1519.3936292116032</c:v>
                </c:pt>
                <c:pt idx="2655">
                  <c:v>1519.3936292116032</c:v>
                </c:pt>
                <c:pt idx="2656">
                  <c:v>1520.4313234812385</c:v>
                </c:pt>
                <c:pt idx="2657">
                  <c:v>1520.4313234812385</c:v>
                </c:pt>
                <c:pt idx="2658">
                  <c:v>1520.8260171205848</c:v>
                </c:pt>
                <c:pt idx="2659">
                  <c:v>1520.8260171205848</c:v>
                </c:pt>
                <c:pt idx="2660">
                  <c:v>1530.6234245165781</c:v>
                </c:pt>
                <c:pt idx="2661">
                  <c:v>1530.6234245165781</c:v>
                </c:pt>
                <c:pt idx="2662">
                  <c:v>1526.8091081845655</c:v>
                </c:pt>
                <c:pt idx="2663">
                  <c:v>1526.8091081845655</c:v>
                </c:pt>
                <c:pt idx="2664">
                  <c:v>1519.5186294811299</c:v>
                </c:pt>
                <c:pt idx="2665">
                  <c:v>1519.5186294811299</c:v>
                </c:pt>
                <c:pt idx="2666">
                  <c:v>1519.76806945975</c:v>
                </c:pt>
                <c:pt idx="2667">
                  <c:v>1519.76806945975</c:v>
                </c:pt>
                <c:pt idx="2668">
                  <c:v>1514.9755062863023</c:v>
                </c:pt>
                <c:pt idx="2669">
                  <c:v>1514.9755062863023</c:v>
                </c:pt>
                <c:pt idx="2670">
                  <c:v>1516.400846861631</c:v>
                </c:pt>
                <c:pt idx="2671">
                  <c:v>1516.400846861631</c:v>
                </c:pt>
                <c:pt idx="2672">
                  <c:v>1515.5199341402131</c:v>
                </c:pt>
                <c:pt idx="2673">
                  <c:v>1515.5199341402131</c:v>
                </c:pt>
                <c:pt idx="2674">
                  <c:v>1515.7836256522055</c:v>
                </c:pt>
                <c:pt idx="2675">
                  <c:v>1515.7836256522055</c:v>
                </c:pt>
                <c:pt idx="2676">
                  <c:v>1517.2958467566391</c:v>
                </c:pt>
                <c:pt idx="2677">
                  <c:v>1517.2958467566391</c:v>
                </c:pt>
                <c:pt idx="2678">
                  <c:v>1514.8759585393825</c:v>
                </c:pt>
                <c:pt idx="2679">
                  <c:v>1514.8759585393825</c:v>
                </c:pt>
                <c:pt idx="2680">
                  <c:v>1516.1500012063393</c:v>
                </c:pt>
                <c:pt idx="2681">
                  <c:v>1516.1500012063393</c:v>
                </c:pt>
                <c:pt idx="2682">
                  <c:v>1517.9440719956176</c:v>
                </c:pt>
                <c:pt idx="2683">
                  <c:v>1517.9440719956176</c:v>
                </c:pt>
                <c:pt idx="2684">
                  <c:v>1519.9108503578927</c:v>
                </c:pt>
                <c:pt idx="2685">
                  <c:v>1519.9108503578927</c:v>
                </c:pt>
                <c:pt idx="2686">
                  <c:v>1513.5418665458665</c:v>
                </c:pt>
                <c:pt idx="2687">
                  <c:v>1513.5418665458665</c:v>
                </c:pt>
                <c:pt idx="2688">
                  <c:v>1516.8770354801738</c:v>
                </c:pt>
                <c:pt idx="2689">
                  <c:v>1516.8770354801738</c:v>
                </c:pt>
                <c:pt idx="2690">
                  <c:v>1518.501423909235</c:v>
                </c:pt>
                <c:pt idx="2691">
                  <c:v>1518.501423909235</c:v>
                </c:pt>
                <c:pt idx="2692">
                  <c:v>1506.8239157368378</c:v>
                </c:pt>
                <c:pt idx="2693">
                  <c:v>1506.8239157368378</c:v>
                </c:pt>
                <c:pt idx="2694">
                  <c:v>1510.2091877243492</c:v>
                </c:pt>
                <c:pt idx="2695">
                  <c:v>1510.2091877243492</c:v>
                </c:pt>
                <c:pt idx="2696">
                  <c:v>1512.5898894022812</c:v>
                </c:pt>
                <c:pt idx="2697">
                  <c:v>1512.5898894022812</c:v>
                </c:pt>
                <c:pt idx="2698">
                  <c:v>1509.6496100220568</c:v>
                </c:pt>
                <c:pt idx="2699">
                  <c:v>1509.6496100220568</c:v>
                </c:pt>
                <c:pt idx="2700">
                  <c:v>1501.8391415940837</c:v>
                </c:pt>
                <c:pt idx="2701">
                  <c:v>1501.8391415940837</c:v>
                </c:pt>
                <c:pt idx="2702">
                  <c:v>1500.3826876321589</c:v>
                </c:pt>
                <c:pt idx="2703">
                  <c:v>1500.3826876321589</c:v>
                </c:pt>
                <c:pt idx="2704">
                  <c:v>1498.8459770562197</c:v>
                </c:pt>
                <c:pt idx="2705">
                  <c:v>1498.8459770562197</c:v>
                </c:pt>
                <c:pt idx="2706">
                  <c:v>1501.8846221172901</c:v>
                </c:pt>
                <c:pt idx="2707">
                  <c:v>1501.8846221172901</c:v>
                </c:pt>
                <c:pt idx="2708">
                  <c:v>1498.2786657611709</c:v>
                </c:pt>
                <c:pt idx="2709">
                  <c:v>1498.2786657611709</c:v>
                </c:pt>
                <c:pt idx="2710">
                  <c:v>1497.3341269143557</c:v>
                </c:pt>
                <c:pt idx="2711">
                  <c:v>1497.3341269143557</c:v>
                </c:pt>
                <c:pt idx="2712">
                  <c:v>1492.3981059141684</c:v>
                </c:pt>
                <c:pt idx="2713">
                  <c:v>1492.3981059141684</c:v>
                </c:pt>
                <c:pt idx="2714">
                  <c:v>1487.4791389218119</c:v>
                </c:pt>
                <c:pt idx="2715">
                  <c:v>1487.4791389218119</c:v>
                </c:pt>
                <c:pt idx="2716">
                  <c:v>1480.6059671267371</c:v>
                </c:pt>
                <c:pt idx="2717">
                  <c:v>1480.6059671267371</c:v>
                </c:pt>
                <c:pt idx="2718">
                  <c:v>1480.4139624448935</c:v>
                </c:pt>
                <c:pt idx="2719">
                  <c:v>1480.4139624448935</c:v>
                </c:pt>
                <c:pt idx="2720">
                  <c:v>1467.938716042504</c:v>
                </c:pt>
                <c:pt idx="2721">
                  <c:v>1467.938716042504</c:v>
                </c:pt>
                <c:pt idx="2722">
                  <c:v>1461.3516968174413</c:v>
                </c:pt>
                <c:pt idx="2723">
                  <c:v>1461.3516968174413</c:v>
                </c:pt>
                <c:pt idx="2724">
                  <c:v>1457.5146101535274</c:v>
                </c:pt>
                <c:pt idx="2725">
                  <c:v>1457.5146101535274</c:v>
                </c:pt>
                <c:pt idx="2726">
                  <c:v>1458.0394250967388</c:v>
                </c:pt>
                <c:pt idx="2727">
                  <c:v>1458.0394250967388</c:v>
                </c:pt>
                <c:pt idx="2728">
                  <c:v>1466.5150860087597</c:v>
                </c:pt>
                <c:pt idx="2729">
                  <c:v>1466.5150860087597</c:v>
                </c:pt>
                <c:pt idx="2730">
                  <c:v>1460.5089527960399</c:v>
                </c:pt>
                <c:pt idx="2731">
                  <c:v>1460.5089527960399</c:v>
                </c:pt>
                <c:pt idx="2732">
                  <c:v>1459.5073533922018</c:v>
                </c:pt>
                <c:pt idx="2733">
                  <c:v>1459.5073533922018</c:v>
                </c:pt>
                <c:pt idx="2734">
                  <c:v>1460.6448395943971</c:v>
                </c:pt>
                <c:pt idx="2735">
                  <c:v>1460.6448395943971</c:v>
                </c:pt>
                <c:pt idx="2736">
                  <c:v>1457.9910173623853</c:v>
                </c:pt>
                <c:pt idx="2737">
                  <c:v>1457.9910173623853</c:v>
                </c:pt>
                <c:pt idx="2738">
                  <c:v>1448.8112505254746</c:v>
                </c:pt>
                <c:pt idx="2739">
                  <c:v>1448.8112505254746</c:v>
                </c:pt>
                <c:pt idx="2740">
                  <c:v>1445.5346552577737</c:v>
                </c:pt>
                <c:pt idx="2741">
                  <c:v>1445.5346552577737</c:v>
                </c:pt>
                <c:pt idx="2742">
                  <c:v>1437.3846837241967</c:v>
                </c:pt>
                <c:pt idx="2743">
                  <c:v>1437.3846837241967</c:v>
                </c:pt>
                <c:pt idx="2744">
                  <c:v>1430.2102167002035</c:v>
                </c:pt>
                <c:pt idx="2745">
                  <c:v>1430.2102167002035</c:v>
                </c:pt>
                <c:pt idx="2746">
                  <c:v>1427.9302026266332</c:v>
                </c:pt>
                <c:pt idx="2747">
                  <c:v>1427.9302026266332</c:v>
                </c:pt>
                <c:pt idx="2748">
                  <c:v>1428.4145598217008</c:v>
                </c:pt>
                <c:pt idx="2749">
                  <c:v>1428.4145598217008</c:v>
                </c:pt>
                <c:pt idx="2750">
                  <c:v>1418.0971707642466</c:v>
                </c:pt>
                <c:pt idx="2751">
                  <c:v>1418.0971707642466</c:v>
                </c:pt>
                <c:pt idx="2752">
                  <c:v>1415.2544838323563</c:v>
                </c:pt>
                <c:pt idx="2753">
                  <c:v>1415.2544838323563</c:v>
                </c:pt>
                <c:pt idx="2754">
                  <c:v>1414.8193137650685</c:v>
                </c:pt>
                <c:pt idx="2755">
                  <c:v>1414.8193137650685</c:v>
                </c:pt>
                <c:pt idx="2756">
                  <c:v>1410.7255188930076</c:v>
                </c:pt>
                <c:pt idx="2757">
                  <c:v>1410.7255188930076</c:v>
                </c:pt>
                <c:pt idx="2758">
                  <c:v>1415.0089114608113</c:v>
                </c:pt>
                <c:pt idx="2759">
                  <c:v>1415.0089114608113</c:v>
                </c:pt>
                <c:pt idx="2760">
                  <c:v>1414.0506818127426</c:v>
                </c:pt>
                <c:pt idx="2761">
                  <c:v>1414.0506818127426</c:v>
                </c:pt>
                <c:pt idx="2762">
                  <c:v>1407.3549874251171</c:v>
                </c:pt>
                <c:pt idx="2763">
                  <c:v>1407.3549874251171</c:v>
                </c:pt>
                <c:pt idx="2764">
                  <c:v>1401.0889984153412</c:v>
                </c:pt>
                <c:pt idx="2765">
                  <c:v>1401.0889984153412</c:v>
                </c:pt>
                <c:pt idx="2766">
                  <c:v>1395.4983459831651</c:v>
                </c:pt>
                <c:pt idx="2767">
                  <c:v>1395.4983459831651</c:v>
                </c:pt>
                <c:pt idx="2768">
                  <c:v>1397.9323838321288</c:v>
                </c:pt>
                <c:pt idx="2769">
                  <c:v>1397.9323838321288</c:v>
                </c:pt>
                <c:pt idx="2770">
                  <c:v>1386.2782065343899</c:v>
                </c:pt>
                <c:pt idx="2771">
                  <c:v>1386.2782065343899</c:v>
                </c:pt>
                <c:pt idx="2772">
                  <c:v>1379.553835104701</c:v>
                </c:pt>
                <c:pt idx="2773">
                  <c:v>1379.553835104701</c:v>
                </c:pt>
                <c:pt idx="2774">
                  <c:v>1371.4365127350031</c:v>
                </c:pt>
                <c:pt idx="2775">
                  <c:v>1371.4365127350031</c:v>
                </c:pt>
                <c:pt idx="2776">
                  <c:v>1367.511936305837</c:v>
                </c:pt>
                <c:pt idx="2777">
                  <c:v>1367.511936305837</c:v>
                </c:pt>
                <c:pt idx="2778">
                  <c:v>1363.1912117421939</c:v>
                </c:pt>
                <c:pt idx="2779">
                  <c:v>1363.1912117421939</c:v>
                </c:pt>
                <c:pt idx="2780">
                  <c:v>1361.5922864291374</c:v>
                </c:pt>
                <c:pt idx="2781">
                  <c:v>1361.5922864291374</c:v>
                </c:pt>
                <c:pt idx="2782">
                  <c:v>1356.6113854472542</c:v>
                </c:pt>
                <c:pt idx="2783">
                  <c:v>1356.6113854472542</c:v>
                </c:pt>
                <c:pt idx="2784">
                  <c:v>1349.4750095052086</c:v>
                </c:pt>
                <c:pt idx="2785">
                  <c:v>1349.4750095052086</c:v>
                </c:pt>
                <c:pt idx="2786">
                  <c:v>1346.6259156183917</c:v>
                </c:pt>
                <c:pt idx="2787">
                  <c:v>1346.6259156183917</c:v>
                </c:pt>
                <c:pt idx="2788">
                  <c:v>1346.3968029488956</c:v>
                </c:pt>
                <c:pt idx="2789">
                  <c:v>1346.3968029488956</c:v>
                </c:pt>
                <c:pt idx="2790">
                  <c:v>1340.2797989923029</c:v>
                </c:pt>
                <c:pt idx="2791">
                  <c:v>1340.2797989923029</c:v>
                </c:pt>
                <c:pt idx="2792">
                  <c:v>1336.7569099137449</c:v>
                </c:pt>
                <c:pt idx="2793">
                  <c:v>1336.7569099137449</c:v>
                </c:pt>
                <c:pt idx="2794">
                  <c:v>1332.4938780028349</c:v>
                </c:pt>
                <c:pt idx="2795">
                  <c:v>1332.4938780028349</c:v>
                </c:pt>
                <c:pt idx="2796">
                  <c:v>1321.4150811759123</c:v>
                </c:pt>
                <c:pt idx="2797">
                  <c:v>1321.4150811759123</c:v>
                </c:pt>
                <c:pt idx="2798">
                  <c:v>1313.1898535004796</c:v>
                </c:pt>
                <c:pt idx="2799">
                  <c:v>1313.1898535004796</c:v>
                </c:pt>
                <c:pt idx="2800">
                  <c:v>1304.3221530647186</c:v>
                </c:pt>
                <c:pt idx="2801">
                  <c:v>1304.3221530647186</c:v>
                </c:pt>
                <c:pt idx="2802">
                  <c:v>1301.518894921609</c:v>
                </c:pt>
                <c:pt idx="2803">
                  <c:v>1301.518894921609</c:v>
                </c:pt>
                <c:pt idx="2804">
                  <c:v>1295.0949954945588</c:v>
                </c:pt>
                <c:pt idx="2805">
                  <c:v>1295.0949954945588</c:v>
                </c:pt>
                <c:pt idx="2806">
                  <c:v>1293.7006473038541</c:v>
                </c:pt>
                <c:pt idx="2807">
                  <c:v>1293.7006473038541</c:v>
                </c:pt>
                <c:pt idx="2808">
                  <c:v>1288.6164525440006</c:v>
                </c:pt>
                <c:pt idx="2809">
                  <c:v>1288.6164525440006</c:v>
                </c:pt>
                <c:pt idx="2810">
                  <c:v>1288.1910832967428</c:v>
                </c:pt>
                <c:pt idx="2811">
                  <c:v>1288.1910832967428</c:v>
                </c:pt>
                <c:pt idx="2812">
                  <c:v>1283.2982090716189</c:v>
                </c:pt>
                <c:pt idx="2813">
                  <c:v>1283.2982090716189</c:v>
                </c:pt>
                <c:pt idx="2814">
                  <c:v>1273.7183221065559</c:v>
                </c:pt>
                <c:pt idx="2815">
                  <c:v>1273.7183221065559</c:v>
                </c:pt>
                <c:pt idx="2816">
                  <c:v>1269.8173751743973</c:v>
                </c:pt>
                <c:pt idx="2817">
                  <c:v>1269.8173751743973</c:v>
                </c:pt>
                <c:pt idx="2818">
                  <c:v>1261.3696703345879</c:v>
                </c:pt>
                <c:pt idx="2819">
                  <c:v>1261.3696703345879</c:v>
                </c:pt>
                <c:pt idx="2820">
                  <c:v>1255.1550895226096</c:v>
                </c:pt>
                <c:pt idx="2821">
                  <c:v>1255.1550895226096</c:v>
                </c:pt>
                <c:pt idx="2822">
                  <c:v>1251.7981613517104</c:v>
                </c:pt>
                <c:pt idx="2823">
                  <c:v>1251.7981613517104</c:v>
                </c:pt>
                <c:pt idx="2824">
                  <c:v>1247.3875769625429</c:v>
                </c:pt>
                <c:pt idx="2825">
                  <c:v>1247.3875769625429</c:v>
                </c:pt>
                <c:pt idx="2826">
                  <c:v>1237.6087012486871</c:v>
                </c:pt>
                <c:pt idx="2827">
                  <c:v>1237.6087012486871</c:v>
                </c:pt>
                <c:pt idx="2828">
                  <c:v>1230.1558337238907</c:v>
                </c:pt>
                <c:pt idx="2829">
                  <c:v>1230.1558337238907</c:v>
                </c:pt>
                <c:pt idx="2830">
                  <c:v>1220.9327630897126</c:v>
                </c:pt>
                <c:pt idx="2831">
                  <c:v>1220.9327630897126</c:v>
                </c:pt>
                <c:pt idx="2832">
                  <c:v>1212.2258689335404</c:v>
                </c:pt>
                <c:pt idx="2833">
                  <c:v>1212.2258689335404</c:v>
                </c:pt>
                <c:pt idx="2834">
                  <c:v>1206.2371383460641</c:v>
                </c:pt>
                <c:pt idx="2835">
                  <c:v>1206.2371383460641</c:v>
                </c:pt>
                <c:pt idx="2836">
                  <c:v>1200.8798999640969</c:v>
                </c:pt>
                <c:pt idx="2837">
                  <c:v>1200.8798999640969</c:v>
                </c:pt>
                <c:pt idx="2838">
                  <c:v>1193.9693310319251</c:v>
                </c:pt>
                <c:pt idx="2839">
                  <c:v>1193.9693310319251</c:v>
                </c:pt>
                <c:pt idx="2840">
                  <c:v>1190.302434930783</c:v>
                </c:pt>
                <c:pt idx="2841">
                  <c:v>1190.302434930783</c:v>
                </c:pt>
                <c:pt idx="2842">
                  <c:v>1188.8376087083172</c:v>
                </c:pt>
                <c:pt idx="2843">
                  <c:v>1188.8376087083172</c:v>
                </c:pt>
                <c:pt idx="2844">
                  <c:v>1186.4077861040228</c:v>
                </c:pt>
                <c:pt idx="2845">
                  <c:v>1186.4077861040228</c:v>
                </c:pt>
                <c:pt idx="2846">
                  <c:v>1180.4008370502111</c:v>
                </c:pt>
                <c:pt idx="2847">
                  <c:v>1180.4008370502111</c:v>
                </c:pt>
                <c:pt idx="2848">
                  <c:v>1171.3331658324005</c:v>
                </c:pt>
                <c:pt idx="2849">
                  <c:v>1171.3331658324005</c:v>
                </c:pt>
                <c:pt idx="2850">
                  <c:v>1159.9964992184789</c:v>
                </c:pt>
                <c:pt idx="2851">
                  <c:v>1159.9964992184789</c:v>
                </c:pt>
                <c:pt idx="2852">
                  <c:v>1153.6826827624443</c:v>
                </c:pt>
                <c:pt idx="2853">
                  <c:v>1153.6826827624443</c:v>
                </c:pt>
                <c:pt idx="2854">
                  <c:v>1153.7625234475424</c:v>
                </c:pt>
                <c:pt idx="2855">
                  <c:v>1153.7625234475424</c:v>
                </c:pt>
                <c:pt idx="2856">
                  <c:v>1147.7123986603126</c:v>
                </c:pt>
                <c:pt idx="2857">
                  <c:v>1147.7123986603126</c:v>
                </c:pt>
                <c:pt idx="2858">
                  <c:v>1143.1924272572128</c:v>
                </c:pt>
                <c:pt idx="2859">
                  <c:v>1143.1924272572128</c:v>
                </c:pt>
                <c:pt idx="2860">
                  <c:v>1139.6330814587934</c:v>
                </c:pt>
                <c:pt idx="2861">
                  <c:v>1139.6330814587934</c:v>
                </c:pt>
                <c:pt idx="2862">
                  <c:v>1132.7658239608695</c:v>
                </c:pt>
                <c:pt idx="2863">
                  <c:v>1132.7658239608695</c:v>
                </c:pt>
                <c:pt idx="2864">
                  <c:v>1129.7831020096328</c:v>
                </c:pt>
                <c:pt idx="2865">
                  <c:v>1129.7831020096328</c:v>
                </c:pt>
                <c:pt idx="2866">
                  <c:v>1125.7834749412571</c:v>
                </c:pt>
                <c:pt idx="2867">
                  <c:v>1125.7834749412571</c:v>
                </c:pt>
                <c:pt idx="2868">
                  <c:v>1121.6483548835292</c:v>
                </c:pt>
                <c:pt idx="2869">
                  <c:v>1121.6483548835292</c:v>
                </c:pt>
                <c:pt idx="2870">
                  <c:v>1116.7227427971502</c:v>
                </c:pt>
                <c:pt idx="2871">
                  <c:v>1116.7227427971502</c:v>
                </c:pt>
                <c:pt idx="2872">
                  <c:v>1112.9411750884033</c:v>
                </c:pt>
                <c:pt idx="2873">
                  <c:v>1112.9411750884033</c:v>
                </c:pt>
                <c:pt idx="2874">
                  <c:v>1107.3078523891461</c:v>
                </c:pt>
                <c:pt idx="2875">
                  <c:v>1107.3078523891461</c:v>
                </c:pt>
                <c:pt idx="2876">
                  <c:v>1099.3097164491126</c:v>
                </c:pt>
                <c:pt idx="2877">
                  <c:v>1099.3097164491126</c:v>
                </c:pt>
                <c:pt idx="2878">
                  <c:v>1095.0453550936627</c:v>
                </c:pt>
                <c:pt idx="2879">
                  <c:v>1095.0453550936627</c:v>
                </c:pt>
                <c:pt idx="2880">
                  <c:v>1091.9180319292896</c:v>
                </c:pt>
                <c:pt idx="2881">
                  <c:v>1091.9180319292896</c:v>
                </c:pt>
                <c:pt idx="2882">
                  <c:v>1085.7612113740629</c:v>
                </c:pt>
                <c:pt idx="2883">
                  <c:v>1085.7612113740629</c:v>
                </c:pt>
                <c:pt idx="2884">
                  <c:v>1081.867546027564</c:v>
                </c:pt>
                <c:pt idx="2885">
                  <c:v>1081.867546027564</c:v>
                </c:pt>
                <c:pt idx="2886">
                  <c:v>1080.1535055714592</c:v>
                </c:pt>
                <c:pt idx="2887">
                  <c:v>1080.1535055714592</c:v>
                </c:pt>
                <c:pt idx="2888">
                  <c:v>1075.3417170149664</c:v>
                </c:pt>
                <c:pt idx="2889">
                  <c:v>1075.3417170149664</c:v>
                </c:pt>
                <c:pt idx="2890">
                  <c:v>1069.3872006313582</c:v>
                </c:pt>
                <c:pt idx="2891">
                  <c:v>1069.3872006313582</c:v>
                </c:pt>
                <c:pt idx="2892">
                  <c:v>1062.975758734005</c:v>
                </c:pt>
                <c:pt idx="2893">
                  <c:v>1062.975758734005</c:v>
                </c:pt>
                <c:pt idx="2894">
                  <c:v>1057.4798399237341</c:v>
                </c:pt>
                <c:pt idx="2895">
                  <c:v>1057.4798399237341</c:v>
                </c:pt>
                <c:pt idx="2896">
                  <c:v>1050.8990397051259</c:v>
                </c:pt>
                <c:pt idx="2897">
                  <c:v>1050.8990397051259</c:v>
                </c:pt>
                <c:pt idx="2898">
                  <c:v>1046.0472165098415</c:v>
                </c:pt>
                <c:pt idx="2899">
                  <c:v>1046.0472165098415</c:v>
                </c:pt>
                <c:pt idx="2900">
                  <c:v>1037.9523323530425</c:v>
                </c:pt>
                <c:pt idx="2901">
                  <c:v>1037.9523323530425</c:v>
                </c:pt>
                <c:pt idx="2902">
                  <c:v>1030.3041179470306</c:v>
                </c:pt>
                <c:pt idx="2903">
                  <c:v>1030.3041179470306</c:v>
                </c:pt>
                <c:pt idx="2904">
                  <c:v>1028.386458070913</c:v>
                </c:pt>
                <c:pt idx="2905">
                  <c:v>1028.386458070913</c:v>
                </c:pt>
                <c:pt idx="2906">
                  <c:v>1022.7789290123928</c:v>
                </c:pt>
                <c:pt idx="2907">
                  <c:v>1022.7789290123928</c:v>
                </c:pt>
                <c:pt idx="2908">
                  <c:v>1019.058490354417</c:v>
                </c:pt>
                <c:pt idx="2909">
                  <c:v>1019.058490354417</c:v>
                </c:pt>
                <c:pt idx="2910">
                  <c:v>1017.7239877600164</c:v>
                </c:pt>
                <c:pt idx="2911">
                  <c:v>1017.7239877600164</c:v>
                </c:pt>
                <c:pt idx="2912">
                  <c:v>1012.2799333380348</c:v>
                </c:pt>
                <c:pt idx="2913">
                  <c:v>1012.2799333380348</c:v>
                </c:pt>
                <c:pt idx="2914">
                  <c:v>1007.8890893022196</c:v>
                </c:pt>
                <c:pt idx="2915">
                  <c:v>1007.8890893022196</c:v>
                </c:pt>
                <c:pt idx="2916">
                  <c:v>1004.8389928450216</c:v>
                </c:pt>
                <c:pt idx="2917">
                  <c:v>1004.8389928450216</c:v>
                </c:pt>
                <c:pt idx="2918">
                  <c:v>1001.0768724633396</c:v>
                </c:pt>
                <c:pt idx="2919">
                  <c:v>1001.0768724633396</c:v>
                </c:pt>
                <c:pt idx="2920">
                  <c:v>994.81388411194905</c:v>
                </c:pt>
                <c:pt idx="2921">
                  <c:v>994.81388411194905</c:v>
                </c:pt>
                <c:pt idx="2922">
                  <c:v>989.05891784424296</c:v>
                </c:pt>
                <c:pt idx="2923">
                  <c:v>989.05891784424296</c:v>
                </c:pt>
                <c:pt idx="2924">
                  <c:v>983.75152572889715</c:v>
                </c:pt>
                <c:pt idx="2925">
                  <c:v>983.75152572889715</c:v>
                </c:pt>
                <c:pt idx="2926">
                  <c:v>978.45158294581017</c:v>
                </c:pt>
                <c:pt idx="2927">
                  <c:v>978.45158294581017</c:v>
                </c:pt>
                <c:pt idx="2928">
                  <c:v>973.11113093331164</c:v>
                </c:pt>
                <c:pt idx="2929">
                  <c:v>973.11113093331164</c:v>
                </c:pt>
                <c:pt idx="2930">
                  <c:v>967.72952877430555</c:v>
                </c:pt>
                <c:pt idx="2931">
                  <c:v>967.72952877430555</c:v>
                </c:pt>
                <c:pt idx="2932">
                  <c:v>964.06256340648804</c:v>
                </c:pt>
                <c:pt idx="2933">
                  <c:v>964.06256340648804</c:v>
                </c:pt>
                <c:pt idx="2934">
                  <c:v>959.89120874424202</c:v>
                </c:pt>
                <c:pt idx="2935">
                  <c:v>959.89120874424202</c:v>
                </c:pt>
                <c:pt idx="2936">
                  <c:v>953.07435062142702</c:v>
                </c:pt>
                <c:pt idx="2937">
                  <c:v>953.07435062142702</c:v>
                </c:pt>
                <c:pt idx="2938">
                  <c:v>946.28627510173317</c:v>
                </c:pt>
                <c:pt idx="2939">
                  <c:v>946.28627510173317</c:v>
                </c:pt>
                <c:pt idx="2940">
                  <c:v>939.95626194972078</c:v>
                </c:pt>
                <c:pt idx="2941">
                  <c:v>939.95626194972078</c:v>
                </c:pt>
                <c:pt idx="2942">
                  <c:v>938.06367752681399</c:v>
                </c:pt>
                <c:pt idx="2943">
                  <c:v>938.06367752681399</c:v>
                </c:pt>
                <c:pt idx="2944">
                  <c:v>934.27885366600196</c:v>
                </c:pt>
                <c:pt idx="2945">
                  <c:v>934.27885366600196</c:v>
                </c:pt>
                <c:pt idx="2946">
                  <c:v>926.08128999738722</c:v>
                </c:pt>
                <c:pt idx="2947">
                  <c:v>926.08128999738722</c:v>
                </c:pt>
                <c:pt idx="2948">
                  <c:v>922.68409982705464</c:v>
                </c:pt>
                <c:pt idx="2949">
                  <c:v>922.68409982705464</c:v>
                </c:pt>
                <c:pt idx="2950">
                  <c:v>917.91274688792555</c:v>
                </c:pt>
                <c:pt idx="2951">
                  <c:v>917.91274688792555</c:v>
                </c:pt>
                <c:pt idx="2952">
                  <c:v>912.8266148921</c:v>
                </c:pt>
                <c:pt idx="2953">
                  <c:v>912.8266148921</c:v>
                </c:pt>
                <c:pt idx="2954">
                  <c:v>909.32049468411515</c:v>
                </c:pt>
                <c:pt idx="2955">
                  <c:v>909.32049468411515</c:v>
                </c:pt>
                <c:pt idx="2956">
                  <c:v>902.73660700506036</c:v>
                </c:pt>
                <c:pt idx="2957">
                  <c:v>902.73660700506036</c:v>
                </c:pt>
                <c:pt idx="2958">
                  <c:v>896.75642349756799</c:v>
                </c:pt>
                <c:pt idx="2959">
                  <c:v>896.75642349756799</c:v>
                </c:pt>
                <c:pt idx="2960">
                  <c:v>891.07908242348481</c:v>
                </c:pt>
                <c:pt idx="2961">
                  <c:v>891.07908242348481</c:v>
                </c:pt>
                <c:pt idx="2962">
                  <c:v>888.65006944390188</c:v>
                </c:pt>
                <c:pt idx="2963">
                  <c:v>888.65006944390188</c:v>
                </c:pt>
                <c:pt idx="2964">
                  <c:v>882.9171737326933</c:v>
                </c:pt>
                <c:pt idx="2965">
                  <c:v>882.9171737326933</c:v>
                </c:pt>
                <c:pt idx="2966">
                  <c:v>876.46500203533913</c:v>
                </c:pt>
                <c:pt idx="2967">
                  <c:v>876.46500203533913</c:v>
                </c:pt>
                <c:pt idx="2968">
                  <c:v>871.99699230925808</c:v>
                </c:pt>
                <c:pt idx="2969">
                  <c:v>871.99699230925808</c:v>
                </c:pt>
                <c:pt idx="2970">
                  <c:v>868.58744075332015</c:v>
                </c:pt>
                <c:pt idx="2971">
                  <c:v>868.58744075332015</c:v>
                </c:pt>
                <c:pt idx="2972">
                  <c:v>859.5365476743317</c:v>
                </c:pt>
                <c:pt idx="2973">
                  <c:v>859.5365476743317</c:v>
                </c:pt>
                <c:pt idx="2974">
                  <c:v>854.88275630423175</c:v>
                </c:pt>
                <c:pt idx="2975">
                  <c:v>854.88275630423175</c:v>
                </c:pt>
                <c:pt idx="2976">
                  <c:v>851.17289505637609</c:v>
                </c:pt>
                <c:pt idx="2977">
                  <c:v>851.17289505637609</c:v>
                </c:pt>
                <c:pt idx="2978">
                  <c:v>848.60165253001878</c:v>
                </c:pt>
                <c:pt idx="2979">
                  <c:v>848.60165253001878</c:v>
                </c:pt>
                <c:pt idx="2980">
                  <c:v>845.05549445594977</c:v>
                </c:pt>
                <c:pt idx="2981">
                  <c:v>845.05549445594977</c:v>
                </c:pt>
                <c:pt idx="2982">
                  <c:v>841.8103353830669</c:v>
                </c:pt>
                <c:pt idx="2983">
                  <c:v>841.8103353830669</c:v>
                </c:pt>
                <c:pt idx="2984">
                  <c:v>838.40630729090833</c:v>
                </c:pt>
                <c:pt idx="2985">
                  <c:v>838.40630729090833</c:v>
                </c:pt>
                <c:pt idx="2986">
                  <c:v>832.96667673051456</c:v>
                </c:pt>
                <c:pt idx="2987">
                  <c:v>832.96667673051456</c:v>
                </c:pt>
                <c:pt idx="2988">
                  <c:v>828.92803573831031</c:v>
                </c:pt>
                <c:pt idx="2989">
                  <c:v>828.92803573831031</c:v>
                </c:pt>
                <c:pt idx="2990">
                  <c:v>825.52818601730473</c:v>
                </c:pt>
                <c:pt idx="2991">
                  <c:v>825.52818601730473</c:v>
                </c:pt>
                <c:pt idx="2992">
                  <c:v>820.1432924885454</c:v>
                </c:pt>
                <c:pt idx="2993">
                  <c:v>820.1432924885454</c:v>
                </c:pt>
                <c:pt idx="2994">
                  <c:v>816.4716743369288</c:v>
                </c:pt>
                <c:pt idx="2995">
                  <c:v>816.4716743369288</c:v>
                </c:pt>
                <c:pt idx="2996">
                  <c:v>812.28863995153108</c:v>
                </c:pt>
                <c:pt idx="2997">
                  <c:v>812.28863995153108</c:v>
                </c:pt>
                <c:pt idx="2998">
                  <c:v>808.88905057151624</c:v>
                </c:pt>
                <c:pt idx="2999">
                  <c:v>808.88905057151624</c:v>
                </c:pt>
                <c:pt idx="3000">
                  <c:v>803.3319921290439</c:v>
                </c:pt>
                <c:pt idx="3001">
                  <c:v>803.3319921290439</c:v>
                </c:pt>
                <c:pt idx="3002">
                  <c:v>798.19843610973805</c:v>
                </c:pt>
                <c:pt idx="3003">
                  <c:v>798.19843610973805</c:v>
                </c:pt>
                <c:pt idx="3004">
                  <c:v>793.85238808916097</c:v>
                </c:pt>
                <c:pt idx="3005">
                  <c:v>793.85238808916097</c:v>
                </c:pt>
                <c:pt idx="3006">
                  <c:v>786.98092329067617</c:v>
                </c:pt>
                <c:pt idx="3007">
                  <c:v>786.98092329067617</c:v>
                </c:pt>
                <c:pt idx="3008">
                  <c:v>782.48532148381889</c:v>
                </c:pt>
                <c:pt idx="3009">
                  <c:v>782.48532148381889</c:v>
                </c:pt>
                <c:pt idx="3010">
                  <c:v>779.85076006274505</c:v>
                </c:pt>
                <c:pt idx="3011">
                  <c:v>779.85076006274505</c:v>
                </c:pt>
                <c:pt idx="3012">
                  <c:v>774.50483959857991</c:v>
                </c:pt>
                <c:pt idx="3013">
                  <c:v>774.50483959857991</c:v>
                </c:pt>
                <c:pt idx="3014">
                  <c:v>769.09037806055596</c:v>
                </c:pt>
                <c:pt idx="3015">
                  <c:v>769.09037806055596</c:v>
                </c:pt>
                <c:pt idx="3016">
                  <c:v>764.93612350140302</c:v>
                </c:pt>
                <c:pt idx="3017">
                  <c:v>764.93612350140302</c:v>
                </c:pt>
                <c:pt idx="3018">
                  <c:v>761.87518191882805</c:v>
                </c:pt>
                <c:pt idx="3019">
                  <c:v>761.87518191882805</c:v>
                </c:pt>
                <c:pt idx="3020">
                  <c:v>757.96947720595097</c:v>
                </c:pt>
                <c:pt idx="3021">
                  <c:v>757.96947720595097</c:v>
                </c:pt>
                <c:pt idx="3022">
                  <c:v>755.03072323770834</c:v>
                </c:pt>
                <c:pt idx="3023">
                  <c:v>755.03072323770834</c:v>
                </c:pt>
                <c:pt idx="3024">
                  <c:v>750.0616404497564</c:v>
                </c:pt>
                <c:pt idx="3025">
                  <c:v>750.0616404497564</c:v>
                </c:pt>
                <c:pt idx="3026">
                  <c:v>745.44402517799801</c:v>
                </c:pt>
                <c:pt idx="3027">
                  <c:v>745.44402517799801</c:v>
                </c:pt>
                <c:pt idx="3028">
                  <c:v>741.14124758668481</c:v>
                </c:pt>
                <c:pt idx="3029">
                  <c:v>741.14124758668481</c:v>
                </c:pt>
                <c:pt idx="3030">
                  <c:v>737.42710385350688</c:v>
                </c:pt>
                <c:pt idx="3031">
                  <c:v>737.42710385350688</c:v>
                </c:pt>
                <c:pt idx="3032">
                  <c:v>732.41657071775512</c:v>
                </c:pt>
                <c:pt idx="3033">
                  <c:v>732.41657071775512</c:v>
                </c:pt>
                <c:pt idx="3034">
                  <c:v>730.57919158637856</c:v>
                </c:pt>
                <c:pt idx="3035">
                  <c:v>730.57919158637856</c:v>
                </c:pt>
                <c:pt idx="3036">
                  <c:v>726.11592394885315</c:v>
                </c:pt>
                <c:pt idx="3037">
                  <c:v>726.11592394885315</c:v>
                </c:pt>
                <c:pt idx="3038">
                  <c:v>724.20604767890734</c:v>
                </c:pt>
                <c:pt idx="3039">
                  <c:v>724.20604767890734</c:v>
                </c:pt>
                <c:pt idx="3040">
                  <c:v>720.07338633075324</c:v>
                </c:pt>
                <c:pt idx="3041">
                  <c:v>720.07338633075324</c:v>
                </c:pt>
                <c:pt idx="3042">
                  <c:v>715.00791647869062</c:v>
                </c:pt>
                <c:pt idx="3043">
                  <c:v>715.00791647869062</c:v>
                </c:pt>
                <c:pt idx="3044">
                  <c:v>710.85634159643519</c:v>
                </c:pt>
                <c:pt idx="3045">
                  <c:v>710.85634159643519</c:v>
                </c:pt>
                <c:pt idx="3046">
                  <c:v>709.40064431861265</c:v>
                </c:pt>
                <c:pt idx="3047">
                  <c:v>709.40064431861265</c:v>
                </c:pt>
                <c:pt idx="3048">
                  <c:v>704.65063925127379</c:v>
                </c:pt>
                <c:pt idx="3049">
                  <c:v>704.65063925127379</c:v>
                </c:pt>
                <c:pt idx="3050">
                  <c:v>700.57959938448994</c:v>
                </c:pt>
                <c:pt idx="3051">
                  <c:v>700.57959938448994</c:v>
                </c:pt>
                <c:pt idx="3052">
                  <c:v>696.72432374245591</c:v>
                </c:pt>
                <c:pt idx="3053">
                  <c:v>696.72432374245591</c:v>
                </c:pt>
                <c:pt idx="3054">
                  <c:v>693.01147625560907</c:v>
                </c:pt>
                <c:pt idx="3055">
                  <c:v>693.01147625560907</c:v>
                </c:pt>
                <c:pt idx="3056">
                  <c:v>688.28631096541778</c:v>
                </c:pt>
                <c:pt idx="3057">
                  <c:v>688.28631096541778</c:v>
                </c:pt>
                <c:pt idx="3058">
                  <c:v>684.98341380322336</c:v>
                </c:pt>
                <c:pt idx="3059">
                  <c:v>684.98341380322336</c:v>
                </c:pt>
                <c:pt idx="3060">
                  <c:v>680.1885993488404</c:v>
                </c:pt>
                <c:pt idx="3061">
                  <c:v>680.1885993488404</c:v>
                </c:pt>
                <c:pt idx="3062">
                  <c:v>677.46882271278503</c:v>
                </c:pt>
                <c:pt idx="3063">
                  <c:v>677.46882271278503</c:v>
                </c:pt>
                <c:pt idx="3064">
                  <c:v>672.874478583837</c:v>
                </c:pt>
                <c:pt idx="3065">
                  <c:v>672.874478583837</c:v>
                </c:pt>
                <c:pt idx="3066">
                  <c:v>669.00957556309618</c:v>
                </c:pt>
                <c:pt idx="3067">
                  <c:v>669.00957556309618</c:v>
                </c:pt>
                <c:pt idx="3068">
                  <c:v>664.52286911452256</c:v>
                </c:pt>
                <c:pt idx="3069">
                  <c:v>664.52286911452256</c:v>
                </c:pt>
                <c:pt idx="3070">
                  <c:v>659.76116958086527</c:v>
                </c:pt>
                <c:pt idx="3071">
                  <c:v>659.76116958086527</c:v>
                </c:pt>
                <c:pt idx="3072">
                  <c:v>655.05337814979612</c:v>
                </c:pt>
                <c:pt idx="3073">
                  <c:v>655.05337814979612</c:v>
                </c:pt>
                <c:pt idx="3074">
                  <c:v>651.30180860246799</c:v>
                </c:pt>
                <c:pt idx="3075">
                  <c:v>651.30180860246799</c:v>
                </c:pt>
                <c:pt idx="3076">
                  <c:v>647.4257463238273</c:v>
                </c:pt>
                <c:pt idx="3077">
                  <c:v>647.4257463238273</c:v>
                </c:pt>
                <c:pt idx="3078">
                  <c:v>643.12039440948456</c:v>
                </c:pt>
                <c:pt idx="3079">
                  <c:v>643.12039440948456</c:v>
                </c:pt>
                <c:pt idx="3080">
                  <c:v>640.05460733969903</c:v>
                </c:pt>
                <c:pt idx="3081">
                  <c:v>640.05460733969903</c:v>
                </c:pt>
                <c:pt idx="3082">
                  <c:v>636.61271045729245</c:v>
                </c:pt>
                <c:pt idx="3083">
                  <c:v>636.61271045729245</c:v>
                </c:pt>
                <c:pt idx="3084">
                  <c:v>632.52222507695933</c:v>
                </c:pt>
                <c:pt idx="3085">
                  <c:v>632.52222507695933</c:v>
                </c:pt>
                <c:pt idx="3086">
                  <c:v>629.72376287595887</c:v>
                </c:pt>
                <c:pt idx="3087">
                  <c:v>629.72376287595887</c:v>
                </c:pt>
                <c:pt idx="3088">
                  <c:v>625.41715890597766</c:v>
                </c:pt>
                <c:pt idx="3089">
                  <c:v>625.41715890597766</c:v>
                </c:pt>
                <c:pt idx="3090">
                  <c:v>622.15357200267533</c:v>
                </c:pt>
                <c:pt idx="3091">
                  <c:v>622.15357200267533</c:v>
                </c:pt>
                <c:pt idx="3092">
                  <c:v>618.80389620195797</c:v>
                </c:pt>
                <c:pt idx="3093">
                  <c:v>618.80389620195797</c:v>
                </c:pt>
                <c:pt idx="3094">
                  <c:v>614.65886052358928</c:v>
                </c:pt>
                <c:pt idx="3095">
                  <c:v>614.65886052358928</c:v>
                </c:pt>
                <c:pt idx="3096">
                  <c:v>609.52654225523338</c:v>
                </c:pt>
                <c:pt idx="3097">
                  <c:v>609.52654225523338</c:v>
                </c:pt>
                <c:pt idx="3098">
                  <c:v>604.47167982556141</c:v>
                </c:pt>
                <c:pt idx="3099">
                  <c:v>604.47167982556141</c:v>
                </c:pt>
                <c:pt idx="3100">
                  <c:v>601.79224223302356</c:v>
                </c:pt>
                <c:pt idx="3101">
                  <c:v>601.79224223302356</c:v>
                </c:pt>
                <c:pt idx="3102">
                  <c:v>598.20851461419579</c:v>
                </c:pt>
                <c:pt idx="3103">
                  <c:v>598.20851461419579</c:v>
                </c:pt>
                <c:pt idx="3104">
                  <c:v>594.9723589241446</c:v>
                </c:pt>
                <c:pt idx="3105">
                  <c:v>594.9723589241446</c:v>
                </c:pt>
                <c:pt idx="3106">
                  <c:v>591.46207062274379</c:v>
                </c:pt>
                <c:pt idx="3107">
                  <c:v>591.46207062274379</c:v>
                </c:pt>
                <c:pt idx="3108">
                  <c:v>588.76432295686516</c:v>
                </c:pt>
                <c:pt idx="3109">
                  <c:v>588.76432295686516</c:v>
                </c:pt>
                <c:pt idx="3110">
                  <c:v>584.77030637512451</c:v>
                </c:pt>
                <c:pt idx="3111">
                  <c:v>584.77030637512451</c:v>
                </c:pt>
                <c:pt idx="3112">
                  <c:v>580.86658637940616</c:v>
                </c:pt>
                <c:pt idx="3113">
                  <c:v>580.86658637940616</c:v>
                </c:pt>
                <c:pt idx="3114">
                  <c:v>577.46748410356031</c:v>
                </c:pt>
                <c:pt idx="3115">
                  <c:v>577.46748410356031</c:v>
                </c:pt>
                <c:pt idx="3116">
                  <c:v>574.09176617316018</c:v>
                </c:pt>
                <c:pt idx="3117">
                  <c:v>574.09176617316018</c:v>
                </c:pt>
                <c:pt idx="3118">
                  <c:v>570.82993946206773</c:v>
                </c:pt>
                <c:pt idx="3119">
                  <c:v>570.82993946206773</c:v>
                </c:pt>
                <c:pt idx="3120">
                  <c:v>567.22581741876104</c:v>
                </c:pt>
                <c:pt idx="3121">
                  <c:v>567.22581741876104</c:v>
                </c:pt>
                <c:pt idx="3122">
                  <c:v>563.52894533995425</c:v>
                </c:pt>
                <c:pt idx="3123">
                  <c:v>563.52894533995425</c:v>
                </c:pt>
                <c:pt idx="3124">
                  <c:v>560.73181008276788</c:v>
                </c:pt>
                <c:pt idx="3125">
                  <c:v>560.73181008276788</c:v>
                </c:pt>
                <c:pt idx="3126">
                  <c:v>557.49087299770963</c:v>
                </c:pt>
                <c:pt idx="3127">
                  <c:v>557.49087299770963</c:v>
                </c:pt>
                <c:pt idx="3128">
                  <c:v>552.54076721943147</c:v>
                </c:pt>
                <c:pt idx="3129">
                  <c:v>552.54076721943147</c:v>
                </c:pt>
                <c:pt idx="3130">
                  <c:v>548.82796432230464</c:v>
                </c:pt>
                <c:pt idx="3131">
                  <c:v>548.82796432230464</c:v>
                </c:pt>
                <c:pt idx="3132">
                  <c:v>545.70676953659927</c:v>
                </c:pt>
                <c:pt idx="3133">
                  <c:v>545.70676953659927</c:v>
                </c:pt>
                <c:pt idx="3134">
                  <c:v>542.68808587285923</c:v>
                </c:pt>
                <c:pt idx="3135">
                  <c:v>542.68808587285923</c:v>
                </c:pt>
                <c:pt idx="3136">
                  <c:v>538.82538118675734</c:v>
                </c:pt>
                <c:pt idx="3137">
                  <c:v>538.82538118675734</c:v>
                </c:pt>
                <c:pt idx="3138">
                  <c:v>536.24702116837386</c:v>
                </c:pt>
                <c:pt idx="3139">
                  <c:v>536.24702116837386</c:v>
                </c:pt>
                <c:pt idx="3140">
                  <c:v>532.8122846187789</c:v>
                </c:pt>
                <c:pt idx="3141">
                  <c:v>532.8122846187789</c:v>
                </c:pt>
                <c:pt idx="3142">
                  <c:v>529.6930141935527</c:v>
                </c:pt>
                <c:pt idx="3143">
                  <c:v>529.6930141935527</c:v>
                </c:pt>
                <c:pt idx="3144">
                  <c:v>524.95213709612199</c:v>
                </c:pt>
                <c:pt idx="3145">
                  <c:v>524.95213709612199</c:v>
                </c:pt>
                <c:pt idx="3146">
                  <c:v>522.46140787120999</c:v>
                </c:pt>
                <c:pt idx="3147">
                  <c:v>522.46140787120999</c:v>
                </c:pt>
                <c:pt idx="3148">
                  <c:v>519.56454424725985</c:v>
                </c:pt>
                <c:pt idx="3149">
                  <c:v>519.56454424725985</c:v>
                </c:pt>
                <c:pt idx="3150">
                  <c:v>517.7241918994132</c:v>
                </c:pt>
                <c:pt idx="3151">
                  <c:v>517.7241918994132</c:v>
                </c:pt>
                <c:pt idx="3152">
                  <c:v>515.06701968821562</c:v>
                </c:pt>
                <c:pt idx="3153">
                  <c:v>515.06701968821562</c:v>
                </c:pt>
                <c:pt idx="3154">
                  <c:v>510.87308487290255</c:v>
                </c:pt>
                <c:pt idx="3155">
                  <c:v>510.87308487290255</c:v>
                </c:pt>
                <c:pt idx="3156">
                  <c:v>507.69628472250719</c:v>
                </c:pt>
                <c:pt idx="3157">
                  <c:v>507.69628472250719</c:v>
                </c:pt>
                <c:pt idx="3158">
                  <c:v>504.00356620255167</c:v>
                </c:pt>
                <c:pt idx="3159">
                  <c:v>504.00356620255167</c:v>
                </c:pt>
                <c:pt idx="3160">
                  <c:v>500.78227420002327</c:v>
                </c:pt>
                <c:pt idx="3161">
                  <c:v>500.78227420002327</c:v>
                </c:pt>
                <c:pt idx="3162">
                  <c:v>496.99072792242333</c:v>
                </c:pt>
                <c:pt idx="3163">
                  <c:v>496.99072792242333</c:v>
                </c:pt>
                <c:pt idx="3164">
                  <c:v>493.6838851273701</c:v>
                </c:pt>
                <c:pt idx="3165">
                  <c:v>493.6838851273701</c:v>
                </c:pt>
                <c:pt idx="3166">
                  <c:v>490.07027155856088</c:v>
                </c:pt>
                <c:pt idx="3167">
                  <c:v>490.07027155856088</c:v>
                </c:pt>
                <c:pt idx="3168">
                  <c:v>486.93646970237421</c:v>
                </c:pt>
                <c:pt idx="3169">
                  <c:v>486.93646970237421</c:v>
                </c:pt>
                <c:pt idx="3170">
                  <c:v>484.8356909507566</c:v>
                </c:pt>
                <c:pt idx="3171">
                  <c:v>484.8356909507566</c:v>
                </c:pt>
                <c:pt idx="3172">
                  <c:v>481.66833035580157</c:v>
                </c:pt>
                <c:pt idx="3173">
                  <c:v>481.66833035580157</c:v>
                </c:pt>
                <c:pt idx="3174">
                  <c:v>479.58845317828718</c:v>
                </c:pt>
                <c:pt idx="3175">
                  <c:v>479.58845317828718</c:v>
                </c:pt>
                <c:pt idx="3176">
                  <c:v>477.24492659846686</c:v>
                </c:pt>
                <c:pt idx="3177">
                  <c:v>477.24492659846686</c:v>
                </c:pt>
                <c:pt idx="3178">
                  <c:v>474.86666589313518</c:v>
                </c:pt>
                <c:pt idx="3179">
                  <c:v>474.86666589313518</c:v>
                </c:pt>
                <c:pt idx="3180">
                  <c:v>472.52551767382101</c:v>
                </c:pt>
                <c:pt idx="3181">
                  <c:v>472.52551767382101</c:v>
                </c:pt>
                <c:pt idx="3182">
                  <c:v>468.67195284611267</c:v>
                </c:pt>
                <c:pt idx="3183">
                  <c:v>468.67195284611267</c:v>
                </c:pt>
                <c:pt idx="3184">
                  <c:v>465.88173307306619</c:v>
                </c:pt>
                <c:pt idx="3185">
                  <c:v>465.88173307306619</c:v>
                </c:pt>
                <c:pt idx="3186">
                  <c:v>462.48040993089859</c:v>
                </c:pt>
                <c:pt idx="3187">
                  <c:v>462.48040993089859</c:v>
                </c:pt>
                <c:pt idx="3188">
                  <c:v>459.81834742139699</c:v>
                </c:pt>
                <c:pt idx="3189">
                  <c:v>459.81834742139699</c:v>
                </c:pt>
                <c:pt idx="3190">
                  <c:v>457.0894899308563</c:v>
                </c:pt>
                <c:pt idx="3191">
                  <c:v>457.0894899308563</c:v>
                </c:pt>
                <c:pt idx="3192">
                  <c:v>454.41798837156171</c:v>
                </c:pt>
                <c:pt idx="3193">
                  <c:v>454.41798837156171</c:v>
                </c:pt>
                <c:pt idx="3194">
                  <c:v>450.99217538745239</c:v>
                </c:pt>
                <c:pt idx="3195">
                  <c:v>450.99217538745239</c:v>
                </c:pt>
                <c:pt idx="3196">
                  <c:v>447.84508315913496</c:v>
                </c:pt>
                <c:pt idx="3197">
                  <c:v>447.84508315913496</c:v>
                </c:pt>
                <c:pt idx="3198">
                  <c:v>444.91935855986958</c:v>
                </c:pt>
                <c:pt idx="3199">
                  <c:v>444.91935855986958</c:v>
                </c:pt>
                <c:pt idx="3200">
                  <c:v>443.09036954016489</c:v>
                </c:pt>
                <c:pt idx="3201">
                  <c:v>443.09036954016489</c:v>
                </c:pt>
                <c:pt idx="3202">
                  <c:v>439.13077246847092</c:v>
                </c:pt>
                <c:pt idx="3203">
                  <c:v>439.13077246847092</c:v>
                </c:pt>
                <c:pt idx="3204">
                  <c:v>436.65688080725528</c:v>
                </c:pt>
                <c:pt idx="3205">
                  <c:v>436.65688080725528</c:v>
                </c:pt>
                <c:pt idx="3206">
                  <c:v>433.60889162575296</c:v>
                </c:pt>
                <c:pt idx="3207">
                  <c:v>433.60889162575296</c:v>
                </c:pt>
                <c:pt idx="3208">
                  <c:v>430.93334087305288</c:v>
                </c:pt>
                <c:pt idx="3209">
                  <c:v>430.93334087305288</c:v>
                </c:pt>
                <c:pt idx="3210">
                  <c:v>428.50786181654416</c:v>
                </c:pt>
                <c:pt idx="3211">
                  <c:v>428.50786181654416</c:v>
                </c:pt>
                <c:pt idx="3212">
                  <c:v>426.34236027361339</c:v>
                </c:pt>
                <c:pt idx="3213">
                  <c:v>426.34236027361339</c:v>
                </c:pt>
                <c:pt idx="3214">
                  <c:v>423.68729234799571</c:v>
                </c:pt>
                <c:pt idx="3215">
                  <c:v>423.68729234799571</c:v>
                </c:pt>
                <c:pt idx="3216">
                  <c:v>421.658446138145</c:v>
                </c:pt>
                <c:pt idx="3217">
                  <c:v>421.658446138145</c:v>
                </c:pt>
                <c:pt idx="3218">
                  <c:v>419.97093693807562</c:v>
                </c:pt>
                <c:pt idx="3219">
                  <c:v>419.97093693807562</c:v>
                </c:pt>
                <c:pt idx="3220">
                  <c:v>417.1735041662763</c:v>
                </c:pt>
                <c:pt idx="3221">
                  <c:v>417.1735041662763</c:v>
                </c:pt>
                <c:pt idx="3222">
                  <c:v>413.85232849800218</c:v>
                </c:pt>
                <c:pt idx="3223">
                  <c:v>413.85232849800218</c:v>
                </c:pt>
                <c:pt idx="3224">
                  <c:v>412.08487190040165</c:v>
                </c:pt>
                <c:pt idx="3225">
                  <c:v>412.08487190040165</c:v>
                </c:pt>
                <c:pt idx="3226">
                  <c:v>409.19845231162407</c:v>
                </c:pt>
                <c:pt idx="3227">
                  <c:v>409.19845231162407</c:v>
                </c:pt>
                <c:pt idx="3228">
                  <c:v>406.86582002377457</c:v>
                </c:pt>
                <c:pt idx="3229">
                  <c:v>406.86582002377457</c:v>
                </c:pt>
                <c:pt idx="3230">
                  <c:v>404.25656154598977</c:v>
                </c:pt>
                <c:pt idx="3231">
                  <c:v>404.25656154598977</c:v>
                </c:pt>
                <c:pt idx="3232">
                  <c:v>401.37758649945209</c:v>
                </c:pt>
                <c:pt idx="3233">
                  <c:v>401.37758649945209</c:v>
                </c:pt>
                <c:pt idx="3234">
                  <c:v>398.2774558017453</c:v>
                </c:pt>
                <c:pt idx="3235">
                  <c:v>398.2774558017453</c:v>
                </c:pt>
                <c:pt idx="3236">
                  <c:v>395.37608855049655</c:v>
                </c:pt>
                <c:pt idx="3237">
                  <c:v>395.37608855049655</c:v>
                </c:pt>
                <c:pt idx="3238">
                  <c:v>393.34420419030806</c:v>
                </c:pt>
                <c:pt idx="3239">
                  <c:v>393.34420419030806</c:v>
                </c:pt>
                <c:pt idx="3240">
                  <c:v>391.43278193700638</c:v>
                </c:pt>
                <c:pt idx="3241">
                  <c:v>391.43278193700638</c:v>
                </c:pt>
                <c:pt idx="3242">
                  <c:v>388.53429912119577</c:v>
                </c:pt>
                <c:pt idx="3243">
                  <c:v>388.53429912119577</c:v>
                </c:pt>
                <c:pt idx="3244">
                  <c:v>386.04386917278265</c:v>
                </c:pt>
                <c:pt idx="3245">
                  <c:v>386.04386917278265</c:v>
                </c:pt>
                <c:pt idx="3246">
                  <c:v>383.360502041242</c:v>
                </c:pt>
                <c:pt idx="3247">
                  <c:v>383.360502041242</c:v>
                </c:pt>
                <c:pt idx="3248">
                  <c:v>381.16311236582374</c:v>
                </c:pt>
                <c:pt idx="3249">
                  <c:v>381.16311236582374</c:v>
                </c:pt>
                <c:pt idx="3250">
                  <c:v>379.02554316022542</c:v>
                </c:pt>
                <c:pt idx="3251">
                  <c:v>379.02554316022542</c:v>
                </c:pt>
                <c:pt idx="3252">
                  <c:v>377.08859784254378</c:v>
                </c:pt>
                <c:pt idx="3253">
                  <c:v>377.08859784254378</c:v>
                </c:pt>
                <c:pt idx="3254">
                  <c:v>374.92375557201217</c:v>
                </c:pt>
                <c:pt idx="3255">
                  <c:v>374.92375557201217</c:v>
                </c:pt>
                <c:pt idx="3256">
                  <c:v>372.82419543775251</c:v>
                </c:pt>
                <c:pt idx="3257">
                  <c:v>372.82419543775251</c:v>
                </c:pt>
                <c:pt idx="3258">
                  <c:v>371.08386794646702</c:v>
                </c:pt>
                <c:pt idx="3259">
                  <c:v>371.08386794646702</c:v>
                </c:pt>
                <c:pt idx="3260">
                  <c:v>368.9929319221888</c:v>
                </c:pt>
                <c:pt idx="3261">
                  <c:v>368.9929319221888</c:v>
                </c:pt>
                <c:pt idx="3262">
                  <c:v>366.7983762469658</c:v>
                </c:pt>
                <c:pt idx="3263">
                  <c:v>366.7983762469658</c:v>
                </c:pt>
                <c:pt idx="3264">
                  <c:v>363.44000378279242</c:v>
                </c:pt>
                <c:pt idx="3265">
                  <c:v>363.44000378279242</c:v>
                </c:pt>
                <c:pt idx="3266">
                  <c:v>360.90260421782148</c:v>
                </c:pt>
                <c:pt idx="3267">
                  <c:v>360.90260421782148</c:v>
                </c:pt>
                <c:pt idx="3268">
                  <c:v>358.41889606758542</c:v>
                </c:pt>
                <c:pt idx="3269">
                  <c:v>358.41889606758542</c:v>
                </c:pt>
                <c:pt idx="3270">
                  <c:v>357.02215539628247</c:v>
                </c:pt>
                <c:pt idx="3271">
                  <c:v>357.02215539628247</c:v>
                </c:pt>
                <c:pt idx="3272">
                  <c:v>355.30781427758319</c:v>
                </c:pt>
                <c:pt idx="3273">
                  <c:v>355.30781427758319</c:v>
                </c:pt>
                <c:pt idx="3274">
                  <c:v>353.16364009621611</c:v>
                </c:pt>
                <c:pt idx="3275">
                  <c:v>353.16364009621611</c:v>
                </c:pt>
                <c:pt idx="3276">
                  <c:v>350.69937388922</c:v>
                </c:pt>
                <c:pt idx="3277">
                  <c:v>350.69937388922</c:v>
                </c:pt>
                <c:pt idx="3278">
                  <c:v>348.76786759949738</c:v>
                </c:pt>
                <c:pt idx="3279">
                  <c:v>348.76786759949738</c:v>
                </c:pt>
                <c:pt idx="3280">
                  <c:v>345.48745626498641</c:v>
                </c:pt>
                <c:pt idx="3281">
                  <c:v>345.48745626498641</c:v>
                </c:pt>
                <c:pt idx="3282">
                  <c:v>343.94935146453213</c:v>
                </c:pt>
                <c:pt idx="3283">
                  <c:v>343.94935146453213</c:v>
                </c:pt>
                <c:pt idx="3284">
                  <c:v>341.87868818624338</c:v>
                </c:pt>
                <c:pt idx="3285">
                  <c:v>341.87868818624338</c:v>
                </c:pt>
                <c:pt idx="3286">
                  <c:v>340.34143258577495</c:v>
                </c:pt>
                <c:pt idx="3287">
                  <c:v>340.34143258577495</c:v>
                </c:pt>
                <c:pt idx="3288">
                  <c:v>337.87007447839591</c:v>
                </c:pt>
                <c:pt idx="3289">
                  <c:v>337.87007447839591</c:v>
                </c:pt>
                <c:pt idx="3290">
                  <c:v>335.51764255320967</c:v>
                </c:pt>
                <c:pt idx="3291">
                  <c:v>335.51764255320967</c:v>
                </c:pt>
                <c:pt idx="3292">
                  <c:v>333.44684508069878</c:v>
                </c:pt>
                <c:pt idx="3293">
                  <c:v>333.44684508069878</c:v>
                </c:pt>
                <c:pt idx="3294">
                  <c:v>331.67681623430758</c:v>
                </c:pt>
                <c:pt idx="3295">
                  <c:v>331.67681623430758</c:v>
                </c:pt>
                <c:pt idx="3296">
                  <c:v>330.06862866500057</c:v>
                </c:pt>
                <c:pt idx="3297">
                  <c:v>330.06862866500057</c:v>
                </c:pt>
                <c:pt idx="3298">
                  <c:v>328.36410923263617</c:v>
                </c:pt>
                <c:pt idx="3299">
                  <c:v>328.36410923263617</c:v>
                </c:pt>
                <c:pt idx="3300">
                  <c:v>326.52546705564566</c:v>
                </c:pt>
                <c:pt idx="3301">
                  <c:v>326.52546705564566</c:v>
                </c:pt>
                <c:pt idx="3302">
                  <c:v>324.16923003987927</c:v>
                </c:pt>
                <c:pt idx="3303">
                  <c:v>324.16923003987927</c:v>
                </c:pt>
                <c:pt idx="3304">
                  <c:v>322.2881771661585</c:v>
                </c:pt>
                <c:pt idx="3305">
                  <c:v>322.2881771661585</c:v>
                </c:pt>
                <c:pt idx="3306">
                  <c:v>320.16458435649076</c:v>
                </c:pt>
                <c:pt idx="3307">
                  <c:v>320.16458435649076</c:v>
                </c:pt>
                <c:pt idx="3308">
                  <c:v>317.99289063910231</c:v>
                </c:pt>
                <c:pt idx="3309">
                  <c:v>317.99289063910231</c:v>
                </c:pt>
                <c:pt idx="3310">
                  <c:v>314.97823484743293</c:v>
                </c:pt>
                <c:pt idx="3311">
                  <c:v>314.97823484743293</c:v>
                </c:pt>
                <c:pt idx="3312">
                  <c:v>312.61919374132674</c:v>
                </c:pt>
                <c:pt idx="3313">
                  <c:v>312.61919374132674</c:v>
                </c:pt>
                <c:pt idx="3314">
                  <c:v>310.81310656005269</c:v>
                </c:pt>
                <c:pt idx="3315">
                  <c:v>310.81310656005269</c:v>
                </c:pt>
                <c:pt idx="3316">
                  <c:v>309.19323615143742</c:v>
                </c:pt>
                <c:pt idx="3317">
                  <c:v>309.19323615143742</c:v>
                </c:pt>
                <c:pt idx="3318">
                  <c:v>307.1577314916841</c:v>
                </c:pt>
                <c:pt idx="3319">
                  <c:v>307.1577314916841</c:v>
                </c:pt>
                <c:pt idx="3320">
                  <c:v>305.49071300639702</c:v>
                </c:pt>
                <c:pt idx="3321">
                  <c:v>305.49071300639702</c:v>
                </c:pt>
                <c:pt idx="3322">
                  <c:v>303.32413917970689</c:v>
                </c:pt>
                <c:pt idx="3323">
                  <c:v>303.32413917970689</c:v>
                </c:pt>
                <c:pt idx="3324">
                  <c:v>300.91930927601942</c:v>
                </c:pt>
                <c:pt idx="3325">
                  <c:v>300.91930927601942</c:v>
                </c:pt>
                <c:pt idx="3326">
                  <c:v>298.71304305044515</c:v>
                </c:pt>
                <c:pt idx="3327">
                  <c:v>298.71304305044515</c:v>
                </c:pt>
                <c:pt idx="3328">
                  <c:v>297.09864004836891</c:v>
                </c:pt>
                <c:pt idx="3329">
                  <c:v>297.09864004836891</c:v>
                </c:pt>
                <c:pt idx="3330">
                  <c:v>295.31704570317362</c:v>
                </c:pt>
                <c:pt idx="3331">
                  <c:v>295.31704570317362</c:v>
                </c:pt>
                <c:pt idx="3332">
                  <c:v>293.5175914932247</c:v>
                </c:pt>
                <c:pt idx="3333">
                  <c:v>293.5175914932247</c:v>
                </c:pt>
                <c:pt idx="3334">
                  <c:v>292.02425681786997</c:v>
                </c:pt>
                <c:pt idx="3335">
                  <c:v>292.02425681786997</c:v>
                </c:pt>
                <c:pt idx="3336">
                  <c:v>290.23639229728991</c:v>
                </c:pt>
                <c:pt idx="3337">
                  <c:v>290.23639229728991</c:v>
                </c:pt>
                <c:pt idx="3338">
                  <c:v>289.04857054553543</c:v>
                </c:pt>
                <c:pt idx="3339">
                  <c:v>289.04857054553543</c:v>
                </c:pt>
                <c:pt idx="3340">
                  <c:v>287.21203645174506</c:v>
                </c:pt>
                <c:pt idx="3341">
                  <c:v>287.21203645174506</c:v>
                </c:pt>
                <c:pt idx="3342">
                  <c:v>284.63376844262018</c:v>
                </c:pt>
                <c:pt idx="3343">
                  <c:v>284.63376844262018</c:v>
                </c:pt>
                <c:pt idx="3344">
                  <c:v>283.17474671646238</c:v>
                </c:pt>
                <c:pt idx="3345">
                  <c:v>283.17474671646238</c:v>
                </c:pt>
                <c:pt idx="3346">
                  <c:v>281.40681436260496</c:v>
                </c:pt>
                <c:pt idx="3347">
                  <c:v>281.40681436260496</c:v>
                </c:pt>
                <c:pt idx="3348">
                  <c:v>279.86818535341138</c:v>
                </c:pt>
                <c:pt idx="3349">
                  <c:v>279.86818535341138</c:v>
                </c:pt>
                <c:pt idx="3350">
                  <c:v>277.88856531486942</c:v>
                </c:pt>
                <c:pt idx="3351">
                  <c:v>277.88856531486942</c:v>
                </c:pt>
                <c:pt idx="3352">
                  <c:v>275.90535463300881</c:v>
                </c:pt>
                <c:pt idx="3353">
                  <c:v>275.90535463300881</c:v>
                </c:pt>
                <c:pt idx="3354">
                  <c:v>274.31959496653246</c:v>
                </c:pt>
                <c:pt idx="3355">
                  <c:v>274.31959496653246</c:v>
                </c:pt>
                <c:pt idx="3356">
                  <c:v>272.84938398283668</c:v>
                </c:pt>
                <c:pt idx="3357">
                  <c:v>272.84938398283668</c:v>
                </c:pt>
                <c:pt idx="3358">
                  <c:v>271.04667253371917</c:v>
                </c:pt>
                <c:pt idx="3359">
                  <c:v>271.04667253371917</c:v>
                </c:pt>
                <c:pt idx="3360">
                  <c:v>269.05296536047706</c:v>
                </c:pt>
                <c:pt idx="3361">
                  <c:v>269.05296536047706</c:v>
                </c:pt>
                <c:pt idx="3362">
                  <c:v>267.58392073038715</c:v>
                </c:pt>
                <c:pt idx="3363">
                  <c:v>267.58392073038715</c:v>
                </c:pt>
                <c:pt idx="3364">
                  <c:v>265.94376082364744</c:v>
                </c:pt>
                <c:pt idx="3365">
                  <c:v>265.94376082364744</c:v>
                </c:pt>
                <c:pt idx="3366">
                  <c:v>264.23906950209698</c:v>
                </c:pt>
                <c:pt idx="3367">
                  <c:v>264.23906950209698</c:v>
                </c:pt>
                <c:pt idx="3368">
                  <c:v>262.64620789723017</c:v>
                </c:pt>
                <c:pt idx="3369">
                  <c:v>262.64620789723017</c:v>
                </c:pt>
                <c:pt idx="3370">
                  <c:v>261.30667954099863</c:v>
                </c:pt>
                <c:pt idx="3371">
                  <c:v>261.30667954099863</c:v>
                </c:pt>
                <c:pt idx="3372">
                  <c:v>259.85510103658333</c:v>
                </c:pt>
                <c:pt idx="3373">
                  <c:v>259.85510103658333</c:v>
                </c:pt>
                <c:pt idx="3374">
                  <c:v>257.80606419490772</c:v>
                </c:pt>
                <c:pt idx="3375">
                  <c:v>257.80606419490772</c:v>
                </c:pt>
                <c:pt idx="3376">
                  <c:v>256.2878656437972</c:v>
                </c:pt>
                <c:pt idx="3377">
                  <c:v>256.2878656437972</c:v>
                </c:pt>
                <c:pt idx="3378">
                  <c:v>254.59635470513345</c:v>
                </c:pt>
                <c:pt idx="3379">
                  <c:v>254.59635470513345</c:v>
                </c:pt>
                <c:pt idx="3380">
                  <c:v>253.13715672700863</c:v>
                </c:pt>
                <c:pt idx="3381">
                  <c:v>253.13715672700863</c:v>
                </c:pt>
                <c:pt idx="3382">
                  <c:v>251.75450244570129</c:v>
                </c:pt>
                <c:pt idx="3383">
                  <c:v>251.75450244570129</c:v>
                </c:pt>
                <c:pt idx="3384">
                  <c:v>250.33543969203595</c:v>
                </c:pt>
                <c:pt idx="3385">
                  <c:v>250.33543969203595</c:v>
                </c:pt>
                <c:pt idx="3386">
                  <c:v>248.21206595527673</c:v>
                </c:pt>
                <c:pt idx="3387">
                  <c:v>248.21206595527673</c:v>
                </c:pt>
                <c:pt idx="3388">
                  <c:v>246.71151297529255</c:v>
                </c:pt>
                <c:pt idx="3389">
                  <c:v>246.71151297529255</c:v>
                </c:pt>
                <c:pt idx="3390">
                  <c:v>245.32375411083805</c:v>
                </c:pt>
                <c:pt idx="3391">
                  <c:v>245.32375411083805</c:v>
                </c:pt>
                <c:pt idx="3392">
                  <c:v>243.80902914727619</c:v>
                </c:pt>
                <c:pt idx="3393">
                  <c:v>243.80902914727619</c:v>
                </c:pt>
                <c:pt idx="3394">
                  <c:v>241.69525088201928</c:v>
                </c:pt>
                <c:pt idx="3395">
                  <c:v>241.69525088201928</c:v>
                </c:pt>
                <c:pt idx="3396">
                  <c:v>240.03160058836403</c:v>
                </c:pt>
                <c:pt idx="3397">
                  <c:v>240.03160058836403</c:v>
                </c:pt>
                <c:pt idx="3398">
                  <c:v>238.67302859740309</c:v>
                </c:pt>
                <c:pt idx="3399">
                  <c:v>238.67302859740309</c:v>
                </c:pt>
                <c:pt idx="3400">
                  <c:v>236.80768909487924</c:v>
                </c:pt>
                <c:pt idx="3401">
                  <c:v>236.80768909487924</c:v>
                </c:pt>
                <c:pt idx="3402">
                  <c:v>235.30249140956639</c:v>
                </c:pt>
                <c:pt idx="3403">
                  <c:v>235.30249140956639</c:v>
                </c:pt>
                <c:pt idx="3404">
                  <c:v>234.0522043583118</c:v>
                </c:pt>
                <c:pt idx="3405">
                  <c:v>234.0522043583118</c:v>
                </c:pt>
                <c:pt idx="3406">
                  <c:v>232.56925323321019</c:v>
                </c:pt>
                <c:pt idx="3407">
                  <c:v>232.56925323321019</c:v>
                </c:pt>
                <c:pt idx="3408">
                  <c:v>230.77873594680199</c:v>
                </c:pt>
                <c:pt idx="3409">
                  <c:v>230.77873594680199</c:v>
                </c:pt>
                <c:pt idx="3410">
                  <c:v>229.7014312027695</c:v>
                </c:pt>
                <c:pt idx="3411">
                  <c:v>229.7014312027695</c:v>
                </c:pt>
                <c:pt idx="3412">
                  <c:v>227.94431967953321</c:v>
                </c:pt>
                <c:pt idx="3413">
                  <c:v>227.94431967953321</c:v>
                </c:pt>
                <c:pt idx="3414">
                  <c:v>226.66211631296369</c:v>
                </c:pt>
                <c:pt idx="3415">
                  <c:v>226.66211631296369</c:v>
                </c:pt>
                <c:pt idx="3416">
                  <c:v>225.2019425527277</c:v>
                </c:pt>
                <c:pt idx="3417">
                  <c:v>225.2019425527277</c:v>
                </c:pt>
                <c:pt idx="3418">
                  <c:v>223.26947940952101</c:v>
                </c:pt>
                <c:pt idx="3419">
                  <c:v>223.26947940952101</c:v>
                </c:pt>
                <c:pt idx="3420">
                  <c:v>221.83353064682575</c:v>
                </c:pt>
                <c:pt idx="3421">
                  <c:v>221.83353064682575</c:v>
                </c:pt>
                <c:pt idx="3422">
                  <c:v>220.37081504708647</c:v>
                </c:pt>
                <c:pt idx="3423">
                  <c:v>220.37081504708647</c:v>
                </c:pt>
                <c:pt idx="3424">
                  <c:v>218.87846897426351</c:v>
                </c:pt>
                <c:pt idx="3425">
                  <c:v>218.87846897426351</c:v>
                </c:pt>
                <c:pt idx="3426">
                  <c:v>217.80366787394999</c:v>
                </c:pt>
                <c:pt idx="3427">
                  <c:v>217.80366787394999</c:v>
                </c:pt>
                <c:pt idx="3428">
                  <c:v>216.08433013805461</c:v>
                </c:pt>
                <c:pt idx="3429">
                  <c:v>216.08433013805461</c:v>
                </c:pt>
                <c:pt idx="3430">
                  <c:v>214.50392490418216</c:v>
                </c:pt>
                <c:pt idx="3431">
                  <c:v>214.50392490418216</c:v>
                </c:pt>
                <c:pt idx="3432">
                  <c:v>213.11464700518047</c:v>
                </c:pt>
                <c:pt idx="3433">
                  <c:v>213.11464700518047</c:v>
                </c:pt>
                <c:pt idx="3434">
                  <c:v>211.74817013850176</c:v>
                </c:pt>
                <c:pt idx="3435">
                  <c:v>211.74817013850176</c:v>
                </c:pt>
                <c:pt idx="3436">
                  <c:v>210.50385156904613</c:v>
                </c:pt>
                <c:pt idx="3437">
                  <c:v>210.50385156904613</c:v>
                </c:pt>
                <c:pt idx="3438">
                  <c:v>209.31751531489044</c:v>
                </c:pt>
                <c:pt idx="3439">
                  <c:v>209.31751531489044</c:v>
                </c:pt>
                <c:pt idx="3440">
                  <c:v>208.04758823828564</c:v>
                </c:pt>
                <c:pt idx="3441">
                  <c:v>208.04758823828564</c:v>
                </c:pt>
                <c:pt idx="3442">
                  <c:v>206.83212077798808</c:v>
                </c:pt>
                <c:pt idx="3443">
                  <c:v>206.83212077798808</c:v>
                </c:pt>
                <c:pt idx="3444">
                  <c:v>205.38029095410496</c:v>
                </c:pt>
                <c:pt idx="3445">
                  <c:v>205.38029095410496</c:v>
                </c:pt>
                <c:pt idx="3446">
                  <c:v>204.09876685928768</c:v>
                </c:pt>
                <c:pt idx="3447">
                  <c:v>204.09876685928768</c:v>
                </c:pt>
                <c:pt idx="3448">
                  <c:v>202.73993179160121</c:v>
                </c:pt>
                <c:pt idx="3449">
                  <c:v>202.73993179160121</c:v>
                </c:pt>
                <c:pt idx="3450">
                  <c:v>201.25122218225337</c:v>
                </c:pt>
                <c:pt idx="3451">
                  <c:v>201.25122218225337</c:v>
                </c:pt>
                <c:pt idx="3452">
                  <c:v>199.87509736027744</c:v>
                </c:pt>
                <c:pt idx="3453">
                  <c:v>199.87509736027744</c:v>
                </c:pt>
                <c:pt idx="3454">
                  <c:v>198.49057463765607</c:v>
                </c:pt>
                <c:pt idx="3455">
                  <c:v>198.49057463765607</c:v>
                </c:pt>
                <c:pt idx="3456">
                  <c:v>197.34181935757977</c:v>
                </c:pt>
                <c:pt idx="3457">
                  <c:v>197.34181935757977</c:v>
                </c:pt>
                <c:pt idx="3458">
                  <c:v>196.40989954201331</c:v>
                </c:pt>
                <c:pt idx="3459">
                  <c:v>196.40989954201331</c:v>
                </c:pt>
                <c:pt idx="3460">
                  <c:v>195.094565442342</c:v>
                </c:pt>
                <c:pt idx="3461">
                  <c:v>195.094565442342</c:v>
                </c:pt>
                <c:pt idx="3462">
                  <c:v>194.04831749078213</c:v>
                </c:pt>
                <c:pt idx="3463">
                  <c:v>194.04831749078213</c:v>
                </c:pt>
                <c:pt idx="3464">
                  <c:v>192.96579109104815</c:v>
                </c:pt>
                <c:pt idx="3465">
                  <c:v>192.96579109104815</c:v>
                </c:pt>
                <c:pt idx="3466">
                  <c:v>191.30711174604255</c:v>
                </c:pt>
                <c:pt idx="3467">
                  <c:v>191.30711174604255</c:v>
                </c:pt>
                <c:pt idx="3468">
                  <c:v>190.29909288377769</c:v>
                </c:pt>
                <c:pt idx="3469">
                  <c:v>190.29909288377769</c:v>
                </c:pt>
                <c:pt idx="3470">
                  <c:v>188.58959889937535</c:v>
                </c:pt>
                <c:pt idx="3471">
                  <c:v>188.58959889937535</c:v>
                </c:pt>
                <c:pt idx="3472">
                  <c:v>187.54731256016419</c:v>
                </c:pt>
                <c:pt idx="3473">
                  <c:v>187.54731256016419</c:v>
                </c:pt>
                <c:pt idx="3474">
                  <c:v>186.52362364725104</c:v>
                </c:pt>
                <c:pt idx="3475">
                  <c:v>186.52362364725104</c:v>
                </c:pt>
                <c:pt idx="3476">
                  <c:v>185.30872915269543</c:v>
                </c:pt>
                <c:pt idx="3477">
                  <c:v>185.30872915269543</c:v>
                </c:pt>
                <c:pt idx="3478">
                  <c:v>184.43469655293728</c:v>
                </c:pt>
                <c:pt idx="3479">
                  <c:v>184.43469655293728</c:v>
                </c:pt>
                <c:pt idx="3480">
                  <c:v>183.13727776294297</c:v>
                </c:pt>
                <c:pt idx="3481">
                  <c:v>183.13727776294297</c:v>
                </c:pt>
                <c:pt idx="3482">
                  <c:v>181.55039249558064</c:v>
                </c:pt>
                <c:pt idx="3483">
                  <c:v>181.55039249558064</c:v>
                </c:pt>
                <c:pt idx="3484">
                  <c:v>180.23936267106777</c:v>
                </c:pt>
                <c:pt idx="3485">
                  <c:v>180.23936267106777</c:v>
                </c:pt>
                <c:pt idx="3486">
                  <c:v>179.25730386523145</c:v>
                </c:pt>
                <c:pt idx="3487">
                  <c:v>179.25730386523145</c:v>
                </c:pt>
                <c:pt idx="3488">
                  <c:v>178.13501874244798</c:v>
                </c:pt>
                <c:pt idx="3489">
                  <c:v>178.13501874244798</c:v>
                </c:pt>
                <c:pt idx="3490">
                  <c:v>177.25748560052193</c:v>
                </c:pt>
                <c:pt idx="3491">
                  <c:v>177.25748560052193</c:v>
                </c:pt>
                <c:pt idx="3492">
                  <c:v>175.8362099172123</c:v>
                </c:pt>
                <c:pt idx="3493">
                  <c:v>175.8362099172123</c:v>
                </c:pt>
                <c:pt idx="3494">
                  <c:v>175.11015038001645</c:v>
                </c:pt>
                <c:pt idx="3495">
                  <c:v>175.11015038001645</c:v>
                </c:pt>
                <c:pt idx="3496">
                  <c:v>173.70489369905275</c:v>
                </c:pt>
                <c:pt idx="3497">
                  <c:v>173.70489369905275</c:v>
                </c:pt>
                <c:pt idx="3498">
                  <c:v>172.46969123638627</c:v>
                </c:pt>
                <c:pt idx="3499">
                  <c:v>172.46969123638627</c:v>
                </c:pt>
                <c:pt idx="3500">
                  <c:v>171.25297096361942</c:v>
                </c:pt>
                <c:pt idx="3501">
                  <c:v>171.25297096361942</c:v>
                </c:pt>
                <c:pt idx="3502">
                  <c:v>170.2516650537442</c:v>
                </c:pt>
                <c:pt idx="3503">
                  <c:v>170.2516650537442</c:v>
                </c:pt>
                <c:pt idx="3504">
                  <c:v>169.21660148689026</c:v>
                </c:pt>
                <c:pt idx="3505">
                  <c:v>169.21660148689026</c:v>
                </c:pt>
                <c:pt idx="3506">
                  <c:v>168.15433784512319</c:v>
                </c:pt>
                <c:pt idx="3507">
                  <c:v>168.15433784512319</c:v>
                </c:pt>
                <c:pt idx="3508">
                  <c:v>167.16130312912898</c:v>
                </c:pt>
                <c:pt idx="3509">
                  <c:v>167.16130312912898</c:v>
                </c:pt>
                <c:pt idx="3510">
                  <c:v>166.11772290848808</c:v>
                </c:pt>
                <c:pt idx="3511">
                  <c:v>166.11772290848808</c:v>
                </c:pt>
                <c:pt idx="3512">
                  <c:v>164.99785071758845</c:v>
                </c:pt>
                <c:pt idx="3513">
                  <c:v>164.99785071758845</c:v>
                </c:pt>
                <c:pt idx="3514">
                  <c:v>164.02903761371229</c:v>
                </c:pt>
                <c:pt idx="3515">
                  <c:v>164.02903761371229</c:v>
                </c:pt>
                <c:pt idx="3516">
                  <c:v>162.87550353364048</c:v>
                </c:pt>
                <c:pt idx="3517">
                  <c:v>162.87550353364048</c:v>
                </c:pt>
                <c:pt idx="3518">
                  <c:v>161.70911552213403</c:v>
                </c:pt>
                <c:pt idx="3519">
                  <c:v>161.70911552213403</c:v>
                </c:pt>
                <c:pt idx="3520">
                  <c:v>160.72779897779927</c:v>
                </c:pt>
                <c:pt idx="3521">
                  <c:v>160.72779897779927</c:v>
                </c:pt>
                <c:pt idx="3522">
                  <c:v>159.62442622504207</c:v>
                </c:pt>
                <c:pt idx="3523">
                  <c:v>159.62442622504207</c:v>
                </c:pt>
                <c:pt idx="3524">
                  <c:v>158.5571185350766</c:v>
                </c:pt>
                <c:pt idx="3525">
                  <c:v>158.5571185350766</c:v>
                </c:pt>
                <c:pt idx="3526">
                  <c:v>157.51250836992335</c:v>
                </c:pt>
                <c:pt idx="3527">
                  <c:v>157.51250836992335</c:v>
                </c:pt>
                <c:pt idx="3528">
                  <c:v>156.65642212929345</c:v>
                </c:pt>
                <c:pt idx="3529">
                  <c:v>156.65642212929345</c:v>
                </c:pt>
                <c:pt idx="3530">
                  <c:v>155.77409014090915</c:v>
                </c:pt>
                <c:pt idx="3531">
                  <c:v>155.77409014090915</c:v>
                </c:pt>
                <c:pt idx="3532">
                  <c:v>154.80541362610603</c:v>
                </c:pt>
                <c:pt idx="3533">
                  <c:v>154.80541362610603</c:v>
                </c:pt>
                <c:pt idx="3534">
                  <c:v>153.75655219037361</c:v>
                </c:pt>
                <c:pt idx="3535">
                  <c:v>153.75655219037361</c:v>
                </c:pt>
                <c:pt idx="3536">
                  <c:v>152.63544048088613</c:v>
                </c:pt>
                <c:pt idx="3537">
                  <c:v>152.63544048088613</c:v>
                </c:pt>
                <c:pt idx="3538">
                  <c:v>151.46629660240222</c:v>
                </c:pt>
                <c:pt idx="3539">
                  <c:v>151.46629660240222</c:v>
                </c:pt>
                <c:pt idx="3540">
                  <c:v>150.80782655904162</c:v>
                </c:pt>
                <c:pt idx="3541">
                  <c:v>150.80782655904162</c:v>
                </c:pt>
                <c:pt idx="3542">
                  <c:v>149.88968464532203</c:v>
                </c:pt>
                <c:pt idx="3543">
                  <c:v>149.88968464532203</c:v>
                </c:pt>
                <c:pt idx="3544">
                  <c:v>149.01815492708118</c:v>
                </c:pt>
                <c:pt idx="3545">
                  <c:v>149.01815492708118</c:v>
                </c:pt>
                <c:pt idx="3546">
                  <c:v>148.10581168896562</c:v>
                </c:pt>
                <c:pt idx="3547">
                  <c:v>148.10581168896562</c:v>
                </c:pt>
                <c:pt idx="3548">
                  <c:v>147.1940848095341</c:v>
                </c:pt>
                <c:pt idx="3549">
                  <c:v>147.1940848095341</c:v>
                </c:pt>
                <c:pt idx="3550">
                  <c:v>146.41407981095162</c:v>
                </c:pt>
                <c:pt idx="3551">
                  <c:v>146.41407981095162</c:v>
                </c:pt>
                <c:pt idx="3552">
                  <c:v>145.41368319417649</c:v>
                </c:pt>
                <c:pt idx="3553">
                  <c:v>145.41368319417649</c:v>
                </c:pt>
                <c:pt idx="3554">
                  <c:v>144.55884496834477</c:v>
                </c:pt>
                <c:pt idx="3555">
                  <c:v>144.55884496834477</c:v>
                </c:pt>
                <c:pt idx="3556">
                  <c:v>143.62510862945837</c:v>
                </c:pt>
                <c:pt idx="3557">
                  <c:v>143.62510862945837</c:v>
                </c:pt>
                <c:pt idx="3558">
                  <c:v>142.83924252478153</c:v>
                </c:pt>
                <c:pt idx="3559">
                  <c:v>142.83924252478153</c:v>
                </c:pt>
                <c:pt idx="3560">
                  <c:v>141.94786828567749</c:v>
                </c:pt>
                <c:pt idx="3561">
                  <c:v>141.94786828567749</c:v>
                </c:pt>
                <c:pt idx="3562">
                  <c:v>140.97656958733111</c:v>
                </c:pt>
                <c:pt idx="3563">
                  <c:v>140.97656958733111</c:v>
                </c:pt>
                <c:pt idx="3564">
                  <c:v>140.15549957374705</c:v>
                </c:pt>
                <c:pt idx="3565">
                  <c:v>140.15549957374705</c:v>
                </c:pt>
                <c:pt idx="3566">
                  <c:v>139.25768095830293</c:v>
                </c:pt>
                <c:pt idx="3567">
                  <c:v>139.25768095830293</c:v>
                </c:pt>
                <c:pt idx="3568">
                  <c:v>138.38500744919571</c:v>
                </c:pt>
                <c:pt idx="3569">
                  <c:v>138.38500744919571</c:v>
                </c:pt>
                <c:pt idx="3570">
                  <c:v>137.43836349202056</c:v>
                </c:pt>
                <c:pt idx="3571">
                  <c:v>137.43836349202056</c:v>
                </c:pt>
                <c:pt idx="3572">
                  <c:v>136.75790255082086</c:v>
                </c:pt>
                <c:pt idx="3573">
                  <c:v>136.75790255082086</c:v>
                </c:pt>
                <c:pt idx="3574">
                  <c:v>136.09600393234842</c:v>
                </c:pt>
                <c:pt idx="3575">
                  <c:v>136.09600393234842</c:v>
                </c:pt>
                <c:pt idx="3576">
                  <c:v>135.1400398907806</c:v>
                </c:pt>
                <c:pt idx="3577">
                  <c:v>135.1400398907806</c:v>
                </c:pt>
                <c:pt idx="3578">
                  <c:v>134.27645096485094</c:v>
                </c:pt>
                <c:pt idx="3579">
                  <c:v>134.27645096485094</c:v>
                </c:pt>
                <c:pt idx="3580">
                  <c:v>133.32719012169895</c:v>
                </c:pt>
                <c:pt idx="3581">
                  <c:v>133.32719012169895</c:v>
                </c:pt>
                <c:pt idx="3582">
                  <c:v>132.36107085602956</c:v>
                </c:pt>
                <c:pt idx="3583">
                  <c:v>132.36107085602956</c:v>
                </c:pt>
                <c:pt idx="3584">
                  <c:v>131.58336642822894</c:v>
                </c:pt>
                <c:pt idx="3585">
                  <c:v>131.58336642822894</c:v>
                </c:pt>
                <c:pt idx="3586">
                  <c:v>130.86870199618119</c:v>
                </c:pt>
                <c:pt idx="3587">
                  <c:v>130.86870199618119</c:v>
                </c:pt>
                <c:pt idx="3588">
                  <c:v>129.94004973447809</c:v>
                </c:pt>
                <c:pt idx="3589">
                  <c:v>129.94004973447809</c:v>
                </c:pt>
                <c:pt idx="3590">
                  <c:v>128.97219847895678</c:v>
                </c:pt>
                <c:pt idx="3591">
                  <c:v>128.97219847895678</c:v>
                </c:pt>
                <c:pt idx="3592">
                  <c:v>128.00180873533901</c:v>
                </c:pt>
                <c:pt idx="3593">
                  <c:v>128.00180873533901</c:v>
                </c:pt>
                <c:pt idx="3594">
                  <c:v>127.52307922650478</c:v>
                </c:pt>
                <c:pt idx="3595">
                  <c:v>127.52307922650478</c:v>
                </c:pt>
                <c:pt idx="3596">
                  <c:v>126.70121483777096</c:v>
                </c:pt>
                <c:pt idx="3597">
                  <c:v>126.70121483777096</c:v>
                </c:pt>
                <c:pt idx="3598">
                  <c:v>125.79230982879126</c:v>
                </c:pt>
                <c:pt idx="3599">
                  <c:v>125.79230982879126</c:v>
                </c:pt>
                <c:pt idx="3600">
                  <c:v>124.71211084530658</c:v>
                </c:pt>
                <c:pt idx="3601">
                  <c:v>124.71211084530658</c:v>
                </c:pt>
                <c:pt idx="3602">
                  <c:v>124.03819700503702</c:v>
                </c:pt>
                <c:pt idx="3603">
                  <c:v>124.03819700503702</c:v>
                </c:pt>
                <c:pt idx="3604">
                  <c:v>123.4071114530214</c:v>
                </c:pt>
                <c:pt idx="3605">
                  <c:v>123.4071114530214</c:v>
                </c:pt>
                <c:pt idx="3606">
                  <c:v>122.63392175941198</c:v>
                </c:pt>
                <c:pt idx="3607">
                  <c:v>122.63392175941198</c:v>
                </c:pt>
                <c:pt idx="3608">
                  <c:v>121.83069866625048</c:v>
                </c:pt>
                <c:pt idx="3609">
                  <c:v>121.83069866625048</c:v>
                </c:pt>
                <c:pt idx="3610">
                  <c:v>121.04941009796281</c:v>
                </c:pt>
                <c:pt idx="3611">
                  <c:v>121.04941009796281</c:v>
                </c:pt>
                <c:pt idx="3612">
                  <c:v>120.21429212003486</c:v>
                </c:pt>
                <c:pt idx="3613">
                  <c:v>120.21429212003486</c:v>
                </c:pt>
                <c:pt idx="3614">
                  <c:v>119.58504392933629</c:v>
                </c:pt>
                <c:pt idx="3615">
                  <c:v>119.58504392933629</c:v>
                </c:pt>
                <c:pt idx="3616">
                  <c:v>118.81807930646006</c:v>
                </c:pt>
                <c:pt idx="3617">
                  <c:v>118.81807930646006</c:v>
                </c:pt>
                <c:pt idx="3618">
                  <c:v>118.13827940966908</c:v>
                </c:pt>
                <c:pt idx="3619">
                  <c:v>118.13827940966908</c:v>
                </c:pt>
                <c:pt idx="3620">
                  <c:v>117.4199431361309</c:v>
                </c:pt>
                <c:pt idx="3621">
                  <c:v>117.4199431361309</c:v>
                </c:pt>
                <c:pt idx="3622">
                  <c:v>116.68320477287853</c:v>
                </c:pt>
                <c:pt idx="3623">
                  <c:v>116.68320477287853</c:v>
                </c:pt>
                <c:pt idx="3624">
                  <c:v>115.770631925345</c:v>
                </c:pt>
                <c:pt idx="3625">
                  <c:v>115.770631925345</c:v>
                </c:pt>
                <c:pt idx="3626">
                  <c:v>115.1470889045444</c:v>
                </c:pt>
                <c:pt idx="3627">
                  <c:v>115.1470889045444</c:v>
                </c:pt>
                <c:pt idx="3628">
                  <c:v>114.4268343453396</c:v>
                </c:pt>
                <c:pt idx="3629">
                  <c:v>114.4268343453396</c:v>
                </c:pt>
                <c:pt idx="3630">
                  <c:v>113.70461948075176</c:v>
                </c:pt>
                <c:pt idx="3631">
                  <c:v>113.70461948075176</c:v>
                </c:pt>
                <c:pt idx="3632">
                  <c:v>112.91617086862028</c:v>
                </c:pt>
                <c:pt idx="3633">
                  <c:v>112.91617086862028</c:v>
                </c:pt>
                <c:pt idx="3634">
                  <c:v>112.18917824690962</c:v>
                </c:pt>
                <c:pt idx="3635">
                  <c:v>112.18917824690962</c:v>
                </c:pt>
                <c:pt idx="3636">
                  <c:v>111.46822914158692</c:v>
                </c:pt>
                <c:pt idx="3637">
                  <c:v>111.46822914158692</c:v>
                </c:pt>
                <c:pt idx="3638">
                  <c:v>110.75724216247868</c:v>
                </c:pt>
                <c:pt idx="3639">
                  <c:v>110.75724216247868</c:v>
                </c:pt>
                <c:pt idx="3640">
                  <c:v>110.01168183668452</c:v>
                </c:pt>
                <c:pt idx="3641">
                  <c:v>110.01168183668452</c:v>
                </c:pt>
                <c:pt idx="3642">
                  <c:v>109.3127827360762</c:v>
                </c:pt>
                <c:pt idx="3643">
                  <c:v>109.3127827360762</c:v>
                </c:pt>
                <c:pt idx="3644">
                  <c:v>108.64462756114766</c:v>
                </c:pt>
                <c:pt idx="3645">
                  <c:v>108.64462756114766</c:v>
                </c:pt>
                <c:pt idx="3646">
                  <c:v>107.9972286274279</c:v>
                </c:pt>
                <c:pt idx="3647">
                  <c:v>107.9972286274279</c:v>
                </c:pt>
                <c:pt idx="3648">
                  <c:v>107.30354072454205</c:v>
                </c:pt>
                <c:pt idx="3649">
                  <c:v>107.30354072454205</c:v>
                </c:pt>
                <c:pt idx="3650">
                  <c:v>106.75126083420236</c:v>
                </c:pt>
                <c:pt idx="3651">
                  <c:v>106.75126083420236</c:v>
                </c:pt>
                <c:pt idx="3652">
                  <c:v>105.99132829156528</c:v>
                </c:pt>
                <c:pt idx="3653">
                  <c:v>105.99132829156528</c:v>
                </c:pt>
                <c:pt idx="3654">
                  <c:v>105.30084119306136</c:v>
                </c:pt>
                <c:pt idx="3655">
                  <c:v>105.30084119306136</c:v>
                </c:pt>
                <c:pt idx="3656">
                  <c:v>104.5704228223009</c:v>
                </c:pt>
                <c:pt idx="3657">
                  <c:v>104.5704228223009</c:v>
                </c:pt>
                <c:pt idx="3658">
                  <c:v>104.1284732353772</c:v>
                </c:pt>
                <c:pt idx="3659">
                  <c:v>104.1284732353772</c:v>
                </c:pt>
                <c:pt idx="3660">
                  <c:v>103.56585657229309</c:v>
                </c:pt>
                <c:pt idx="3661">
                  <c:v>103.56585657229309</c:v>
                </c:pt>
                <c:pt idx="3662">
                  <c:v>102.85611377224041</c:v>
                </c:pt>
                <c:pt idx="3663">
                  <c:v>102.85611377224041</c:v>
                </c:pt>
                <c:pt idx="3664">
                  <c:v>102.12532385965019</c:v>
                </c:pt>
                <c:pt idx="3665">
                  <c:v>102.12532385965019</c:v>
                </c:pt>
                <c:pt idx="3666">
                  <c:v>101.3717763573749</c:v>
                </c:pt>
                <c:pt idx="3667">
                  <c:v>101.3717763573749</c:v>
                </c:pt>
                <c:pt idx="3668">
                  <c:v>100.70805568207297</c:v>
                </c:pt>
                <c:pt idx="3669">
                  <c:v>100.70805568207297</c:v>
                </c:pt>
                <c:pt idx="3670">
                  <c:v>100.04115507608108</c:v>
                </c:pt>
                <c:pt idx="3671">
                  <c:v>100.04115507608108</c:v>
                </c:pt>
                <c:pt idx="3672">
                  <c:v>99.453906680510599</c:v>
                </c:pt>
                <c:pt idx="3673">
                  <c:v>99.453906680510599</c:v>
                </c:pt>
                <c:pt idx="3674">
                  <c:v>98.761874114041959</c:v>
                </c:pt>
                <c:pt idx="3675">
                  <c:v>98.761874114041959</c:v>
                </c:pt>
                <c:pt idx="3676">
                  <c:v>98.166498745950136</c:v>
                </c:pt>
                <c:pt idx="3677">
                  <c:v>98.166498745950136</c:v>
                </c:pt>
                <c:pt idx="3678">
                  <c:v>97.692445830772485</c:v>
                </c:pt>
                <c:pt idx="3679">
                  <c:v>97.692445830772485</c:v>
                </c:pt>
                <c:pt idx="3680">
                  <c:v>97.222268471148766</c:v>
                </c:pt>
                <c:pt idx="3681">
                  <c:v>97.222268471148766</c:v>
                </c:pt>
                <c:pt idx="3682">
                  <c:v>96.573879405545441</c:v>
                </c:pt>
                <c:pt idx="3683">
                  <c:v>96.573879405545441</c:v>
                </c:pt>
                <c:pt idx="3684">
                  <c:v>95.885701844906421</c:v>
                </c:pt>
                <c:pt idx="3685">
                  <c:v>95.885701844906421</c:v>
                </c:pt>
                <c:pt idx="3686">
                  <c:v>95.326576348637445</c:v>
                </c:pt>
                <c:pt idx="3687">
                  <c:v>95.326576348637445</c:v>
                </c:pt>
                <c:pt idx="3688">
                  <c:v>94.708024347155003</c:v>
                </c:pt>
                <c:pt idx="3689">
                  <c:v>94.708024347155003</c:v>
                </c:pt>
                <c:pt idx="3690">
                  <c:v>94.222158205850846</c:v>
                </c:pt>
                <c:pt idx="3691">
                  <c:v>94.222158205850846</c:v>
                </c:pt>
                <c:pt idx="3692">
                  <c:v>93.562406186235663</c:v>
                </c:pt>
                <c:pt idx="3693">
                  <c:v>93.562406186235663</c:v>
                </c:pt>
                <c:pt idx="3694">
                  <c:v>93.131488402464953</c:v>
                </c:pt>
                <c:pt idx="3695">
                  <c:v>93.131488402464953</c:v>
                </c:pt>
                <c:pt idx="3696">
                  <c:v>92.486749236629123</c:v>
                </c:pt>
                <c:pt idx="3697">
                  <c:v>92.486749236629123</c:v>
                </c:pt>
                <c:pt idx="3698">
                  <c:v>91.867877567304234</c:v>
                </c:pt>
                <c:pt idx="3699">
                  <c:v>91.867877567304234</c:v>
                </c:pt>
                <c:pt idx="3700">
                  <c:v>91.383266776028577</c:v>
                </c:pt>
                <c:pt idx="3701">
                  <c:v>91.383266776028577</c:v>
                </c:pt>
                <c:pt idx="3702">
                  <c:v>90.748152513957137</c:v>
                </c:pt>
                <c:pt idx="3703">
                  <c:v>90.748152513957137</c:v>
                </c:pt>
                <c:pt idx="3704">
                  <c:v>90.169178798019075</c:v>
                </c:pt>
                <c:pt idx="3705">
                  <c:v>90.169178798019075</c:v>
                </c:pt>
                <c:pt idx="3706">
                  <c:v>89.691243186356729</c:v>
                </c:pt>
                <c:pt idx="3707">
                  <c:v>89.691243186356729</c:v>
                </c:pt>
                <c:pt idx="3708">
                  <c:v>89.154452040681832</c:v>
                </c:pt>
                <c:pt idx="3709">
                  <c:v>89.154452040681832</c:v>
                </c:pt>
                <c:pt idx="3710">
                  <c:v>88.666090173639262</c:v>
                </c:pt>
                <c:pt idx="3711">
                  <c:v>88.666090173639262</c:v>
                </c:pt>
                <c:pt idx="3712">
                  <c:v>88.102542921930024</c:v>
                </c:pt>
                <c:pt idx="3713">
                  <c:v>88.102542921930024</c:v>
                </c:pt>
                <c:pt idx="3714">
                  <c:v>87.454409715756626</c:v>
                </c:pt>
                <c:pt idx="3715">
                  <c:v>87.454409715756626</c:v>
                </c:pt>
                <c:pt idx="3716">
                  <c:v>86.894555174209486</c:v>
                </c:pt>
                <c:pt idx="3717">
                  <c:v>86.894555174209486</c:v>
                </c:pt>
                <c:pt idx="3718">
                  <c:v>86.420834407643852</c:v>
                </c:pt>
                <c:pt idx="3719">
                  <c:v>86.420834407643852</c:v>
                </c:pt>
                <c:pt idx="3720">
                  <c:v>85.886421821092142</c:v>
                </c:pt>
                <c:pt idx="3721">
                  <c:v>85.886421821092142</c:v>
                </c:pt>
                <c:pt idx="3722">
                  <c:v>85.282238982095151</c:v>
                </c:pt>
                <c:pt idx="3723">
                  <c:v>85.282238982095151</c:v>
                </c:pt>
                <c:pt idx="3724">
                  <c:v>84.667141900681969</c:v>
                </c:pt>
                <c:pt idx="3725">
                  <c:v>84.667141900681969</c:v>
                </c:pt>
                <c:pt idx="3726">
                  <c:v>84.256240838867058</c:v>
                </c:pt>
                <c:pt idx="3727">
                  <c:v>84.256240838867058</c:v>
                </c:pt>
                <c:pt idx="3728">
                  <c:v>83.756570495154179</c:v>
                </c:pt>
                <c:pt idx="3729">
                  <c:v>83.756570495154179</c:v>
                </c:pt>
                <c:pt idx="3730">
                  <c:v>83.196802231726082</c:v>
                </c:pt>
                <c:pt idx="3731">
                  <c:v>83.196802231726082</c:v>
                </c:pt>
                <c:pt idx="3732">
                  <c:v>82.682987785793415</c:v>
                </c:pt>
                <c:pt idx="3733">
                  <c:v>82.682987785793415</c:v>
                </c:pt>
                <c:pt idx="3734">
                  <c:v>82.226022675184993</c:v>
                </c:pt>
                <c:pt idx="3735">
                  <c:v>82.226022675184993</c:v>
                </c:pt>
                <c:pt idx="3736">
                  <c:v>81.685762936059049</c:v>
                </c:pt>
                <c:pt idx="3737">
                  <c:v>81.685762936059049</c:v>
                </c:pt>
                <c:pt idx="3738">
                  <c:v>81.105497676935599</c:v>
                </c:pt>
                <c:pt idx="3739">
                  <c:v>81.105497676935599</c:v>
                </c:pt>
                <c:pt idx="3740">
                  <c:v>80.684813619982009</c:v>
                </c:pt>
                <c:pt idx="3741">
                  <c:v>80.684813619982009</c:v>
                </c:pt>
                <c:pt idx="3742">
                  <c:v>80.13473597421401</c:v>
                </c:pt>
                <c:pt idx="3743">
                  <c:v>80.13473597421401</c:v>
                </c:pt>
                <c:pt idx="3744">
                  <c:v>79.601794386823542</c:v>
                </c:pt>
                <c:pt idx="3745">
                  <c:v>79.601794386823542</c:v>
                </c:pt>
                <c:pt idx="3746">
                  <c:v>79.092860348063809</c:v>
                </c:pt>
                <c:pt idx="3747">
                  <c:v>79.092860348063809</c:v>
                </c:pt>
                <c:pt idx="3748">
                  <c:v>78.554149122567466</c:v>
                </c:pt>
                <c:pt idx="3749">
                  <c:v>78.554149122567466</c:v>
                </c:pt>
                <c:pt idx="3750">
                  <c:v>78.071764564758425</c:v>
                </c:pt>
                <c:pt idx="3751">
                  <c:v>78.071764564758425</c:v>
                </c:pt>
                <c:pt idx="3752">
                  <c:v>77.690099510684576</c:v>
                </c:pt>
                <c:pt idx="3753">
                  <c:v>77.690099510684576</c:v>
                </c:pt>
                <c:pt idx="3754">
                  <c:v>77.206631547735284</c:v>
                </c:pt>
                <c:pt idx="3755">
                  <c:v>77.206631547735284</c:v>
                </c:pt>
                <c:pt idx="3756">
                  <c:v>76.776581804960685</c:v>
                </c:pt>
                <c:pt idx="3757">
                  <c:v>76.776581804960685</c:v>
                </c:pt>
                <c:pt idx="3758">
                  <c:v>76.22625958971868</c:v>
                </c:pt>
                <c:pt idx="3759">
                  <c:v>76.22625958971868</c:v>
                </c:pt>
                <c:pt idx="3760">
                  <c:v>75.752723909274479</c:v>
                </c:pt>
                <c:pt idx="3761">
                  <c:v>75.752723909274479</c:v>
                </c:pt>
                <c:pt idx="3762">
                  <c:v>75.216780546186015</c:v>
                </c:pt>
                <c:pt idx="3763">
                  <c:v>75.216780546186015</c:v>
                </c:pt>
                <c:pt idx="3764">
                  <c:v>74.748704626933289</c:v>
                </c:pt>
                <c:pt idx="3765">
                  <c:v>74.748704626933289</c:v>
                </c:pt>
                <c:pt idx="3766">
                  <c:v>74.266809419434864</c:v>
                </c:pt>
                <c:pt idx="3767">
                  <c:v>74.266809419434864</c:v>
                </c:pt>
                <c:pt idx="3768">
                  <c:v>73.837963426305947</c:v>
                </c:pt>
                <c:pt idx="3769">
                  <c:v>73.837963426305947</c:v>
                </c:pt>
                <c:pt idx="3770">
                  <c:v>73.4303094954291</c:v>
                </c:pt>
                <c:pt idx="3771">
                  <c:v>73.4303094954291</c:v>
                </c:pt>
                <c:pt idx="3772">
                  <c:v>72.874320040846499</c:v>
                </c:pt>
                <c:pt idx="3773">
                  <c:v>72.874320040846499</c:v>
                </c:pt>
                <c:pt idx="3774">
                  <c:v>72.429748817349932</c:v>
                </c:pt>
                <c:pt idx="3775">
                  <c:v>72.429748817349932</c:v>
                </c:pt>
                <c:pt idx="3776">
                  <c:v>71.990639485927773</c:v>
                </c:pt>
                <c:pt idx="3777">
                  <c:v>71.990639485927773</c:v>
                </c:pt>
                <c:pt idx="3778">
                  <c:v>71.470816256072837</c:v>
                </c:pt>
                <c:pt idx="3779">
                  <c:v>71.470816256072837</c:v>
                </c:pt>
                <c:pt idx="3780">
                  <c:v>71.102553215089003</c:v>
                </c:pt>
                <c:pt idx="3781">
                  <c:v>71.102553215089003</c:v>
                </c:pt>
                <c:pt idx="3782">
                  <c:v>70.708417483283128</c:v>
                </c:pt>
                <c:pt idx="3783">
                  <c:v>70.708417483283128</c:v>
                </c:pt>
                <c:pt idx="3784">
                  <c:v>70.302799955723685</c:v>
                </c:pt>
                <c:pt idx="3785">
                  <c:v>70.302799955723685</c:v>
                </c:pt>
                <c:pt idx="3786">
                  <c:v>69.912926075576934</c:v>
                </c:pt>
                <c:pt idx="3787">
                  <c:v>69.912926075576934</c:v>
                </c:pt>
                <c:pt idx="3788">
                  <c:v>69.499335884185825</c:v>
                </c:pt>
                <c:pt idx="3789">
                  <c:v>69.499335884185825</c:v>
                </c:pt>
                <c:pt idx="3790">
                  <c:v>69.10206173695056</c:v>
                </c:pt>
                <c:pt idx="3791">
                  <c:v>69.10206173695056</c:v>
                </c:pt>
                <c:pt idx="3792">
                  <c:v>68.673467734298697</c:v>
                </c:pt>
                <c:pt idx="3793">
                  <c:v>68.673467734298697</c:v>
                </c:pt>
                <c:pt idx="3794">
                  <c:v>68.20303259346619</c:v>
                </c:pt>
                <c:pt idx="3795">
                  <c:v>68.20303259346619</c:v>
                </c:pt>
                <c:pt idx="3796">
                  <c:v>67.769813372008826</c:v>
                </c:pt>
                <c:pt idx="3797">
                  <c:v>67.769813372008826</c:v>
                </c:pt>
                <c:pt idx="3798">
                  <c:v>67.402399333386199</c:v>
                </c:pt>
                <c:pt idx="3799">
                  <c:v>67.402399333386199</c:v>
                </c:pt>
                <c:pt idx="3800">
                  <c:v>66.956705314107523</c:v>
                </c:pt>
                <c:pt idx="3801">
                  <c:v>66.956705314107523</c:v>
                </c:pt>
                <c:pt idx="3802">
                  <c:v>66.578835622867359</c:v>
                </c:pt>
                <c:pt idx="3803">
                  <c:v>66.578835622867359</c:v>
                </c:pt>
                <c:pt idx="3804">
                  <c:v>66.183951725846896</c:v>
                </c:pt>
                <c:pt idx="3805">
                  <c:v>66.183951725846896</c:v>
                </c:pt>
                <c:pt idx="3806">
                  <c:v>65.805617380501459</c:v>
                </c:pt>
                <c:pt idx="3807">
                  <c:v>65.805617380501459</c:v>
                </c:pt>
                <c:pt idx="3808">
                  <c:v>65.294889449931162</c:v>
                </c:pt>
                <c:pt idx="3809">
                  <c:v>65.294889449931162</c:v>
                </c:pt>
                <c:pt idx="3810">
                  <c:v>64.901689677815057</c:v>
                </c:pt>
                <c:pt idx="3811">
                  <c:v>64.901689677815057</c:v>
                </c:pt>
                <c:pt idx="3812">
                  <c:v>64.564631374359152</c:v>
                </c:pt>
                <c:pt idx="3813">
                  <c:v>64.564631374359152</c:v>
                </c:pt>
                <c:pt idx="3814">
                  <c:v>64.16910588568966</c:v>
                </c:pt>
                <c:pt idx="3815">
                  <c:v>64.16910588568966</c:v>
                </c:pt>
                <c:pt idx="3816">
                  <c:v>63.757756668186019</c:v>
                </c:pt>
                <c:pt idx="3817">
                  <c:v>63.757756668186019</c:v>
                </c:pt>
                <c:pt idx="3818">
                  <c:v>63.326922915275453</c:v>
                </c:pt>
                <c:pt idx="3819">
                  <c:v>63.326922915275453</c:v>
                </c:pt>
                <c:pt idx="3820">
                  <c:v>62.988553310069172</c:v>
                </c:pt>
                <c:pt idx="3821">
                  <c:v>62.988553310069172</c:v>
                </c:pt>
                <c:pt idx="3822">
                  <c:v>62.576800785580787</c:v>
                </c:pt>
                <c:pt idx="3823">
                  <c:v>62.576800785580787</c:v>
                </c:pt>
                <c:pt idx="3824">
                  <c:v>62.14151642535942</c:v>
                </c:pt>
                <c:pt idx="3825">
                  <c:v>62.14151642535942</c:v>
                </c:pt>
                <c:pt idx="3826">
                  <c:v>61.823243165757042</c:v>
                </c:pt>
                <c:pt idx="3827">
                  <c:v>61.823243165757042</c:v>
                </c:pt>
                <c:pt idx="3828">
                  <c:v>61.406705399835694</c:v>
                </c:pt>
                <c:pt idx="3829">
                  <c:v>61.406705399835694</c:v>
                </c:pt>
                <c:pt idx="3830">
                  <c:v>60.993628116337753</c:v>
                </c:pt>
                <c:pt idx="3831">
                  <c:v>60.993628116337753</c:v>
                </c:pt>
                <c:pt idx="3832">
                  <c:v>60.657419757686583</c:v>
                </c:pt>
                <c:pt idx="3833">
                  <c:v>60.657419757686583</c:v>
                </c:pt>
                <c:pt idx="3834">
                  <c:v>60.182834691844825</c:v>
                </c:pt>
                <c:pt idx="3835">
                  <c:v>60.182834691844825</c:v>
                </c:pt>
                <c:pt idx="3836">
                  <c:v>59.883059071668988</c:v>
                </c:pt>
                <c:pt idx="3837">
                  <c:v>59.883059071668988</c:v>
                </c:pt>
                <c:pt idx="3838">
                  <c:v>59.466632119810171</c:v>
                </c:pt>
                <c:pt idx="3839">
                  <c:v>59.466632119810171</c:v>
                </c:pt>
                <c:pt idx="3840">
                  <c:v>59.122307278645074</c:v>
                </c:pt>
                <c:pt idx="3841">
                  <c:v>59.122307278645074</c:v>
                </c:pt>
                <c:pt idx="3842">
                  <c:v>58.720843658027917</c:v>
                </c:pt>
                <c:pt idx="3843">
                  <c:v>58.720843658027917</c:v>
                </c:pt>
                <c:pt idx="3844">
                  <c:v>58.401983994869489</c:v>
                </c:pt>
                <c:pt idx="3845">
                  <c:v>58.401983994869489</c:v>
                </c:pt>
                <c:pt idx="3846">
                  <c:v>58.042769900289976</c:v>
                </c:pt>
                <c:pt idx="3847">
                  <c:v>58.042769900289976</c:v>
                </c:pt>
                <c:pt idx="3848">
                  <c:v>57.701273735166382</c:v>
                </c:pt>
                <c:pt idx="3849">
                  <c:v>57.701273735166382</c:v>
                </c:pt>
                <c:pt idx="3850">
                  <c:v>57.301642747531417</c:v>
                </c:pt>
                <c:pt idx="3851">
                  <c:v>57.301642747531417</c:v>
                </c:pt>
                <c:pt idx="3852">
                  <c:v>56.957180480630747</c:v>
                </c:pt>
                <c:pt idx="3853">
                  <c:v>56.957180480630747</c:v>
                </c:pt>
                <c:pt idx="3854">
                  <c:v>56.613973820225908</c:v>
                </c:pt>
                <c:pt idx="3855">
                  <c:v>56.613973820225908</c:v>
                </c:pt>
                <c:pt idx="3856">
                  <c:v>56.250749109050147</c:v>
                </c:pt>
                <c:pt idx="3857">
                  <c:v>56.250749109050147</c:v>
                </c:pt>
                <c:pt idx="3858">
                  <c:v>55.882297207269886</c:v>
                </c:pt>
                <c:pt idx="3859">
                  <c:v>55.882297207269886</c:v>
                </c:pt>
                <c:pt idx="3860">
                  <c:v>55.555706715808562</c:v>
                </c:pt>
                <c:pt idx="3861">
                  <c:v>55.555706715808562</c:v>
                </c:pt>
                <c:pt idx="3862">
                  <c:v>55.235156395672263</c:v>
                </c:pt>
                <c:pt idx="3863">
                  <c:v>55.235156395672263</c:v>
                </c:pt>
                <c:pt idx="3864">
                  <c:v>54.851287643959125</c:v>
                </c:pt>
                <c:pt idx="3865">
                  <c:v>54.851287643959125</c:v>
                </c:pt>
                <c:pt idx="3866">
                  <c:v>54.553946857179369</c:v>
                </c:pt>
                <c:pt idx="3867">
                  <c:v>54.553946857179369</c:v>
                </c:pt>
                <c:pt idx="3868">
                  <c:v>54.24110946418552</c:v>
                </c:pt>
                <c:pt idx="3869">
                  <c:v>54.24110946418552</c:v>
                </c:pt>
                <c:pt idx="3870">
                  <c:v>53.948524509942771</c:v>
                </c:pt>
                <c:pt idx="3871">
                  <c:v>53.948524509942771</c:v>
                </c:pt>
                <c:pt idx="3872">
                  <c:v>53.636516929691744</c:v>
                </c:pt>
                <c:pt idx="3873">
                  <c:v>53.636516929691744</c:v>
                </c:pt>
                <c:pt idx="3874">
                  <c:v>53.329800331771622</c:v>
                </c:pt>
                <c:pt idx="3875">
                  <c:v>53.329800331771622</c:v>
                </c:pt>
                <c:pt idx="3876">
                  <c:v>53.039757237643443</c:v>
                </c:pt>
                <c:pt idx="3877">
                  <c:v>53.039757237643443</c:v>
                </c:pt>
                <c:pt idx="3878">
                  <c:v>52.721402334040079</c:v>
                </c:pt>
                <c:pt idx="3879">
                  <c:v>52.721402334040079</c:v>
                </c:pt>
                <c:pt idx="3880">
                  <c:v>52.374846385810258</c:v>
                </c:pt>
                <c:pt idx="3881">
                  <c:v>52.374846385810258</c:v>
                </c:pt>
                <c:pt idx="3882">
                  <c:v>52.053646089386589</c:v>
                </c:pt>
                <c:pt idx="3883">
                  <c:v>52.053646089386589</c:v>
                </c:pt>
                <c:pt idx="3884">
                  <c:v>51.730684129026784</c:v>
                </c:pt>
                <c:pt idx="3885">
                  <c:v>51.730684129026784</c:v>
                </c:pt>
                <c:pt idx="3886">
                  <c:v>51.425074551588544</c:v>
                </c:pt>
                <c:pt idx="3887">
                  <c:v>51.425074551588544</c:v>
                </c:pt>
                <c:pt idx="3888">
                  <c:v>51.10216539690721</c:v>
                </c:pt>
                <c:pt idx="3889">
                  <c:v>51.10216539690721</c:v>
                </c:pt>
                <c:pt idx="3890">
                  <c:v>50.756528992682441</c:v>
                </c:pt>
                <c:pt idx="3891">
                  <c:v>50.756528992682441</c:v>
                </c:pt>
                <c:pt idx="3892">
                  <c:v>50.495475820624733</c:v>
                </c:pt>
                <c:pt idx="3893">
                  <c:v>50.495475820624733</c:v>
                </c:pt>
                <c:pt idx="3894">
                  <c:v>50.207836593551654</c:v>
                </c:pt>
                <c:pt idx="3895">
                  <c:v>50.207836593551654</c:v>
                </c:pt>
                <c:pt idx="3896">
                  <c:v>49.923571175642799</c:v>
                </c:pt>
                <c:pt idx="3897">
                  <c:v>49.923571175642799</c:v>
                </c:pt>
                <c:pt idx="3898">
                  <c:v>49.605968355693513</c:v>
                </c:pt>
                <c:pt idx="3899">
                  <c:v>49.605968355693513</c:v>
                </c:pt>
                <c:pt idx="3900">
                  <c:v>49.302332854421373</c:v>
                </c:pt>
                <c:pt idx="3901">
                  <c:v>49.302332854421373</c:v>
                </c:pt>
                <c:pt idx="3902">
                  <c:v>48.983223677188697</c:v>
                </c:pt>
                <c:pt idx="3903">
                  <c:v>48.983223677188697</c:v>
                </c:pt>
                <c:pt idx="3904">
                  <c:v>48.721397728119335</c:v>
                </c:pt>
                <c:pt idx="3905">
                  <c:v>48.721397728119335</c:v>
                </c:pt>
                <c:pt idx="3906">
                  <c:v>48.454580323184615</c:v>
                </c:pt>
                <c:pt idx="3907">
                  <c:v>48.454580323184615</c:v>
                </c:pt>
                <c:pt idx="3908">
                  <c:v>48.133078129934518</c:v>
                </c:pt>
                <c:pt idx="3909">
                  <c:v>48.133078129934518</c:v>
                </c:pt>
                <c:pt idx="3910">
                  <c:v>47.863839843276807</c:v>
                </c:pt>
                <c:pt idx="3911">
                  <c:v>47.863839843276807</c:v>
                </c:pt>
                <c:pt idx="3912">
                  <c:v>47.617271050665437</c:v>
                </c:pt>
                <c:pt idx="3913">
                  <c:v>47.617271050665437</c:v>
                </c:pt>
                <c:pt idx="3914">
                  <c:v>47.323062225261864</c:v>
                </c:pt>
                <c:pt idx="3915">
                  <c:v>47.323062225261864</c:v>
                </c:pt>
                <c:pt idx="3916">
                  <c:v>47.05218226681508</c:v>
                </c:pt>
                <c:pt idx="3917">
                  <c:v>47.05218226681508</c:v>
                </c:pt>
                <c:pt idx="3918">
                  <c:v>46.793602456433561</c:v>
                </c:pt>
                <c:pt idx="3919">
                  <c:v>46.793602456433561</c:v>
                </c:pt>
                <c:pt idx="3920">
                  <c:v>46.522987620096735</c:v>
                </c:pt>
                <c:pt idx="3921">
                  <c:v>46.522987620096735</c:v>
                </c:pt>
                <c:pt idx="3922">
                  <c:v>46.234313891669643</c:v>
                </c:pt>
                <c:pt idx="3923">
                  <c:v>46.234313891669643</c:v>
                </c:pt>
                <c:pt idx="3924">
                  <c:v>45.926948289301862</c:v>
                </c:pt>
                <c:pt idx="3925">
                  <c:v>45.926948289301862</c:v>
                </c:pt>
                <c:pt idx="3926">
                  <c:v>45.651625771208394</c:v>
                </c:pt>
                <c:pt idx="3927">
                  <c:v>45.651625771208394</c:v>
                </c:pt>
                <c:pt idx="3928">
                  <c:v>45.390687614348408</c:v>
                </c:pt>
                <c:pt idx="3929">
                  <c:v>45.390687614348408</c:v>
                </c:pt>
                <c:pt idx="3930">
                  <c:v>45.108293681742154</c:v>
                </c:pt>
                <c:pt idx="3931">
                  <c:v>45.108293681742154</c:v>
                </c:pt>
                <c:pt idx="3932">
                  <c:v>44.817607959496129</c:v>
                </c:pt>
                <c:pt idx="3933">
                  <c:v>44.817607959496129</c:v>
                </c:pt>
                <c:pt idx="3934">
                  <c:v>44.522125820018175</c:v>
                </c:pt>
                <c:pt idx="3935">
                  <c:v>44.522125820018175</c:v>
                </c:pt>
                <c:pt idx="3936">
                  <c:v>44.29790660521904</c:v>
                </c:pt>
                <c:pt idx="3937">
                  <c:v>44.29790660521904</c:v>
                </c:pt>
                <c:pt idx="3938">
                  <c:v>44.034554995733544</c:v>
                </c:pt>
                <c:pt idx="3939">
                  <c:v>44.034554995733544</c:v>
                </c:pt>
                <c:pt idx="3940">
                  <c:v>43.748701515837595</c:v>
                </c:pt>
                <c:pt idx="3941">
                  <c:v>43.748701515837595</c:v>
                </c:pt>
                <c:pt idx="3942">
                  <c:v>43.484158420381597</c:v>
                </c:pt>
                <c:pt idx="3943">
                  <c:v>43.484158420381597</c:v>
                </c:pt>
                <c:pt idx="3944">
                  <c:v>43.221667256167741</c:v>
                </c:pt>
                <c:pt idx="3945">
                  <c:v>43.221667256167741</c:v>
                </c:pt>
                <c:pt idx="3946">
                  <c:v>42.977150342655477</c:v>
                </c:pt>
                <c:pt idx="3947">
                  <c:v>42.977150342655477</c:v>
                </c:pt>
                <c:pt idx="3948">
                  <c:v>42.726525815948307</c:v>
                </c:pt>
                <c:pt idx="3949">
                  <c:v>42.726525815948307</c:v>
                </c:pt>
                <c:pt idx="3950">
                  <c:v>42.496446680913685</c:v>
                </c:pt>
                <c:pt idx="3951">
                  <c:v>42.496446680913685</c:v>
                </c:pt>
                <c:pt idx="3952">
                  <c:v>42.224400366489384</c:v>
                </c:pt>
                <c:pt idx="3953">
                  <c:v>42.224400366489384</c:v>
                </c:pt>
                <c:pt idx="3954">
                  <c:v>41.976947224411411</c:v>
                </c:pt>
                <c:pt idx="3955">
                  <c:v>41.976947224411411</c:v>
                </c:pt>
                <c:pt idx="3956">
                  <c:v>41.731135378173875</c:v>
                </c:pt>
                <c:pt idx="3957">
                  <c:v>41.731135378173875</c:v>
                </c:pt>
                <c:pt idx="3958">
                  <c:v>41.506620591094354</c:v>
                </c:pt>
                <c:pt idx="3959">
                  <c:v>41.506620591094354</c:v>
                </c:pt>
                <c:pt idx="3960">
                  <c:v>41.288941782903002</c:v>
                </c:pt>
                <c:pt idx="3961">
                  <c:v>41.288941782903002</c:v>
                </c:pt>
                <c:pt idx="3962">
                  <c:v>40.983225786343382</c:v>
                </c:pt>
                <c:pt idx="3963">
                  <c:v>40.983225786343382</c:v>
                </c:pt>
                <c:pt idx="3964">
                  <c:v>40.748224825789393</c:v>
                </c:pt>
                <c:pt idx="3965">
                  <c:v>40.748224825789393</c:v>
                </c:pt>
                <c:pt idx="3966">
                  <c:v>40.519485778273364</c:v>
                </c:pt>
                <c:pt idx="3967">
                  <c:v>40.519485778273364</c:v>
                </c:pt>
                <c:pt idx="3968">
                  <c:v>40.295039065531753</c:v>
                </c:pt>
                <c:pt idx="3969">
                  <c:v>40.295039065531753</c:v>
                </c:pt>
                <c:pt idx="3970">
                  <c:v>40.076287445353344</c:v>
                </c:pt>
                <c:pt idx="3971">
                  <c:v>40.076287445353344</c:v>
                </c:pt>
                <c:pt idx="3972">
                  <c:v>39.78799150440225</c:v>
                </c:pt>
                <c:pt idx="3973">
                  <c:v>39.78799150440225</c:v>
                </c:pt>
                <c:pt idx="3974">
                  <c:v>39.553468942283651</c:v>
                </c:pt>
                <c:pt idx="3975">
                  <c:v>39.553468942283651</c:v>
                </c:pt>
                <c:pt idx="3976">
                  <c:v>39.334372296023069</c:v>
                </c:pt>
                <c:pt idx="3977">
                  <c:v>39.334372296023069</c:v>
                </c:pt>
                <c:pt idx="3978">
                  <c:v>39.106456119897082</c:v>
                </c:pt>
                <c:pt idx="3979">
                  <c:v>39.106456119897082</c:v>
                </c:pt>
                <c:pt idx="3980">
                  <c:v>38.896951045272523</c:v>
                </c:pt>
                <c:pt idx="3981">
                  <c:v>38.896951045272523</c:v>
                </c:pt>
                <c:pt idx="3982">
                  <c:v>38.649165254434571</c:v>
                </c:pt>
                <c:pt idx="3983">
                  <c:v>38.649165254434571</c:v>
                </c:pt>
                <c:pt idx="3984">
                  <c:v>38.450196171594278</c:v>
                </c:pt>
                <c:pt idx="3985">
                  <c:v>38.450196171594278</c:v>
                </c:pt>
                <c:pt idx="3986">
                  <c:v>38.228784354627273</c:v>
                </c:pt>
                <c:pt idx="3987">
                  <c:v>38.228784354627273</c:v>
                </c:pt>
                <c:pt idx="3988">
                  <c:v>38.002833472477661</c:v>
                </c:pt>
                <c:pt idx="3989">
                  <c:v>38.002833472477661</c:v>
                </c:pt>
                <c:pt idx="3990">
                  <c:v>37.779955839967073</c:v>
                </c:pt>
                <c:pt idx="3991">
                  <c:v>37.779955839967073</c:v>
                </c:pt>
                <c:pt idx="3992">
                  <c:v>37.568229674660834</c:v>
                </c:pt>
                <c:pt idx="3993">
                  <c:v>37.568229674660834</c:v>
                </c:pt>
                <c:pt idx="3994">
                  <c:v>37.368237676491354</c:v>
                </c:pt>
                <c:pt idx="3995">
                  <c:v>37.368237676491354</c:v>
                </c:pt>
                <c:pt idx="3996">
                  <c:v>37.150678770233348</c:v>
                </c:pt>
              </c:numCache>
            </c:numRef>
          </c:yVal>
          <c:smooth val="0"/>
          <c:extLst>
            <c:ext xmlns:c16="http://schemas.microsoft.com/office/drawing/2014/chart" uri="{C3380CC4-5D6E-409C-BE32-E72D297353CC}">
              <c16:uniqueId val="{00000003-1CC4-4783-9796-E759C597DBF7}"/>
            </c:ext>
          </c:extLst>
        </c:ser>
        <c:ser>
          <c:idx val="3"/>
          <c:order val="3"/>
          <c:tx>
            <c:v>共通観測範囲の終端</c:v>
          </c:tx>
          <c:spPr>
            <a:ln w="19050" cap="rnd">
              <a:noFill/>
              <a:round/>
            </a:ln>
            <a:effectLst/>
            <a:extLst>
              <a:ext uri="{91240B29-F687-4F45-9708-019B960494DF}">
                <a14:hiddenLine xmlns:a14="http://schemas.microsoft.com/office/drawing/2010/main" w="19050" cap="rnd">
                  <a:solidFill>
                    <a:srgbClr val="0F9ED5"/>
                  </a:solidFill>
                  <a:round/>
                </a14:hiddenLine>
              </a:ext>
            </a:extLst>
          </c:spPr>
          <c:marker>
            <c:symbol val="circle"/>
            <c:size val="7"/>
            <c:spPr>
              <a:solidFill>
                <a:srgbClr val="FFFFFF"/>
              </a:solidFill>
              <a:ln w="9525">
                <a:solidFill>
                  <a:srgbClr val="007F86"/>
                </a:solidFill>
                <a:prstDash val="solid"/>
              </a:ln>
              <a:effectLst/>
            </c:spPr>
          </c:marker>
          <c:xVal>
            <c:numLit>
              <c:formatCode>General</c:formatCode>
              <c:ptCount val="1"/>
              <c:pt idx="0">
                <c:v>0.59313484251968507</c:v>
              </c:pt>
            </c:numLit>
          </c:xVal>
          <c:yVal>
            <c:numLit>
              <c:formatCode>General</c:formatCode>
              <c:ptCount val="1"/>
              <c:pt idx="0">
                <c:v>31.910790730117824</c:v>
              </c:pt>
            </c:numLit>
          </c:yVal>
          <c:smooth val="0"/>
          <c:extLst>
            <c:ext xmlns:c16="http://schemas.microsoft.com/office/drawing/2014/chart" uri="{C3380CC4-5D6E-409C-BE32-E72D297353CC}">
              <c16:uniqueId val="{00000004-1CC4-4783-9796-E759C597DBF7}"/>
            </c:ext>
          </c:extLst>
        </c:ser>
        <c:ser>
          <c:idx val="4"/>
          <c:order val="4"/>
          <c:tx>
            <c:v>共通観測範囲の終端</c:v>
          </c:tx>
          <c:spPr>
            <a:ln w="19050" cap="rnd">
              <a:noFill/>
              <a:round/>
            </a:ln>
            <a:effectLst/>
            <a:extLst>
              <a:ext uri="{91240B29-F687-4F45-9708-019B960494DF}">
                <a14:hiddenLine xmlns:a14="http://schemas.microsoft.com/office/drawing/2010/main" w="19050" cap="rnd">
                  <a:solidFill>
                    <a:srgbClr val="A02B93"/>
                  </a:solidFill>
                  <a:round/>
                </a14:hiddenLine>
              </a:ext>
            </a:extLst>
          </c:spPr>
          <c:marker>
            <c:symbol val="circle"/>
            <c:size val="7"/>
            <c:spPr>
              <a:solidFill>
                <a:srgbClr val="FFFFFF"/>
              </a:solidFill>
              <a:ln w="9525">
                <a:solidFill>
                  <a:srgbClr val="CC6733"/>
                </a:solidFill>
                <a:prstDash val="solid"/>
              </a:ln>
              <a:effectLst/>
            </c:spPr>
          </c:marker>
          <c:xVal>
            <c:numLit>
              <c:formatCode>General</c:formatCode>
              <c:ptCount val="1"/>
              <c:pt idx="0">
                <c:v>0.59900959645669294</c:v>
              </c:pt>
            </c:numLit>
          </c:xVal>
          <c:yVal>
            <c:numLit>
              <c:formatCode>General</c:formatCode>
              <c:ptCount val="1"/>
              <c:pt idx="0">
                <c:v>30.34245462919159</c:v>
              </c:pt>
            </c:numLit>
          </c:yVal>
          <c:smooth val="0"/>
          <c:extLst>
            <c:ext xmlns:c16="http://schemas.microsoft.com/office/drawing/2014/chart" uri="{C3380CC4-5D6E-409C-BE32-E72D297353CC}">
              <c16:uniqueId val="{00000005-1CC4-4783-9796-E759C597DBF7}"/>
            </c:ext>
          </c:extLst>
        </c:ser>
        <c:ser>
          <c:idx val="5"/>
          <c:order val="5"/>
          <c:tx>
            <c:v>共通観測範囲の終端</c:v>
          </c:tx>
          <c:spPr>
            <a:ln w="19050" cap="rnd">
              <a:noFill/>
              <a:round/>
            </a:ln>
            <a:effectLst/>
            <a:extLst>
              <a:ext uri="{91240B29-F687-4F45-9708-019B960494DF}">
                <a14:hiddenLine xmlns:a14="http://schemas.microsoft.com/office/drawing/2010/main" w="19050" cap="rnd">
                  <a:solidFill>
                    <a:srgbClr val="4EA72E"/>
                  </a:solidFill>
                  <a:round/>
                </a14:hiddenLine>
              </a:ext>
            </a:extLst>
          </c:spPr>
          <c:marker>
            <c:symbol val="circle"/>
            <c:size val="7"/>
            <c:spPr>
              <a:solidFill>
                <a:srgbClr val="FFFFFF"/>
              </a:solidFill>
              <a:ln w="9525">
                <a:solidFill>
                  <a:srgbClr val="535B9D"/>
                </a:solidFill>
                <a:prstDash val="solid"/>
              </a:ln>
              <a:effectLst/>
            </c:spPr>
          </c:marker>
          <c:xVal>
            <c:numLit>
              <c:formatCode>General</c:formatCode>
              <c:ptCount val="1"/>
              <c:pt idx="0">
                <c:v>0.67159817913385822</c:v>
              </c:pt>
            </c:numLit>
          </c:xVal>
          <c:yVal>
            <c:numLit>
              <c:formatCode>General</c:formatCode>
              <c:ptCount val="1"/>
              <c:pt idx="0">
                <c:v>37.150678770233348</c:v>
              </c:pt>
            </c:numLit>
          </c:yVal>
          <c:smooth val="0"/>
          <c:extLst>
            <c:ext xmlns:c16="http://schemas.microsoft.com/office/drawing/2014/chart" uri="{C3380CC4-5D6E-409C-BE32-E72D297353CC}">
              <c16:uniqueId val="{00000006-1CC4-4783-9796-E759C597DBF7}"/>
            </c:ext>
          </c:extLst>
        </c:ser>
        <c:dLbls>
          <c:showLegendKey val="0"/>
          <c:showVal val="0"/>
          <c:showCatName val="0"/>
          <c:showSerName val="0"/>
          <c:showPercent val="0"/>
          <c:showBubbleSize val="0"/>
        </c:dLbls>
        <c:axId val="1021054016"/>
        <c:axId val="983346864"/>
      </c:scatterChart>
      <c:valAx>
        <c:axId val="1021054016"/>
        <c:scaling>
          <c:orientation val="minMax"/>
          <c:max val="1"/>
          <c:min val="0"/>
        </c:scaling>
        <c:delete val="0"/>
        <c:axPos val="b"/>
        <c:title>
          <c:tx>
            <c:rich>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ja-JP" altLang="en-US"/>
                  <a:t>辺の削除率 </a:t>
                </a:r>
                <a:r>
                  <a:rPr lang="en-US" altLang="ja-JP"/>
                  <a:t>p</a:t>
                </a:r>
              </a:p>
            </c:rich>
          </c:tx>
          <c:overlay val="0"/>
          <c:spPr>
            <a:noFill/>
            <a:ln>
              <a:noFill/>
            </a:ln>
            <a:effectLst/>
          </c:spPr>
          <c:txPr>
            <a:bodyPr rot="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983346864"/>
        <c:crosses val="autoZero"/>
        <c:crossBetween val="midCat"/>
      </c:valAx>
      <c:valAx>
        <c:axId val="983346864"/>
        <c:scaling>
          <c:orientation val="minMax"/>
          <c:min val="0"/>
        </c:scaling>
        <c:delete val="0"/>
        <c:axPos val="l"/>
        <c:title>
          <c:tx>
            <c:rich>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r>
                  <a:rPr lang="ja-JP" altLang="en-US"/>
                  <a:t>平均クラスターサイズ </a:t>
                </a:r>
                <a:r>
                  <a:rPr lang="en-US" altLang="ja-JP"/>
                  <a:t>S</a:t>
                </a:r>
              </a:p>
            </c:rich>
          </c:tx>
          <c:overlay val="0"/>
          <c:spPr>
            <a:noFill/>
            <a:ln>
              <a:noFill/>
            </a:ln>
            <a:effectLst/>
          </c:spPr>
          <c:txPr>
            <a:bodyPr rot="-5400000" spcFirstLastPara="1" vertOverflow="ellipsis" vert="horz" wrap="square" anchor="ctr" anchorCtr="1"/>
            <a:lstStyle/>
            <a:p>
              <a:pPr>
                <a:defRPr altLang="en-US" sz="1500" b="0" i="0" u="none" strike="noStrike" kern="1200" baseline="0">
                  <a:solidFill>
                    <a:srgbClr val="21343B"/>
                  </a:solidFill>
                  <a:latin typeface="Meiryo"/>
                  <a:ea typeface="Meiryo"/>
                  <a:cs typeface="Meiryo"/>
                </a:defRPr>
              </a:pPr>
              <a:endParaRPr lang="ja-JP"/>
            </a:p>
          </c:txPr>
        </c:title>
        <c:numFmt formatCode="General" sourceLinked="1"/>
        <c:majorTickMark val="none"/>
        <c:minorTickMark val="none"/>
        <c:tickLblPos val="nextTo"/>
        <c:spPr>
          <a:noFill/>
          <a:ln w="10160" cap="flat" cmpd="sng" algn="ctr">
            <a:solidFill>
              <a:srgbClr val="52676E"/>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eiryo"/>
                <a:ea typeface="Meiryo"/>
                <a:cs typeface="Meiryo"/>
              </a:defRPr>
            </a:pPr>
            <a:endParaRPr lang="ja-JP"/>
          </a:p>
        </c:txPr>
        <c:crossAx val="1021054016"/>
        <c:crosses val="autoZero"/>
        <c:crossBetween val="midCat"/>
      </c:valAx>
      <c:spPr>
        <a:solidFill>
          <a:srgbClr val="FFFFFF"/>
        </a:solidFill>
        <a:ln>
          <a:noFill/>
        </a:ln>
        <a:effectLst/>
        <a:extLst>
          <a:ext uri="{91240B29-F687-4F45-9708-019B960494DF}">
            <a14:hiddenLine xmlns:a14="http://schemas.microsoft.com/office/drawing/2010/main">
              <a:noFill/>
            </a14:hiddenLine>
          </a:ext>
        </a:extLst>
      </c:spPr>
    </c:plotArea>
    <c:legend>
      <c:legendPos val="t"/>
      <c:legendEntry>
        <c:idx val="3"/>
        <c:delete val="1"/>
      </c:legendEntry>
      <c:legendEntry>
        <c:idx val="4"/>
        <c:delete val="1"/>
      </c:legendEntry>
      <c:legendEntry>
        <c:idx val="5"/>
        <c:delete val="1"/>
      </c:legendEntry>
      <c:overlay val="0"/>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rot="0" spcFirstLastPara="1" vertOverflow="ellipsis" vert="horz" wrap="square" anchor="ctr" anchorCtr="1"/>
        <a:lstStyle/>
        <a:p>
          <a:pPr>
            <a:defRPr sz="1300" b="0" i="0" u="none" strike="noStrike" kern="1200" baseline="0">
              <a:solidFill>
                <a:schemeClr val="tx1">
                  <a:lumMod val="65000"/>
                  <a:lumOff val="35000"/>
                </a:schemeClr>
              </a:solidFill>
              <a:latin typeface="Meiryo"/>
              <a:ea typeface="Meiryo"/>
              <a:cs typeface="Meiryo"/>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a:noFill/>
    </a:ln>
    <a:effectLst/>
    <a:extLst>
      <a:ext uri="{91240B29-F687-4F45-9708-019B960494DF}">
        <a14:hiddenLine xmlns:a14="http://schemas.microsoft.com/office/drawing/2010/main">
          <a:noFill/>
        </a14:hiddenLine>
      </a:ext>
    </a:extLst>
  </c:spPr>
  <c:txPr>
    <a:bodyPr/>
    <a:lstStyle/>
    <a:p>
      <a:pPr>
        <a:defRPr sz="1400">
          <a:latin typeface="Meiryo"/>
          <a:ea typeface="Meiryo"/>
          <a:cs typeface="Meiryo"/>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2840CE-816C-49C6-8897-50D1D5FD9B53}" type="datetimeFigureOut">
              <a:rPr kumimoji="1" lang="ja-JP" altLang="en-US" smtClean="0"/>
              <a:t>2026/10/12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BB733C-26FC-4E37-9A7A-ACA34F0AA837}" type="slidenum">
              <a:rPr kumimoji="1" lang="ja-JP" altLang="en-US" smtClean="0"/>
              <a:t>‹#›</a:t>
            </a:fld>
            <a:endParaRPr kumimoji="1" lang="ja-JP" altLang="en-US"/>
          </a:p>
        </p:txBody>
      </p:sp>
    </p:spTree>
    <p:extLst>
      <p:ext uri="{BB962C8B-B14F-4D97-AF65-F5344CB8AC3E}">
        <p14:creationId xmlns:p14="http://schemas.microsoft.com/office/powerpoint/2010/main" val="37618105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D</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】Kim &amp; Radicchi, PRL 133, 047402 (2024)</a:t>
            </a:r>
            <a:r>
              <a:rPr kumimoji="1" lang="ja-JP" altLang="en-US">
                <a:latin typeface="Meiryo" panose="020B0604030504040204" pitchFamily="50" charset="-128"/>
              </a:rPr>
              <a:t>；本研究の問い
原論文の</a:t>
            </a:r>
            <a:r>
              <a:rPr kumimoji="1" lang="en-US" altLang="ja-JP">
                <a:latin typeface="Meiryo" panose="020B0604030504040204" pitchFamily="50" charset="-128"/>
              </a:rPr>
              <a:t>ER</a:t>
            </a:r>
            <a:r>
              <a:rPr kumimoji="1" lang="ja-JP" altLang="en-US">
                <a:latin typeface="Meiryo" panose="020B0604030504040204" pitchFamily="50" charset="-128"/>
              </a:rPr>
              <a:t>上の評価を説明し、</a:t>
            </a:r>
            <a:r>
              <a:rPr kumimoji="1" lang="en-US" altLang="ja-JP">
                <a:latin typeface="Meiryo" panose="020B0604030504040204" pitchFamily="50" charset="-128"/>
              </a:rPr>
              <a:t>2D</a:t>
            </a:r>
            <a:r>
              <a:rPr kumimoji="1" lang="ja-JP" altLang="en-US">
                <a:latin typeface="Meiryo" panose="020B0604030504040204" pitchFamily="50" charset="-128"/>
              </a:rPr>
              <a:t>正方格子への適用可能性を検討する。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本編</a:t>
            </a:r>
            <a:r>
              <a:rPr kumimoji="1" lang="en-US" altLang="ja-JP">
                <a:latin typeface="Meiryo" panose="020B0604030504040204" pitchFamily="50" charset="-128"/>
              </a:rPr>
              <a:t>88</a:t>
            </a:r>
            <a:r>
              <a:rPr kumimoji="1" lang="ja-JP" altLang="en-US">
                <a:latin typeface="Meiryo" panose="020B0604030504040204" pitchFamily="50" charset="-128"/>
              </a:rPr>
              <a:t>分、質疑</a:t>
            </a:r>
            <a:r>
              <a:rPr kumimoji="1" lang="en-US" altLang="ja-JP">
                <a:latin typeface="Meiryo" panose="020B0604030504040204" pitchFamily="50" charset="-128"/>
              </a:rPr>
              <a:t>32</a:t>
            </a:r>
            <a:r>
              <a:rPr kumimoji="1" lang="ja-JP" altLang="en-US">
                <a:latin typeface="Meiryo" panose="020B0604030504040204" pitchFamily="50" charset="-128"/>
              </a:rPr>
              <a:t>分。先行研究の理解を主とし、</a:t>
            </a:r>
            <a:r>
              <a:rPr kumimoji="1" lang="en-US" altLang="ja-JP">
                <a:latin typeface="Meiryo" panose="020B0604030504040204" pitchFamily="50" charset="-128"/>
              </a:rPr>
              <a:t>2D</a:t>
            </a:r>
            <a:r>
              <a:rPr kumimoji="1" lang="ja-JP" altLang="en-US">
                <a:latin typeface="Meiryo" panose="020B0604030504040204" pitchFamily="50" charset="-128"/>
              </a:rPr>
              <a:t>での不連続性は未確定と最初に述べる。</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a:t>
            </a:fld>
            <a:endParaRPr kumimoji="1" lang="ja-JP" altLang="en-US"/>
          </a:p>
        </p:txBody>
      </p:sp>
    </p:spTree>
    <p:extLst>
      <p:ext uri="{BB962C8B-B14F-4D97-AF65-F5344CB8AC3E}">
        <p14:creationId xmlns:p14="http://schemas.microsoft.com/office/powerpoint/2010/main" val="2449722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本文 </a:t>
            </a:r>
            <a:r>
              <a:rPr kumimoji="1" lang="en-US" altLang="ja-JP">
                <a:latin typeface="Meiryo" panose="020B0604030504040204" pitchFamily="50" charset="-128"/>
              </a:rPr>
              <a:t>PDF 1–2</a:t>
            </a:r>
            <a:r>
              <a:rPr kumimoji="1" lang="ja-JP" altLang="en-US">
                <a:latin typeface="Meiryo" panose="020B0604030504040204" pitchFamily="50" charset="-128"/>
              </a:rPr>
              <a:t>／印刷 </a:t>
            </a:r>
            <a:r>
              <a:rPr kumimoji="1" lang="en-US" altLang="ja-JP">
                <a:latin typeface="Meiryo" panose="020B0604030504040204" pitchFamily="50" charset="-128"/>
              </a:rPr>
              <a:t>047402-1–2</a:t>
            </a:r>
            <a:r>
              <a:rPr kumimoji="1" lang="ja-JP" altLang="en-US">
                <a:latin typeface="Meiryo" panose="020B0604030504040204" pitchFamily="50" charset="-128"/>
              </a:rPr>
              <a:t>；講義</a:t>
            </a:r>
            <a:r>
              <a:rPr kumimoji="1" lang="en-US" altLang="ja-JP">
                <a:latin typeface="Meiryo" panose="020B0604030504040204" pitchFamily="50" charset="-128"/>
              </a:rPr>
              <a:t>9 PDF</a:t>
            </a:r>
            <a:r>
              <a:rPr kumimoji="1" lang="ja-JP" altLang="en-US">
                <a:latin typeface="Meiryo" panose="020B0604030504040204" pitchFamily="50" charset="-128"/>
              </a:rPr>
              <a:t>・スライド</a:t>
            </a:r>
            <a:r>
              <a:rPr kumimoji="1" lang="en-US" altLang="ja-JP">
                <a:latin typeface="Meiryo" panose="020B0604030504040204" pitchFamily="50" charset="-128"/>
              </a:rPr>
              <a:t>49–51
</a:t>
            </a:r>
            <a:r>
              <a:rPr kumimoji="1" lang="ja-JP" altLang="en-US">
                <a:latin typeface="Meiryo" panose="020B0604030504040204" pitchFamily="50" charset="-128"/>
              </a:rPr>
              <a:t>通常ボンドの独立性と</a:t>
            </a:r>
            <a:r>
              <a:rPr kumimoji="1" lang="en-US" altLang="ja-JP">
                <a:latin typeface="Meiryo" panose="020B0604030504040204" pitchFamily="50" charset="-128"/>
              </a:rPr>
              <a:t>SPP</a:t>
            </a:r>
            <a:r>
              <a:rPr kumimoji="1" lang="ja-JP" altLang="en-US">
                <a:latin typeface="Meiryo" panose="020B0604030504040204" pitchFamily="50" charset="-128"/>
              </a:rPr>
              <a:t>の経路削除規則を対比。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】7</a:t>
            </a:r>
            <a:r>
              <a:rPr kumimoji="1" lang="ja-JP" altLang="en-US">
                <a:latin typeface="Meiryo" panose="020B0604030504040204" pitchFamily="50" charset="-128"/>
              </a:rPr>
              <a:t>章の順序は基礎、転移の定義、原論文、解析手法、格子実験、研究方針。道路応用や未特定の別モデルを根拠にしない。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a:t>
            </a:fld>
            <a:endParaRPr kumimoji="1" lang="ja-JP" altLang="en-US"/>
          </a:p>
        </p:txBody>
      </p:sp>
    </p:spTree>
    <p:extLst>
      <p:ext uri="{BB962C8B-B14F-4D97-AF65-F5344CB8AC3E}">
        <p14:creationId xmlns:p14="http://schemas.microsoft.com/office/powerpoint/2010/main" val="2927253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教科書 </a:t>
            </a:r>
            <a:r>
              <a:rPr kumimoji="1" lang="en-US" altLang="ja-JP">
                <a:latin typeface="Meiryo" panose="020B0604030504040204" pitchFamily="50" charset="-128"/>
              </a:rPr>
              <a:t>PDF 2–4</a:t>
            </a:r>
            <a:r>
              <a:rPr kumimoji="1" lang="ja-JP" altLang="en-US">
                <a:latin typeface="Meiryo" panose="020B0604030504040204" pitchFamily="50" charset="-128"/>
              </a:rPr>
              <a:t>／印刷</a:t>
            </a:r>
            <a:r>
              <a:rPr kumimoji="1" lang="en-US" altLang="ja-JP">
                <a:latin typeface="Meiryo" panose="020B0604030504040204" pitchFamily="50" charset="-128"/>
              </a:rPr>
              <a:t>151–154</a:t>
            </a:r>
            <a:r>
              <a:rPr kumimoji="1" lang="ja-JP" altLang="en-US">
                <a:latin typeface="Meiryo" panose="020B0604030504040204" pitchFamily="50" charset="-128"/>
              </a:rPr>
              <a:t>、図</a:t>
            </a:r>
            <a:r>
              <a:rPr kumimoji="1" lang="en-US" altLang="ja-JP">
                <a:latin typeface="Meiryo" panose="020B0604030504040204" pitchFamily="50" charset="-128"/>
              </a:rPr>
              <a:t>8.1</a:t>
            </a:r>
            <a:r>
              <a:rPr kumimoji="1" lang="ja-JP" altLang="en-US">
                <a:latin typeface="Meiryo" panose="020B0604030504040204" pitchFamily="50" charset="-128"/>
              </a:rPr>
              <a:t>・</a:t>
            </a:r>
            <a:r>
              <a:rPr kumimoji="1" lang="en-US" altLang="ja-JP">
                <a:latin typeface="Meiryo" panose="020B0604030504040204" pitchFamily="50" charset="-128"/>
              </a:rPr>
              <a:t>8.4</a:t>
            </a:r>
            <a:r>
              <a:rPr kumimoji="1" lang="ja-JP" altLang="en-US">
                <a:latin typeface="Meiryo" panose="020B0604030504040204" pitchFamily="50" charset="-128"/>
              </a:rPr>
              <a:t>；講義</a:t>
            </a:r>
            <a:r>
              <a:rPr kumimoji="1" lang="en-US" altLang="ja-JP">
                <a:latin typeface="Meiryo" panose="020B0604030504040204" pitchFamily="50" charset="-128"/>
              </a:rPr>
              <a:t>9 48–51
</a:t>
            </a:r>
            <a:r>
              <a:rPr kumimoji="1" lang="ja-JP" altLang="en-US">
                <a:latin typeface="Meiryo" panose="020B0604030504040204" pitchFamily="50" charset="-128"/>
              </a:rPr>
              <a:t>サイトは頂点、ボンドは辺の独立占有。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】SPP</a:t>
            </a:r>
            <a:r>
              <a:rPr kumimoji="1" lang="ja-JP" altLang="en-US">
                <a:latin typeface="Meiryo" panose="020B0604030504040204" pitchFamily="50" charset="-128"/>
              </a:rPr>
              <a:t>は辺を除く過程なのでボンドとの比較が自然。ただし同じ残存割合でも独立性は保証されない。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3</a:t>
            </a:fld>
            <a:endParaRPr kumimoji="1" lang="ja-JP" altLang="en-US"/>
          </a:p>
        </p:txBody>
      </p:sp>
    </p:spTree>
    <p:extLst>
      <p:ext uri="{BB962C8B-B14F-4D97-AF65-F5344CB8AC3E}">
        <p14:creationId xmlns:p14="http://schemas.microsoft.com/office/powerpoint/2010/main" val="3470724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教科書 </a:t>
            </a:r>
            <a:r>
              <a:rPr kumimoji="1" lang="en-US" altLang="ja-JP">
                <a:latin typeface="Meiryo" panose="020B0604030504040204" pitchFamily="50" charset="-128"/>
              </a:rPr>
              <a:t>PDF3</a:t>
            </a:r>
            <a:r>
              <a:rPr kumimoji="1" lang="ja-JP" altLang="en-US">
                <a:latin typeface="Meiryo" panose="020B0604030504040204" pitchFamily="50" charset="-128"/>
              </a:rPr>
              <a:t>／印刷</a:t>
            </a:r>
            <a:r>
              <a:rPr kumimoji="1" lang="en-US" altLang="ja-JP">
                <a:latin typeface="Meiryo" panose="020B0604030504040204" pitchFamily="50" charset="-128"/>
              </a:rPr>
              <a:t>152–153</a:t>
            </a:r>
            <a:r>
              <a:rPr kumimoji="1" lang="ja-JP" altLang="en-US">
                <a:latin typeface="Meiryo" panose="020B0604030504040204" pitchFamily="50" charset="-128"/>
              </a:rPr>
              <a:t>、式</a:t>
            </a:r>
            <a:r>
              <a:rPr kumimoji="1" lang="en-US" altLang="ja-JP">
                <a:latin typeface="Meiryo" panose="020B0604030504040204" pitchFamily="50" charset="-128"/>
              </a:rPr>
              <a:t>8.1–8.5</a:t>
            </a:r>
            <a:r>
              <a:rPr kumimoji="1" lang="ja-JP" altLang="en-US">
                <a:latin typeface="Meiryo" panose="020B0604030504040204" pitchFamily="50" charset="-128"/>
              </a:rPr>
              <a:t>・図</a:t>
            </a:r>
            <a:r>
              <a:rPr kumimoji="1" lang="en-US" altLang="ja-JP">
                <a:latin typeface="Meiryo" panose="020B0604030504040204" pitchFamily="50" charset="-128"/>
              </a:rPr>
              <a:t>8.2</a:t>
            </a:r>
            <a:r>
              <a:rPr kumimoji="1" lang="ja-JP" altLang="en-US">
                <a:latin typeface="Meiryo" panose="020B0604030504040204" pitchFamily="50" charset="-128"/>
              </a:rPr>
              <a:t>；講義</a:t>
            </a:r>
            <a:r>
              <a:rPr kumimoji="1" lang="en-US" altLang="ja-JP">
                <a:latin typeface="Meiryo" panose="020B0604030504040204" pitchFamily="50" charset="-128"/>
              </a:rPr>
              <a:t>7 3</a:t>
            </a:r>
            <a:r>
              <a:rPr kumimoji="1" lang="ja-JP" altLang="en-US">
                <a:latin typeface="Meiryo" panose="020B0604030504040204" pitchFamily="50" charset="-128"/>
              </a:rPr>
              <a:t>・</a:t>
            </a:r>
            <a:r>
              <a:rPr kumimoji="1" lang="en-US" altLang="ja-JP">
                <a:latin typeface="Meiryo" panose="020B0604030504040204" pitchFamily="50" charset="-128"/>
              </a:rPr>
              <a:t>28
</a:t>
            </a:r>
            <a:r>
              <a:rPr kumimoji="1" lang="ja-JP" altLang="en-US">
                <a:latin typeface="Meiryo" panose="020B0604030504040204" pitchFamily="50" charset="-128"/>
              </a:rPr>
              <a:t>教科書の</a:t>
            </a:r>
            <a:r>
              <a:rPr kumimoji="1" lang="en-US" altLang="ja-JP">
                <a:latin typeface="Meiryo" panose="020B0604030504040204" pitchFamily="50" charset="-128"/>
              </a:rPr>
              <a:t>θ(q)=Pr(s=∞)</a:t>
            </a:r>
            <a:r>
              <a:rPr kumimoji="1" lang="ja-JP" altLang="en-US">
                <a:latin typeface="Meiryo" panose="020B0604030504040204" pitchFamily="50" charset="-128"/>
              </a:rPr>
              <a:t>と講義の巨大連結成分の定義を対応づける。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有限系の最大成分はいつでも存在する。最大であることと無限系で巨大であることは区別する。</a:t>
            </a:r>
            <a:r>
              <a:rPr kumimoji="1" lang="en-US" altLang="ja-JP">
                <a:latin typeface="Meiryo" panose="020B0604030504040204" pitchFamily="50" charset="-128"/>
              </a:rPr>
              <a:t>θ</a:t>
            </a:r>
            <a:r>
              <a:rPr kumimoji="1" lang="ja-JP" altLang="en-US">
                <a:latin typeface="Meiryo" panose="020B0604030504040204" pitchFamily="50" charset="-128"/>
              </a:rPr>
              <a:t>は無限クラスターに属する確率で、有限系</a:t>
            </a:r>
            <a:r>
              <a:rPr kumimoji="1" lang="en-US" altLang="ja-JP">
                <a:latin typeface="Meiryo" panose="020B0604030504040204" pitchFamily="50" charset="-128"/>
              </a:rPr>
              <a:t>P</a:t>
            </a:r>
            <a:r>
              <a:rPr kumimoji="1" lang="ja-JP" altLang="en-US">
                <a:latin typeface="Meiryo" panose="020B0604030504040204" pitchFamily="50" charset="-128"/>
              </a:rPr>
              <a:t>と同一の有限系量ではない。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4</a:t>
            </a:fld>
            <a:endParaRPr kumimoji="1" lang="ja-JP" altLang="en-US"/>
          </a:p>
        </p:txBody>
      </p:sp>
    </p:spTree>
    <p:extLst>
      <p:ext uri="{BB962C8B-B14F-4D97-AF65-F5344CB8AC3E}">
        <p14:creationId xmlns:p14="http://schemas.microsoft.com/office/powerpoint/2010/main" val="2187711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PDF1</a:t>
            </a:r>
            <a:r>
              <a:rPr kumimoji="1" lang="ja-JP" altLang="en-US">
                <a:latin typeface="Meiryo" panose="020B0604030504040204" pitchFamily="50" charset="-128"/>
              </a:rPr>
              <a:t>、式</a:t>
            </a:r>
            <a:r>
              <a:rPr kumimoji="1" lang="en-US" altLang="ja-JP">
                <a:latin typeface="Meiryo" panose="020B0604030504040204" pitchFamily="50" charset="-128"/>
              </a:rPr>
              <a:t>S1</a:t>
            </a:r>
            <a:r>
              <a:rPr kumimoji="1" lang="ja-JP" altLang="en-US">
                <a:latin typeface="Meiryo" panose="020B0604030504040204" pitchFamily="50" charset="-128"/>
              </a:rPr>
              <a:t>；教科書 </a:t>
            </a:r>
            <a:r>
              <a:rPr kumimoji="1" lang="en-US" altLang="ja-JP">
                <a:latin typeface="Meiryo" panose="020B0604030504040204" pitchFamily="50" charset="-128"/>
              </a:rPr>
              <a:t>PDF3</a:t>
            </a:r>
            <a:r>
              <a:rPr kumimoji="1" lang="ja-JP" altLang="en-US">
                <a:latin typeface="Meiryo" panose="020B0604030504040204" pitchFamily="50" charset="-128"/>
              </a:rPr>
              <a:t>右／印刷</a:t>
            </a:r>
            <a:r>
              <a:rPr kumimoji="1" lang="en-US" altLang="ja-JP">
                <a:latin typeface="Meiryo" panose="020B0604030504040204" pitchFamily="50" charset="-128"/>
              </a:rPr>
              <a:t>153</a:t>
            </a:r>
            <a:r>
              <a:rPr kumimoji="1" lang="ja-JP" altLang="en-US">
                <a:latin typeface="Meiryo" panose="020B0604030504040204" pitchFamily="50" charset="-128"/>
              </a:rPr>
              <a:t>、表</a:t>
            </a:r>
            <a:r>
              <a:rPr kumimoji="1" lang="en-US" altLang="ja-JP">
                <a:latin typeface="Meiryo" panose="020B0604030504040204" pitchFamily="50" charset="-128"/>
              </a:rPr>
              <a:t>8.2</a:t>
            </a:r>
            <a:r>
              <a:rPr kumimoji="1" lang="ja-JP" altLang="en-US">
                <a:latin typeface="Meiryo" panose="020B0604030504040204" pitchFamily="50" charset="-128"/>
              </a:rPr>
              <a:t>；講義</a:t>
            </a:r>
            <a:r>
              <a:rPr kumimoji="1" lang="en-US" altLang="ja-JP">
                <a:latin typeface="Meiryo" panose="020B0604030504040204" pitchFamily="50" charset="-128"/>
              </a:rPr>
              <a:t>9 49
S1</a:t>
            </a:r>
            <a:r>
              <a:rPr kumimoji="1" lang="ja-JP" altLang="en-US">
                <a:latin typeface="Meiryo" panose="020B0604030504040204" pitchFamily="50" charset="-128"/>
              </a:rPr>
              <a:t>は実現した削除割合。表</a:t>
            </a:r>
            <a:r>
              <a:rPr kumimoji="1" lang="en-US" altLang="ja-JP">
                <a:latin typeface="Meiryo" panose="020B0604030504040204" pitchFamily="50" charset="-128"/>
              </a:rPr>
              <a:t>8.2</a:t>
            </a:r>
            <a:r>
              <a:rPr kumimoji="1" lang="ja-JP" altLang="en-US">
                <a:latin typeface="Meiryo" panose="020B0604030504040204" pitchFamily="50" charset="-128"/>
              </a:rPr>
              <a:t>は正方格子の通常ボンド閾値</a:t>
            </a:r>
            <a:r>
              <a:rPr kumimoji="1" lang="en-US" altLang="ja-JP">
                <a:latin typeface="Meiryo" panose="020B0604030504040204" pitchFamily="50" charset="-128"/>
              </a:rPr>
              <a:t>q_c=1/2</a:t>
            </a:r>
            <a:r>
              <a:rPr kumimoji="1" lang="ja-JP" altLang="en-US">
                <a:latin typeface="Meiryo" panose="020B0604030504040204" pitchFamily="50" charset="-128"/>
              </a:rPr>
              <a:t>。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】E₁</a:t>
            </a:r>
            <a:r>
              <a:rPr kumimoji="1" lang="ja-JP" altLang="en-US">
                <a:latin typeface="Meiryo" panose="020B0604030504040204" pitchFamily="50" charset="-128"/>
              </a:rPr>
              <a:t>は初期辺数で本研究の</a:t>
            </a:r>
            <a:r>
              <a:rPr kumimoji="1" lang="en-US" altLang="ja-JP">
                <a:latin typeface="Meiryo" panose="020B0604030504040204" pitchFamily="50" charset="-128"/>
              </a:rPr>
              <a:t>E₀</a:t>
            </a:r>
            <a:r>
              <a:rPr kumimoji="1" lang="ja-JP" altLang="en-US">
                <a:latin typeface="Meiryo" panose="020B0604030504040204" pitchFamily="50" charset="-128"/>
              </a:rPr>
              <a:t>に対応する。独立占有の</a:t>
            </a:r>
            <a:r>
              <a:rPr kumimoji="1" lang="en-US" altLang="ja-JP">
                <a:latin typeface="Meiryo" panose="020B0604030504040204" pitchFamily="50" charset="-128"/>
              </a:rPr>
              <a:t>q</a:t>
            </a:r>
            <a:r>
              <a:rPr kumimoji="1" lang="ja-JP" altLang="en-US">
                <a:latin typeface="Meiryo" panose="020B0604030504040204" pitchFamily="50" charset="-128"/>
              </a:rPr>
              <a:t>は確率、</a:t>
            </a:r>
            <a:r>
              <a:rPr kumimoji="1" lang="en-US" altLang="ja-JP">
                <a:latin typeface="Meiryo" panose="020B0604030504040204" pitchFamily="50" charset="-128"/>
              </a:rPr>
              <a:t>1−p</a:t>
            </a:r>
            <a:r>
              <a:rPr kumimoji="1" lang="ja-JP" altLang="en-US">
                <a:latin typeface="Meiryo" panose="020B0604030504040204" pitchFamily="50" charset="-128"/>
              </a:rPr>
              <a:t>は実現値。固定削除辺数の一様アンサンブルと独立</a:t>
            </a:r>
            <a:r>
              <a:rPr kumimoji="1" lang="en-US" altLang="ja-JP">
                <a:latin typeface="Meiryo" panose="020B0604030504040204" pitchFamily="50" charset="-128"/>
              </a:rPr>
              <a:t>Bernoulli</a:t>
            </a:r>
            <a:r>
              <a:rPr kumimoji="1" lang="ja-JP" altLang="en-US">
                <a:latin typeface="Meiryo" panose="020B0604030504040204" pitchFamily="50" charset="-128"/>
              </a:rPr>
              <a:t>は有限系では異なり、後者は前者の二項混合（予備</a:t>
            </a:r>
            <a:r>
              <a:rPr kumimoji="1" lang="en-US" altLang="ja-JP">
                <a:latin typeface="Meiryo" panose="020B0604030504040204" pitchFamily="50" charset="-128"/>
              </a:rPr>
              <a:t>B02</a:t>
            </a:r>
            <a:r>
              <a:rPr kumimoji="1" lang="ja-JP" altLang="en-US">
                <a:latin typeface="Meiryo" panose="020B0604030504040204" pitchFamily="50" charset="-128"/>
              </a:rPr>
              <a:t>）。</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5</a:t>
            </a:fld>
            <a:endParaRPr kumimoji="1" lang="ja-JP" altLang="en-US"/>
          </a:p>
        </p:txBody>
      </p:sp>
    </p:spTree>
    <p:extLst>
      <p:ext uri="{BB962C8B-B14F-4D97-AF65-F5344CB8AC3E}">
        <p14:creationId xmlns:p14="http://schemas.microsoft.com/office/powerpoint/2010/main" val="880363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本文 </a:t>
            </a:r>
            <a:r>
              <a:rPr kumimoji="1" lang="en-US" altLang="ja-JP">
                <a:latin typeface="Meiryo" panose="020B0604030504040204" pitchFamily="50" charset="-128"/>
              </a:rPr>
              <a:t>PDF2</a:t>
            </a:r>
            <a:r>
              <a:rPr kumimoji="1" lang="ja-JP" altLang="en-US">
                <a:latin typeface="Meiryo" panose="020B0604030504040204" pitchFamily="50" charset="-128"/>
              </a:rPr>
              <a:t>／</a:t>
            </a:r>
            <a:r>
              <a:rPr kumimoji="1" lang="en-US" altLang="ja-JP">
                <a:latin typeface="Meiryo" panose="020B0604030504040204" pitchFamily="50" charset="-128"/>
              </a:rPr>
              <a:t>047402-2</a:t>
            </a:r>
            <a:r>
              <a:rPr kumimoji="1" lang="ja-JP" altLang="en-US">
                <a:latin typeface="Meiryo" panose="020B0604030504040204" pitchFamily="50" charset="-128"/>
              </a:rPr>
              <a:t>；補足 </a:t>
            </a:r>
            <a:r>
              <a:rPr kumimoji="1" lang="en-US" altLang="ja-JP">
                <a:latin typeface="Meiryo" panose="020B0604030504040204" pitchFamily="50" charset="-128"/>
              </a:rPr>
              <a:t>PDF1</a:t>
            </a:r>
            <a:r>
              <a:rPr kumimoji="1" lang="ja-JP" altLang="en-US">
                <a:latin typeface="Meiryo" panose="020B0604030504040204" pitchFamily="50" charset="-128"/>
              </a:rPr>
              <a:t>・</a:t>
            </a:r>
            <a:r>
              <a:rPr kumimoji="1" lang="en-US" altLang="ja-JP">
                <a:latin typeface="Meiryo" panose="020B0604030504040204" pitchFamily="50" charset="-128"/>
              </a:rPr>
              <a:t>11</a:t>
            </a:r>
            <a:r>
              <a:rPr kumimoji="1" lang="ja-JP" altLang="en-US">
                <a:latin typeface="Meiryo" panose="020B0604030504040204" pitchFamily="50" charset="-128"/>
              </a:rPr>
              <a:t>；実装 </a:t>
            </a:r>
            <a:r>
              <a:rPr kumimoji="1" lang="en-US" altLang="ja-JP">
                <a:latin typeface="Meiryo" panose="020B0604030504040204" pitchFamily="50" charset="-128"/>
              </a:rPr>
              <a:t>SPPSimulator</a:t>
            </a:r>
            <a:r>
              <a:rPr kumimoji="1" lang="ja-JP" altLang="en-US">
                <a:latin typeface="Meiryo" panose="020B0604030504040204" pitchFamily="50" charset="-128"/>
              </a:rPr>
              <a:t>・</a:t>
            </a:r>
            <a:r>
              <a:rPr kumimoji="1" lang="en-US" altLang="ja-JP">
                <a:latin typeface="Meiryo" panose="020B0604030504040204" pitchFamily="50" charset="-128"/>
              </a:rPr>
              <a:t>ShortestPathFinder
</a:t>
            </a:r>
            <a:r>
              <a:rPr kumimoji="1" lang="ja-JP" altLang="en-US">
                <a:latin typeface="Meiryo" panose="020B0604030504040204" pitchFamily="50" charset="-128"/>
              </a:rPr>
              <a:t>原論文は</a:t>
            </a:r>
            <a:r>
              <a:rPr kumimoji="1" lang="en-US" altLang="ja-JP">
                <a:latin typeface="Meiryo" panose="020B0604030504040204" pitchFamily="50" charset="-128"/>
              </a:rPr>
              <a:t>C=1</a:t>
            </a:r>
            <a:r>
              <a:rPr kumimoji="1" lang="ja-JP" altLang="en-US">
                <a:latin typeface="Meiryo" panose="020B0604030504040204" pitchFamily="50" charset="-128"/>
              </a:rPr>
              <a:t>を通常ボンドに対応づける。条件付き一様性は削除規則から導出。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有向に数えた頂点対は</a:t>
            </a:r>
            <a:r>
              <a:rPr kumimoji="1" lang="en-US" altLang="ja-JP">
                <a:latin typeface="Meiryo" panose="020B0604030504040204" pitchFamily="50" charset="-128"/>
              </a:rPr>
              <a:t>N(N−1)</a:t>
            </a:r>
            <a:r>
              <a:rPr kumimoji="1" lang="ja-JP" altLang="en-US">
                <a:latin typeface="Meiryo" panose="020B0604030504040204" pitchFamily="50" charset="-128"/>
              </a:rPr>
              <a:t>、各無向辺は</a:t>
            </a:r>
            <a:r>
              <a:rPr kumimoji="1" lang="en-US" altLang="ja-JP">
                <a:latin typeface="Meiryo" panose="020B0604030504040204" pitchFamily="50" charset="-128"/>
              </a:rPr>
              <a:t>2</a:t>
            </a:r>
            <a:r>
              <a:rPr kumimoji="1" lang="ja-JP" altLang="en-US">
                <a:latin typeface="Meiryo" panose="020B0604030504040204" pitchFamily="50" charset="-128"/>
              </a:rPr>
              <a:t>通り、受理確率</a:t>
            </a:r>
            <a:r>
              <a:rPr kumimoji="1" lang="en-US" altLang="ja-JP">
                <a:latin typeface="Meiryo" panose="020B0604030504040204" pitchFamily="50" charset="-128"/>
              </a:rPr>
              <a:t>2m/[N(N−1)]</a:t>
            </a:r>
            <a:r>
              <a:rPr kumimoji="1" lang="ja-JP" altLang="en-US">
                <a:latin typeface="Meiryo" panose="020B0604030504040204" pitchFamily="50" charset="-128"/>
              </a:rPr>
              <a:t>。棄却は辺状態を変えないため削除順序を偏らせない。</a:t>
            </a:r>
            <a:r>
              <a:rPr kumimoji="1" lang="en-US" altLang="ja-JP">
                <a:latin typeface="Meiryo" panose="020B0604030504040204" pitchFamily="50" charset="-128"/>
              </a:rPr>
              <a:t>p</a:t>
            </a:r>
            <a:r>
              <a:rPr kumimoji="1" lang="ja-JP" altLang="en-US">
                <a:latin typeface="Meiryo" panose="020B0604030504040204" pitchFamily="50" charset="-128"/>
              </a:rPr>
              <a:t>で比較し、全要求時間</a:t>
            </a:r>
            <a:r>
              <a:rPr kumimoji="1" lang="en-US" altLang="ja-JP">
                <a:latin typeface="Meiryo" panose="020B0604030504040204" pitchFamily="50" charset="-128"/>
              </a:rPr>
              <a:t>t</a:t>
            </a:r>
            <a:r>
              <a:rPr kumimoji="1" lang="ja-JP" altLang="en-US">
                <a:latin typeface="Meiryo" panose="020B0604030504040204" pitchFamily="50" charset="-128"/>
              </a:rPr>
              <a:t>では棄却を別に扱う。</a:t>
            </a:r>
            <a:r>
              <a:rPr kumimoji="1" lang="en-US" altLang="ja-JP">
                <a:latin typeface="Meiryo" panose="020B0604030504040204" pitchFamily="50" charset="-128"/>
              </a:rPr>
              <a:t>C&gt;1</a:t>
            </a:r>
            <a:r>
              <a:rPr kumimoji="1" lang="ja-JP" altLang="en-US">
                <a:latin typeface="Meiryo" panose="020B0604030504040204" pitchFamily="50" charset="-128"/>
              </a:rPr>
              <a:t>は経路に沿う相関を導入する。</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6</a:t>
            </a:fld>
            <a:endParaRPr kumimoji="1" lang="ja-JP" altLang="en-US"/>
          </a:p>
        </p:txBody>
      </p:sp>
    </p:spTree>
    <p:extLst>
      <p:ext uri="{BB962C8B-B14F-4D97-AF65-F5344CB8AC3E}">
        <p14:creationId xmlns:p14="http://schemas.microsoft.com/office/powerpoint/2010/main" val="1508927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PDF2</a:t>
            </a:r>
            <a:r>
              <a:rPr kumimoji="1" lang="ja-JP" altLang="en-US">
                <a:latin typeface="Meiryo" panose="020B0604030504040204" pitchFamily="50" charset="-128"/>
              </a:rPr>
              <a:t>、式</a:t>
            </a:r>
            <a:r>
              <a:rPr kumimoji="1" lang="en-US" altLang="ja-JP">
                <a:latin typeface="Meiryo" panose="020B0604030504040204" pitchFamily="50" charset="-128"/>
              </a:rPr>
              <a:t>S2</a:t>
            </a:r>
            <a:r>
              <a:rPr kumimoji="1" lang="ja-JP" altLang="en-US">
                <a:latin typeface="Meiryo" panose="020B0604030504040204" pitchFamily="50" charset="-128"/>
              </a:rPr>
              <a:t>；教科書 </a:t>
            </a:r>
            <a:r>
              <a:rPr kumimoji="1" lang="en-US" altLang="ja-JP">
                <a:latin typeface="Meiryo" panose="020B0604030504040204" pitchFamily="50" charset="-128"/>
              </a:rPr>
              <a:t>PDF3</a:t>
            </a:r>
            <a:r>
              <a:rPr kumimoji="1" lang="ja-JP" altLang="en-US">
                <a:latin typeface="Meiryo" panose="020B0604030504040204" pitchFamily="50" charset="-128"/>
              </a:rPr>
              <a:t>／</a:t>
            </a:r>
            <a:r>
              <a:rPr kumimoji="1" lang="en-US" altLang="ja-JP">
                <a:latin typeface="Meiryo" panose="020B0604030504040204" pitchFamily="50" charset="-128"/>
              </a:rPr>
              <a:t>152–153</a:t>
            </a:r>
            <a:r>
              <a:rPr kumimoji="1" lang="ja-JP" altLang="en-US">
                <a:latin typeface="Meiryo" panose="020B0604030504040204" pitchFamily="50" charset="-128"/>
              </a:rPr>
              <a:t>；講義</a:t>
            </a:r>
            <a:r>
              <a:rPr kumimoji="1" lang="en-US" altLang="ja-JP">
                <a:latin typeface="Meiryo" panose="020B0604030504040204" pitchFamily="50" charset="-128"/>
              </a:rPr>
              <a:t>7 28
P</a:t>
            </a:r>
            <a:r>
              <a:rPr kumimoji="1" lang="ja-JP" altLang="en-US">
                <a:latin typeface="Meiryo" panose="020B0604030504040204" pitchFamily="50" charset="-128"/>
              </a:rPr>
              <a:t>の原典定義から極限関数を導入する。本発表の操作的定義であり、極限の存在を証明していない。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グラフ族、境界条件、</a:t>
            </a:r>
            <a:r>
              <a:rPr kumimoji="1" lang="en-US" altLang="ja-JP">
                <a:latin typeface="Meiryo" panose="020B0604030504040204" pitchFamily="50" charset="-128"/>
              </a:rPr>
              <a:t>C</a:t>
            </a:r>
            <a:r>
              <a:rPr kumimoji="1" lang="ja-JP" altLang="en-US">
                <a:latin typeface="Meiryo" panose="020B0604030504040204" pitchFamily="50" charset="-128"/>
              </a:rPr>
              <a:t>のサイズ依存を固定して極限を考える。有限</a:t>
            </a:r>
            <a:r>
              <a:rPr kumimoji="1" lang="en-US" altLang="ja-JP">
                <a:latin typeface="Meiryo" panose="020B0604030504040204" pitchFamily="50" charset="-128"/>
              </a:rPr>
              <a:t>N</a:t>
            </a:r>
            <a:r>
              <a:rPr kumimoji="1" lang="ja-JP" altLang="en-US">
                <a:latin typeface="Meiryo" panose="020B0604030504040204" pitchFamily="50" charset="-128"/>
              </a:rPr>
              <a:t>の階段状ジャンプ自体は無限系の不連続性の証拠ではない。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7</a:t>
            </a:fld>
            <a:endParaRPr kumimoji="1" lang="ja-JP" altLang="en-US"/>
          </a:p>
        </p:txBody>
      </p:sp>
    </p:spTree>
    <p:extLst>
      <p:ext uri="{BB962C8B-B14F-4D97-AF65-F5344CB8AC3E}">
        <p14:creationId xmlns:p14="http://schemas.microsoft.com/office/powerpoint/2010/main" val="27835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本発表の操作的定義</a:t>
            </a:r>
            <a:r>
              <a:rPr kumimoji="1" lang="en-US" altLang="ja-JP">
                <a:latin typeface="Meiryo" panose="020B0604030504040204" pitchFamily="50" charset="-128"/>
              </a:rPr>
              <a:t>B</a:t>
            </a:r>
            <a:r>
              <a:rPr kumimoji="1" lang="ja-JP" altLang="en-US">
                <a:latin typeface="Meiryo" panose="020B0604030504040204" pitchFamily="50" charset="-128"/>
              </a:rPr>
              <a:t>；教科書 </a:t>
            </a:r>
            <a:r>
              <a:rPr kumimoji="1" lang="en-US" altLang="ja-JP">
                <a:latin typeface="Meiryo" panose="020B0604030504040204" pitchFamily="50" charset="-128"/>
              </a:rPr>
              <a:t>PDF3</a:t>
            </a:r>
            <a:r>
              <a:rPr kumimoji="1" lang="ja-JP" altLang="en-US">
                <a:latin typeface="Meiryo" panose="020B0604030504040204" pitchFamily="50" charset="-128"/>
              </a:rPr>
              <a:t>／</a:t>
            </a:r>
            <a:r>
              <a:rPr kumimoji="1" lang="en-US" altLang="ja-JP">
                <a:latin typeface="Meiryo" panose="020B0604030504040204" pitchFamily="50" charset="-128"/>
              </a:rPr>
              <a:t>152–153</a:t>
            </a:r>
            <a:r>
              <a:rPr kumimoji="1" lang="ja-JP" altLang="en-US">
                <a:latin typeface="Meiryo" panose="020B0604030504040204" pitchFamily="50" charset="-128"/>
              </a:rPr>
              <a:t>；本文 </a:t>
            </a:r>
            <a:r>
              <a:rPr kumimoji="1" lang="en-US" altLang="ja-JP">
                <a:latin typeface="Meiryo" panose="020B0604030504040204" pitchFamily="50" charset="-128"/>
              </a:rPr>
              <a:t>PDF4</a:t>
            </a:r>
            <a:r>
              <a:rPr kumimoji="1" lang="ja-JP" altLang="en-US">
                <a:latin typeface="Meiryo" panose="020B0604030504040204" pitchFamily="50" charset="-128"/>
              </a:rPr>
              <a:t>／</a:t>
            </a:r>
            <a:r>
              <a:rPr kumimoji="1" lang="en-US" altLang="ja-JP">
                <a:latin typeface="Meiryo" panose="020B0604030504040204" pitchFamily="50" charset="-128"/>
              </a:rPr>
              <a:t>047402-4
</a:t>
            </a:r>
            <a:r>
              <a:rPr kumimoji="1" lang="ja-JP" altLang="en-US">
                <a:latin typeface="Meiryo" panose="020B0604030504040204" pitchFamily="50" charset="-128"/>
              </a:rPr>
              <a:t>左右極限の差によって不連続性を定義。原論文の</a:t>
            </a:r>
            <a:r>
              <a:rPr kumimoji="1" lang="en-US" altLang="ja-JP">
                <a:latin typeface="Meiryo" panose="020B0604030504040204" pitchFamily="50" charset="-128"/>
              </a:rPr>
              <a:t>weakly discontinuous</a:t>
            </a:r>
            <a:r>
              <a:rPr kumimoji="1" lang="ja-JP" altLang="en-US">
                <a:latin typeface="Meiryo" panose="020B0604030504040204" pitchFamily="50" charset="-128"/>
              </a:rPr>
              <a:t>と同義とはしない。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模式図の式や形は実在モデルの測定・理論曲線ではない。連続転移でも傾きが発散し得るため、急峻さだけでは</a:t>
            </a:r>
            <a:r>
              <a:rPr kumimoji="1" lang="en-US" altLang="ja-JP">
                <a:latin typeface="Meiryo" panose="020B0604030504040204" pitchFamily="50" charset="-128"/>
              </a:rPr>
              <a:t>J&gt;0</a:t>
            </a:r>
            <a:r>
              <a:rPr kumimoji="1" lang="ja-JP" altLang="en-US">
                <a:latin typeface="Meiryo" panose="020B0604030504040204" pitchFamily="50" charset="-128"/>
              </a:rPr>
              <a:t>と言えない。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8</a:t>
            </a:fld>
            <a:endParaRPr kumimoji="1" lang="ja-JP" altLang="en-US"/>
          </a:p>
        </p:txBody>
      </p:sp>
    </p:spTree>
    <p:extLst>
      <p:ext uri="{BB962C8B-B14F-4D97-AF65-F5344CB8AC3E}">
        <p14:creationId xmlns:p14="http://schemas.microsoft.com/office/powerpoint/2010/main" val="3667470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D</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本文 </a:t>
            </a:r>
            <a:r>
              <a:rPr kumimoji="1" lang="en-US" altLang="ja-JP">
                <a:latin typeface="Meiryo" panose="020B0604030504040204" pitchFamily="50" charset="-128"/>
              </a:rPr>
              <a:t>PDF2</a:t>
            </a:r>
            <a:r>
              <a:rPr kumimoji="1" lang="ja-JP" altLang="en-US">
                <a:latin typeface="Meiryo" panose="020B0604030504040204" pitchFamily="50" charset="-128"/>
              </a:rPr>
              <a:t>・</a:t>
            </a:r>
            <a:r>
              <a:rPr kumimoji="1" lang="en-US" altLang="ja-JP">
                <a:latin typeface="Meiryo" panose="020B0604030504040204" pitchFamily="50" charset="-128"/>
              </a:rPr>
              <a:t>4</a:t>
            </a:r>
            <a:r>
              <a:rPr kumimoji="1" lang="ja-JP" altLang="en-US">
                <a:latin typeface="Meiryo" panose="020B0604030504040204" pitchFamily="50" charset="-128"/>
              </a:rPr>
              <a:t>、図</a:t>
            </a:r>
            <a:r>
              <a:rPr kumimoji="1" lang="en-US" altLang="ja-JP">
                <a:latin typeface="Meiryo" panose="020B0604030504040204" pitchFamily="50" charset="-128"/>
              </a:rPr>
              <a:t>2</a:t>
            </a:r>
            <a:r>
              <a:rPr kumimoji="1" lang="ja-JP" altLang="en-US">
                <a:latin typeface="Meiryo" panose="020B0604030504040204" pitchFamily="50" charset="-128"/>
              </a:rPr>
              <a:t>・</a:t>
            </a:r>
            <a:r>
              <a:rPr kumimoji="1" lang="en-US" altLang="ja-JP">
                <a:latin typeface="Meiryo" panose="020B0604030504040204" pitchFamily="50" charset="-128"/>
              </a:rPr>
              <a:t>5</a:t>
            </a:r>
            <a:r>
              <a:rPr kumimoji="1" lang="ja-JP" altLang="en-US">
                <a:latin typeface="Meiryo" panose="020B0604030504040204" pitchFamily="50" charset="-128"/>
              </a:rPr>
              <a:t>；補足 </a:t>
            </a:r>
            <a:r>
              <a:rPr kumimoji="1" lang="en-US" altLang="ja-JP">
                <a:latin typeface="Meiryo" panose="020B0604030504040204" pitchFamily="50" charset="-128"/>
              </a:rPr>
              <a:t>PDF2–5</a:t>
            </a:r>
            <a:r>
              <a:rPr kumimoji="1" lang="ja-JP" altLang="en-US">
                <a:latin typeface="Meiryo" panose="020B0604030504040204" pitchFamily="50" charset="-128"/>
              </a:rPr>
              <a:t>、式</a:t>
            </a:r>
            <a:r>
              <a:rPr kumimoji="1" lang="en-US" altLang="ja-JP">
                <a:latin typeface="Meiryo" panose="020B0604030504040204" pitchFamily="50" charset="-128"/>
              </a:rPr>
              <a:t>S6–S18
C=1</a:t>
            </a:r>
            <a:r>
              <a:rPr kumimoji="1" lang="ja-JP" altLang="en-US">
                <a:latin typeface="Meiryo" panose="020B0604030504040204" pitchFamily="50" charset="-128"/>
              </a:rPr>
              <a:t>の通常ボンドと</a:t>
            </a:r>
            <a:r>
              <a:rPr kumimoji="1" lang="en-US" altLang="ja-JP">
                <a:latin typeface="Meiryo" panose="020B0604030504040204" pitchFamily="50" charset="-128"/>
              </a:rPr>
              <a:t>C=N</a:t>
            </a:r>
            <a:r>
              <a:rPr kumimoji="1" lang="ja-JP" altLang="en-US">
                <a:latin typeface="Meiryo" panose="020B0604030504040204" pitchFamily="50" charset="-128"/>
              </a:rPr>
              <a:t>の曲線・幅を対比。無限系のジャンプへの推論は追加の検討。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】N</a:t>
            </a:r>
            <a:r>
              <a:rPr kumimoji="1" lang="ja-JP" altLang="en-US">
                <a:latin typeface="Meiryo" panose="020B0604030504040204" pitchFamily="50" charset="-128"/>
              </a:rPr>
              <a:t>依存の閾値で定義する幅は、その定義を確認する必要がある。フィットの見た目や一つのモデルの外挿だけで転移次数を決めない。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9</a:t>
            </a:fld>
            <a:endParaRPr kumimoji="1" lang="ja-JP" altLang="en-US"/>
          </a:p>
        </p:txBody>
      </p:sp>
    </p:spTree>
    <p:extLst>
      <p:ext uri="{BB962C8B-B14F-4D97-AF65-F5344CB8AC3E}">
        <p14:creationId xmlns:p14="http://schemas.microsoft.com/office/powerpoint/2010/main" val="2578239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本文 </a:t>
            </a:r>
            <a:r>
              <a:rPr kumimoji="1" lang="en-US" altLang="ja-JP">
                <a:latin typeface="Meiryo" panose="020B0604030504040204" pitchFamily="50" charset="-128"/>
              </a:rPr>
              <a:t>PDF1–2</a:t>
            </a:r>
            <a:r>
              <a:rPr kumimoji="1" lang="ja-JP" altLang="en-US">
                <a:latin typeface="Meiryo" panose="020B0604030504040204" pitchFamily="50" charset="-128"/>
              </a:rPr>
              <a:t>／</a:t>
            </a:r>
            <a:r>
              <a:rPr kumimoji="1" lang="en-US" altLang="ja-JP">
                <a:latin typeface="Meiryo" panose="020B0604030504040204" pitchFamily="50" charset="-128"/>
              </a:rPr>
              <a:t>047402-1–2</a:t>
            </a:r>
            <a:r>
              <a:rPr kumimoji="1" lang="ja-JP" altLang="en-US">
                <a:latin typeface="Meiryo" panose="020B0604030504040204" pitchFamily="50" charset="-128"/>
              </a:rPr>
              <a:t>、図</a:t>
            </a:r>
            <a:r>
              <a:rPr kumimoji="1" lang="en-US" altLang="ja-JP">
                <a:latin typeface="Meiryo" panose="020B0604030504040204" pitchFamily="50" charset="-128"/>
              </a:rPr>
              <a:t>1</a:t>
            </a:r>
            <a:r>
              <a:rPr kumimoji="1" lang="ja-JP" altLang="en-US">
                <a:latin typeface="Meiryo" panose="020B0604030504040204" pitchFamily="50" charset="-128"/>
              </a:rPr>
              <a:t>；補足 </a:t>
            </a:r>
            <a:r>
              <a:rPr kumimoji="1" lang="en-US" altLang="ja-JP">
                <a:latin typeface="Meiryo" panose="020B0604030504040204" pitchFamily="50" charset="-128"/>
              </a:rPr>
              <a:t>PDF1</a:t>
            </a:r>
            <a:r>
              <a:rPr kumimoji="1" lang="ja-JP" altLang="en-US">
                <a:latin typeface="Meiryo" panose="020B0604030504040204" pitchFamily="50" charset="-128"/>
              </a:rPr>
              <a:t>・</a:t>
            </a:r>
            <a:r>
              <a:rPr kumimoji="1" lang="en-US" altLang="ja-JP">
                <a:latin typeface="Meiryo" panose="020B0604030504040204" pitchFamily="50" charset="-128"/>
              </a:rPr>
              <a:t>11
</a:t>
            </a:r>
            <a:r>
              <a:rPr kumimoji="1" lang="ja-JP" altLang="en-US">
                <a:latin typeface="Meiryo" panose="020B0604030504040204" pitchFamily="50" charset="-128"/>
              </a:rPr>
              <a:t>論文の固定初期辺数設定、最短経路の一様選択、予算条件を確認。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初期</a:t>
            </a:r>
            <a:r>
              <a:rPr kumimoji="1" lang="en-US" altLang="ja-JP">
                <a:latin typeface="Meiryo" panose="020B0604030504040204" pitchFamily="50" charset="-128"/>
              </a:rPr>
              <a:t>ER</a:t>
            </a:r>
            <a:r>
              <a:rPr kumimoji="1" lang="ja-JP" altLang="en-US">
                <a:latin typeface="Meiryo" panose="020B0604030504040204" pitchFamily="50" charset="-128"/>
              </a:rPr>
              <a:t>を固定辺数の設定として説明する。最短経路のランダムな前駆点選択だけでは一様とは限らず、経路数を重みとする。単純経路は最大</a:t>
            </a:r>
            <a:r>
              <a:rPr kumimoji="1" lang="en-US" altLang="ja-JP">
                <a:latin typeface="Meiryo" panose="020B0604030504040204" pitchFamily="50" charset="-128"/>
              </a:rPr>
              <a:t>N−1</a:t>
            </a:r>
            <a:r>
              <a:rPr kumimoji="1" lang="ja-JP" altLang="en-US">
                <a:latin typeface="Meiryo" panose="020B0604030504040204" pitchFamily="50" charset="-128"/>
              </a:rPr>
              <a:t>辺なので</a:t>
            </a:r>
            <a:r>
              <a:rPr kumimoji="1" lang="en-US" altLang="ja-JP">
                <a:latin typeface="Meiryo" panose="020B0604030504040204" pitchFamily="50" charset="-128"/>
              </a:rPr>
              <a:t>C=N</a:t>
            </a:r>
            <a:r>
              <a:rPr kumimoji="1" lang="ja-JP" altLang="en-US">
                <a:latin typeface="Meiryo" panose="020B0604030504040204" pitchFamily="50" charset="-128"/>
              </a:rPr>
              <a:t>は実効的に制限なし。
本文</a:t>
            </a:r>
            <a:r>
              <a:rPr kumimoji="1" lang="en-US" altLang="ja-JP">
                <a:latin typeface="Meiryo" panose="020B0604030504040204" pitchFamily="50" charset="-128"/>
              </a:rPr>
              <a:t>PDF2/047402-2</a:t>
            </a:r>
            <a:r>
              <a:rPr kumimoji="1" lang="ja-JP" altLang="en-US">
                <a:latin typeface="Meiryo" panose="020B0604030504040204" pitchFamily="50" charset="-128"/>
              </a:rPr>
              <a:t>で著者は、</a:t>
            </a:r>
            <a:r>
              <a:rPr kumimoji="1" lang="en-US" altLang="ja-JP">
                <a:latin typeface="Meiryo" panose="020B0604030504040204" pitchFamily="50" charset="-128"/>
              </a:rPr>
              <a:t>ER</a:t>
            </a:r>
            <a:r>
              <a:rPr kumimoji="1" lang="ja-JP" altLang="en-US">
                <a:latin typeface="Meiryo" panose="020B0604030504040204" pitchFamily="50" charset="-128"/>
              </a:rPr>
              <a:t>上では有限</a:t>
            </a:r>
            <a:r>
              <a:rPr kumimoji="1" lang="en-US" altLang="ja-JP">
                <a:latin typeface="Meiryo" panose="020B0604030504040204" pitchFamily="50" charset="-128"/>
              </a:rPr>
              <a:t>C</a:t>
            </a:r>
            <a:r>
              <a:rPr kumimoji="1" lang="ja-JP" altLang="en-US">
                <a:latin typeface="Meiryo" panose="020B0604030504040204" pitchFamily="50" charset="-128"/>
              </a:rPr>
              <a:t>が通常パーコレーションと同じ普遍性クラス、制限なし</a:t>
            </a:r>
            <a:r>
              <a:rPr kumimoji="1" lang="en-US" altLang="ja-JP">
                <a:latin typeface="Meiryo" panose="020B0604030504040204" pitchFamily="50" charset="-128"/>
              </a:rPr>
              <a:t>C</a:t>
            </a:r>
            <a:r>
              <a:rPr kumimoji="1" lang="ja-JP" altLang="en-US">
                <a:latin typeface="Meiryo" panose="020B0604030504040204" pitchFamily="50" charset="-128"/>
              </a:rPr>
              <a:t>が異なる指数とより急峻な転移を示すと報告している。これは</a:t>
            </a:r>
            <a:r>
              <a:rPr kumimoji="1" lang="en-US" altLang="ja-JP">
                <a:latin typeface="Meiryo" panose="020B0604030504040204" pitchFamily="50" charset="-128"/>
              </a:rPr>
              <a:t>ER</a:t>
            </a:r>
            <a:r>
              <a:rPr kumimoji="1" lang="ja-JP" altLang="en-US">
                <a:latin typeface="Meiryo" panose="020B0604030504040204" pitchFamily="50" charset="-128"/>
              </a:rPr>
              <a:t>上の著者の結論で、</a:t>
            </a:r>
            <a:r>
              <a:rPr kumimoji="1" lang="en-US" altLang="ja-JP">
                <a:latin typeface="Meiryo" panose="020B0604030504040204" pitchFamily="50" charset="-128"/>
              </a:rPr>
              <a:t>2D</a:t>
            </a:r>
            <a:r>
              <a:rPr kumimoji="1" lang="ja-JP" altLang="en-US">
                <a:latin typeface="Meiryo" panose="020B0604030504040204" pitchFamily="50" charset="-128"/>
              </a:rPr>
              <a:t>格子へ拡張した結論ではない。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10</a:t>
            </a:fld>
            <a:endParaRPr kumimoji="1" lang="ja-JP" altLang="en-US"/>
          </a:p>
        </p:txBody>
      </p:sp>
    </p:spTree>
    <p:extLst>
      <p:ext uri="{BB962C8B-B14F-4D97-AF65-F5344CB8AC3E}">
        <p14:creationId xmlns:p14="http://schemas.microsoft.com/office/powerpoint/2010/main" val="3921816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】Kim &amp; Radicchi (2024) </a:t>
            </a:r>
            <a:r>
              <a:rPr kumimoji="1" lang="ja-JP" altLang="en-US">
                <a:latin typeface="Meiryo" panose="020B0604030504040204" pitchFamily="50" charset="-128"/>
              </a:rPr>
              <a:t>図</a:t>
            </a:r>
            <a:r>
              <a:rPr kumimoji="1" lang="en-US" altLang="ja-JP">
                <a:latin typeface="Meiryo" panose="020B0604030504040204" pitchFamily="50" charset="-128"/>
              </a:rPr>
              <a:t>2</a:t>
            </a:r>
            <a:r>
              <a:rPr kumimoji="1" lang="ja-JP" altLang="en-US">
                <a:latin typeface="Meiryo" panose="020B0604030504040204" pitchFamily="50" charset="-128"/>
              </a:rPr>
              <a:t>、本文 </a:t>
            </a:r>
            <a:r>
              <a:rPr kumimoji="1" lang="en-US" altLang="ja-JP">
                <a:latin typeface="Meiryo" panose="020B0604030504040204" pitchFamily="50" charset="-128"/>
              </a:rPr>
              <a:t>PDF2</a:t>
            </a:r>
            <a:r>
              <a:rPr kumimoji="1" lang="ja-JP" altLang="en-US">
                <a:latin typeface="Meiryo" panose="020B0604030504040204" pitchFamily="50" charset="-128"/>
              </a:rPr>
              <a:t>／</a:t>
            </a:r>
            <a:r>
              <a:rPr kumimoji="1" lang="en-US" altLang="ja-JP">
                <a:latin typeface="Meiryo" panose="020B0604030504040204" pitchFamily="50" charset="-128"/>
              </a:rPr>
              <a:t>047402-2</a:t>
            </a:r>
            <a:r>
              <a:rPr kumimoji="1" lang="ja-JP" altLang="en-US">
                <a:latin typeface="Meiryo" panose="020B0604030504040204" pitchFamily="50" charset="-128"/>
              </a:rPr>
              <a:t>；補足 式</a:t>
            </a:r>
            <a:r>
              <a:rPr kumimoji="1" lang="en-US" altLang="ja-JP">
                <a:latin typeface="Meiryo" panose="020B0604030504040204" pitchFamily="50" charset="-128"/>
              </a:rPr>
              <a:t>S8
</a:t>
            </a:r>
            <a:r>
              <a:rPr kumimoji="1" lang="ja-JP" altLang="en-US">
                <a:latin typeface="Meiryo" panose="020B0604030504040204" pitchFamily="50" charset="-128"/>
              </a:rPr>
              <a:t>図</a:t>
            </a:r>
            <a:r>
              <a:rPr kumimoji="1" lang="en-US" altLang="ja-JP">
                <a:latin typeface="Meiryo" panose="020B0604030504040204" pitchFamily="50" charset="-128"/>
              </a:rPr>
              <a:t>2</a:t>
            </a:r>
            <a:r>
              <a:rPr kumimoji="1" lang="ja-JP" altLang="en-US">
                <a:latin typeface="Meiryo" panose="020B0604030504040204" pitchFamily="50" charset="-128"/>
              </a:rPr>
              <a:t>の軸・条件・測定量を引用。図中の</a:t>
            </a:r>
            <a:r>
              <a:rPr kumimoji="1" lang="en-US" altLang="ja-JP">
                <a:latin typeface="Meiryo" panose="020B0604030504040204" pitchFamily="50" charset="-128"/>
              </a:rPr>
              <a:t>P/S</a:t>
            </a:r>
            <a:r>
              <a:rPr kumimoji="1" lang="ja-JP" altLang="en-US">
                <a:latin typeface="Meiryo" panose="020B0604030504040204" pitchFamily="50" charset="-128"/>
              </a:rPr>
              <a:t>は平均表記を省略。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】(b)</a:t>
            </a:r>
            <a:r>
              <a:rPr kumimoji="1" lang="ja-JP" altLang="en-US">
                <a:latin typeface="Meiryo" panose="020B0604030504040204" pitchFamily="50" charset="-128"/>
              </a:rPr>
              <a:t>の横補助線は推定した無限サイズ位置で、個々の曲線ではない。</a:t>
            </a:r>
            <a:r>
              <a:rPr kumimoji="1" lang="en-US" altLang="ja-JP">
                <a:latin typeface="Meiryo" panose="020B0604030504040204" pitchFamily="50" charset="-128"/>
              </a:rPr>
              <a:t>(c)(d)</a:t>
            </a:r>
            <a:r>
              <a:rPr kumimoji="1" lang="ja-JP" altLang="en-US">
                <a:latin typeface="Meiryo" panose="020B0604030504040204" pitchFamily="50" charset="-128"/>
              </a:rPr>
              <a:t>のピーク高さは同じ</a:t>
            </a:r>
            <a:r>
              <a:rPr kumimoji="1" lang="en-US" altLang="ja-JP">
                <a:latin typeface="Meiryo" panose="020B0604030504040204" pitchFamily="50" charset="-128"/>
              </a:rPr>
              <a:t>N</a:t>
            </a:r>
            <a:r>
              <a:rPr kumimoji="1" lang="ja-JP" altLang="en-US">
                <a:latin typeface="Meiryo" panose="020B0604030504040204" pitchFamily="50" charset="-128"/>
              </a:rPr>
              <a:t>で比較する。</a:t>
            </a:r>
            <a:r>
              <a:rPr kumimoji="1" lang="en-US" altLang="ja-JP">
                <a:latin typeface="Meiryo" panose="020B0604030504040204" pitchFamily="50" charset="-128"/>
              </a:rPr>
              <a:t>ER</a:t>
            </a:r>
            <a:r>
              <a:rPr kumimoji="1" lang="ja-JP" altLang="en-US">
                <a:latin typeface="Meiryo" panose="020B0604030504040204" pitchFamily="50" charset="-128"/>
              </a:rPr>
              <a:t>での</a:t>
            </a:r>
            <a:r>
              <a:rPr kumimoji="1" lang="en-US" altLang="ja-JP">
                <a:latin typeface="Meiryo" panose="020B0604030504040204" pitchFamily="50" charset="-128"/>
              </a:rPr>
              <a:t>C=1</a:t>
            </a:r>
            <a:r>
              <a:rPr kumimoji="1" lang="ja-JP" altLang="en-US">
                <a:latin typeface="Meiryo" panose="020B0604030504040204" pitchFamily="50" charset="-128"/>
              </a:rPr>
              <a:t>は</a:t>
            </a:r>
            <a:r>
              <a:rPr kumimoji="1" lang="en-US" altLang="ja-JP">
                <a:latin typeface="Meiryo" panose="020B0604030504040204" pitchFamily="50" charset="-128"/>
              </a:rPr>
              <a:t>p_c=1−1/4=0.75</a:t>
            </a:r>
            <a:r>
              <a:rPr kumimoji="1" lang="ja-JP" altLang="en-US">
                <a:latin typeface="Meiryo" panose="020B0604030504040204" pitchFamily="50" charset="-128"/>
              </a:rPr>
              <a:t>であり、正方格子の</a:t>
            </a:r>
            <a:r>
              <a:rPr kumimoji="1" lang="en-US" altLang="ja-JP">
                <a:latin typeface="Meiryo" panose="020B0604030504040204" pitchFamily="50" charset="-128"/>
              </a:rPr>
              <a:t>0.5</a:t>
            </a:r>
            <a:r>
              <a:rPr kumimoji="1" lang="ja-JP" altLang="en-US">
                <a:latin typeface="Meiryo" panose="020B0604030504040204" pitchFamily="50" charset="-128"/>
              </a:rPr>
              <a:t>と混同しない。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11</a:t>
            </a:fld>
            <a:endParaRPr kumimoji="1" lang="ja-JP" altLang="en-US"/>
          </a:p>
        </p:txBody>
      </p:sp>
    </p:spTree>
    <p:extLst>
      <p:ext uri="{BB962C8B-B14F-4D97-AF65-F5344CB8AC3E}">
        <p14:creationId xmlns:p14="http://schemas.microsoft.com/office/powerpoint/2010/main" val="4010286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】Kim &amp; Radicchi (2024) </a:t>
            </a:r>
            <a:r>
              <a:rPr kumimoji="1" lang="ja-JP" altLang="en-US">
                <a:latin typeface="Meiryo" panose="020B0604030504040204" pitchFamily="50" charset="-128"/>
              </a:rPr>
              <a:t>図</a:t>
            </a:r>
            <a:r>
              <a:rPr kumimoji="1" lang="en-US" altLang="ja-JP">
                <a:latin typeface="Meiryo" panose="020B0604030504040204" pitchFamily="50" charset="-128"/>
              </a:rPr>
              <a:t>3</a:t>
            </a:r>
            <a:r>
              <a:rPr kumimoji="1" lang="ja-JP" altLang="en-US">
                <a:latin typeface="Meiryo" panose="020B0604030504040204" pitchFamily="50" charset="-128"/>
              </a:rPr>
              <a:t>、本文 </a:t>
            </a:r>
            <a:r>
              <a:rPr kumimoji="1" lang="en-US" altLang="ja-JP">
                <a:latin typeface="Meiryo" panose="020B0604030504040204" pitchFamily="50" charset="-128"/>
              </a:rPr>
              <a:t>PDF3</a:t>
            </a:r>
            <a:r>
              <a:rPr kumimoji="1" lang="ja-JP" altLang="en-US">
                <a:latin typeface="Meiryo" panose="020B0604030504040204" pitchFamily="50" charset="-128"/>
              </a:rPr>
              <a:t>／</a:t>
            </a:r>
            <a:r>
              <a:rPr kumimoji="1" lang="en-US" altLang="ja-JP">
                <a:latin typeface="Meiryo" panose="020B0604030504040204" pitchFamily="50" charset="-128"/>
              </a:rPr>
              <a:t>047402-3</a:t>
            </a:r>
            <a:r>
              <a:rPr kumimoji="1" lang="ja-JP" altLang="en-US">
                <a:latin typeface="Meiryo" panose="020B0604030504040204" pitchFamily="50" charset="-128"/>
              </a:rPr>
              <a:t>；補足 </a:t>
            </a:r>
            <a:r>
              <a:rPr kumimoji="1" lang="en-US" altLang="ja-JP">
                <a:latin typeface="Meiryo" panose="020B0604030504040204" pitchFamily="50" charset="-128"/>
              </a:rPr>
              <a:t>PDF4–6
</a:t>
            </a:r>
            <a:r>
              <a:rPr kumimoji="1" lang="ja-JP" altLang="en-US">
                <a:latin typeface="Meiryo" panose="020B0604030504040204" pitchFamily="50" charset="-128"/>
              </a:rPr>
              <a:t>分布の再スケール表示。図の密度を平均値や信頼区間と説明しない。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指数は</a:t>
            </a:r>
            <a:r>
              <a:rPr kumimoji="1" lang="en-US" altLang="ja-JP">
                <a:latin typeface="Meiryo" panose="020B0604030504040204" pitchFamily="50" charset="-128"/>
              </a:rPr>
              <a:t>ER</a:t>
            </a:r>
            <a:r>
              <a:rPr kumimoji="1" lang="ja-JP" altLang="en-US">
                <a:latin typeface="Meiryo" panose="020B0604030504040204" pitchFamily="50" charset="-128"/>
              </a:rPr>
              <a:t>の</a:t>
            </a:r>
            <a:r>
              <a:rPr kumimoji="1" lang="en-US" altLang="ja-JP">
                <a:latin typeface="Meiryo" panose="020B0604030504040204" pitchFamily="50" charset="-128"/>
              </a:rPr>
              <a:t>event-based</a:t>
            </a:r>
            <a:r>
              <a:rPr kumimoji="1" lang="ja-JP" altLang="en-US">
                <a:latin typeface="Meiryo" panose="020B0604030504040204" pitchFamily="50" charset="-128"/>
              </a:rPr>
              <a:t>解析の報告値であり、</a:t>
            </a:r>
            <a:r>
              <a:rPr kumimoji="1" lang="en-US" altLang="ja-JP">
                <a:latin typeface="Meiryo" panose="020B0604030504040204" pitchFamily="50" charset="-128"/>
              </a:rPr>
              <a:t>2D</a:t>
            </a:r>
            <a:r>
              <a:rPr kumimoji="1" lang="ja-JP" altLang="en-US">
                <a:latin typeface="Meiryo" panose="020B0604030504040204" pitchFamily="50" charset="-128"/>
              </a:rPr>
              <a:t>格子に移植しない。単一辺削除での前後を使い、要求</a:t>
            </a:r>
            <a:r>
              <a:rPr kumimoji="1" lang="en-US" altLang="ja-JP">
                <a:latin typeface="Meiryo" panose="020B0604030504040204" pitchFamily="50" charset="-128"/>
              </a:rPr>
              <a:t>1</a:t>
            </a:r>
            <a:r>
              <a:rPr kumimoji="1" lang="ja-JP" altLang="en-US">
                <a:latin typeface="Meiryo" panose="020B0604030504040204" pitchFamily="50" charset="-128"/>
              </a:rPr>
              <a:t>回の経路全削除と区別する。分布の重なりは厳密な極限の証明ではない。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12</a:t>
            </a:fld>
            <a:endParaRPr kumimoji="1" lang="ja-JP" altLang="en-US"/>
          </a:p>
        </p:txBody>
      </p:sp>
    </p:spTree>
    <p:extLst>
      <p:ext uri="{BB962C8B-B14F-4D97-AF65-F5344CB8AC3E}">
        <p14:creationId xmlns:p14="http://schemas.microsoft.com/office/powerpoint/2010/main" val="2056836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】Kim &amp; Radicchi (2024) </a:t>
            </a:r>
            <a:r>
              <a:rPr kumimoji="1" lang="ja-JP" altLang="en-US">
                <a:latin typeface="Meiryo" panose="020B0604030504040204" pitchFamily="50" charset="-128"/>
              </a:rPr>
              <a:t>図</a:t>
            </a:r>
            <a:r>
              <a:rPr kumimoji="1" lang="en-US" altLang="ja-JP">
                <a:latin typeface="Meiryo" panose="020B0604030504040204" pitchFamily="50" charset="-128"/>
              </a:rPr>
              <a:t>5</a:t>
            </a:r>
            <a:r>
              <a:rPr kumimoji="1" lang="ja-JP" altLang="en-US">
                <a:latin typeface="Meiryo" panose="020B0604030504040204" pitchFamily="50" charset="-128"/>
              </a:rPr>
              <a:t>、本文 </a:t>
            </a:r>
            <a:r>
              <a:rPr kumimoji="1" lang="en-US" altLang="ja-JP">
                <a:latin typeface="Meiryo" panose="020B0604030504040204" pitchFamily="50" charset="-128"/>
              </a:rPr>
              <a:t>PDF4</a:t>
            </a:r>
            <a:r>
              <a:rPr kumimoji="1" lang="ja-JP" altLang="en-US">
                <a:latin typeface="Meiryo" panose="020B0604030504040204" pitchFamily="50" charset="-128"/>
              </a:rPr>
              <a:t>／</a:t>
            </a:r>
            <a:r>
              <a:rPr kumimoji="1" lang="en-US" altLang="ja-JP">
                <a:latin typeface="Meiryo" panose="020B0604030504040204" pitchFamily="50" charset="-128"/>
              </a:rPr>
              <a:t>047402-4
P&gt;0.5</a:t>
            </a:r>
            <a:r>
              <a:rPr kumimoji="1" lang="ja-JP" altLang="en-US">
                <a:latin typeface="Meiryo" panose="020B0604030504040204" pitchFamily="50" charset="-128"/>
              </a:rPr>
              <a:t>と</a:t>
            </a:r>
            <a:r>
              <a:rPr kumimoji="1" lang="en-US" altLang="ja-JP">
                <a:latin typeface="Meiryo" panose="020B0604030504040204" pitchFamily="50" charset="-128"/>
              </a:rPr>
              <a:t>P&gt;1/√N</a:t>
            </a:r>
            <a:r>
              <a:rPr kumimoji="1" lang="ja-JP" altLang="en-US">
                <a:latin typeface="Meiryo" panose="020B0604030504040204" pitchFamily="50" charset="-128"/>
              </a:rPr>
              <a:t>を最後に満たす状態の差。</a:t>
            </a:r>
            <a:r>
              <a:rPr kumimoji="1" lang="en-US" altLang="ja-JP">
                <a:latin typeface="Meiryo" panose="020B0604030504040204" pitchFamily="50" charset="-128"/>
              </a:rPr>
              <a:t>C=N</a:t>
            </a:r>
            <a:r>
              <a:rPr kumimoji="1" lang="ja-JP" altLang="en-US">
                <a:latin typeface="Meiryo" panose="020B0604030504040204" pitchFamily="50" charset="-128"/>
              </a:rPr>
              <a:t>の幅指数</a:t>
            </a:r>
            <a:r>
              <a:rPr kumimoji="1" lang="en-US" altLang="ja-JP">
                <a:latin typeface="Meiryo" panose="020B0604030504040204" pitchFamily="50" charset="-128"/>
              </a:rPr>
              <a:t>α=0.13±0.01</a:t>
            </a:r>
            <a:r>
              <a:rPr kumimoji="1" lang="ja-JP" altLang="en-US">
                <a:latin typeface="Meiryo" panose="020B0604030504040204" pitchFamily="50" charset="-128"/>
              </a:rPr>
              <a:t>、</a:t>
            </a:r>
            <a:r>
              <a:rPr kumimoji="1" lang="en-US" altLang="ja-JP">
                <a:latin typeface="Meiryo" panose="020B0604030504040204" pitchFamily="50" charset="-128"/>
              </a:rPr>
              <a:t>α′=0.88±0.01</a:t>
            </a:r>
            <a:r>
              <a:rPr kumimoji="1" lang="ja-JP" altLang="en-US">
                <a:latin typeface="Meiryo" panose="020B0604030504040204" pitchFamily="50" charset="-128"/>
              </a:rPr>
              <a:t>。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両パネル両対数。転移幅は固定しきい値と</a:t>
            </a:r>
            <a:r>
              <a:rPr kumimoji="1" lang="en-US" altLang="ja-JP">
                <a:latin typeface="Meiryo" panose="020B0604030504040204" pitchFamily="50" charset="-128"/>
              </a:rPr>
              <a:t>N</a:t>
            </a:r>
            <a:r>
              <a:rPr kumimoji="1" lang="ja-JP" altLang="en-US">
                <a:latin typeface="Meiryo" panose="020B0604030504040204" pitchFamily="50" charset="-128"/>
              </a:rPr>
              <a:t>依存しきい値を使う。</a:t>
            </a:r>
            <a:r>
              <a:rPr kumimoji="1" lang="en-US" altLang="ja-JP">
                <a:latin typeface="Meiryo" panose="020B0604030504040204" pitchFamily="50" charset="-128"/>
              </a:rPr>
              <a:t>weakly discontinuous</a:t>
            </a:r>
            <a:r>
              <a:rPr kumimoji="1" lang="ja-JP" altLang="en-US">
                <a:latin typeface="Meiryo" panose="020B0604030504040204" pitchFamily="50" charset="-128"/>
              </a:rPr>
              <a:t>は著者の数値的評価。正の最大要求ジャンプ極限の証明として紹介しない。回帰の</a:t>
            </a:r>
            <a:r>
              <a:rPr kumimoji="1" lang="en-US" altLang="ja-JP">
                <a:latin typeface="Meiryo" panose="020B0604030504040204" pitchFamily="50" charset="-128"/>
              </a:rPr>
              <a:t>±</a:t>
            </a:r>
            <a:r>
              <a:rPr kumimoji="1" lang="ja-JP" altLang="en-US">
                <a:latin typeface="Meiryo" panose="020B0604030504040204" pitchFamily="50" charset="-128"/>
              </a:rPr>
              <a:t>を</a:t>
            </a:r>
            <a:r>
              <a:rPr kumimoji="1" lang="en-US" altLang="ja-JP">
                <a:latin typeface="Meiryo" panose="020B0604030504040204" pitchFamily="50" charset="-128"/>
              </a:rPr>
              <a:t>bootstrap95%</a:t>
            </a:r>
            <a:r>
              <a:rPr kumimoji="1" lang="ja-JP" altLang="en-US">
                <a:latin typeface="Meiryo" panose="020B0604030504040204" pitchFamily="50" charset="-128"/>
              </a:rPr>
              <a:t>区間と呼ばない。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13</a:t>
            </a:fld>
            <a:endParaRPr kumimoji="1" lang="ja-JP" altLang="en-US"/>
          </a:p>
        </p:txBody>
      </p:sp>
    </p:spTree>
    <p:extLst>
      <p:ext uri="{BB962C8B-B14F-4D97-AF65-F5344CB8AC3E}">
        <p14:creationId xmlns:p14="http://schemas.microsoft.com/office/powerpoint/2010/main" val="3587444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PDF2</a:t>
            </a:r>
            <a:r>
              <a:rPr kumimoji="1" lang="ja-JP" altLang="en-US">
                <a:latin typeface="Meiryo" panose="020B0604030504040204" pitchFamily="50" charset="-128"/>
              </a:rPr>
              <a:t>、式</a:t>
            </a:r>
            <a:r>
              <a:rPr kumimoji="1" lang="en-US" altLang="ja-JP">
                <a:latin typeface="Meiryo" panose="020B0604030504040204" pitchFamily="50" charset="-128"/>
              </a:rPr>
              <a:t>S2</a:t>
            </a:r>
            <a:r>
              <a:rPr kumimoji="1" lang="ja-JP" altLang="en-US">
                <a:latin typeface="Meiryo" panose="020B0604030504040204" pitchFamily="50" charset="-128"/>
              </a:rPr>
              <a:t>・</a:t>
            </a:r>
            <a:r>
              <a:rPr kumimoji="1" lang="en-US" altLang="ja-JP">
                <a:latin typeface="Meiryo" panose="020B0604030504040204" pitchFamily="50" charset="-128"/>
              </a:rPr>
              <a:t>S3</a:t>
            </a:r>
            <a:r>
              <a:rPr kumimoji="1" lang="ja-JP" altLang="en-US">
                <a:latin typeface="Meiryo" panose="020B0604030504040204" pitchFamily="50" charset="-128"/>
              </a:rPr>
              <a:t>；本研究 </a:t>
            </a:r>
            <a:r>
              <a:rPr kumimoji="1" lang="en-US" altLang="ja-JP">
                <a:latin typeface="Meiryo" panose="020B0604030504040204" pitchFamily="50" charset="-128"/>
              </a:rPr>
              <a:t>ClusterStats.calculateMeanClusterSize
S</a:t>
            </a:r>
            <a:r>
              <a:rPr kumimoji="1" lang="ja-JP" altLang="en-US">
                <a:latin typeface="Meiryo" panose="020B0604030504040204" pitchFamily="50" charset="-128"/>
              </a:rPr>
              <a:t>はクラスターサイズの頂点重み平均。最大が同率でも</a:t>
            </a:r>
            <a:r>
              <a:rPr kumimoji="1" lang="en-US" altLang="ja-JP">
                <a:latin typeface="Meiryo" panose="020B0604030504040204" pitchFamily="50" charset="-128"/>
              </a:rPr>
              <a:t>1</a:t>
            </a:r>
            <a:r>
              <a:rPr kumimoji="1" lang="ja-JP" altLang="en-US">
                <a:latin typeface="Meiryo" panose="020B0604030504040204" pitchFamily="50" charset="-128"/>
              </a:rPr>
              <a:t>個だけ除外。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孤立点</a:t>
            </a:r>
            <a:r>
              <a:rPr kumimoji="1" lang="en-US" altLang="ja-JP">
                <a:latin typeface="Meiryo" panose="020B0604030504040204" pitchFamily="50" charset="-128"/>
              </a:rPr>
              <a:t>s=1</a:t>
            </a:r>
            <a:r>
              <a:rPr kumimoji="1" lang="ja-JP" altLang="en-US">
                <a:latin typeface="Meiryo" panose="020B0604030504040204" pitchFamily="50" charset="-128"/>
              </a:rPr>
              <a:t>も含む。同率最大のどれを</a:t>
            </a:r>
            <a:r>
              <a:rPr kumimoji="1" lang="en-US" altLang="ja-JP">
                <a:latin typeface="Meiryo" panose="020B0604030504040204" pitchFamily="50" charset="-128"/>
              </a:rPr>
              <a:t>1</a:t>
            </a:r>
            <a:r>
              <a:rPr kumimoji="1" lang="ja-JP" altLang="en-US">
                <a:latin typeface="Meiryo" panose="020B0604030504040204" pitchFamily="50" charset="-128"/>
              </a:rPr>
              <a:t>個除いても式は同じ。分母</a:t>
            </a:r>
            <a:r>
              <a:rPr kumimoji="1" lang="en-US" altLang="ja-JP">
                <a:latin typeface="Meiryo" panose="020B0604030504040204" pitchFamily="50" charset="-128"/>
              </a:rPr>
              <a:t>0</a:t>
            </a:r>
            <a:r>
              <a:rPr kumimoji="1" lang="ja-JP" altLang="en-US">
                <a:latin typeface="Meiryo" panose="020B0604030504040204" pitchFamily="50" charset="-128"/>
              </a:rPr>
              <a:t>の場合は論文に規約が明記されておらず、本実装では</a:t>
            </a:r>
            <a:r>
              <a:rPr kumimoji="1" lang="en-US" altLang="ja-JP">
                <a:latin typeface="Meiryo" panose="020B0604030504040204" pitchFamily="50" charset="-128"/>
              </a:rPr>
              <a:t>S=0</a:t>
            </a:r>
            <a:r>
              <a:rPr kumimoji="1" lang="ja-JP" altLang="en-US">
                <a:latin typeface="Meiryo" panose="020B0604030504040204" pitchFamily="50" charset="-128"/>
              </a:rPr>
              <a:t>とする。要求で大きく分裂した断片も</a:t>
            </a:r>
            <a:r>
              <a:rPr kumimoji="1" lang="en-US" altLang="ja-JP">
                <a:latin typeface="Meiryo" panose="020B0604030504040204" pitchFamily="50" charset="-128"/>
              </a:rPr>
              <a:t>S</a:t>
            </a:r>
            <a:r>
              <a:rPr kumimoji="1" lang="ja-JP" altLang="en-US">
                <a:latin typeface="Meiryo" panose="020B0604030504040204" pitchFamily="50" charset="-128"/>
              </a:rPr>
              <a:t>に入る。詳細</a:t>
            </a:r>
            <a:r>
              <a:rPr kumimoji="1" lang="en-US" altLang="ja-JP">
                <a:latin typeface="Meiryo" panose="020B0604030504040204" pitchFamily="50" charset="-128"/>
              </a:rPr>
              <a:t>B04</a:t>
            </a:r>
            <a:r>
              <a:rPr kumimoji="1" lang="ja-JP" altLang="en-US">
                <a:latin typeface="Meiryo" panose="020B0604030504040204" pitchFamily="50" charset="-128"/>
              </a:rPr>
              <a:t>。</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14</a:t>
            </a:fld>
            <a:endParaRPr kumimoji="1" lang="ja-JP" altLang="en-US"/>
          </a:p>
        </p:txBody>
      </p:sp>
    </p:spTree>
    <p:extLst>
      <p:ext uri="{BB962C8B-B14F-4D97-AF65-F5344CB8AC3E}">
        <p14:creationId xmlns:p14="http://schemas.microsoft.com/office/powerpoint/2010/main" val="289736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PDF3</a:t>
            </a:r>
            <a:r>
              <a:rPr kumimoji="1" lang="ja-JP" altLang="en-US">
                <a:latin typeface="Meiryo" panose="020B0604030504040204" pitchFamily="50" charset="-128"/>
              </a:rPr>
              <a:t>、式</a:t>
            </a:r>
            <a:r>
              <a:rPr kumimoji="1" lang="en-US" altLang="ja-JP">
                <a:latin typeface="Meiryo" panose="020B0604030504040204" pitchFamily="50" charset="-128"/>
              </a:rPr>
              <a:t>S8</a:t>
            </a:r>
            <a:r>
              <a:rPr kumimoji="1" lang="ja-JP" altLang="en-US">
                <a:latin typeface="Meiryo" panose="020B0604030504040204" pitchFamily="50" charset="-128"/>
              </a:rPr>
              <a:t>・</a:t>
            </a:r>
            <a:r>
              <a:rPr kumimoji="1" lang="en-US" altLang="ja-JP">
                <a:latin typeface="Meiryo" panose="020B0604030504040204" pitchFamily="50" charset="-128"/>
              </a:rPr>
              <a:t>S9</a:t>
            </a:r>
            <a:r>
              <a:rPr kumimoji="1" lang="ja-JP" altLang="en-US">
                <a:latin typeface="Meiryo" panose="020B0604030504040204" pitchFamily="50" charset="-128"/>
              </a:rPr>
              <a:t>；本研究 </a:t>
            </a:r>
            <a:r>
              <a:rPr kumimoji="1" lang="en-US" altLang="ja-JP">
                <a:latin typeface="Meiryo" panose="020B0604030504040204" pitchFamily="50" charset="-128"/>
              </a:rPr>
              <a:t>pc_uncertainty.csv</a:t>
            </a:r>
            <a:r>
              <a:rPr kumimoji="1" lang="ja-JP" altLang="en-US">
                <a:latin typeface="Meiryo" panose="020B0604030504040204" pitchFamily="50" charset="-128"/>
              </a:rPr>
              <a:t>・</a:t>
            </a:r>
            <a:r>
              <a:rPr kumimoji="1" lang="en-US" altLang="ja-JP">
                <a:latin typeface="Meiryo" panose="020B0604030504040204" pitchFamily="50" charset="-128"/>
              </a:rPr>
              <a:t>event_summary.csv
S8</a:t>
            </a:r>
            <a:r>
              <a:rPr kumimoji="1" lang="ja-JP" altLang="en-US">
                <a:latin typeface="Meiryo" panose="020B0604030504040204" pitchFamily="50" charset="-128"/>
              </a:rPr>
              <a:t>は</a:t>
            </a:r>
            <a:r>
              <a:rPr kumimoji="1" lang="en-US" altLang="ja-JP">
                <a:latin typeface="Meiryo" panose="020B0604030504040204" pitchFamily="50" charset="-128"/>
              </a:rPr>
              <a:t>argmax of mean</a:t>
            </a:r>
            <a:r>
              <a:rPr kumimoji="1" lang="ja-JP" altLang="en-US">
                <a:latin typeface="Meiryo" panose="020B0604030504040204" pitchFamily="50" charset="-128"/>
              </a:rPr>
              <a:t>であり、</a:t>
            </a:r>
            <a:r>
              <a:rPr kumimoji="1" lang="en-US" altLang="ja-JP">
                <a:latin typeface="Meiryo" panose="020B0604030504040204" pitchFamily="50" charset="-128"/>
              </a:rPr>
              <a:t>mean of argmax</a:t>
            </a:r>
            <a:r>
              <a:rPr kumimoji="1" lang="ja-JP" altLang="en-US">
                <a:latin typeface="Meiryo" panose="020B0604030504040204" pitchFamily="50" charset="-128"/>
              </a:rPr>
              <a:t>ではない。</a:t>
            </a:r>
            <a:r>
              <a:rPr kumimoji="1" lang="en-US" altLang="ja-JP">
                <a:latin typeface="Meiryo" panose="020B0604030504040204" pitchFamily="50" charset="-128"/>
              </a:rPr>
              <a:t>C</a:t>
            </a:r>
            <a:r>
              <a:rPr kumimoji="1" lang="ja-JP" altLang="en-US">
                <a:latin typeface="Meiryo" panose="020B0604030504040204" pitchFamily="50" charset="-128"/>
              </a:rPr>
              <a:t>は要求基準の別推定量。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ピーク同値規則、観測範囲、要求状態の対応規約に依存。本研究</a:t>
            </a:r>
            <a:r>
              <a:rPr kumimoji="1" lang="en-US" altLang="ja-JP">
                <a:latin typeface="Meiryo" panose="020B0604030504040204" pitchFamily="50" charset="-128"/>
              </a:rPr>
              <a:t>A</a:t>
            </a:r>
            <a:r>
              <a:rPr kumimoji="1" lang="ja-JP" altLang="en-US">
                <a:latin typeface="Meiryo" panose="020B0604030504040204" pitchFamily="50" charset="-128"/>
              </a:rPr>
              <a:t>の</a:t>
            </a:r>
            <a:r>
              <a:rPr kumimoji="1" lang="en-US" altLang="ja-JP">
                <a:latin typeface="Meiryo" panose="020B0604030504040204" pitchFamily="50" charset="-128"/>
              </a:rPr>
              <a:t>95%</a:t>
            </a:r>
            <a:r>
              <a:rPr kumimoji="1" lang="ja-JP" altLang="en-US">
                <a:latin typeface="Meiryo" panose="020B0604030504040204" pitchFamily="50" charset="-128"/>
              </a:rPr>
              <a:t>区間は</a:t>
            </a:r>
            <a:r>
              <a:rPr kumimoji="1" lang="en-US" altLang="ja-JP">
                <a:latin typeface="Meiryo" panose="020B0604030504040204" pitchFamily="50" charset="-128"/>
              </a:rPr>
              <a:t>run</a:t>
            </a:r>
            <a:r>
              <a:rPr kumimoji="1" lang="ja-JP" altLang="en-US">
                <a:latin typeface="Meiryo" panose="020B0604030504040204" pitchFamily="50" charset="-128"/>
              </a:rPr>
              <a:t>再標本化、</a:t>
            </a:r>
            <a:r>
              <a:rPr kumimoji="1" lang="en-US" altLang="ja-JP">
                <a:latin typeface="Meiryo" panose="020B0604030504040204" pitchFamily="50" charset="-128"/>
              </a:rPr>
              <a:t>1000</a:t>
            </a:r>
            <a:r>
              <a:rPr kumimoji="1" lang="ja-JP" altLang="en-US">
                <a:latin typeface="Meiryo" panose="020B0604030504040204" pitchFamily="50" charset="-128"/>
              </a:rPr>
              <a:t>回、固定</a:t>
            </a:r>
            <a:r>
              <a:rPr kumimoji="1" lang="en-US" altLang="ja-JP">
                <a:latin typeface="Meiryo" panose="020B0604030504040204" pitchFamily="50" charset="-128"/>
              </a:rPr>
              <a:t>seed20261013</a:t>
            </a:r>
            <a:r>
              <a:rPr kumimoji="1" lang="ja-JP" altLang="en-US">
                <a:latin typeface="Meiryo" panose="020B0604030504040204" pitchFamily="50" charset="-128"/>
              </a:rPr>
              <a:t>、共通範囲固定。</a:t>
            </a:r>
            <a:r>
              <a:rPr kumimoji="1" lang="en-US" altLang="ja-JP">
                <a:latin typeface="Meiryo" panose="020B0604030504040204" pitchFamily="50" charset="-128"/>
              </a:rPr>
              <a:t>SEM</a:t>
            </a:r>
            <a:r>
              <a:rPr kumimoji="1" lang="ja-JP" altLang="en-US">
                <a:latin typeface="Meiryo" panose="020B0604030504040204" pitchFamily="50" charset="-128"/>
              </a:rPr>
              <a:t>とは別。</a:t>
            </a:r>
            <a:r>
              <a:rPr kumimoji="1" lang="en-US" altLang="ja-JP">
                <a:latin typeface="Meiryo" panose="020B0604030504040204" pitchFamily="50" charset="-128"/>
              </a:rPr>
              <a:t>B</a:t>
            </a:r>
            <a:r>
              <a:rPr kumimoji="1" lang="ja-JP" altLang="en-US">
                <a:latin typeface="Meiryo" panose="020B0604030504040204" pitchFamily="50" charset="-128"/>
              </a:rPr>
              <a:t>を</a:t>
            </a:r>
            <a:r>
              <a:rPr kumimoji="1" lang="en-US" altLang="ja-JP">
                <a:latin typeface="Meiryo" panose="020B0604030504040204" pitchFamily="50" charset="-128"/>
              </a:rPr>
              <a:t>A</a:t>
            </a:r>
            <a:r>
              <a:rPr kumimoji="1" lang="ja-JP" altLang="en-US">
                <a:latin typeface="Meiryo" panose="020B0604030504040204" pitchFamily="50" charset="-128"/>
              </a:rPr>
              <a:t>の不確かさと呼ばない。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15</a:t>
            </a:fld>
            <a:endParaRPr kumimoji="1" lang="ja-JP" altLang="en-US"/>
          </a:p>
        </p:txBody>
      </p:sp>
    </p:spTree>
    <p:extLst>
      <p:ext uri="{BB962C8B-B14F-4D97-AF65-F5344CB8AC3E}">
        <p14:creationId xmlns:p14="http://schemas.microsoft.com/office/powerpoint/2010/main" val="618403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PDF2</a:t>
            </a:r>
            <a:r>
              <a:rPr kumimoji="1" lang="ja-JP" altLang="en-US">
                <a:latin typeface="Meiryo" panose="020B0604030504040204" pitchFamily="50" charset="-128"/>
              </a:rPr>
              <a:t>、式</a:t>
            </a:r>
            <a:r>
              <a:rPr kumimoji="1" lang="en-US" altLang="ja-JP">
                <a:latin typeface="Meiryo" panose="020B0604030504040204" pitchFamily="50" charset="-128"/>
              </a:rPr>
              <a:t>S6</a:t>
            </a:r>
            <a:r>
              <a:rPr kumimoji="1" lang="ja-JP" altLang="en-US">
                <a:latin typeface="Meiryo" panose="020B0604030504040204" pitchFamily="50" charset="-128"/>
              </a:rPr>
              <a:t>・</a:t>
            </a:r>
            <a:r>
              <a:rPr kumimoji="1" lang="en-US" altLang="ja-JP">
                <a:latin typeface="Meiryo" panose="020B0604030504040204" pitchFamily="50" charset="-128"/>
              </a:rPr>
              <a:t>S7</a:t>
            </a:r>
            <a:r>
              <a:rPr kumimoji="1" lang="ja-JP" altLang="en-US">
                <a:latin typeface="Meiryo" panose="020B0604030504040204" pitchFamily="50" charset="-128"/>
              </a:rPr>
              <a:t>；</a:t>
            </a:r>
            <a:r>
              <a:rPr kumimoji="1" lang="en-US" altLang="ja-JP">
                <a:latin typeface="Meiryo" panose="020B0604030504040204" pitchFamily="50" charset="-128"/>
              </a:rPr>
              <a:t>L</a:t>
            </a:r>
            <a:r>
              <a:rPr kumimoji="1" lang="ja-JP" altLang="en-US">
                <a:latin typeface="Meiryo" panose="020B0604030504040204" pitchFamily="50" charset="-128"/>
              </a:rPr>
              <a:t>基準への変換は本発表の導出</a:t>
            </a:r>
            <a:r>
              <a:rPr kumimoji="1" lang="en-US" altLang="ja-JP">
                <a:latin typeface="Meiryo" panose="020B0604030504040204" pitchFamily="50" charset="-128"/>
              </a:rPr>
              <a:t>B
S6/S7</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基準の</a:t>
            </a:r>
            <a:r>
              <a:rPr kumimoji="1" lang="en-US" altLang="ja-JP">
                <a:latin typeface="Meiryo" panose="020B0604030504040204" pitchFamily="50" charset="-128"/>
              </a:rPr>
              <a:t>FSS</a:t>
            </a:r>
            <a:r>
              <a:rPr kumimoji="1" lang="ja-JP" altLang="en-US">
                <a:latin typeface="Meiryo" panose="020B0604030504040204" pitchFamily="50" charset="-128"/>
              </a:rPr>
              <a:t>仮定。通常</a:t>
            </a:r>
            <a:r>
              <a:rPr kumimoji="1" lang="en-US" altLang="ja-JP">
                <a:latin typeface="Meiryo" panose="020B0604030504040204" pitchFamily="50" charset="-128"/>
              </a:rPr>
              <a:t>L</a:t>
            </a:r>
            <a:r>
              <a:rPr kumimoji="1" lang="ja-JP" altLang="en-US">
                <a:latin typeface="Meiryo" panose="020B0604030504040204" pitchFamily="50" charset="-128"/>
              </a:rPr>
              <a:t>基準が成立すれば</a:t>
            </a:r>
            <a:r>
              <a:rPr kumimoji="1" lang="en-US" altLang="ja-JP">
                <a:latin typeface="Meiryo" panose="020B0604030504040204" pitchFamily="50" charset="-128"/>
              </a:rPr>
              <a:t>ν̄=2ν</a:t>
            </a:r>
            <a:r>
              <a:rPr kumimoji="1" lang="ja-JP" altLang="en-US">
                <a:latin typeface="Meiryo" panose="020B0604030504040204" pitchFamily="50" charset="-128"/>
              </a:rPr>
              <a:t>という座標変換。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これはスケーリング仮定で、任意の</a:t>
            </a:r>
            <a:r>
              <a:rPr kumimoji="1" lang="en-US" altLang="ja-JP">
                <a:latin typeface="Meiryo" panose="020B0604030504040204" pitchFamily="50" charset="-128"/>
              </a:rPr>
              <a:t>SPP</a:t>
            </a:r>
            <a:r>
              <a:rPr kumimoji="1" lang="ja-JP" altLang="en-US">
                <a:latin typeface="Meiryo" panose="020B0604030504040204" pitchFamily="50" charset="-128"/>
              </a:rPr>
              <a:t>への定理ではない。</a:t>
            </a:r>
            <a:r>
              <a:rPr kumimoji="1" lang="en-US" altLang="ja-JP">
                <a:latin typeface="Meiryo" panose="020B0604030504040204" pitchFamily="50" charset="-128"/>
              </a:rPr>
              <a:t>L</a:t>
            </a:r>
            <a:r>
              <a:rPr kumimoji="1" lang="ja-JP" altLang="en-US">
                <a:latin typeface="Meiryo" panose="020B0604030504040204" pitchFamily="50" charset="-128"/>
              </a:rPr>
              <a:t>表示と</a:t>
            </a:r>
            <a:r>
              <a:rPr kumimoji="1" lang="en-US" altLang="ja-JP">
                <a:latin typeface="Meiryo" panose="020B0604030504040204" pitchFamily="50" charset="-128"/>
              </a:rPr>
              <a:t>N</a:t>
            </a:r>
            <a:r>
              <a:rPr kumimoji="1" lang="ja-JP" altLang="en-US">
                <a:latin typeface="Meiryo" panose="020B0604030504040204" pitchFamily="50" charset="-128"/>
              </a:rPr>
              <a:t>表示は同じデータの変換であり独立した証拠ではない。仮定の導出と検査は予備</a:t>
            </a:r>
            <a:r>
              <a:rPr kumimoji="1" lang="en-US" altLang="ja-JP">
                <a:latin typeface="Meiryo" panose="020B0604030504040204" pitchFamily="50" charset="-128"/>
              </a:rPr>
              <a:t>B05</a:t>
            </a:r>
            <a:r>
              <a:rPr kumimoji="1" lang="ja-JP" altLang="en-US">
                <a:latin typeface="Meiryo" panose="020B0604030504040204" pitchFamily="50" charset="-128"/>
              </a:rPr>
              <a:t>。</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16</a:t>
            </a:fld>
            <a:endParaRPr kumimoji="1" lang="ja-JP" altLang="en-US"/>
          </a:p>
        </p:txBody>
      </p:sp>
    </p:spTree>
    <p:extLst>
      <p:ext uri="{BB962C8B-B14F-4D97-AF65-F5344CB8AC3E}">
        <p14:creationId xmlns:p14="http://schemas.microsoft.com/office/powerpoint/2010/main" val="2161044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PDF2–4</a:t>
            </a:r>
            <a:r>
              <a:rPr kumimoji="1" lang="ja-JP" altLang="en-US">
                <a:latin typeface="Meiryo" panose="020B0604030504040204" pitchFamily="50" charset="-128"/>
              </a:rPr>
              <a:t>、式</a:t>
            </a:r>
            <a:r>
              <a:rPr kumimoji="1" lang="en-US" altLang="ja-JP">
                <a:latin typeface="Meiryo" panose="020B0604030504040204" pitchFamily="50" charset="-128"/>
              </a:rPr>
              <a:t>S4–S12</a:t>
            </a:r>
            <a:r>
              <a:rPr kumimoji="1" lang="ja-JP" altLang="en-US">
                <a:latin typeface="Meiryo" panose="020B0604030504040204" pitchFamily="50" charset="-128"/>
              </a:rPr>
              <a:t>・表</a:t>
            </a:r>
            <a:r>
              <a:rPr kumimoji="1" lang="en-US" altLang="ja-JP">
                <a:latin typeface="Meiryo" panose="020B0604030504040204" pitchFamily="50" charset="-128"/>
              </a:rPr>
              <a:t>S2</a:t>
            </a:r>
            <a:r>
              <a:rPr kumimoji="1" lang="ja-JP" altLang="en-US">
                <a:latin typeface="Meiryo" panose="020B0604030504040204" pitchFamily="50" charset="-128"/>
              </a:rPr>
              <a:t>；講義</a:t>
            </a:r>
            <a:r>
              <a:rPr kumimoji="1" lang="en-US" altLang="ja-JP">
                <a:latin typeface="Meiryo" panose="020B0604030504040204" pitchFamily="50" charset="-128"/>
              </a:rPr>
              <a:t>3 9</a:t>
            </a:r>
            <a:r>
              <a:rPr kumimoji="1" lang="ja-JP" altLang="en-US">
                <a:latin typeface="Meiryo" panose="020B0604030504040204" pitchFamily="50" charset="-128"/>
              </a:rPr>
              <a:t>・</a:t>
            </a:r>
            <a:r>
              <a:rPr kumimoji="1" lang="en-US" altLang="ja-JP">
                <a:latin typeface="Meiryo" panose="020B0604030504040204" pitchFamily="50" charset="-128"/>
              </a:rPr>
              <a:t>11</a:t>
            </a:r>
            <a:r>
              <a:rPr kumimoji="1" lang="ja-JP" altLang="en-US">
                <a:latin typeface="Meiryo" panose="020B0604030504040204" pitchFamily="50" charset="-128"/>
              </a:rPr>
              <a:t>・</a:t>
            </a:r>
            <a:r>
              <a:rPr kumimoji="1" lang="en-US" altLang="ja-JP">
                <a:latin typeface="Meiryo" panose="020B0604030504040204" pitchFamily="50" charset="-128"/>
              </a:rPr>
              <a:t>52
</a:t>
            </a:r>
            <a:r>
              <a:rPr kumimoji="1" lang="ja-JP" altLang="en-US">
                <a:latin typeface="Meiryo" panose="020B0604030504040204" pitchFamily="50" charset="-128"/>
              </a:rPr>
              <a:t>原論文は</a:t>
            </a:r>
            <a:r>
              <a:rPr kumimoji="1" lang="en-US" altLang="ja-JP">
                <a:latin typeface="Meiryo" panose="020B0604030504040204" pitchFamily="50" charset="-128"/>
              </a:rPr>
              <a:t>x=z y^ζ</a:t>
            </a:r>
            <a:r>
              <a:rPr kumimoji="1" lang="ja-JP" altLang="en-US">
                <a:latin typeface="Meiryo" panose="020B0604030504040204" pitchFamily="50" charset="-128"/>
              </a:rPr>
              <a:t>を対数線形回帰。指数比は観測位置と</a:t>
            </a:r>
            <a:r>
              <a:rPr kumimoji="1" lang="en-US" altLang="ja-JP">
                <a:latin typeface="Meiryo" panose="020B0604030504040204" pitchFamily="50" charset="-128"/>
              </a:rPr>
              <a:t>ensemble</a:t>
            </a:r>
            <a:r>
              <a:rPr kumimoji="1" lang="ja-JP" altLang="en-US">
                <a:latin typeface="Meiryo" panose="020B0604030504040204" pitchFamily="50" charset="-128"/>
              </a:rPr>
              <a:t>に依存し得る。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回帰係数標準誤差はモデル形や</a:t>
            </a:r>
            <a:r>
              <a:rPr kumimoji="1" lang="en-US" altLang="ja-JP">
                <a:latin typeface="Meiryo" panose="020B0604030504040204" pitchFamily="50" charset="-128"/>
              </a:rPr>
              <a:t>L_min</a:t>
            </a:r>
            <a:r>
              <a:rPr kumimoji="1" lang="ja-JP" altLang="en-US">
                <a:latin typeface="Meiryo" panose="020B0604030504040204" pitchFamily="50" charset="-128"/>
              </a:rPr>
              <a:t>の不確かさを含まない。講義</a:t>
            </a:r>
            <a:r>
              <a:rPr kumimoji="1" lang="en-US" altLang="ja-JP">
                <a:latin typeface="Meiryo" panose="020B0604030504040204" pitchFamily="50" charset="-128"/>
              </a:rPr>
              <a:t>3</a:t>
            </a:r>
            <a:r>
              <a:rPr kumimoji="1" lang="ja-JP" altLang="en-US">
                <a:latin typeface="Meiryo" panose="020B0604030504040204" pitchFamily="50" charset="-128"/>
              </a:rPr>
              <a:t>の</a:t>
            </a:r>
            <a:r>
              <a:rPr kumimoji="1" lang="en-US" altLang="ja-JP">
                <a:latin typeface="Meiryo" panose="020B0604030504040204" pitchFamily="50" charset="-128"/>
              </a:rPr>
              <a:t>γ</a:t>
            </a:r>
            <a:r>
              <a:rPr kumimoji="1" lang="ja-JP" altLang="en-US">
                <a:latin typeface="Meiryo" panose="020B0604030504040204" pitchFamily="50" charset="-128"/>
              </a:rPr>
              <a:t>は次数分布指数でここでの</a:t>
            </a:r>
            <a:r>
              <a:rPr kumimoji="1" lang="en-US" altLang="ja-JP">
                <a:latin typeface="Meiryo" panose="020B0604030504040204" pitchFamily="50" charset="-128"/>
              </a:rPr>
              <a:t>γ</a:t>
            </a:r>
            <a:r>
              <a:rPr kumimoji="1" lang="ja-JP" altLang="en-US">
                <a:latin typeface="Meiryo" panose="020B0604030504040204" pitchFamily="50" charset="-128"/>
              </a:rPr>
              <a:t>とは別。指定資料で確認できなかった</a:t>
            </a:r>
            <a:r>
              <a:rPr kumimoji="1" lang="en-US" altLang="ja-JP">
                <a:latin typeface="Meiryo" panose="020B0604030504040204" pitchFamily="50" charset="-128"/>
              </a:rPr>
              <a:t>2D</a:t>
            </a:r>
            <a:r>
              <a:rPr kumimoji="1" lang="ja-JP" altLang="en-US">
                <a:latin typeface="Meiryo" panose="020B0604030504040204" pitchFamily="50" charset="-128"/>
              </a:rPr>
              <a:t>臨界指数の数値は掲載しない。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17</a:t>
            </a:fld>
            <a:endParaRPr kumimoji="1" lang="ja-JP" altLang="en-US"/>
          </a:p>
        </p:txBody>
      </p:sp>
    </p:spTree>
    <p:extLst>
      <p:ext uri="{BB962C8B-B14F-4D97-AF65-F5344CB8AC3E}">
        <p14:creationId xmlns:p14="http://schemas.microsoft.com/office/powerpoint/2010/main" val="206718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PDF3–6</a:t>
            </a:r>
            <a:r>
              <a:rPr kumimoji="1" lang="ja-JP" altLang="en-US">
                <a:latin typeface="Meiryo" panose="020B0604030504040204" pitchFamily="50" charset="-128"/>
              </a:rPr>
              <a:t>、式</a:t>
            </a:r>
            <a:r>
              <a:rPr kumimoji="1" lang="en-US" altLang="ja-JP">
                <a:latin typeface="Meiryo" panose="020B0604030504040204" pitchFamily="50" charset="-128"/>
              </a:rPr>
              <a:t>S8</a:t>
            </a:r>
            <a:r>
              <a:rPr kumimoji="1" lang="ja-JP" altLang="en-US">
                <a:latin typeface="Meiryo" panose="020B0604030504040204" pitchFamily="50" charset="-128"/>
              </a:rPr>
              <a:t>・</a:t>
            </a:r>
            <a:r>
              <a:rPr kumimoji="1" lang="en-US" altLang="ja-JP">
                <a:latin typeface="Meiryo" panose="020B0604030504040204" pitchFamily="50" charset="-128"/>
              </a:rPr>
              <a:t>S13–S18</a:t>
            </a:r>
            <a:r>
              <a:rPr kumimoji="1" lang="ja-JP" altLang="en-US">
                <a:latin typeface="Meiryo" panose="020B0604030504040204" pitchFamily="50" charset="-128"/>
              </a:rPr>
              <a:t>・表</a:t>
            </a:r>
            <a:r>
              <a:rPr kumimoji="1" lang="en-US" altLang="ja-JP">
                <a:latin typeface="Meiryo" panose="020B0604030504040204" pitchFamily="50" charset="-128"/>
              </a:rPr>
              <a:t>S2/S3
</a:t>
            </a:r>
            <a:r>
              <a:rPr kumimoji="1" lang="ja-JP" altLang="en-US">
                <a:latin typeface="Meiryo" panose="020B0604030504040204" pitchFamily="50" charset="-128"/>
              </a:rPr>
              <a:t>従来型は共通</a:t>
            </a:r>
            <a:r>
              <a:rPr kumimoji="1" lang="en-US" altLang="ja-JP">
                <a:latin typeface="Meiryo" panose="020B0604030504040204" pitchFamily="50" charset="-128"/>
              </a:rPr>
              <a:t>p</a:t>
            </a:r>
            <a:r>
              <a:rPr kumimoji="1" lang="ja-JP" altLang="en-US">
                <a:latin typeface="Meiryo" panose="020B0604030504040204" pitchFamily="50" charset="-128"/>
              </a:rPr>
              <a:t>または平均</a:t>
            </a:r>
            <a:r>
              <a:rPr kumimoji="1" lang="en-US" altLang="ja-JP">
                <a:latin typeface="Meiryo" panose="020B0604030504040204" pitchFamily="50" charset="-128"/>
              </a:rPr>
              <a:t>S</a:t>
            </a:r>
            <a:r>
              <a:rPr kumimoji="1" lang="ja-JP" altLang="en-US">
                <a:latin typeface="Meiryo" panose="020B0604030504040204" pitchFamily="50" charset="-128"/>
              </a:rPr>
              <a:t>ピーク、</a:t>
            </a:r>
            <a:r>
              <a:rPr kumimoji="1" lang="en-US" altLang="ja-JP">
                <a:latin typeface="Meiryo" panose="020B0604030504040204" pitchFamily="50" charset="-128"/>
              </a:rPr>
              <a:t>event</a:t>
            </a:r>
            <a:r>
              <a:rPr kumimoji="1" lang="ja-JP" altLang="en-US">
                <a:latin typeface="Meiryo" panose="020B0604030504040204" pitchFamily="50" charset="-128"/>
              </a:rPr>
              <a:t>型は各</a:t>
            </a:r>
            <a:r>
              <a:rPr kumimoji="1" lang="en-US" altLang="ja-JP">
                <a:latin typeface="Meiryo" panose="020B0604030504040204" pitchFamily="50" charset="-128"/>
              </a:rPr>
              <a:t>run</a:t>
            </a:r>
            <a:r>
              <a:rPr kumimoji="1" lang="ja-JP" altLang="en-US">
                <a:latin typeface="Meiryo" panose="020B0604030504040204" pitchFamily="50" charset="-128"/>
              </a:rPr>
              <a:t>イベントに合わせる。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】S13</a:t>
            </a:r>
            <a:r>
              <a:rPr kumimoji="1" lang="ja-JP" altLang="en-US">
                <a:latin typeface="Meiryo" panose="020B0604030504040204" pitchFamily="50" charset="-128"/>
              </a:rPr>
              <a:t>は落下直後</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S14</a:t>
            </a:r>
            <a:r>
              <a:rPr kumimoji="1" lang="ja-JP" altLang="en-US">
                <a:latin typeface="Meiryo" panose="020B0604030504040204" pitchFamily="50" charset="-128"/>
              </a:rPr>
              <a:t>は直前</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S16</a:t>
            </a:r>
            <a:r>
              <a:rPr kumimoji="1" lang="ja-JP" altLang="en-US">
                <a:latin typeface="Meiryo" panose="020B0604030504040204" pitchFamily="50" charset="-128"/>
              </a:rPr>
              <a:t>は</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S17</a:t>
            </a:r>
            <a:r>
              <a:rPr kumimoji="1" lang="ja-JP" altLang="en-US">
                <a:latin typeface="Meiryo" panose="020B0604030504040204" pitchFamily="50" charset="-128"/>
              </a:rPr>
              <a:t>の位置ゆらぎは</a:t>
            </a:r>
            <a:r>
              <a:rPr kumimoji="1" lang="en-US" altLang="ja-JP">
                <a:latin typeface="Meiryo" panose="020B0604030504040204" pitchFamily="50" charset="-128"/>
              </a:rPr>
              <a:t>run</a:t>
            </a:r>
            <a:r>
              <a:rPr kumimoji="1" lang="ja-JP" altLang="en-US">
                <a:latin typeface="Meiryo" panose="020B0604030504040204" pitchFamily="50" charset="-128"/>
              </a:rPr>
              <a:t>間標準偏差で</a:t>
            </a:r>
            <a:r>
              <a:rPr kumimoji="1" lang="en-US" altLang="ja-JP">
                <a:latin typeface="Meiryo" panose="020B0604030504040204" pitchFamily="50" charset="-128"/>
              </a:rPr>
              <a:t>SEM</a:t>
            </a:r>
            <a:r>
              <a:rPr kumimoji="1" lang="ja-JP" altLang="en-US">
                <a:latin typeface="Meiryo" panose="020B0604030504040204" pitchFamily="50" charset="-128"/>
              </a:rPr>
              <a:t>ではない。平均位置のシフト指数と位置標準偏差の指数は区別する。</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18</a:t>
            </a:fld>
            <a:endParaRPr kumimoji="1" lang="ja-JP" altLang="en-US"/>
          </a:p>
        </p:txBody>
      </p:sp>
    </p:spTree>
    <p:extLst>
      <p:ext uri="{BB962C8B-B14F-4D97-AF65-F5344CB8AC3E}">
        <p14:creationId xmlns:p14="http://schemas.microsoft.com/office/powerpoint/2010/main" val="3447005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本文 </a:t>
            </a:r>
            <a:r>
              <a:rPr kumimoji="1" lang="en-US" altLang="ja-JP">
                <a:latin typeface="Meiryo" panose="020B0604030504040204" pitchFamily="50" charset="-128"/>
              </a:rPr>
              <a:t>PDF4</a:t>
            </a:r>
            <a:r>
              <a:rPr kumimoji="1" lang="ja-JP" altLang="en-US">
                <a:latin typeface="Meiryo" panose="020B0604030504040204" pitchFamily="50" charset="-128"/>
              </a:rPr>
              <a:t>／</a:t>
            </a:r>
            <a:r>
              <a:rPr kumimoji="1" lang="en-US" altLang="ja-JP">
                <a:latin typeface="Meiryo" panose="020B0604030504040204" pitchFamily="50" charset="-128"/>
              </a:rPr>
              <a:t>047402-4</a:t>
            </a:r>
            <a:r>
              <a:rPr kumimoji="1" lang="ja-JP" altLang="en-US">
                <a:latin typeface="Meiryo" panose="020B0604030504040204" pitchFamily="50" charset="-128"/>
              </a:rPr>
              <a:t>、図</a:t>
            </a:r>
            <a:r>
              <a:rPr kumimoji="1" lang="en-US" altLang="ja-JP">
                <a:latin typeface="Meiryo" panose="020B0604030504040204" pitchFamily="50" charset="-128"/>
              </a:rPr>
              <a:t>5</a:t>
            </a:r>
            <a:r>
              <a:rPr kumimoji="1" lang="ja-JP" altLang="en-US">
                <a:latin typeface="Meiryo" panose="020B0604030504040204" pitchFamily="50" charset="-128"/>
              </a:rPr>
              <a:t>；補足 </a:t>
            </a:r>
            <a:r>
              <a:rPr kumimoji="1" lang="en-US" altLang="ja-JP">
                <a:latin typeface="Meiryo" panose="020B0604030504040204" pitchFamily="50" charset="-128"/>
              </a:rPr>
              <a:t>PDF2</a:t>
            </a:r>
            <a:r>
              <a:rPr kumimoji="1" lang="ja-JP" altLang="en-US">
                <a:latin typeface="Meiryo" panose="020B0604030504040204" pitchFamily="50" charset="-128"/>
              </a:rPr>
              <a:t>・</a:t>
            </a:r>
            <a:r>
              <a:rPr kumimoji="1" lang="en-US" altLang="ja-JP">
                <a:latin typeface="Meiryo" panose="020B0604030504040204" pitchFamily="50" charset="-128"/>
              </a:rPr>
              <a:t>5</a:t>
            </a:r>
            <a:r>
              <a:rPr kumimoji="1" lang="ja-JP" altLang="en-US">
                <a:latin typeface="Meiryo" panose="020B0604030504040204" pitchFamily="50" charset="-128"/>
              </a:rPr>
              <a:t>、式</a:t>
            </a:r>
            <a:r>
              <a:rPr kumimoji="1" lang="en-US" altLang="ja-JP">
                <a:latin typeface="Meiryo" panose="020B0604030504040204" pitchFamily="50" charset="-128"/>
              </a:rPr>
              <a:t>S4</a:t>
            </a:r>
            <a:r>
              <a:rPr kumimoji="1" lang="ja-JP" altLang="en-US">
                <a:latin typeface="Meiryo" panose="020B0604030504040204" pitchFamily="50" charset="-128"/>
              </a:rPr>
              <a:t>・</a:t>
            </a:r>
            <a:r>
              <a:rPr kumimoji="1" lang="en-US" altLang="ja-JP">
                <a:latin typeface="Meiryo" panose="020B0604030504040204" pitchFamily="50" charset="-128"/>
              </a:rPr>
              <a:t>S5</a:t>
            </a:r>
            <a:r>
              <a:rPr kumimoji="1" lang="ja-JP" altLang="en-US">
                <a:latin typeface="Meiryo" panose="020B0604030504040204" pitchFamily="50" charset="-128"/>
              </a:rPr>
              <a:t>・</a:t>
            </a:r>
            <a:r>
              <a:rPr kumimoji="1" lang="en-US" altLang="ja-JP">
                <a:latin typeface="Meiryo" panose="020B0604030504040204" pitchFamily="50" charset="-128"/>
              </a:rPr>
              <a:t>S17
</a:t>
            </a:r>
            <a:r>
              <a:rPr kumimoji="1" lang="ja-JP" altLang="en-US">
                <a:latin typeface="Meiryo" panose="020B0604030504040204" pitchFamily="50" charset="-128"/>
              </a:rPr>
              <a:t>幅の定義と要求時間の</a:t>
            </a:r>
            <a:r>
              <a:rPr kumimoji="1" lang="en-US" altLang="ja-JP">
                <a:latin typeface="Meiryo" panose="020B0604030504040204" pitchFamily="50" charset="-128"/>
              </a:rPr>
              <a:t>N⁻²</a:t>
            </a:r>
            <a:r>
              <a:rPr kumimoji="1" lang="ja-JP" altLang="en-US">
                <a:latin typeface="Meiryo" panose="020B0604030504040204" pitchFamily="50" charset="-128"/>
              </a:rPr>
              <a:t>規格化を確認。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図</a:t>
            </a:r>
            <a:r>
              <a:rPr kumimoji="1" lang="en-US" altLang="ja-JP">
                <a:latin typeface="Meiryo" panose="020B0604030504040204" pitchFamily="50" charset="-128"/>
              </a:rPr>
              <a:t>5</a:t>
            </a:r>
            <a:r>
              <a:rPr kumimoji="1" lang="ja-JP" altLang="en-US">
                <a:latin typeface="Meiryo" panose="020B0604030504040204" pitchFamily="50" charset="-128"/>
              </a:rPr>
              <a:t>の閾値を固定</a:t>
            </a:r>
            <a:r>
              <a:rPr kumimoji="1" lang="en-US" altLang="ja-JP">
                <a:latin typeface="Meiryo" panose="020B0604030504040204" pitchFamily="50" charset="-128"/>
              </a:rPr>
              <a:t>P</a:t>
            </a:r>
            <a:r>
              <a:rPr kumimoji="1" lang="ja-JP" altLang="en-US">
                <a:latin typeface="Meiryo" panose="020B0604030504040204" pitchFamily="50" charset="-128"/>
              </a:rPr>
              <a:t>の差に読み替えない。</a:t>
            </a:r>
            <a:r>
              <a:rPr kumimoji="1" lang="en-US" altLang="ja-JP">
                <a:latin typeface="Meiryo" panose="020B0604030504040204" pitchFamily="50" charset="-128"/>
              </a:rPr>
              <a:t>S17</a:t>
            </a:r>
            <a:r>
              <a:rPr kumimoji="1" lang="ja-JP" altLang="en-US">
                <a:latin typeface="Meiryo" panose="020B0604030504040204" pitchFamily="50" charset="-128"/>
              </a:rPr>
              <a:t>は</a:t>
            </a:r>
            <a:r>
              <a:rPr kumimoji="1" lang="en-US" altLang="ja-JP">
                <a:latin typeface="Meiryo" panose="020B0604030504040204" pitchFamily="50" charset="-128"/>
              </a:rPr>
              <a:t>run</a:t>
            </a:r>
            <a:r>
              <a:rPr kumimoji="1" lang="ja-JP" altLang="en-US">
                <a:latin typeface="Meiryo" panose="020B0604030504040204" pitchFamily="50" charset="-128"/>
              </a:rPr>
              <a:t>間標準偏差。</a:t>
            </a:r>
            <a:r>
              <a:rPr kumimoji="1" lang="en-US" altLang="ja-JP">
                <a:latin typeface="Meiryo" panose="020B0604030504040204" pitchFamily="50" charset="-128"/>
              </a:rPr>
              <a:t>SEM=s/√R</a:t>
            </a:r>
            <a:r>
              <a:rPr kumimoji="1" lang="ja-JP" altLang="en-US">
                <a:latin typeface="Meiryo" panose="020B0604030504040204" pitchFamily="50" charset="-128"/>
              </a:rPr>
              <a:t>は平均の精度。</a:t>
            </a:r>
            <a:r>
              <a:rPr kumimoji="1" lang="en-US" altLang="ja-JP">
                <a:latin typeface="Meiryo" panose="020B0604030504040204" pitchFamily="50" charset="-128"/>
              </a:rPr>
              <a:t>bootstrap95%</a:t>
            </a:r>
            <a:r>
              <a:rPr kumimoji="1" lang="ja-JP" altLang="en-US">
                <a:latin typeface="Meiryo" panose="020B0604030504040204" pitchFamily="50" charset="-128"/>
              </a:rPr>
              <a:t>区間は推定量の再標本化分布。転移幅の縮小は有限ジャンプの十分条件ではない。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19</a:t>
            </a:fld>
            <a:endParaRPr kumimoji="1" lang="ja-JP" altLang="en-US"/>
          </a:p>
        </p:txBody>
      </p:sp>
    </p:spTree>
    <p:extLst>
      <p:ext uri="{BB962C8B-B14F-4D97-AF65-F5344CB8AC3E}">
        <p14:creationId xmlns:p14="http://schemas.microsoft.com/office/powerpoint/2010/main" val="2642444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本研究 </a:t>
            </a:r>
            <a:r>
              <a:rPr kumimoji="1" lang="en-US" altLang="ja-JP">
                <a:latin typeface="Meiryo" panose="020B0604030504040204" pitchFamily="50" charset="-128"/>
              </a:rPr>
              <a:t>SPPSimulator.processRequest</a:t>
            </a:r>
            <a:r>
              <a:rPr kumimoji="1" lang="ja-JP" altLang="en-US">
                <a:latin typeface="Meiryo" panose="020B0604030504040204" pitchFamily="50" charset="-128"/>
              </a:rPr>
              <a:t>・</a:t>
            </a:r>
            <a:r>
              <a:rPr kumimoji="1" lang="en-US" altLang="ja-JP">
                <a:latin typeface="Meiryo" panose="020B0604030504040204" pitchFamily="50" charset="-128"/>
              </a:rPr>
              <a:t>ShortestPathFinder.selectPath</a:t>
            </a:r>
            <a:r>
              <a:rPr kumimoji="1" lang="ja-JP" altLang="en-US">
                <a:latin typeface="Meiryo" panose="020B0604030504040204" pitchFamily="50" charset="-128"/>
              </a:rPr>
              <a:t>；講義</a:t>
            </a:r>
            <a:r>
              <a:rPr kumimoji="1" lang="en-US" altLang="ja-JP">
                <a:latin typeface="Meiryo" panose="020B0604030504040204" pitchFamily="50" charset="-128"/>
              </a:rPr>
              <a:t>4 8–10
</a:t>
            </a:r>
            <a:r>
              <a:rPr kumimoji="1" lang="ja-JP" altLang="en-US">
                <a:latin typeface="Meiryo" panose="020B0604030504040204" pitchFamily="50" charset="-128"/>
              </a:rPr>
              <a:t>格子辺数は開境界の数え上げ。実装の一様頂点対・経路数重み選択を確認。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講義</a:t>
            </a:r>
            <a:r>
              <a:rPr kumimoji="1" lang="en-US" altLang="ja-JP">
                <a:latin typeface="Meiryo" panose="020B0604030504040204" pitchFamily="50" charset="-128"/>
              </a:rPr>
              <a:t>4</a:t>
            </a:r>
            <a:r>
              <a:rPr kumimoji="1" lang="ja-JP" altLang="en-US">
                <a:latin typeface="Meiryo" panose="020B0604030504040204" pitchFamily="50" charset="-128"/>
              </a:rPr>
              <a:t>の</a:t>
            </a:r>
            <a:r>
              <a:rPr kumimoji="1" lang="en-US" altLang="ja-JP">
                <a:latin typeface="Meiryo" panose="020B0604030504040204" pitchFamily="50" charset="-128"/>
              </a:rPr>
              <a:t>L</a:t>
            </a:r>
            <a:r>
              <a:rPr kumimoji="1" lang="ja-JP" altLang="en-US">
                <a:latin typeface="Meiryo" panose="020B0604030504040204" pitchFamily="50" charset="-128"/>
              </a:rPr>
              <a:t>は平均距離で、本研究の線形サイズ</a:t>
            </a:r>
            <a:r>
              <a:rPr kumimoji="1" lang="en-US" altLang="ja-JP">
                <a:latin typeface="Meiryo" panose="020B0604030504040204" pitchFamily="50" charset="-128"/>
              </a:rPr>
              <a:t>L</a:t>
            </a:r>
            <a:r>
              <a:rPr kumimoji="1" lang="ja-JP" altLang="en-US">
                <a:latin typeface="Meiryo" panose="020B0604030504040204" pitchFamily="50" charset="-128"/>
              </a:rPr>
              <a:t>とは異なる。初期規則格子の距離スケーリングを削除後に無条件適用しない。今回の作業は新しいシミュレーションではなく既存表の再利用。
</a:t>
            </a:r>
            <a:r>
              <a:rPr kumimoji="1" lang="en-US" altLang="ja-JP">
                <a:latin typeface="Meiryo" panose="020B0604030504040204" pitchFamily="50" charset="-128"/>
              </a:rPr>
              <a:t>SquareLattice</a:t>
            </a:r>
            <a:r>
              <a:rPr kumimoji="1" lang="ja-JP" altLang="en-US">
                <a:latin typeface="Meiryo" panose="020B0604030504040204" pitchFamily="50" charset="-128"/>
              </a:rPr>
              <a:t>の水平ループは各</a:t>
            </a:r>
            <a:r>
              <a:rPr kumimoji="1" lang="en-US" altLang="ja-JP">
                <a:latin typeface="Meiryo" panose="020B0604030504040204" pitchFamily="50" charset="-128"/>
              </a:rPr>
              <a:t>L</a:t>
            </a:r>
            <a:r>
              <a:rPr kumimoji="1" lang="ja-JP" altLang="en-US">
                <a:latin typeface="Meiryo" panose="020B0604030504040204" pitchFamily="50" charset="-128"/>
              </a:rPr>
              <a:t>行に</a:t>
            </a:r>
            <a:r>
              <a:rPr kumimoji="1" lang="en-US" altLang="ja-JP">
                <a:latin typeface="Meiryo" panose="020B0604030504040204" pitchFamily="50" charset="-128"/>
              </a:rPr>
              <a:t>L−1</a:t>
            </a:r>
            <a:r>
              <a:rPr kumimoji="1" lang="ja-JP" altLang="en-US">
                <a:latin typeface="Meiryo" panose="020B0604030504040204" pitchFamily="50" charset="-128"/>
              </a:rPr>
              <a:t>辺、垂直ループは各</a:t>
            </a:r>
            <a:r>
              <a:rPr kumimoji="1" lang="en-US" altLang="ja-JP">
                <a:latin typeface="Meiryo" panose="020B0604030504040204" pitchFamily="50" charset="-128"/>
              </a:rPr>
              <a:t>L</a:t>
            </a:r>
            <a:r>
              <a:rPr kumimoji="1" lang="ja-JP" altLang="en-US">
                <a:latin typeface="Meiryo" panose="020B0604030504040204" pitchFamily="50" charset="-128"/>
              </a:rPr>
              <a:t>列に</a:t>
            </a:r>
            <a:r>
              <a:rPr kumimoji="1" lang="en-US" altLang="ja-JP">
                <a:latin typeface="Meiryo" panose="020B0604030504040204" pitchFamily="50" charset="-128"/>
              </a:rPr>
              <a:t>L−1</a:t>
            </a:r>
            <a:r>
              <a:rPr kumimoji="1" lang="ja-JP" altLang="en-US">
                <a:latin typeface="Meiryo" panose="020B0604030504040204" pitchFamily="50" charset="-128"/>
              </a:rPr>
              <a:t>辺を作り、逆方向も同じ無向辺</a:t>
            </a:r>
            <a:r>
              <a:rPr kumimoji="1" lang="en-US" altLang="ja-JP">
                <a:latin typeface="Meiryo" panose="020B0604030504040204" pitchFamily="50" charset="-128"/>
              </a:rPr>
              <a:t>ID</a:t>
            </a:r>
            <a:r>
              <a:rPr kumimoji="1" lang="ja-JP" altLang="en-US">
                <a:latin typeface="Meiryo" panose="020B0604030504040204" pitchFamily="50" charset="-128"/>
              </a:rPr>
              <a:t>を参照する。境界を越える接続は作らない。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20</a:t>
            </a:fld>
            <a:endParaRPr kumimoji="1" lang="ja-JP" altLang="en-US"/>
          </a:p>
        </p:txBody>
      </p:sp>
    </p:spTree>
    <p:extLst>
      <p:ext uri="{BB962C8B-B14F-4D97-AF65-F5344CB8AC3E}">
        <p14:creationId xmlns:p14="http://schemas.microsoft.com/office/powerpoint/2010/main" val="505302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既存図</a:t>
            </a:r>
            <a:r>
              <a:rPr kumimoji="1" lang="en-US" altLang="ja-JP">
                <a:latin typeface="Meiryo" panose="020B0604030504040204" pitchFamily="50" charset="-128"/>
              </a:rPr>
              <a:t>03</a:t>
            </a:r>
            <a:r>
              <a:rPr kumimoji="1" lang="ja-JP" altLang="en-US">
                <a:latin typeface="Meiryo" panose="020B0604030504040204" pitchFamily="50" charset="-128"/>
              </a:rPr>
              <a:t>：</a:t>
            </a:r>
            <a:r>
              <a:rPr kumimoji="1" lang="en-US" altLang="ja-JP">
                <a:latin typeface="Meiryo" panose="020B0604030504040204" pitchFamily="50" charset="-128"/>
              </a:rPr>
              <a:t>ja_v2/data/curves.csv</a:t>
            </a:r>
            <a:r>
              <a:rPr kumimoji="1" lang="ja-JP" altLang="en-US">
                <a:latin typeface="Meiryo" panose="020B0604030504040204" pitchFamily="50" charset="-128"/>
              </a:rPr>
              <a:t>；要求状態の</a:t>
            </a:r>
            <a:r>
              <a:rPr kumimoji="1" lang="en-US" altLang="ja-JP">
                <a:latin typeface="Meiryo" panose="020B0604030504040204" pitchFamily="50" charset="-128"/>
              </a:rPr>
              <a:t>first-crossing</a:t>
            </a:r>
            <a:r>
              <a:rPr kumimoji="1" lang="ja-JP" altLang="en-US">
                <a:latin typeface="Meiryo" panose="020B0604030504040204" pitchFamily="50" charset="-128"/>
              </a:rPr>
              <a:t>集計
</a:t>
            </a:r>
            <a:r>
              <a:rPr kumimoji="1" lang="en-US" altLang="ja-JP">
                <a:latin typeface="Meiryo" panose="020B0604030504040204" pitchFamily="50" charset="-128"/>
              </a:rPr>
              <a:t>L=128</a:t>
            </a:r>
            <a:r>
              <a:rPr kumimoji="1" lang="ja-JP" altLang="en-US">
                <a:latin typeface="Meiryo" panose="020B0604030504040204" pitchFamily="50" charset="-128"/>
              </a:rPr>
              <a:t>、</a:t>
            </a:r>
            <a:r>
              <a:rPr kumimoji="1" lang="en-US" altLang="ja-JP">
                <a:latin typeface="Meiryo" panose="020B0604030504040204" pitchFamily="50" charset="-128"/>
              </a:rPr>
              <a:t>C1/C2</a:t>
            </a:r>
            <a:r>
              <a:rPr kumimoji="1" lang="ja-JP" altLang="en-US">
                <a:latin typeface="Meiryo" panose="020B0604030504040204" pitchFamily="50" charset="-128"/>
              </a:rPr>
              <a:t>各</a:t>
            </a:r>
            <a:r>
              <a:rPr kumimoji="1" lang="en-US" altLang="ja-JP">
                <a:latin typeface="Meiryo" panose="020B0604030504040204" pitchFamily="50" charset="-128"/>
              </a:rPr>
              <a:t>200run</a:t>
            </a:r>
            <a:r>
              <a:rPr kumimoji="1" lang="ja-JP" altLang="en-US">
                <a:latin typeface="Meiryo" panose="020B0604030504040204" pitchFamily="50" charset="-128"/>
              </a:rPr>
              <a:t>、制限なし</a:t>
            </a:r>
            <a:r>
              <a:rPr kumimoji="1" lang="en-US" altLang="ja-JP">
                <a:latin typeface="Meiryo" panose="020B0604030504040204" pitchFamily="50" charset="-128"/>
              </a:rPr>
              <a:t>400run</a:t>
            </a:r>
            <a:r>
              <a:rPr kumimoji="1" lang="ja-JP" altLang="en-US">
                <a:latin typeface="Meiryo" panose="020B0604030504040204" pitchFamily="50" charset="-128"/>
              </a:rPr>
              <a:t>。曲線は共通範囲で終了。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】p</a:t>
            </a:r>
            <a:r>
              <a:rPr kumimoji="1" lang="ja-JP" altLang="en-US">
                <a:latin typeface="Meiryo" panose="020B0604030504040204" pitchFamily="50" charset="-128"/>
              </a:rPr>
              <a:t>格子に初めて到達または超えた保存要求状態を対応させる</a:t>
            </a:r>
            <a:r>
              <a:rPr kumimoji="1" lang="en-US" altLang="ja-JP">
                <a:latin typeface="Meiryo" panose="020B0604030504040204" pitchFamily="50" charset="-128"/>
              </a:rPr>
              <a:t>first-crossing</a:t>
            </a:r>
            <a:r>
              <a:rPr kumimoji="1" lang="ja-JP" altLang="en-US">
                <a:latin typeface="Meiryo" panose="020B0604030504040204" pitchFamily="50" charset="-128"/>
              </a:rPr>
              <a:t>推定量。単一辺の実測ではない。間引き済み表示点からピーク位置を決めない。終端後をゼロ補完しない。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21</a:t>
            </a:fld>
            <a:endParaRPr kumimoji="1" lang="ja-JP" altLang="en-US"/>
          </a:p>
        </p:txBody>
      </p:sp>
    </p:spTree>
    <p:extLst>
      <p:ext uri="{BB962C8B-B14F-4D97-AF65-F5344CB8AC3E}">
        <p14:creationId xmlns:p14="http://schemas.microsoft.com/office/powerpoint/2010/main" val="10876650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D</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既存図</a:t>
            </a:r>
            <a:r>
              <a:rPr kumimoji="1" lang="en-US" altLang="ja-JP">
                <a:latin typeface="Meiryo" panose="020B0604030504040204" pitchFamily="50" charset="-128"/>
              </a:rPr>
              <a:t>06</a:t>
            </a:r>
            <a:r>
              <a:rPr kumimoji="1" lang="ja-JP" altLang="en-US">
                <a:latin typeface="Meiryo" panose="020B0604030504040204" pitchFamily="50" charset="-128"/>
              </a:rPr>
              <a:t>：</a:t>
            </a:r>
            <a:r>
              <a:rPr kumimoji="1" lang="en-US" altLang="ja-JP">
                <a:latin typeface="Meiryo" panose="020B0604030504040204" pitchFamily="50" charset="-128"/>
              </a:rPr>
              <a:t>ja_v2/data/event_summary.csv</a:t>
            </a:r>
            <a:r>
              <a:rPr kumimoji="1" lang="ja-JP" altLang="en-US">
                <a:latin typeface="Meiryo" panose="020B0604030504040204" pitchFamily="50" charset="-128"/>
              </a:rPr>
              <a:t>・</a:t>
            </a:r>
            <a:r>
              <a:rPr kumimoji="1" lang="en-US" altLang="ja-JP">
                <a:latin typeface="Meiryo" panose="020B0604030504040204" pitchFamily="50" charset="-128"/>
              </a:rPr>
              <a:t>event_runs.csv
</a:t>
            </a:r>
            <a:r>
              <a:rPr kumimoji="1" lang="ja-JP" altLang="en-US">
                <a:latin typeface="Meiryo" panose="020B0604030504040204" pitchFamily="50" charset="-128"/>
              </a:rPr>
              <a:t>制限なし</a:t>
            </a:r>
            <a:r>
              <a:rPr kumimoji="1" lang="en-US" altLang="ja-JP">
                <a:latin typeface="Meiryo" panose="020B0604030504040204" pitchFamily="50" charset="-128"/>
              </a:rPr>
              <a:t>16</a:t>
            </a:r>
            <a:r>
              <a:rPr kumimoji="1" lang="ja-JP" altLang="en-US">
                <a:latin typeface="Meiryo" panose="020B0604030504040204" pitchFamily="50" charset="-128"/>
              </a:rPr>
              <a:t>サイズ、計</a:t>
            </a:r>
            <a:r>
              <a:rPr kumimoji="1" lang="en-US" altLang="ja-JP">
                <a:latin typeface="Meiryo" panose="020B0604030504040204" pitchFamily="50" charset="-128"/>
              </a:rPr>
              <a:t>2550run</a:t>
            </a:r>
            <a:r>
              <a:rPr kumimoji="1" lang="ja-JP" altLang="en-US">
                <a:latin typeface="Meiryo" panose="020B0604030504040204" pitchFamily="50" charset="-128"/>
              </a:rPr>
              <a:t>。</a:t>
            </a:r>
            <a:r>
              <a:rPr kumimoji="1" lang="en-US" altLang="ja-JP">
                <a:latin typeface="Meiryo" panose="020B0604030504040204" pitchFamily="50" charset="-128"/>
              </a:rPr>
              <a:t>run</a:t>
            </a:r>
            <a:r>
              <a:rPr kumimoji="1" lang="ja-JP" altLang="en-US">
                <a:latin typeface="Meiryo" panose="020B0604030504040204" pitchFamily="50" charset="-128"/>
              </a:rPr>
              <a:t>別値から平均と</a:t>
            </a:r>
            <a:r>
              <a:rPr kumimoji="1" lang="en-US" altLang="ja-JP">
                <a:latin typeface="Meiryo" panose="020B0604030504040204" pitchFamily="50" charset="-128"/>
              </a:rPr>
              <a:t>SEM</a:t>
            </a:r>
            <a:r>
              <a:rPr kumimoji="1" lang="ja-JP" altLang="en-US">
                <a:latin typeface="Meiryo" panose="020B0604030504040204" pitchFamily="50" charset="-128"/>
              </a:rPr>
              <a:t>を再照合。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横軸対数で平らに見えることは収束の根拠にならない。単一辺ジャンプではなく自然な要求操作の変化。既存複数モデル比較では正の極限が安定せず判別困難。新たな外挿結果を主役にしない。
最大要求落下の平均の極限と、極限平均曲線の左右差</a:t>
            </a:r>
            <a:r>
              <a:rPr kumimoji="1" lang="en-US" altLang="ja-JP">
                <a:latin typeface="Meiryo" panose="020B0604030504040204" pitchFamily="50" charset="-128"/>
              </a:rPr>
              <a:t>J</a:t>
            </a:r>
            <a:r>
              <a:rPr kumimoji="1" lang="ja-JP" altLang="en-US">
                <a:latin typeface="Meiryo" panose="020B0604030504040204" pitchFamily="50" charset="-128"/>
              </a:rPr>
              <a:t>は一般に同じ定義ではない。最大落下位置の収束、削除率区間の縮小、</a:t>
            </a:r>
            <a:r>
              <a:rPr kumimoji="1" lang="en-US" altLang="ja-JP">
                <a:latin typeface="Meiryo" panose="020B0604030504040204" pitchFamily="50" charset="-128"/>
              </a:rPr>
              <a:t>run</a:t>
            </a:r>
            <a:r>
              <a:rPr kumimoji="1" lang="ja-JP" altLang="en-US">
                <a:latin typeface="Meiryo" panose="020B0604030504040204" pitchFamily="50" charset="-128"/>
              </a:rPr>
              <a:t>間ゆらぎを併せて調べる。</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22</a:t>
            </a:fld>
            <a:endParaRPr kumimoji="1" lang="ja-JP" altLang="en-US"/>
          </a:p>
        </p:txBody>
      </p:sp>
    </p:spTree>
    <p:extLst>
      <p:ext uri="{BB962C8B-B14F-4D97-AF65-F5344CB8AC3E}">
        <p14:creationId xmlns:p14="http://schemas.microsoft.com/office/powerpoint/2010/main" val="3870896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D</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】ja_v2/data/request_guarantees.csv</a:t>
            </a:r>
            <a:r>
              <a:rPr kumimoji="1" lang="ja-JP" altLang="en-US">
                <a:latin typeface="Meiryo" panose="020B0604030504040204" pitchFamily="50" charset="-128"/>
              </a:rPr>
              <a:t>・</a:t>
            </a:r>
            <a:r>
              <a:rPr kumimoji="1" lang="en-US" altLang="ja-JP">
                <a:latin typeface="Meiryo" panose="020B0604030504040204" pitchFamily="50" charset="-128"/>
              </a:rPr>
              <a:t>tail_guarantees.csv</a:t>
            </a:r>
            <a:r>
              <a:rPr kumimoji="1" lang="ja-JP" altLang="en-US">
                <a:latin typeface="Meiryo" panose="020B0604030504040204" pitchFamily="50" charset="-128"/>
              </a:rPr>
              <a:t>・</a:t>
            </a:r>
            <a:r>
              <a:rPr kumimoji="1" lang="en-US" altLang="ja-JP">
                <a:latin typeface="Meiryo" panose="020B0604030504040204" pitchFamily="50" charset="-128"/>
              </a:rPr>
              <a:t>limit_model_fits.csv
</a:t>
            </a:r>
            <a:r>
              <a:rPr kumimoji="1" lang="ja-JP" altLang="en-US">
                <a:latin typeface="Meiryo" panose="020B0604030504040204" pitchFamily="50" charset="-128"/>
              </a:rPr>
              <a:t>保証件数を既存表で確認。保証は要求状態推定量に対する上界判定。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最大落下の将来上界</a:t>
            </a:r>
            <a:r>
              <a:rPr kumimoji="1" lang="en-US" altLang="ja-JP">
                <a:latin typeface="Meiryo" panose="020B0604030504040204" pitchFamily="50" charset="-128"/>
              </a:rPr>
              <a:t>s_final−1</a:t>
            </a:r>
            <a:r>
              <a:rPr kumimoji="1" lang="ja-JP" altLang="en-US">
                <a:latin typeface="Meiryo" panose="020B0604030504040204" pitchFamily="50" charset="-128"/>
              </a:rPr>
              <a:t>と観測整数落下を比較する。平均</a:t>
            </a:r>
            <a:r>
              <a:rPr kumimoji="1" lang="en-US" altLang="ja-JP">
                <a:latin typeface="Meiryo" panose="020B0604030504040204" pitchFamily="50" charset="-128"/>
              </a:rPr>
              <a:t>S</a:t>
            </a:r>
            <a:r>
              <a:rPr kumimoji="1" lang="ja-JP" altLang="en-US">
                <a:latin typeface="Meiryo" panose="020B0604030504040204" pitchFamily="50" charset="-128"/>
              </a:rPr>
              <a:t>は共通終端の</a:t>
            </a:r>
            <a:r>
              <a:rPr kumimoji="1" lang="en-US" altLang="ja-JP">
                <a:latin typeface="Meiryo" panose="020B0604030504040204" pitchFamily="50" charset="-128"/>
              </a:rPr>
              <a:t>N⟨P⟩</a:t>
            </a:r>
            <a:r>
              <a:rPr kumimoji="1" lang="ja-JP" altLang="en-US">
                <a:latin typeface="Meiryo" panose="020B0604030504040204" pitchFamily="50" charset="-128"/>
              </a:rPr>
              <a:t>を将来上界にする。未保証はピークが誤りという意味ではない。既存全</a:t>
            </a:r>
            <a:r>
              <a:rPr kumimoji="1" lang="en-US" altLang="ja-JP">
                <a:latin typeface="Meiryo" panose="020B0604030504040204" pitchFamily="50" charset="-128"/>
              </a:rPr>
              <a:t>34</a:t>
            </a:r>
            <a:r>
              <a:rPr kumimoji="1" lang="ja-JP" altLang="en-US">
                <a:latin typeface="Meiryo" panose="020B0604030504040204" pitchFamily="50" charset="-128"/>
              </a:rPr>
              <a:t>条件のデータは</a:t>
            </a:r>
            <a:r>
              <a:rPr kumimoji="1" lang="en-US" altLang="ja-JP">
                <a:latin typeface="Meiryo" panose="020B0604030504040204" pitchFamily="50" charset="-128"/>
              </a:rPr>
              <a:t>6150run</a:t>
            </a:r>
            <a:r>
              <a:rPr kumimoji="1" lang="ja-JP" altLang="en-US">
                <a:latin typeface="Meiryo" panose="020B0604030504040204" pitchFamily="50" charset="-128"/>
              </a:rPr>
              <a:t>。本編では保証の細部より結論の限界を説明。</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23</a:t>
            </a:fld>
            <a:endParaRPr kumimoji="1" lang="ja-JP" altLang="en-US"/>
          </a:p>
        </p:txBody>
      </p:sp>
    </p:spTree>
    <p:extLst>
      <p:ext uri="{BB962C8B-B14F-4D97-AF65-F5344CB8AC3E}">
        <p14:creationId xmlns:p14="http://schemas.microsoft.com/office/powerpoint/2010/main" val="3844321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D</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本研究の計画</a:t>
            </a:r>
            <a:r>
              <a:rPr kumimoji="1" lang="en-US" altLang="ja-JP">
                <a:latin typeface="Meiryo" panose="020B0604030504040204" pitchFamily="50" charset="-128"/>
              </a:rPr>
              <a:t>D</a:t>
            </a:r>
            <a:r>
              <a:rPr kumimoji="1" lang="ja-JP" altLang="en-US">
                <a:latin typeface="Meiryo" panose="020B0604030504040204" pitchFamily="50" charset="-128"/>
              </a:rPr>
              <a:t>；補足 </a:t>
            </a:r>
            <a:r>
              <a:rPr kumimoji="1" lang="en-US" altLang="ja-JP">
                <a:latin typeface="Meiryo" panose="020B0604030504040204" pitchFamily="50" charset="-128"/>
              </a:rPr>
              <a:t>PDF1</a:t>
            </a:r>
            <a:r>
              <a:rPr kumimoji="1" lang="ja-JP" altLang="en-US">
                <a:latin typeface="Meiryo" panose="020B0604030504040204" pitchFamily="50" charset="-128"/>
              </a:rPr>
              <a:t>・</a:t>
            </a:r>
            <a:r>
              <a:rPr kumimoji="1" lang="en-US" altLang="ja-JP">
                <a:latin typeface="Meiryo" panose="020B0604030504040204" pitchFamily="50" charset="-128"/>
              </a:rPr>
              <a:t>4–6</a:t>
            </a:r>
            <a:r>
              <a:rPr kumimoji="1" lang="ja-JP" altLang="en-US">
                <a:latin typeface="Meiryo" panose="020B0604030504040204" pitchFamily="50" charset="-128"/>
              </a:rPr>
              <a:t>・</a:t>
            </a:r>
            <a:r>
              <a:rPr kumimoji="1" lang="en-US" altLang="ja-JP">
                <a:latin typeface="Meiryo" panose="020B0604030504040204" pitchFamily="50" charset="-128"/>
              </a:rPr>
              <a:t>10–12</a:t>
            </a:r>
            <a:r>
              <a:rPr kumimoji="1" lang="ja-JP" altLang="en-US">
                <a:latin typeface="Meiryo" panose="020B0604030504040204" pitchFamily="50" charset="-128"/>
              </a:rPr>
              <a:t>（解析方法の参照）
原論文の手法を参照しつつ、未実施の検討は今後の課題として記載。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次は既存データの感度解析を優先。追加計算が必要なら記録項目と予測を事前固定し、小規模確認から始める。最大落下位置が巨大成分消失位置へ近づくか、経路内辺順序に依存するかも検討。今回大規模計算は実施し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24</a:t>
            </a:fld>
            <a:endParaRPr kumimoji="1" lang="ja-JP" altLang="en-US"/>
          </a:p>
        </p:txBody>
      </p:sp>
    </p:spTree>
    <p:extLst>
      <p:ext uri="{BB962C8B-B14F-4D97-AF65-F5344CB8AC3E}">
        <p14:creationId xmlns:p14="http://schemas.microsoft.com/office/powerpoint/2010/main" val="2829802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t>
            </a:r>
            <a:r>
              <a:rPr kumimoji="1" lang="ja-JP" altLang="en-US">
                <a:latin typeface="Meiryo" panose="020B0604030504040204" pitchFamily="50" charset="-128"/>
              </a:rPr>
              <a:t>構成：</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本編</a:t>
            </a:r>
            <a:r>
              <a:rPr kumimoji="1" lang="en-US" altLang="ja-JP">
                <a:latin typeface="Meiryo" panose="020B0604030504040204" pitchFamily="50" charset="-128"/>
              </a:rPr>
              <a:t>88</a:t>
            </a:r>
            <a:r>
              <a:rPr kumimoji="1" lang="ja-JP" altLang="en-US">
                <a:latin typeface="Meiryo" panose="020B0604030504040204" pitchFamily="50" charset="-128"/>
              </a:rPr>
              <a:t>分＋質疑・議論</a:t>
            </a:r>
            <a:r>
              <a:rPr kumimoji="1" lang="en-US" altLang="ja-JP">
                <a:latin typeface="Meiryo" panose="020B0604030504040204" pitchFamily="50" charset="-128"/>
              </a:rPr>
              <a:t>32</a:t>
            </a:r>
            <a:r>
              <a:rPr kumimoji="1" lang="ja-JP" altLang="en-US">
                <a:latin typeface="Meiryo" panose="020B0604030504040204" pitchFamily="50" charset="-128"/>
              </a:rPr>
              <a:t>分＝</a:t>
            </a:r>
            <a:r>
              <a:rPr kumimoji="1" lang="en-US" altLang="ja-JP">
                <a:latin typeface="Meiryo" panose="020B0604030504040204" pitchFamily="50" charset="-128"/>
              </a:rPr>
              <a:t>120</a:t>
            </a:r>
            <a:r>
              <a:rPr kumimoji="1" lang="ja-JP" altLang="en-US">
                <a:latin typeface="Meiryo" panose="020B0604030504040204" pitchFamily="50" charset="-128"/>
              </a:rPr>
              <a:t>分
質疑用の導入。科学的主張を追加しない。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数式の詳細は予備</a:t>
            </a:r>
            <a:r>
              <a:rPr kumimoji="1" lang="en-US" altLang="ja-JP">
                <a:latin typeface="Meiryo" panose="020B0604030504040204" pitchFamily="50" charset="-128"/>
              </a:rPr>
              <a:t>B01–B10</a:t>
            </a:r>
            <a:r>
              <a:rPr kumimoji="1" lang="ja-JP" altLang="en-US">
                <a:latin typeface="Meiryo" panose="020B0604030504040204" pitchFamily="50" charset="-128"/>
              </a:rPr>
              <a:t>と</a:t>
            </a:r>
            <a:r>
              <a:rPr kumimoji="1" lang="en-US" altLang="ja-JP">
                <a:latin typeface="Meiryo" panose="020B0604030504040204" pitchFamily="50" charset="-128"/>
              </a:rPr>
              <a:t>study/derivations.md</a:t>
            </a:r>
            <a:r>
              <a:rPr kumimoji="1" lang="ja-JP" altLang="en-US">
                <a:latin typeface="Meiryo" panose="020B0604030504040204" pitchFamily="50" charset="-128"/>
              </a:rPr>
              <a:t>を参照。知らない事項は未確認と答え、原典に戻る。</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25</a:t>
            </a:fld>
            <a:endParaRPr kumimoji="1" lang="ja-JP" altLang="en-US"/>
          </a:p>
        </p:txBody>
      </p:sp>
    </p:spTree>
    <p:extLst>
      <p:ext uri="{BB962C8B-B14F-4D97-AF65-F5344CB8AC3E}">
        <p14:creationId xmlns:p14="http://schemas.microsoft.com/office/powerpoint/2010/main" val="2848304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式</a:t>
            </a:r>
            <a:r>
              <a:rPr kumimoji="1" lang="en-US" altLang="ja-JP">
                <a:latin typeface="Meiryo" panose="020B0604030504040204" pitchFamily="50" charset="-128"/>
              </a:rPr>
              <a:t>S1–S3</a:t>
            </a:r>
            <a:r>
              <a:rPr kumimoji="1" lang="ja-JP" altLang="en-US">
                <a:latin typeface="Meiryo" panose="020B0604030504040204" pitchFamily="50" charset="-128"/>
              </a:rPr>
              <a:t>；講義</a:t>
            </a:r>
            <a:r>
              <a:rPr kumimoji="1" lang="en-US" altLang="ja-JP">
                <a:latin typeface="Meiryo" panose="020B0604030504040204" pitchFamily="50" charset="-128"/>
              </a:rPr>
              <a:t>7 28</a:t>
            </a:r>
            <a:r>
              <a:rPr kumimoji="1" lang="ja-JP" altLang="en-US">
                <a:latin typeface="Meiryo" panose="020B0604030504040204" pitchFamily="50" charset="-128"/>
              </a:rPr>
              <a:t>・</a:t>
            </a:r>
            <a:r>
              <a:rPr kumimoji="1" lang="en-US" altLang="ja-JP">
                <a:latin typeface="Meiryo" panose="020B0604030504040204" pitchFamily="50" charset="-128"/>
              </a:rPr>
              <a:t>31</a:t>
            </a:r>
            <a:r>
              <a:rPr kumimoji="1" lang="ja-JP" altLang="en-US">
                <a:latin typeface="Meiryo" panose="020B0604030504040204" pitchFamily="50" charset="-128"/>
              </a:rPr>
              <a:t>；講義</a:t>
            </a:r>
            <a:r>
              <a:rPr kumimoji="1" lang="en-US" altLang="ja-JP">
                <a:latin typeface="Meiryo" panose="020B0604030504040204" pitchFamily="50" charset="-128"/>
              </a:rPr>
              <a:t>4 9</a:t>
            </a:r>
            <a:r>
              <a:rPr kumimoji="1" lang="ja-JP" altLang="en-US">
                <a:latin typeface="Meiryo" panose="020B0604030504040204" pitchFamily="50" charset="-128"/>
              </a:rPr>
              <a:t>；講義</a:t>
            </a:r>
            <a:r>
              <a:rPr kumimoji="1" lang="en-US" altLang="ja-JP">
                <a:latin typeface="Meiryo" panose="020B0604030504040204" pitchFamily="50" charset="-128"/>
              </a:rPr>
              <a:t>3 9
</a:t>
            </a:r>
            <a:r>
              <a:rPr kumimoji="1" lang="ja-JP" altLang="en-US">
                <a:latin typeface="Meiryo" panose="020B0604030504040204" pitchFamily="50" charset="-128"/>
              </a:rPr>
              <a:t>原典の記号の意味を本発表の統一表記へ対応。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】q</a:t>
            </a:r>
            <a:r>
              <a:rPr kumimoji="1" lang="ja-JP" altLang="en-US">
                <a:latin typeface="Meiryo" panose="020B0604030504040204" pitchFamily="50" charset="-128"/>
              </a:rPr>
              <a:t>は通常ボンドの占有確率、</a:t>
            </a:r>
            <a:r>
              <a:rPr kumimoji="1" lang="en-US" altLang="ja-JP">
                <a:latin typeface="Meiryo" panose="020B0604030504040204" pitchFamily="50" charset="-128"/>
              </a:rPr>
              <a:t>p</a:t>
            </a:r>
            <a:r>
              <a:rPr kumimoji="1" lang="ja-JP" altLang="en-US">
                <a:latin typeface="Meiryo" panose="020B0604030504040204" pitchFamily="50" charset="-128"/>
              </a:rPr>
              <a:t>は</a:t>
            </a:r>
            <a:r>
              <a:rPr kumimoji="1" lang="en-US" altLang="ja-JP">
                <a:latin typeface="Meiryo" panose="020B0604030504040204" pitchFamily="50" charset="-128"/>
              </a:rPr>
              <a:t>SPP</a:t>
            </a:r>
            <a:r>
              <a:rPr kumimoji="1" lang="ja-JP" altLang="en-US">
                <a:latin typeface="Meiryo" panose="020B0604030504040204" pitchFamily="50" charset="-128"/>
              </a:rPr>
              <a:t>の実際の削除割合。論文</a:t>
            </a:r>
            <a:r>
              <a:rPr kumimoji="1" lang="en-US" altLang="ja-JP">
                <a:latin typeface="Meiryo" panose="020B0604030504040204" pitchFamily="50" charset="-128"/>
              </a:rPr>
              <a:t>E₁</a:t>
            </a:r>
            <a:r>
              <a:rPr kumimoji="1" lang="ja-JP" altLang="en-US">
                <a:latin typeface="Meiryo" panose="020B0604030504040204" pitchFamily="50" charset="-128"/>
              </a:rPr>
              <a:t>と本研究</a:t>
            </a:r>
            <a:r>
              <a:rPr kumimoji="1" lang="en-US" altLang="ja-JP">
                <a:latin typeface="Meiryo" panose="020B0604030504040204" pitchFamily="50" charset="-128"/>
              </a:rPr>
              <a:t>E₀</a:t>
            </a:r>
            <a:r>
              <a:rPr kumimoji="1" lang="ja-JP" altLang="en-US">
                <a:latin typeface="Meiryo" panose="020B0604030504040204" pitchFamily="50" charset="-128"/>
              </a:rPr>
              <a:t>はいずれも初期辺数。</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26</a:t>
            </a:fld>
            <a:endParaRPr kumimoji="1" lang="ja-JP" altLang="en-US"/>
          </a:p>
        </p:txBody>
      </p:sp>
    </p:spTree>
    <p:extLst>
      <p:ext uri="{BB962C8B-B14F-4D97-AF65-F5344CB8AC3E}">
        <p14:creationId xmlns:p14="http://schemas.microsoft.com/office/powerpoint/2010/main" val="675361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本文 </a:t>
            </a:r>
            <a:r>
              <a:rPr kumimoji="1" lang="en-US" altLang="ja-JP">
                <a:latin typeface="Meiryo" panose="020B0604030504040204" pitchFamily="50" charset="-128"/>
              </a:rPr>
              <a:t>PDF2</a:t>
            </a:r>
            <a:r>
              <a:rPr kumimoji="1" lang="ja-JP" altLang="en-US">
                <a:latin typeface="Meiryo" panose="020B0604030504040204" pitchFamily="50" charset="-128"/>
              </a:rPr>
              <a:t>；補足 </a:t>
            </a:r>
            <a:r>
              <a:rPr kumimoji="1" lang="en-US" altLang="ja-JP">
                <a:latin typeface="Meiryo" panose="020B0604030504040204" pitchFamily="50" charset="-128"/>
              </a:rPr>
              <a:t>PDF1</a:t>
            </a:r>
            <a:r>
              <a:rPr kumimoji="1" lang="ja-JP" altLang="en-US">
                <a:latin typeface="Meiryo" panose="020B0604030504040204" pitchFamily="50" charset="-128"/>
              </a:rPr>
              <a:t>・</a:t>
            </a:r>
            <a:r>
              <a:rPr kumimoji="1" lang="en-US" altLang="ja-JP">
                <a:latin typeface="Meiryo" panose="020B0604030504040204" pitchFamily="50" charset="-128"/>
              </a:rPr>
              <a:t>11</a:t>
            </a:r>
            <a:r>
              <a:rPr kumimoji="1" lang="ja-JP" altLang="en-US">
                <a:latin typeface="Meiryo" panose="020B0604030504040204" pitchFamily="50" charset="-128"/>
              </a:rPr>
              <a:t>；削除規則からの導出</a:t>
            </a:r>
            <a:r>
              <a:rPr kumimoji="1" lang="en-US" altLang="ja-JP">
                <a:latin typeface="Meiryo" panose="020B0604030504040204" pitchFamily="50" charset="-128"/>
              </a:rPr>
              <a:t>B
</a:t>
            </a:r>
            <a:r>
              <a:rPr kumimoji="1" lang="ja-JP" altLang="en-US">
                <a:latin typeface="Meiryo" panose="020B0604030504040204" pitchFamily="50" charset="-128"/>
              </a:rPr>
              <a:t>一様な頂点対選択と</a:t>
            </a:r>
            <a:r>
              <a:rPr kumimoji="1" lang="en-US" altLang="ja-JP">
                <a:latin typeface="Meiryo" panose="020B0604030504040204" pitchFamily="50" charset="-128"/>
              </a:rPr>
              <a:t>C1</a:t>
            </a:r>
            <a:r>
              <a:rPr kumimoji="1" lang="ja-JP" altLang="en-US">
                <a:latin typeface="Meiryo" panose="020B0604030504040204" pitchFamily="50" charset="-128"/>
              </a:rPr>
              <a:t>の受理条件から条件付き確率を計算。独立占有は固定</a:t>
            </a:r>
            <a:r>
              <a:rPr kumimoji="1" lang="en-US" altLang="ja-JP">
                <a:latin typeface="Meiryo" panose="020B0604030504040204" pitchFamily="50" charset="-128"/>
              </a:rPr>
              <a:t>k</a:t>
            </a:r>
            <a:r>
              <a:rPr kumimoji="1" lang="ja-JP" altLang="en-US">
                <a:latin typeface="Meiryo" panose="020B0604030504040204" pitchFamily="50" charset="-128"/>
              </a:rPr>
              <a:t>一様分布の二項混合。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独立占有確率</a:t>
            </a:r>
            <a:r>
              <a:rPr kumimoji="1" lang="en-US" altLang="ja-JP">
                <a:latin typeface="Meiryo" panose="020B0604030504040204" pitchFamily="50" charset="-128"/>
              </a:rPr>
              <a:t>q</a:t>
            </a:r>
            <a:r>
              <a:rPr kumimoji="1" lang="ja-JP" altLang="en-US">
                <a:latin typeface="Meiryo" panose="020B0604030504040204" pitchFamily="50" charset="-128"/>
              </a:rPr>
              <a:t>なら削除本数</a:t>
            </a:r>
            <a:r>
              <a:rPr kumimoji="1" lang="en-US" altLang="ja-JP">
                <a:latin typeface="Meiryo" panose="020B0604030504040204" pitchFamily="50" charset="-128"/>
              </a:rPr>
              <a:t>K</a:t>
            </a:r>
            <a:r>
              <a:rPr kumimoji="1" lang="ja-JP" altLang="en-US">
                <a:latin typeface="Meiryo" panose="020B0604030504040204" pitchFamily="50" charset="-128"/>
              </a:rPr>
              <a:t>は</a:t>
            </a:r>
            <a:r>
              <a:rPr kumimoji="1" lang="en-US" altLang="ja-JP">
                <a:latin typeface="Meiryo" panose="020B0604030504040204" pitchFamily="50" charset="-128"/>
              </a:rPr>
              <a:t>Binomial(E₀,1−q)</a:t>
            </a:r>
            <a:r>
              <a:rPr kumimoji="1" lang="ja-JP" altLang="en-US">
                <a:latin typeface="Meiryo" panose="020B0604030504040204" pitchFamily="50" charset="-128"/>
              </a:rPr>
              <a:t>。</a:t>
            </a:r>
            <a:r>
              <a:rPr kumimoji="1" lang="en-US" altLang="ja-JP">
                <a:latin typeface="Meiryo" panose="020B0604030504040204" pitchFamily="50" charset="-128"/>
              </a:rPr>
              <a:t>K=k</a:t>
            </a:r>
            <a:r>
              <a:rPr kumimoji="1" lang="ja-JP" altLang="en-US">
                <a:latin typeface="Meiryo" panose="020B0604030504040204" pitchFamily="50" charset="-128"/>
              </a:rPr>
              <a:t>条件下の残存集合は</a:t>
            </a:r>
            <a:r>
              <a:rPr kumimoji="1" lang="en-US" altLang="ja-JP">
                <a:latin typeface="Meiryo" panose="020B0604030504040204" pitchFamily="50" charset="-128"/>
              </a:rPr>
              <a:t>C1</a:t>
            </a:r>
            <a:r>
              <a:rPr kumimoji="1" lang="ja-JP" altLang="en-US">
                <a:latin typeface="Meiryo" panose="020B0604030504040204" pitchFamily="50" charset="-128"/>
              </a:rPr>
              <a:t>の</a:t>
            </a:r>
            <a:r>
              <a:rPr kumimoji="1" lang="en-US" altLang="ja-JP">
                <a:latin typeface="Meiryo" panose="020B0604030504040204" pitchFamily="50" charset="-128"/>
              </a:rPr>
              <a:t>k</a:t>
            </a:r>
            <a:r>
              <a:rPr kumimoji="1" lang="ja-JP" altLang="en-US">
                <a:latin typeface="Meiryo" panose="020B0604030504040204" pitchFamily="50" charset="-128"/>
              </a:rPr>
              <a:t>受理後と同じ一様分布。固定</a:t>
            </a:r>
            <a:r>
              <a:rPr kumimoji="1" lang="en-US" altLang="ja-JP">
                <a:latin typeface="Meiryo" panose="020B0604030504040204" pitchFamily="50" charset="-128"/>
              </a:rPr>
              <a:t>k</a:t>
            </a:r>
            <a:r>
              <a:rPr kumimoji="1" lang="ja-JP" altLang="en-US">
                <a:latin typeface="Meiryo" panose="020B0604030504040204" pitchFamily="50" charset="-128"/>
              </a:rPr>
              <a:t>で辺状態が独立だとは言わない。棄却要求は順序を変えないが要求時間を増やす。</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27</a:t>
            </a:fld>
            <a:endParaRPr kumimoji="1" lang="ja-JP" altLang="en-US"/>
          </a:p>
        </p:txBody>
      </p:sp>
    </p:spTree>
    <p:extLst>
      <p:ext uri="{BB962C8B-B14F-4D97-AF65-F5344CB8AC3E}">
        <p14:creationId xmlns:p14="http://schemas.microsoft.com/office/powerpoint/2010/main" val="36156367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講義</a:t>
            </a:r>
            <a:r>
              <a:rPr kumimoji="1" lang="en-US" altLang="ja-JP">
                <a:latin typeface="Meiryo" panose="020B0604030504040204" pitchFamily="50" charset="-128"/>
              </a:rPr>
              <a:t>7 PDF</a:t>
            </a:r>
            <a:r>
              <a:rPr kumimoji="1" lang="ja-JP" altLang="en-US">
                <a:latin typeface="Meiryo" panose="020B0604030504040204" pitchFamily="50" charset="-128"/>
              </a:rPr>
              <a:t>・スライド</a:t>
            </a:r>
            <a:r>
              <a:rPr kumimoji="1" lang="en-US" altLang="ja-JP">
                <a:latin typeface="Meiryo" panose="020B0604030504040204" pitchFamily="50" charset="-128"/>
              </a:rPr>
              <a:t>30–34</a:t>
            </a:r>
            <a:r>
              <a:rPr kumimoji="1" lang="ja-JP" altLang="en-US">
                <a:latin typeface="Meiryo" panose="020B0604030504040204" pitchFamily="50" charset="-128"/>
              </a:rPr>
              <a:t>；教科書 </a:t>
            </a:r>
            <a:r>
              <a:rPr kumimoji="1" lang="en-US" altLang="ja-JP">
                <a:latin typeface="Meiryo" panose="020B0604030504040204" pitchFamily="50" charset="-128"/>
              </a:rPr>
              <a:t>PDF8</a:t>
            </a:r>
            <a:r>
              <a:rPr kumimoji="1" lang="ja-JP" altLang="en-US">
                <a:latin typeface="Meiryo" panose="020B0604030504040204" pitchFamily="50" charset="-128"/>
              </a:rPr>
              <a:t>左／印刷</a:t>
            </a:r>
            <a:r>
              <a:rPr kumimoji="1" lang="en-US" altLang="ja-JP">
                <a:latin typeface="Meiryo" panose="020B0604030504040204" pitchFamily="50" charset="-128"/>
              </a:rPr>
              <a:t>162</a:t>
            </a:r>
            <a:r>
              <a:rPr kumimoji="1" lang="ja-JP" altLang="en-US">
                <a:latin typeface="Meiryo" panose="020B0604030504040204" pitchFamily="50" charset="-128"/>
              </a:rPr>
              <a:t>、式</a:t>
            </a:r>
            <a:r>
              <a:rPr kumimoji="1" lang="en-US" altLang="ja-JP">
                <a:latin typeface="Meiryo" panose="020B0604030504040204" pitchFamily="50" charset="-128"/>
              </a:rPr>
              <a:t>8.20–8.22
</a:t>
            </a:r>
            <a:r>
              <a:rPr kumimoji="1" lang="ja-JP" altLang="en-US">
                <a:latin typeface="Meiryo" panose="020B0604030504040204" pitchFamily="50" charset="-128"/>
              </a:rPr>
              <a:t>講義の</a:t>
            </a:r>
            <a:r>
              <a:rPr kumimoji="1" lang="en-US" altLang="ja-JP">
                <a:latin typeface="Meiryo" panose="020B0604030504040204" pitchFamily="50" charset="-128"/>
              </a:rPr>
              <a:t>u</a:t>
            </a:r>
            <a:r>
              <a:rPr kumimoji="1" lang="ja-JP" altLang="en-US">
                <a:latin typeface="Meiryo" panose="020B0604030504040204" pitchFamily="50" charset="-128"/>
              </a:rPr>
              <a:t>の自己無撞着式と接線条件を展開。教科書は</a:t>
            </a:r>
            <a:r>
              <a:rPr kumimoji="1" lang="en-US" altLang="ja-JP">
                <a:latin typeface="Meiryo" panose="020B0604030504040204" pitchFamily="50" charset="-128"/>
              </a:rPr>
              <a:t>ER</a:t>
            </a:r>
            <a:r>
              <a:rPr kumimoji="1" lang="ja-JP" altLang="en-US">
                <a:latin typeface="Meiryo" panose="020B0604030504040204" pitchFamily="50" charset="-128"/>
              </a:rPr>
              <a:t>サイト閾値。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局所木状・独立性・大サイズの</a:t>
            </a:r>
            <a:r>
              <a:rPr kumimoji="1" lang="en-US" altLang="ja-JP">
                <a:latin typeface="Meiryo" panose="020B0604030504040204" pitchFamily="50" charset="-128"/>
              </a:rPr>
              <a:t>ER</a:t>
            </a:r>
            <a:r>
              <a:rPr kumimoji="1" lang="ja-JP" altLang="en-US">
                <a:latin typeface="Meiryo" panose="020B0604030504040204" pitchFamily="50" charset="-128"/>
              </a:rPr>
              <a:t>近似が前提。初期平均次数</a:t>
            </a:r>
            <a:r>
              <a:rPr kumimoji="1" lang="en-US" altLang="ja-JP">
                <a:latin typeface="Meiryo" panose="020B0604030504040204" pitchFamily="50" charset="-128"/>
              </a:rPr>
              <a:t>4</a:t>
            </a:r>
            <a:r>
              <a:rPr kumimoji="1" lang="ja-JP" altLang="en-US">
                <a:latin typeface="Meiryo" panose="020B0604030504040204" pitchFamily="50" charset="-128"/>
              </a:rPr>
              <a:t>の独立ボンド占有では残存平均次数</a:t>
            </a:r>
            <a:r>
              <a:rPr kumimoji="1" lang="en-US" altLang="ja-JP">
                <a:latin typeface="Meiryo" panose="020B0604030504040204" pitchFamily="50" charset="-128"/>
              </a:rPr>
              <a:t>4q</a:t>
            </a:r>
            <a:r>
              <a:rPr kumimoji="1" lang="ja-JP" altLang="en-US">
                <a:latin typeface="Meiryo" panose="020B0604030504040204" pitchFamily="50" charset="-128"/>
              </a:rPr>
              <a:t>、ゆえに</a:t>
            </a:r>
            <a:r>
              <a:rPr kumimoji="1" lang="en-US" altLang="ja-JP">
                <a:latin typeface="Meiryo" panose="020B0604030504040204" pitchFamily="50" charset="-128"/>
              </a:rPr>
              <a:t>q_c=1/4</a:t>
            </a:r>
            <a:r>
              <a:rPr kumimoji="1" lang="ja-JP" altLang="en-US">
                <a:latin typeface="Meiryo" panose="020B0604030504040204" pitchFamily="50" charset="-128"/>
              </a:rPr>
              <a:t>、削除側</a:t>
            </a:r>
            <a:r>
              <a:rPr kumimoji="1" lang="en-US" altLang="ja-JP">
                <a:latin typeface="Meiryo" panose="020B0604030504040204" pitchFamily="50" charset="-128"/>
              </a:rPr>
              <a:t>p_c=3/4</a:t>
            </a:r>
            <a:r>
              <a:rPr kumimoji="1" lang="ja-JP" altLang="en-US">
                <a:latin typeface="Meiryo" panose="020B0604030504040204" pitchFamily="50" charset="-128"/>
              </a:rPr>
              <a:t>。</a:t>
            </a:r>
            <a:r>
              <a:rPr kumimoji="1" lang="en-US" altLang="ja-JP">
                <a:latin typeface="Meiryo" panose="020B0604030504040204" pitchFamily="50" charset="-128"/>
              </a:rPr>
              <a:t>2D</a:t>
            </a:r>
            <a:r>
              <a:rPr kumimoji="1" lang="ja-JP" altLang="en-US">
                <a:latin typeface="Meiryo" panose="020B0604030504040204" pitchFamily="50" charset="-128"/>
              </a:rPr>
              <a:t>正方格子には適用しない。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28</a:t>
            </a:fld>
            <a:endParaRPr kumimoji="1" lang="ja-JP" altLang="en-US"/>
          </a:p>
        </p:txBody>
      </p:sp>
    </p:spTree>
    <p:extLst>
      <p:ext uri="{BB962C8B-B14F-4D97-AF65-F5344CB8AC3E}">
        <p14:creationId xmlns:p14="http://schemas.microsoft.com/office/powerpoint/2010/main" val="3103496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PDF2</a:t>
            </a:r>
            <a:r>
              <a:rPr kumimoji="1" lang="ja-JP" altLang="en-US">
                <a:latin typeface="Meiryo" panose="020B0604030504040204" pitchFamily="50" charset="-128"/>
              </a:rPr>
              <a:t>、式</a:t>
            </a:r>
            <a:r>
              <a:rPr kumimoji="1" lang="en-US" altLang="ja-JP">
                <a:latin typeface="Meiryo" panose="020B0604030504040204" pitchFamily="50" charset="-128"/>
              </a:rPr>
              <a:t>S3</a:t>
            </a:r>
            <a:r>
              <a:rPr kumimoji="1" lang="ja-JP" altLang="en-US">
                <a:latin typeface="Meiryo" panose="020B0604030504040204" pitchFamily="50" charset="-128"/>
              </a:rPr>
              <a:t>；</a:t>
            </a:r>
            <a:r>
              <a:rPr kumimoji="1" lang="en-US" altLang="ja-JP">
                <a:latin typeface="Meiryo" panose="020B0604030504040204" pitchFamily="50" charset="-128"/>
              </a:rPr>
              <a:t>ClusterStats.calculateMeanClusterSize
S</a:t>
            </a:r>
            <a:r>
              <a:rPr kumimoji="1" lang="ja-JP" altLang="en-US">
                <a:latin typeface="Meiryo" panose="020B0604030504040204" pitchFamily="50" charset="-128"/>
              </a:rPr>
              <a:t>の分子の二乗は頂点による重みから生じる。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単純クラスター平均</a:t>
            </a:r>
            <a:r>
              <a:rPr kumimoji="1" lang="en-US" altLang="ja-JP">
                <a:latin typeface="Meiryo" panose="020B0604030504040204" pitchFamily="50" charset="-128"/>
              </a:rPr>
              <a:t>Σs_i/</a:t>
            </a:r>
            <a:r>
              <a:rPr kumimoji="1" lang="ja-JP" altLang="en-US">
                <a:latin typeface="Meiryo" panose="020B0604030504040204" pitchFamily="50" charset="-128"/>
              </a:rPr>
              <a:t>個数と混同しない。最大要求で</a:t>
            </a:r>
            <a:r>
              <a:rPr kumimoji="1" lang="en-US" altLang="ja-JP">
                <a:latin typeface="Meiryo" panose="020B0604030504040204" pitchFamily="50" charset="-128"/>
              </a:rPr>
              <a:t>2</a:t>
            </a:r>
            <a:r>
              <a:rPr kumimoji="1" lang="ja-JP" altLang="en-US">
                <a:latin typeface="Meiryo" panose="020B0604030504040204" pitchFamily="50" charset="-128"/>
              </a:rPr>
              <a:t>つの大断片に分裂すると、最大以外の大断片が</a:t>
            </a:r>
            <a:r>
              <a:rPr kumimoji="1" lang="en-US" altLang="ja-JP">
                <a:latin typeface="Meiryo" panose="020B0604030504040204" pitchFamily="50" charset="-128"/>
              </a:rPr>
              <a:t>S</a:t>
            </a:r>
            <a:r>
              <a:rPr kumimoji="1" lang="ja-JP" altLang="en-US">
                <a:latin typeface="Meiryo" panose="020B0604030504040204" pitchFamily="50" charset="-128"/>
              </a:rPr>
              <a:t>に算入されるため</a:t>
            </a:r>
            <a:r>
              <a:rPr kumimoji="1" lang="en-US" altLang="ja-JP">
                <a:latin typeface="Meiryo" panose="020B0604030504040204" pitchFamily="50" charset="-128"/>
              </a:rPr>
              <a:t>S</a:t>
            </a:r>
            <a:r>
              <a:rPr kumimoji="1" lang="ja-JP" altLang="en-US">
                <a:latin typeface="Meiryo" panose="020B0604030504040204" pitchFamily="50" charset="-128"/>
              </a:rPr>
              <a:t>が大きくなる。増大だけで転移次数を判定しない。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29</a:t>
            </a:fld>
            <a:endParaRPr kumimoji="1" lang="ja-JP" altLang="en-US"/>
          </a:p>
        </p:txBody>
      </p:sp>
    </p:spTree>
    <p:extLst>
      <p:ext uri="{BB962C8B-B14F-4D97-AF65-F5344CB8AC3E}">
        <p14:creationId xmlns:p14="http://schemas.microsoft.com/office/powerpoint/2010/main" val="30272037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PDF2</a:t>
            </a:r>
            <a:r>
              <a:rPr kumimoji="1" lang="ja-JP" altLang="en-US">
                <a:latin typeface="Meiryo" panose="020B0604030504040204" pitchFamily="50" charset="-128"/>
              </a:rPr>
              <a:t>、式</a:t>
            </a:r>
            <a:r>
              <a:rPr kumimoji="1" lang="en-US" altLang="ja-JP">
                <a:latin typeface="Meiryo" panose="020B0604030504040204" pitchFamily="50" charset="-128"/>
              </a:rPr>
              <a:t>S6</a:t>
            </a:r>
            <a:r>
              <a:rPr kumimoji="1" lang="ja-JP" altLang="en-US">
                <a:latin typeface="Meiryo" panose="020B0604030504040204" pitchFamily="50" charset="-128"/>
              </a:rPr>
              <a:t>・</a:t>
            </a:r>
            <a:r>
              <a:rPr kumimoji="1" lang="en-US" altLang="ja-JP">
                <a:latin typeface="Meiryo" panose="020B0604030504040204" pitchFamily="50" charset="-128"/>
              </a:rPr>
              <a:t>S7</a:t>
            </a:r>
            <a:r>
              <a:rPr kumimoji="1" lang="ja-JP" altLang="en-US">
                <a:latin typeface="Meiryo" panose="020B0604030504040204" pitchFamily="50" charset="-128"/>
              </a:rPr>
              <a:t>（</a:t>
            </a:r>
            <a:r>
              <a:rPr kumimoji="1" lang="en-US" altLang="ja-JP">
                <a:latin typeface="Meiryo" panose="020B0604030504040204" pitchFamily="50" charset="-128"/>
              </a:rPr>
              <a:t>N</a:t>
            </a:r>
            <a:r>
              <a:rPr kumimoji="1" lang="ja-JP" altLang="en-US">
                <a:latin typeface="Meiryo" panose="020B0604030504040204" pitchFamily="50" charset="-128"/>
              </a:rPr>
              <a:t>基準）；</a:t>
            </a:r>
            <a:r>
              <a:rPr kumimoji="1" lang="en-US" altLang="ja-JP">
                <a:latin typeface="Meiryo" panose="020B0604030504040204" pitchFamily="50" charset="-128"/>
              </a:rPr>
              <a:t>L</a:t>
            </a:r>
            <a:r>
              <a:rPr kumimoji="1" lang="ja-JP" altLang="en-US">
                <a:latin typeface="Meiryo" panose="020B0604030504040204" pitchFamily="50" charset="-128"/>
              </a:rPr>
              <a:t>基準の動機づけ・変換は導出</a:t>
            </a:r>
            <a:r>
              <a:rPr kumimoji="1" lang="en-US" altLang="ja-JP">
                <a:latin typeface="Meiryo" panose="020B0604030504040204" pitchFamily="50" charset="-128"/>
              </a:rPr>
              <a:t>B
</a:t>
            </a:r>
            <a:r>
              <a:rPr kumimoji="1" lang="ja-JP" altLang="en-US">
                <a:latin typeface="Meiryo" panose="020B0604030504040204" pitchFamily="50" charset="-128"/>
              </a:rPr>
              <a:t>スケーリング仮定から無次元変数</a:t>
            </a:r>
            <a:r>
              <a:rPr kumimoji="1" lang="en-US" altLang="ja-JP">
                <a:latin typeface="Meiryo" panose="020B0604030504040204" pitchFamily="50" charset="-128"/>
              </a:rPr>
              <a:t>(p−pc)L^(1/ν)</a:t>
            </a:r>
            <a:r>
              <a:rPr kumimoji="1" lang="ja-JP" altLang="en-US">
                <a:latin typeface="Meiryo" panose="020B0604030504040204" pitchFamily="50" charset="-128"/>
              </a:rPr>
              <a:t>を構成。</a:t>
            </a:r>
            <a:r>
              <a:rPr kumimoji="1" lang="en-US" altLang="ja-JP">
                <a:latin typeface="Meiryo" panose="020B0604030504040204" pitchFamily="50" charset="-128"/>
              </a:rPr>
              <a:t>N=L²</a:t>
            </a:r>
            <a:r>
              <a:rPr kumimoji="1" lang="ja-JP" altLang="en-US">
                <a:latin typeface="Meiryo" panose="020B0604030504040204" pitchFamily="50" charset="-128"/>
              </a:rPr>
              <a:t>で指数を半分にする。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】β</a:t>
            </a:r>
            <a:r>
              <a:rPr kumimoji="1" lang="ja-JP" altLang="en-US">
                <a:latin typeface="Meiryo" panose="020B0604030504040204" pitchFamily="50" charset="-128"/>
              </a:rPr>
              <a:t>は</a:t>
            </a:r>
            <a:r>
              <a:rPr kumimoji="1" lang="en-US" altLang="ja-JP">
                <a:latin typeface="Meiryo" panose="020B0604030504040204" pitchFamily="50" charset="-128"/>
              </a:rPr>
              <a:t>P∞∼(pc−p)^β</a:t>
            </a:r>
            <a:r>
              <a:rPr kumimoji="1" lang="ja-JP" altLang="en-US">
                <a:latin typeface="Meiryo" panose="020B0604030504040204" pitchFamily="50" charset="-128"/>
              </a:rPr>
              <a:t>、</a:t>
            </a:r>
            <a:r>
              <a:rPr kumimoji="1" lang="en-US" altLang="ja-JP">
                <a:latin typeface="Meiryo" panose="020B0604030504040204" pitchFamily="50" charset="-128"/>
              </a:rPr>
              <a:t>γ</a:t>
            </a:r>
            <a:r>
              <a:rPr kumimoji="1" lang="ja-JP" altLang="en-US">
                <a:latin typeface="Meiryo" panose="020B0604030504040204" pitchFamily="50" charset="-128"/>
              </a:rPr>
              <a:t>は有限クラスター</a:t>
            </a:r>
            <a:r>
              <a:rPr kumimoji="1" lang="en-US" altLang="ja-JP">
                <a:latin typeface="Meiryo" panose="020B0604030504040204" pitchFamily="50" charset="-128"/>
              </a:rPr>
              <a:t>S∞∼|p−pc|^(−γ)</a:t>
            </a:r>
            <a:r>
              <a:rPr kumimoji="1" lang="ja-JP" altLang="en-US">
                <a:latin typeface="Meiryo" panose="020B0604030504040204" pitchFamily="50" charset="-128"/>
              </a:rPr>
              <a:t>、</a:t>
            </a:r>
            <a:r>
              <a:rPr kumimoji="1" lang="en-US" altLang="ja-JP">
                <a:latin typeface="Meiryo" panose="020B0604030504040204" pitchFamily="50" charset="-128"/>
              </a:rPr>
              <a:t>ν</a:t>
            </a:r>
            <a:r>
              <a:rPr kumimoji="1" lang="ja-JP" altLang="en-US">
                <a:latin typeface="Meiryo" panose="020B0604030504040204" pitchFamily="50" charset="-128"/>
              </a:rPr>
              <a:t>は相関長。これは連続転移の通常の仮定を説明するもので</a:t>
            </a:r>
            <a:r>
              <a:rPr kumimoji="1" lang="en-US" altLang="ja-JP">
                <a:latin typeface="Meiryo" panose="020B0604030504040204" pitchFamily="50" charset="-128"/>
              </a:rPr>
              <a:t>SPP</a:t>
            </a:r>
            <a:r>
              <a:rPr kumimoji="1" lang="ja-JP" altLang="en-US">
                <a:latin typeface="Meiryo" panose="020B0604030504040204" pitchFamily="50" charset="-128"/>
              </a:rPr>
              <a:t>への無条件の適用ではない。</a:t>
            </a:r>
            <a:r>
              <a:rPr kumimoji="1" lang="en-US" altLang="ja-JP">
                <a:latin typeface="Meiryo" panose="020B0604030504040204" pitchFamily="50" charset="-128"/>
              </a:rPr>
              <a:t>N</a:t>
            </a:r>
            <a:r>
              <a:rPr kumimoji="1" lang="ja-JP" altLang="en-US">
                <a:latin typeface="Meiryo" panose="020B0604030504040204" pitchFamily="50" charset="-128"/>
              </a:rPr>
              <a:t>基準の</a:t>
            </a:r>
            <a:r>
              <a:rPr kumimoji="1" lang="en-US" altLang="ja-JP">
                <a:latin typeface="Meiryo" panose="020B0604030504040204" pitchFamily="50" charset="-128"/>
              </a:rPr>
              <a:t>hyperscaling</a:t>
            </a:r>
            <a:r>
              <a:rPr kumimoji="1" lang="ja-JP" altLang="en-US">
                <a:latin typeface="Meiryo" panose="020B0604030504040204" pitchFamily="50" charset="-128"/>
              </a:rPr>
              <a:t>右辺</a:t>
            </a:r>
            <a:r>
              <a:rPr kumimoji="1" lang="en-US" altLang="ja-JP">
                <a:latin typeface="Meiryo" panose="020B0604030504040204" pitchFamily="50" charset="-128"/>
              </a:rPr>
              <a:t>1</a:t>
            </a:r>
            <a:r>
              <a:rPr kumimoji="1" lang="ja-JP" altLang="en-US">
                <a:latin typeface="Meiryo" panose="020B0604030504040204" pitchFamily="50" charset="-128"/>
              </a:rPr>
              <a:t>、</a:t>
            </a:r>
            <a:r>
              <a:rPr kumimoji="1" lang="en-US" altLang="ja-JP">
                <a:latin typeface="Meiryo" panose="020B0604030504040204" pitchFamily="50" charset="-128"/>
              </a:rPr>
              <a:t>2D L</a:t>
            </a:r>
            <a:r>
              <a:rPr kumimoji="1" lang="ja-JP" altLang="en-US">
                <a:latin typeface="Meiryo" panose="020B0604030504040204" pitchFamily="50" charset="-128"/>
              </a:rPr>
              <a:t>基準右辺</a:t>
            </a:r>
            <a:r>
              <a:rPr kumimoji="1" lang="en-US" altLang="ja-JP">
                <a:latin typeface="Meiryo" panose="020B0604030504040204" pitchFamily="50" charset="-128"/>
              </a:rPr>
              <a:t>2</a:t>
            </a:r>
            <a:r>
              <a:rPr kumimoji="1" lang="ja-JP" altLang="en-US">
                <a:latin typeface="Meiryo" panose="020B0604030504040204" pitchFamily="50" charset="-128"/>
              </a:rPr>
              <a:t>も同じ条件の下で対応。</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30</a:t>
            </a:fld>
            <a:endParaRPr kumimoji="1" lang="ja-JP" altLang="en-US"/>
          </a:p>
        </p:txBody>
      </p:sp>
    </p:spTree>
    <p:extLst>
      <p:ext uri="{BB962C8B-B14F-4D97-AF65-F5344CB8AC3E}">
        <p14:creationId xmlns:p14="http://schemas.microsoft.com/office/powerpoint/2010/main" val="29506226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PDF4</a:t>
            </a:r>
            <a:r>
              <a:rPr kumimoji="1" lang="ja-JP" altLang="en-US">
                <a:latin typeface="Meiryo" panose="020B0604030504040204" pitchFamily="50" charset="-128"/>
              </a:rPr>
              <a:t>・</a:t>
            </a:r>
            <a:r>
              <a:rPr kumimoji="1" lang="en-US" altLang="ja-JP">
                <a:latin typeface="Meiryo" panose="020B0604030504040204" pitchFamily="50" charset="-128"/>
              </a:rPr>
              <a:t>6</a:t>
            </a:r>
            <a:r>
              <a:rPr kumimoji="1" lang="ja-JP" altLang="en-US">
                <a:latin typeface="Meiryo" panose="020B0604030504040204" pitchFamily="50" charset="-128"/>
              </a:rPr>
              <a:t>、表</a:t>
            </a:r>
            <a:r>
              <a:rPr kumimoji="1" lang="en-US" altLang="ja-JP">
                <a:latin typeface="Meiryo" panose="020B0604030504040204" pitchFamily="50" charset="-128"/>
              </a:rPr>
              <a:t>S2</a:t>
            </a:r>
            <a:r>
              <a:rPr kumimoji="1" lang="ja-JP" altLang="en-US">
                <a:latin typeface="Meiryo" panose="020B0604030504040204" pitchFamily="50" charset="-128"/>
              </a:rPr>
              <a:t>・</a:t>
            </a:r>
            <a:r>
              <a:rPr kumimoji="1" lang="en-US" altLang="ja-JP">
                <a:latin typeface="Meiryo" panose="020B0604030504040204" pitchFamily="50" charset="-128"/>
              </a:rPr>
              <a:t>S3</a:t>
            </a:r>
            <a:r>
              <a:rPr kumimoji="1" lang="ja-JP" altLang="en-US">
                <a:latin typeface="Meiryo" panose="020B0604030504040204" pitchFamily="50" charset="-128"/>
              </a:rPr>
              <a:t>；式</a:t>
            </a:r>
            <a:r>
              <a:rPr kumimoji="1" lang="en-US" altLang="ja-JP">
                <a:latin typeface="Meiryo" panose="020B0604030504040204" pitchFamily="50" charset="-128"/>
              </a:rPr>
              <a:t>S9</a:t>
            </a:r>
            <a:r>
              <a:rPr kumimoji="1" lang="ja-JP" altLang="en-US">
                <a:latin typeface="Meiryo" panose="020B0604030504040204" pitchFamily="50" charset="-128"/>
              </a:rPr>
              <a:t>・</a:t>
            </a:r>
            <a:r>
              <a:rPr kumimoji="1" lang="en-US" altLang="ja-JP">
                <a:latin typeface="Meiryo" panose="020B0604030504040204" pitchFamily="50" charset="-128"/>
              </a:rPr>
              <a:t>S17</a:t>
            </a:r>
            <a:r>
              <a:rPr kumimoji="1" lang="ja-JP" altLang="en-US">
                <a:latin typeface="Meiryo" panose="020B0604030504040204" pitchFamily="50" charset="-128"/>
              </a:rPr>
              <a:t>・</a:t>
            </a:r>
            <a:r>
              <a:rPr kumimoji="1" lang="en-US" altLang="ja-JP">
                <a:latin typeface="Meiryo" panose="020B0604030504040204" pitchFamily="50" charset="-128"/>
              </a:rPr>
              <a:t>S18
</a:t>
            </a:r>
            <a:r>
              <a:rPr kumimoji="1" lang="ja-JP" altLang="en-US">
                <a:latin typeface="Meiryo" panose="020B0604030504040204" pitchFamily="50" charset="-128"/>
              </a:rPr>
              <a:t>同じ無制限モデルでも観測位置や</a:t>
            </a:r>
            <a:r>
              <a:rPr kumimoji="1" lang="en-US" altLang="ja-JP">
                <a:latin typeface="Meiryo" panose="020B0604030504040204" pitchFamily="50" charset="-128"/>
              </a:rPr>
              <a:t>ensemble</a:t>
            </a:r>
            <a:r>
              <a:rPr kumimoji="1" lang="ja-JP" altLang="en-US">
                <a:latin typeface="Meiryo" panose="020B0604030504040204" pitchFamily="50" charset="-128"/>
              </a:rPr>
              <a:t>により推定値が異なる。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表</a:t>
            </a:r>
            <a:r>
              <a:rPr kumimoji="1" lang="en-US" altLang="ja-JP">
                <a:latin typeface="Meiryo" panose="020B0604030504040204" pitchFamily="50" charset="-128"/>
              </a:rPr>
              <a:t>S2/S3</a:t>
            </a:r>
            <a:r>
              <a:rPr kumimoji="1" lang="ja-JP" altLang="en-US">
                <a:latin typeface="Meiryo" panose="020B0604030504040204" pitchFamily="50" charset="-128"/>
              </a:rPr>
              <a:t>の</a:t>
            </a:r>
            <a:r>
              <a:rPr kumimoji="1" lang="en-US" altLang="ja-JP">
                <a:latin typeface="Meiryo" panose="020B0604030504040204" pitchFamily="50" charset="-128"/>
              </a:rPr>
              <a:t>±</a:t>
            </a:r>
            <a:r>
              <a:rPr kumimoji="1" lang="ja-JP" altLang="en-US">
                <a:latin typeface="Meiryo" panose="020B0604030504040204" pitchFamily="50" charset="-128"/>
              </a:rPr>
              <a:t>は論文の回帰推定誤差であり本研究の</a:t>
            </a:r>
            <a:r>
              <a:rPr kumimoji="1" lang="en-US" altLang="ja-JP">
                <a:latin typeface="Meiryo" panose="020B0604030504040204" pitchFamily="50" charset="-128"/>
              </a:rPr>
              <a:t>bootstrap</a:t>
            </a:r>
            <a:r>
              <a:rPr kumimoji="1" lang="ja-JP" altLang="en-US">
                <a:latin typeface="Meiryo" panose="020B0604030504040204" pitchFamily="50" charset="-128"/>
              </a:rPr>
              <a:t>区間ではない。固定</a:t>
            </a:r>
            <a:r>
              <a:rPr kumimoji="1" lang="en-US" altLang="ja-JP">
                <a:latin typeface="Meiryo" panose="020B0604030504040204" pitchFamily="50" charset="-128"/>
              </a:rPr>
              <a:t>pc</a:t>
            </a:r>
            <a:r>
              <a:rPr kumimoji="1" lang="ja-JP" altLang="en-US">
                <a:latin typeface="Meiryo" panose="020B0604030504040204" pitchFamily="50" charset="-128"/>
              </a:rPr>
              <a:t>には強い有限サイズ効果。平均シフトとゆらぎの指数を一つにまとめない。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31</a:t>
            </a:fld>
            <a:endParaRPr kumimoji="1" lang="ja-JP" altLang="en-US"/>
          </a:p>
        </p:txBody>
      </p:sp>
    </p:spTree>
    <p:extLst>
      <p:ext uri="{BB962C8B-B14F-4D97-AF65-F5344CB8AC3E}">
        <p14:creationId xmlns:p14="http://schemas.microsoft.com/office/powerpoint/2010/main" val="40607162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D</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補足 </a:t>
            </a:r>
            <a:r>
              <a:rPr kumimoji="1" lang="en-US" altLang="ja-JP">
                <a:latin typeface="Meiryo" panose="020B0604030504040204" pitchFamily="50" charset="-128"/>
              </a:rPr>
              <a:t>PDF4–5</a:t>
            </a:r>
            <a:r>
              <a:rPr kumimoji="1" lang="ja-JP" altLang="en-US">
                <a:latin typeface="Meiryo" panose="020B0604030504040204" pitchFamily="50" charset="-128"/>
              </a:rPr>
              <a:t>、式</a:t>
            </a:r>
            <a:r>
              <a:rPr kumimoji="1" lang="en-US" altLang="ja-JP">
                <a:latin typeface="Meiryo" panose="020B0604030504040204" pitchFamily="50" charset="-128"/>
              </a:rPr>
              <a:t>S13–S16</a:t>
            </a:r>
            <a:r>
              <a:rPr kumimoji="1" lang="ja-JP" altLang="en-US">
                <a:latin typeface="Meiryo" panose="020B0604030504040204" pitchFamily="50" charset="-128"/>
              </a:rPr>
              <a:t>；</a:t>
            </a:r>
            <a:r>
              <a:rPr kumimoji="1" lang="en-US" altLang="ja-JP">
                <a:latin typeface="Meiryo" panose="020B0604030504040204" pitchFamily="50" charset="-128"/>
              </a:rPr>
              <a:t>PDF1</a:t>
            </a:r>
            <a:r>
              <a:rPr kumimoji="1" lang="ja-JP" altLang="en-US">
                <a:latin typeface="Meiryo" panose="020B0604030504040204" pitchFamily="50" charset="-128"/>
              </a:rPr>
              <a:t>・</a:t>
            </a:r>
            <a:r>
              <a:rPr kumimoji="1" lang="en-US" altLang="ja-JP">
                <a:latin typeface="Meiryo" panose="020B0604030504040204" pitchFamily="50" charset="-128"/>
              </a:rPr>
              <a:t>10–12</a:t>
            </a:r>
            <a:r>
              <a:rPr kumimoji="1" lang="ja-JP" altLang="en-US">
                <a:latin typeface="Meiryo" panose="020B0604030504040204" pitchFamily="50" charset="-128"/>
              </a:rPr>
              <a:t>（削除辺列保存）
原論文の</a:t>
            </a:r>
            <a:r>
              <a:rPr kumimoji="1" lang="en-US" altLang="ja-JP">
                <a:latin typeface="Meiryo" panose="020B0604030504040204" pitchFamily="50" charset="-128"/>
              </a:rPr>
              <a:t>pplus</a:t>
            </a:r>
            <a:r>
              <a:rPr kumimoji="1" lang="ja-JP" altLang="en-US">
                <a:latin typeface="Meiryo" panose="020B0604030504040204" pitchFamily="50" charset="-128"/>
              </a:rPr>
              <a:t>は単一辺落下後、</a:t>
            </a:r>
            <a:r>
              <a:rPr kumimoji="1" lang="en-US" altLang="ja-JP">
                <a:latin typeface="Meiryo" panose="020B0604030504040204" pitchFamily="50" charset="-128"/>
              </a:rPr>
              <a:t>pminus</a:t>
            </a:r>
            <a:r>
              <a:rPr kumimoji="1" lang="ja-JP" altLang="en-US">
                <a:latin typeface="Meiryo" panose="020B0604030504040204" pitchFamily="50" charset="-128"/>
              </a:rPr>
              <a:t>は直前。本研究</a:t>
            </a:r>
            <a:r>
              <a:rPr kumimoji="1" lang="en-US" altLang="ja-JP">
                <a:latin typeface="Meiryo" panose="020B0604030504040204" pitchFamily="50" charset="-128"/>
              </a:rPr>
              <a:t>midpoint</a:t>
            </a:r>
            <a:r>
              <a:rPr kumimoji="1" lang="ja-JP" altLang="en-US">
                <a:latin typeface="Meiryo" panose="020B0604030504040204" pitchFamily="50" charset="-128"/>
              </a:rPr>
              <a:t>は別の量。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原論文</a:t>
            </a:r>
            <a:r>
              <a:rPr kumimoji="1" lang="en-US" altLang="ja-JP">
                <a:latin typeface="Meiryo" panose="020B0604030504040204" pitchFamily="50" charset="-128"/>
              </a:rPr>
              <a:t>S16</a:t>
            </a:r>
            <a:r>
              <a:rPr kumimoji="1" lang="ja-JP" altLang="en-US">
                <a:latin typeface="Meiryo" panose="020B0604030504040204" pitchFamily="50" charset="-128"/>
              </a:rPr>
              <a:t>は</a:t>
            </a:r>
            <a:r>
              <a:rPr kumimoji="1" lang="en-US" altLang="ja-JP">
                <a:latin typeface="Meiryo" panose="020B0604030504040204" pitchFamily="50" charset="-128"/>
              </a:rPr>
              <a:t>⟨p⁺⟩</a:t>
            </a:r>
            <a:r>
              <a:rPr kumimoji="1" lang="ja-JP" altLang="en-US">
                <a:latin typeface="Meiryo" panose="020B0604030504040204" pitchFamily="50" charset="-128"/>
              </a:rPr>
              <a:t>。要求イベントでの</a:t>
            </a:r>
            <a:r>
              <a:rPr kumimoji="1" lang="en-US" altLang="ja-JP">
                <a:latin typeface="Meiryo" panose="020B0604030504040204" pitchFamily="50" charset="-128"/>
              </a:rPr>
              <a:t>p</a:t>
            </a:r>
            <a:r>
              <a:rPr kumimoji="1" lang="ja-JP" altLang="en-US">
                <a:latin typeface="Meiryo" panose="020B0604030504040204" pitchFamily="50" charset="-128"/>
              </a:rPr>
              <a:t>直前と直後の差は経路辺数</a:t>
            </a:r>
            <a:r>
              <a:rPr kumimoji="1" lang="en-US" altLang="ja-JP">
                <a:latin typeface="Meiryo" panose="020B0604030504040204" pitchFamily="50" charset="-128"/>
              </a:rPr>
              <a:t>/E₀</a:t>
            </a:r>
            <a:r>
              <a:rPr kumimoji="1" lang="ja-JP" altLang="en-US">
                <a:latin typeface="Meiryo" panose="020B0604030504040204" pitchFamily="50" charset="-128"/>
              </a:rPr>
              <a:t>。順向き・逆向き・シャッフルの感度は二次的な単一辺比較として扱う。正式全</a:t>
            </a:r>
            <a:r>
              <a:rPr kumimoji="1" lang="en-US" altLang="ja-JP">
                <a:latin typeface="Meiryo" panose="020B0604030504040204" pitchFamily="50" charset="-128"/>
              </a:rPr>
              <a:t>run</a:t>
            </a:r>
            <a:r>
              <a:rPr kumimoji="1" lang="ja-JP" altLang="en-US">
                <a:latin typeface="Meiryo" panose="020B0604030504040204" pitchFamily="50" charset="-128"/>
              </a:rPr>
              <a:t>に辺列が揃うとは限らない。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32</a:t>
            </a:fld>
            <a:endParaRPr kumimoji="1" lang="ja-JP" altLang="en-US"/>
          </a:p>
        </p:txBody>
      </p:sp>
    </p:spTree>
    <p:extLst>
      <p:ext uri="{BB962C8B-B14F-4D97-AF65-F5344CB8AC3E}">
        <p14:creationId xmlns:p14="http://schemas.microsoft.com/office/powerpoint/2010/main" val="1697776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本文 </a:t>
            </a:r>
            <a:r>
              <a:rPr kumimoji="1" lang="en-US" altLang="ja-JP">
                <a:latin typeface="Meiryo" panose="020B0604030504040204" pitchFamily="50" charset="-128"/>
              </a:rPr>
              <a:t>PDF4</a:t>
            </a:r>
            <a:r>
              <a:rPr kumimoji="1" lang="ja-JP" altLang="en-US">
                <a:latin typeface="Meiryo" panose="020B0604030504040204" pitchFamily="50" charset="-128"/>
              </a:rPr>
              <a:t>／</a:t>
            </a:r>
            <a:r>
              <a:rPr kumimoji="1" lang="en-US" altLang="ja-JP">
                <a:latin typeface="Meiryo" panose="020B0604030504040204" pitchFamily="50" charset="-128"/>
              </a:rPr>
              <a:t>047402-4</a:t>
            </a:r>
            <a:r>
              <a:rPr kumimoji="1" lang="ja-JP" altLang="en-US">
                <a:latin typeface="Meiryo" panose="020B0604030504040204" pitchFamily="50" charset="-128"/>
              </a:rPr>
              <a:t>、図</a:t>
            </a:r>
            <a:r>
              <a:rPr kumimoji="1" lang="en-US" altLang="ja-JP">
                <a:latin typeface="Meiryo" panose="020B0604030504040204" pitchFamily="50" charset="-128"/>
              </a:rPr>
              <a:t>5
C=N</a:t>
            </a:r>
            <a:r>
              <a:rPr kumimoji="1" lang="ja-JP" altLang="en-US">
                <a:latin typeface="Meiryo" panose="020B0604030504040204" pitchFamily="50" charset="-128"/>
              </a:rPr>
              <a:t>で</a:t>
            </a:r>
            <a:r>
              <a:rPr kumimoji="1" lang="en-US" altLang="ja-JP">
                <a:latin typeface="Meiryo" panose="020B0604030504040204" pitchFamily="50" charset="-128"/>
              </a:rPr>
              <a:t>Δp∼N^(−0.13)</a:t>
            </a:r>
            <a:r>
              <a:rPr kumimoji="1" lang="ja-JP" altLang="en-US">
                <a:latin typeface="Meiryo" panose="020B0604030504040204" pitchFamily="50" charset="-128"/>
              </a:rPr>
              <a:t>、</a:t>
            </a:r>
            <a:r>
              <a:rPr kumimoji="1" lang="en-US" altLang="ja-JP">
                <a:latin typeface="Meiryo" panose="020B0604030504040204" pitchFamily="50" charset="-128"/>
              </a:rPr>
              <a:t>Δt̃∼N^(−0.88)</a:t>
            </a:r>
            <a:r>
              <a:rPr kumimoji="1" lang="ja-JP" altLang="en-US">
                <a:latin typeface="Meiryo" panose="020B0604030504040204" pitchFamily="50" charset="-128"/>
              </a:rPr>
              <a:t>。有限</a:t>
            </a:r>
            <a:r>
              <a:rPr kumimoji="1" lang="en-US" altLang="ja-JP">
                <a:latin typeface="Meiryo" panose="020B0604030504040204" pitchFamily="50" charset="-128"/>
              </a:rPr>
              <a:t>C</a:t>
            </a:r>
            <a:r>
              <a:rPr kumimoji="1" lang="ja-JP" altLang="en-US">
                <a:latin typeface="Meiryo" panose="020B0604030504040204" pitchFamily="50" charset="-128"/>
              </a:rPr>
              <a:t>の幅指数はほぼ</a:t>
            </a:r>
            <a:r>
              <a:rPr kumimoji="1" lang="en-US" altLang="ja-JP">
                <a:latin typeface="Meiryo" panose="020B0604030504040204" pitchFamily="50" charset="-128"/>
              </a:rPr>
              <a:t>0</a:t>
            </a:r>
            <a:r>
              <a:rPr kumimoji="1" lang="ja-JP" altLang="en-US">
                <a:latin typeface="Meiryo" panose="020B0604030504040204" pitchFamily="50" charset="-128"/>
              </a:rPr>
              <a:t>と報告。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最後に閾値を超える状態という規則を保つ。両対数直線はべき則当てはめ。固定閾値とサイズ依存閾値の組合せであるため定義に依存する。</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33</a:t>
            </a:fld>
            <a:endParaRPr kumimoji="1" lang="ja-JP" altLang="en-US"/>
          </a:p>
        </p:txBody>
      </p:sp>
    </p:spTree>
    <p:extLst>
      <p:ext uri="{BB962C8B-B14F-4D97-AF65-F5344CB8AC3E}">
        <p14:creationId xmlns:p14="http://schemas.microsoft.com/office/powerpoint/2010/main" val="38177045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】C</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a:t>
            </a:r>
            <a:r>
              <a:rPr kumimoji="1" lang="ja-JP" altLang="en-US">
                <a:latin typeface="Meiryo" panose="020B0604030504040204" pitchFamily="50" charset="-128"/>
              </a:rPr>
              <a:t>既存図</a:t>
            </a:r>
            <a:r>
              <a:rPr kumimoji="1" lang="en-US" altLang="ja-JP">
                <a:latin typeface="Meiryo" panose="020B0604030504040204" pitchFamily="50" charset="-128"/>
              </a:rPr>
              <a:t>11</a:t>
            </a:r>
            <a:r>
              <a:rPr kumimoji="1" lang="ja-JP" altLang="en-US">
                <a:latin typeface="Meiryo" panose="020B0604030504040204" pitchFamily="50" charset="-128"/>
              </a:rPr>
              <a:t>：</a:t>
            </a:r>
            <a:r>
              <a:rPr kumimoji="1" lang="en-US" altLang="ja-JP">
                <a:latin typeface="Meiryo" panose="020B0604030504040204" pitchFamily="50" charset="-128"/>
              </a:rPr>
              <a:t>ja_v2/data/curves.csv</a:t>
            </a:r>
            <a:r>
              <a:rPr kumimoji="1" lang="ja-JP" altLang="en-US">
                <a:latin typeface="Meiryo" panose="020B0604030504040204" pitchFamily="50" charset="-128"/>
              </a:rPr>
              <a:t>・</a:t>
            </a:r>
            <a:r>
              <a:rPr kumimoji="1" lang="en-US" altLang="ja-JP">
                <a:latin typeface="Meiryo" panose="020B0604030504040204" pitchFamily="50" charset="-128"/>
              </a:rPr>
              <a:t>tail_guarantees.csv
L128</a:t>
            </a:r>
            <a:r>
              <a:rPr kumimoji="1" lang="ja-JP" altLang="en-US">
                <a:latin typeface="Meiryo" panose="020B0604030504040204" pitchFamily="50" charset="-128"/>
              </a:rPr>
              <a:t>の</a:t>
            </a:r>
            <a:r>
              <a:rPr kumimoji="1" lang="en-US" altLang="ja-JP">
                <a:latin typeface="Meiryo" panose="020B0604030504040204" pitchFamily="50" charset="-128"/>
              </a:rPr>
              <a:t>C1/C2/</a:t>
            </a:r>
            <a:r>
              <a:rPr kumimoji="1" lang="ja-JP" altLang="en-US">
                <a:latin typeface="Meiryo" panose="020B0604030504040204" pitchFamily="50" charset="-128"/>
              </a:rPr>
              <a:t>制限なしを同じ線形軸で比較。終端の丸印。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制限なし</a:t>
            </a:r>
            <a:r>
              <a:rPr kumimoji="1" lang="en-US" altLang="ja-JP">
                <a:latin typeface="Meiryo" panose="020B0604030504040204" pitchFamily="50" charset="-128"/>
              </a:rPr>
              <a:t>L1024</a:t>
            </a:r>
            <a:r>
              <a:rPr kumimoji="1" lang="ja-JP" altLang="en-US">
                <a:latin typeface="Meiryo" panose="020B0604030504040204" pitchFamily="50" charset="-128"/>
              </a:rPr>
              <a:t>と</a:t>
            </a:r>
            <a:r>
              <a:rPr kumimoji="1" lang="en-US" altLang="ja-JP">
                <a:latin typeface="Meiryo" panose="020B0604030504040204" pitchFamily="50" charset="-128"/>
              </a:rPr>
              <a:t>C1L128</a:t>
            </a:r>
            <a:r>
              <a:rPr kumimoji="1" lang="ja-JP" altLang="en-US">
                <a:latin typeface="Meiryo" panose="020B0604030504040204" pitchFamily="50" charset="-128"/>
              </a:rPr>
              <a:t>のピーク高さを直接比較しない。平均</a:t>
            </a:r>
            <a:r>
              <a:rPr kumimoji="1" lang="en-US" altLang="ja-JP">
                <a:latin typeface="Meiryo" panose="020B0604030504040204" pitchFamily="50" charset="-128"/>
              </a:rPr>
              <a:t>S</a:t>
            </a:r>
            <a:r>
              <a:rPr kumimoji="1" lang="ja-JP" altLang="en-US">
                <a:latin typeface="Meiryo" panose="020B0604030504040204" pitchFamily="50" charset="-128"/>
              </a:rPr>
              <a:t>の将来上界</a:t>
            </a:r>
            <a:r>
              <a:rPr kumimoji="1" lang="en-US" altLang="ja-JP">
                <a:latin typeface="Meiryo" panose="020B0604030504040204" pitchFamily="50" charset="-128"/>
              </a:rPr>
              <a:t>N⟨P</a:t>
            </a:r>
            <a:r>
              <a:rPr kumimoji="1" lang="ja-JP" altLang="en-US">
                <a:latin typeface="Meiryo" panose="020B0604030504040204" pitchFamily="50" charset="-128"/>
              </a:rPr>
              <a:t>終端</a:t>
            </a:r>
            <a:r>
              <a:rPr kumimoji="1" lang="en-US" altLang="ja-JP">
                <a:latin typeface="Meiryo" panose="020B0604030504040204" pitchFamily="50" charset="-128"/>
              </a:rPr>
              <a:t>⟩</a:t>
            </a:r>
            <a:r>
              <a:rPr kumimoji="1" lang="ja-JP" altLang="en-US">
                <a:latin typeface="Meiryo" panose="020B0604030504040204" pitchFamily="50" charset="-128"/>
              </a:rPr>
              <a:t>が観測ピークより小さい条件で保証。本図の軌跡は表示点であり、ピーク推定の再計算には完全グリッドを使う。</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34</a:t>
            </a:fld>
            <a:endParaRPr kumimoji="1" lang="ja-JP" altLang="en-US"/>
          </a:p>
        </p:txBody>
      </p:sp>
    </p:spTree>
    <p:extLst>
      <p:ext uri="{BB962C8B-B14F-4D97-AF65-F5344CB8AC3E}">
        <p14:creationId xmlns:p14="http://schemas.microsoft.com/office/powerpoint/2010/main" val="2662674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位置づけ</a:t>
            </a:r>
            <a:r>
              <a:rPr kumimoji="1" lang="en-US" altLang="ja-JP">
                <a:latin typeface="Meiryo" panose="020B0604030504040204" pitchFamily="50" charset="-128"/>
              </a:rPr>
              <a:t>】A</a:t>
            </a:r>
            <a:r>
              <a:rPr kumimoji="1" lang="ja-JP" altLang="en-US">
                <a:latin typeface="Meiryo" panose="020B0604030504040204" pitchFamily="50" charset="-128"/>
              </a:rPr>
              <a:t>・</a:t>
            </a:r>
            <a:r>
              <a:rPr kumimoji="1" lang="en-US" altLang="ja-JP">
                <a:latin typeface="Meiryo" panose="020B0604030504040204" pitchFamily="50" charset="-128"/>
              </a:rPr>
              <a:t>D</a:t>
            </a:r>
            <a:r>
              <a:rPr kumimoji="1" lang="ja-JP" altLang="en-US">
                <a:latin typeface="Meiryo" panose="020B0604030504040204" pitchFamily="50" charset="-128"/>
              </a:rPr>
              <a:t>：</a:t>
            </a:r>
            <a:r>
              <a:rPr kumimoji="1" lang="en-US" altLang="ja-JP">
                <a:latin typeface="Meiryo" panose="020B0604030504040204" pitchFamily="50" charset="-128"/>
              </a:rPr>
              <a:t>A=</a:t>
            </a:r>
            <a:r>
              <a:rPr kumimoji="1" lang="ja-JP" altLang="en-US">
                <a:latin typeface="Meiryo" panose="020B0604030504040204" pitchFamily="50" charset="-128"/>
              </a:rPr>
              <a:t>原典の記載、</a:t>
            </a:r>
            <a:r>
              <a:rPr kumimoji="1" lang="en-US" altLang="ja-JP">
                <a:latin typeface="Meiryo" panose="020B0604030504040204" pitchFamily="50" charset="-128"/>
              </a:rPr>
              <a:t>B=</a:t>
            </a:r>
            <a:r>
              <a:rPr kumimoji="1" lang="ja-JP" altLang="en-US">
                <a:latin typeface="Meiryo" panose="020B0604030504040204" pitchFamily="50" charset="-128"/>
              </a:rPr>
              <a:t>定義・仮定からの導出、</a:t>
            </a:r>
            <a:r>
              <a:rPr kumimoji="1" lang="en-US" altLang="ja-JP">
                <a:latin typeface="Meiryo" panose="020B0604030504040204" pitchFamily="50" charset="-128"/>
              </a:rPr>
              <a:t>C=</a:t>
            </a:r>
            <a:r>
              <a:rPr kumimoji="1" lang="ja-JP" altLang="en-US">
                <a:latin typeface="Meiryo" panose="020B0604030504040204" pitchFamily="50" charset="-128"/>
              </a:rPr>
              <a:t>本研究への応用、</a:t>
            </a:r>
            <a:r>
              <a:rPr kumimoji="1" lang="en-US" altLang="ja-JP">
                <a:latin typeface="Meiryo" panose="020B0604030504040204" pitchFamily="50" charset="-128"/>
              </a:rPr>
              <a:t>D=</a:t>
            </a:r>
            <a:r>
              <a:rPr kumimoji="1" lang="ja-JP" altLang="en-US">
                <a:latin typeface="Meiryo" panose="020B0604030504040204" pitchFamily="50" charset="-128"/>
              </a:rPr>
              <a:t>未確認課題。
</a:t>
            </a:r>
            <a:r>
              <a:rPr kumimoji="1" lang="en-US" altLang="ja-JP">
                <a:latin typeface="Meiryo" panose="020B0604030504040204" pitchFamily="50" charset="-128"/>
              </a:rPr>
              <a:t>【</a:t>
            </a:r>
            <a:r>
              <a:rPr kumimoji="1" lang="ja-JP" altLang="en-US">
                <a:latin typeface="Meiryo" panose="020B0604030504040204" pitchFamily="50" charset="-128"/>
              </a:rPr>
              <a:t>根拠</a:t>
            </a:r>
            <a:r>
              <a:rPr kumimoji="1" lang="en-US" altLang="ja-JP">
                <a:latin typeface="Meiryo" panose="020B0604030504040204" pitchFamily="50" charset="-128"/>
              </a:rPr>
              <a:t>】DOI: 10.1103/PhysRevLett.133.047402</a:t>
            </a:r>
            <a:r>
              <a:rPr kumimoji="1" lang="ja-JP" altLang="en-US">
                <a:latin typeface="Meiryo" panose="020B0604030504040204" pitchFamily="50" charset="-128"/>
              </a:rPr>
              <a:t>；資料対応は</a:t>
            </a:r>
            <a:r>
              <a:rPr kumimoji="1" lang="en-US" altLang="ja-JP">
                <a:latin typeface="Meiryo" panose="020B0604030504040204" pitchFamily="50" charset="-128"/>
              </a:rPr>
              <a:t>source_map.md
</a:t>
            </a:r>
            <a:r>
              <a:rPr kumimoji="1" lang="ja-JP" altLang="en-US">
                <a:latin typeface="Meiryo" panose="020B0604030504040204" pitchFamily="50" charset="-128"/>
              </a:rPr>
              <a:t>提供</a:t>
            </a:r>
            <a:r>
              <a:rPr kumimoji="1" lang="en-US" altLang="ja-JP">
                <a:latin typeface="Meiryo" panose="020B0604030504040204" pitchFamily="50" charset="-128"/>
              </a:rPr>
              <a:t>7</a:t>
            </a:r>
            <a:r>
              <a:rPr kumimoji="1" lang="ja-JP" altLang="en-US">
                <a:latin typeface="Meiryo" panose="020B0604030504040204" pitchFamily="50" charset="-128"/>
              </a:rPr>
              <a:t>資料を参照。教科書の著者・版は抜粋から未確定。
</a:t>
            </a:r>
            <a:r>
              <a:rPr kumimoji="1" lang="en-US" altLang="ja-JP">
                <a:latin typeface="Meiryo" panose="020B0604030504040204" pitchFamily="50" charset="-128"/>
              </a:rPr>
              <a:t>【</a:t>
            </a:r>
            <a:r>
              <a:rPr kumimoji="1" lang="ja-JP" altLang="en-US">
                <a:latin typeface="Meiryo" panose="020B0604030504040204" pitchFamily="50" charset="-128"/>
              </a:rPr>
              <a:t>説明</a:t>
            </a:r>
            <a:r>
              <a:rPr kumimoji="1" lang="en-US" altLang="ja-JP">
                <a:latin typeface="Meiryo" panose="020B0604030504040204" pitchFamily="50" charset="-128"/>
              </a:rPr>
              <a:t>】</a:t>
            </a:r>
            <a:r>
              <a:rPr kumimoji="1" lang="ja-JP" altLang="en-US">
                <a:latin typeface="Meiryo" panose="020B0604030504040204" pitchFamily="50" charset="-128"/>
              </a:rPr>
              <a:t>教科書の実際の章見出しは「ネットワーク上の感染伝播モデル」。講義の日本語表現を参考にするが、補足導出や本研究の解釈を教授の見解として扱わない。</a:t>
            </a:r>
          </a:p>
        </p:txBody>
      </p:sp>
      <p:sp>
        <p:nvSpPr>
          <p:cNvPr id="4" name="スライド番号プレースホルダー 3"/>
          <p:cNvSpPr>
            <a:spLocks noGrp="1"/>
          </p:cNvSpPr>
          <p:nvPr>
            <p:ph type="sldNum" sz="quarter" idx="5"/>
          </p:nvPr>
        </p:nvSpPr>
        <p:spPr/>
        <p:txBody>
          <a:bodyPr/>
          <a:lstStyle/>
          <a:p>
            <a:fld id="{4CBB733C-26FC-4E37-9A7A-ACA34F0AA837}" type="slidenum">
              <a:rPr kumimoji="1" lang="ja-JP" altLang="en-US" smtClean="0"/>
              <a:t>35</a:t>
            </a:fld>
            <a:endParaRPr kumimoji="1" lang="ja-JP" altLang="en-US"/>
          </a:p>
        </p:txBody>
      </p:sp>
    </p:spTree>
    <p:extLst>
      <p:ext uri="{BB962C8B-B14F-4D97-AF65-F5344CB8AC3E}">
        <p14:creationId xmlns:p14="http://schemas.microsoft.com/office/powerpoint/2010/main" val="1659085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D210D2-6588-C1AF-E776-17864EA0175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A7A82E-8FEA-CC6F-8180-374EA790C3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11378A0-EAC6-1B4D-6CB3-16C2EE063BD9}"/>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5" name="フッター プレースホルダー 4">
            <a:extLst>
              <a:ext uri="{FF2B5EF4-FFF2-40B4-BE49-F238E27FC236}">
                <a16:creationId xmlns:a16="http://schemas.microsoft.com/office/drawing/2014/main" id="{A4D70E47-E4E5-CCE0-CCD0-5A2145F5DAE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209BC4-2755-D062-A873-44B8ABF51EC3}"/>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2969407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BDB68B-7CB6-173A-C0F2-2E86EE7B41E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04F105-30BB-D967-08DF-023382B8B0F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F503AAD-C572-5F1B-DC08-AE3CC7FB3033}"/>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5" name="フッター プレースホルダー 4">
            <a:extLst>
              <a:ext uri="{FF2B5EF4-FFF2-40B4-BE49-F238E27FC236}">
                <a16:creationId xmlns:a16="http://schemas.microsoft.com/office/drawing/2014/main" id="{2E28DFE7-53D1-92DF-B425-99AFFEF921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63B8DF-1234-7AFB-D02A-6B6AE8710CF3}"/>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3672392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CD8D54-D533-9127-B859-459F8A3C575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891BB5-B283-86AB-073C-E5D15BE67F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728C88D-C8A2-FF68-E2AB-DF79105D38BB}"/>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5" name="フッター プレースホルダー 4">
            <a:extLst>
              <a:ext uri="{FF2B5EF4-FFF2-40B4-BE49-F238E27FC236}">
                <a16:creationId xmlns:a16="http://schemas.microsoft.com/office/drawing/2014/main" id="{A56B477F-AD17-D0A0-CA1D-BC01B08746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82BDEC-A520-189B-C054-E662312A208F}"/>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1022793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C85162-1993-C2AD-2635-749F6F06CB4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E2D58B-334D-6C5F-3C92-1DCF6AEC0B6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32A8DCE-E541-0DD1-311D-9E25CB3A5F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B5AE042-BB67-7DE0-00BC-F36CA0DD41F3}"/>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6" name="フッター プレースホルダー 5">
            <a:extLst>
              <a:ext uri="{FF2B5EF4-FFF2-40B4-BE49-F238E27FC236}">
                <a16:creationId xmlns:a16="http://schemas.microsoft.com/office/drawing/2014/main" id="{630888B9-1093-B31F-BD42-A56F0DFCEDA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CE83B8-2F11-7660-A791-338215BDCD3A}"/>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957140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F013C7-B4D8-B843-C116-B33C6DF0362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B6F3C87-5858-4E4C-1334-1EC7F80C03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6D1CDC6-039F-63E2-DA72-BF50CCAD883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C22B9C8-EB6B-13F0-E3D5-3F2B1CB966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4530192-3485-6AD8-6985-DD41147ED2A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B2EECFA-C9DE-5BF6-9507-F9DA946ED12D}"/>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8" name="フッター プレースホルダー 7">
            <a:extLst>
              <a:ext uri="{FF2B5EF4-FFF2-40B4-BE49-F238E27FC236}">
                <a16:creationId xmlns:a16="http://schemas.microsoft.com/office/drawing/2014/main" id="{D1BFDA49-13C5-EC44-FB51-8E84450DC71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54E2E30-D68E-99A5-0522-DC5DA9756610}"/>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3180642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C69F3A-AC72-C664-6C38-8B39EF9E9BF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28037ED-8266-9CA9-74D1-D2BCB475D853}"/>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4" name="フッター プレースホルダー 3">
            <a:extLst>
              <a:ext uri="{FF2B5EF4-FFF2-40B4-BE49-F238E27FC236}">
                <a16:creationId xmlns:a16="http://schemas.microsoft.com/office/drawing/2014/main" id="{5E8DC075-24F9-B4B7-4AF8-7E61AADAC3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B1533A5-B0A2-3728-9345-7020DB251ACD}"/>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1910164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24C20C8-8581-3476-98EF-8960CA5FF147}"/>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3" name="フッター プレースホルダー 2">
            <a:extLst>
              <a:ext uri="{FF2B5EF4-FFF2-40B4-BE49-F238E27FC236}">
                <a16:creationId xmlns:a16="http://schemas.microsoft.com/office/drawing/2014/main" id="{E389B8BC-AC5F-2687-9E86-E735686E004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8B6C78B-274D-F6FC-BA86-62B73FA66042}"/>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2999441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B52700-BA33-7D88-1EAA-5CFBC6C10CB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969334-1C21-64B4-FEC0-F15DD81D45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A29A902-34E8-3CE4-0591-10F187385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9648845-2A2B-922C-F56C-07836EDC23A7}"/>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6" name="フッター プレースホルダー 5">
            <a:extLst>
              <a:ext uri="{FF2B5EF4-FFF2-40B4-BE49-F238E27FC236}">
                <a16:creationId xmlns:a16="http://schemas.microsoft.com/office/drawing/2014/main" id="{D05D449E-2A6E-0E00-E1F1-C267958B2EE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3984146-3328-08E6-BF7B-3DE4CB5FE90F}"/>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3916827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3BE838-341E-C054-DB6F-7B4307A6831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44A293A-0374-CE73-B320-9422F2BDF94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32D6C01-EB9A-8885-35D7-0291776BE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4D8C4F6-B662-D5FB-91A3-F9E06B6BCFB3}"/>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6" name="フッター プレースホルダー 5">
            <a:extLst>
              <a:ext uri="{FF2B5EF4-FFF2-40B4-BE49-F238E27FC236}">
                <a16:creationId xmlns:a16="http://schemas.microsoft.com/office/drawing/2014/main" id="{3FB33FEE-0ABD-9C0F-C85E-8ECD5AF3C59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771A62D-05E3-0CE6-4540-B660BD11852E}"/>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808300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922F12-4B2D-FE77-229B-0249ADBE3F1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4145B8A-5B92-0806-0DA5-82904745BE3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FF5EF8-C166-10D4-DBB3-A6BAB750DB69}"/>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5" name="フッター プレースホルダー 4">
            <a:extLst>
              <a:ext uri="{FF2B5EF4-FFF2-40B4-BE49-F238E27FC236}">
                <a16:creationId xmlns:a16="http://schemas.microsoft.com/office/drawing/2014/main" id="{7567F5C0-97EE-FE8E-4056-0C21B4DB2CD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B63D09-80AD-7469-A5DB-D02B66B3F218}"/>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3355101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99D9D4C-5B12-03D6-A4C7-5066A19E494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9B4AB1-F534-BFD7-BCA1-BC6F01F52C6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939FB7E-267E-1234-A692-C9FE8E3BAEA4}"/>
              </a:ext>
            </a:extLst>
          </p:cNvPr>
          <p:cNvSpPr>
            <a:spLocks noGrp="1"/>
          </p:cNvSpPr>
          <p:nvPr>
            <p:ph type="dt" sz="half" idx="10"/>
          </p:nvPr>
        </p:nvSpPr>
        <p:spPr/>
        <p:txBody>
          <a:bodyPr/>
          <a:lstStyle/>
          <a:p>
            <a:fld id="{D20B8CBE-5474-4CF3-AE47-8A38D5855C22}" type="datetimeFigureOut">
              <a:rPr kumimoji="1" lang="ja-JP" altLang="en-US" smtClean="0"/>
              <a:t>2026/10/12</a:t>
            </a:fld>
            <a:endParaRPr kumimoji="1" lang="ja-JP" altLang="en-US"/>
          </a:p>
        </p:txBody>
      </p:sp>
      <p:sp>
        <p:nvSpPr>
          <p:cNvPr id="5" name="フッター プレースホルダー 4">
            <a:extLst>
              <a:ext uri="{FF2B5EF4-FFF2-40B4-BE49-F238E27FC236}">
                <a16:creationId xmlns:a16="http://schemas.microsoft.com/office/drawing/2014/main" id="{A1CAEA98-3A6C-FD57-EB23-D843BA0E3C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4CFA1B-C95A-AE90-CB60-AFB781415B5F}"/>
              </a:ext>
            </a:extLst>
          </p:cNvPr>
          <p:cNvSpPr>
            <a:spLocks noGrp="1"/>
          </p:cNvSpPr>
          <p:nvPr>
            <p:ph type="sldNum" sz="quarter" idx="12"/>
          </p:nvPr>
        </p:nvSpPr>
        <p:spPr/>
        <p:txBody>
          <a:body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41688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9A28D35-5397-F0E2-6512-6C35F5339C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EAA277-4E54-846F-AF83-36F510F264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A3691A-B2AE-2F8A-22DA-DBDF1BB5F3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0B8CBE-5474-4CF3-AE47-8A38D5855C22}" type="datetimeFigureOut">
              <a:rPr kumimoji="1" lang="ja-JP" altLang="en-US" smtClean="0"/>
              <a:t>2026/10/12</a:t>
            </a:fld>
            <a:endParaRPr kumimoji="1" lang="ja-JP" altLang="en-US"/>
          </a:p>
        </p:txBody>
      </p:sp>
      <p:sp>
        <p:nvSpPr>
          <p:cNvPr id="5" name="フッター プレースホルダー 4">
            <a:extLst>
              <a:ext uri="{FF2B5EF4-FFF2-40B4-BE49-F238E27FC236}">
                <a16:creationId xmlns:a16="http://schemas.microsoft.com/office/drawing/2014/main" id="{F4110328-CA46-37A7-F708-720985DEB8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18C5F3A-C44E-1771-1ED4-A7ECCFA8FA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88BD56-0F12-4415-A9A3-F01CE1AA6EBA}" type="slidenum">
              <a:rPr kumimoji="1" lang="ja-JP" altLang="en-US" smtClean="0"/>
              <a:t>‹#›</a:t>
            </a:fld>
            <a:endParaRPr kumimoji="1" lang="ja-JP" altLang="en-US"/>
          </a:p>
        </p:txBody>
      </p:sp>
    </p:spTree>
    <p:extLst>
      <p:ext uri="{BB962C8B-B14F-4D97-AF65-F5344CB8AC3E}">
        <p14:creationId xmlns:p14="http://schemas.microsoft.com/office/powerpoint/2010/main" val="882458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95B5A784-3CB0-C00A-2325-A2F9745C3A6E}"/>
              </a:ext>
            </a:extLst>
          </p:cNvPr>
          <p:cNvSpPr txBox="1"/>
          <p:nvPr/>
        </p:nvSpPr>
        <p:spPr>
          <a:xfrm>
            <a:off x="635000" y="609600"/>
            <a:ext cx="10795000" cy="276999"/>
          </a:xfrm>
          <a:prstGeom prst="rect">
            <a:avLst/>
          </a:prstGeom>
          <a:noFill/>
        </p:spPr>
        <p:txBody>
          <a:bodyPr vert="horz" wrap="square" lIns="0" tIns="0" rIns="0" bIns="0" rtlCol="0">
            <a:noAutofit/>
          </a:bodyPr>
          <a:lstStyle/>
          <a:p>
            <a:pPr>
              <a:lnSpc>
                <a:spcPct val="112000"/>
              </a:lnSpc>
            </a:pPr>
            <a:r>
              <a:rPr kumimoji="1" lang="ja-JP" altLang="en-US" sz="1600" b="1">
                <a:solidFill>
                  <a:srgbClr val="147D83"/>
                </a:solidFill>
                <a:latin typeface="Meiryo" panose="020B0604030504040204" pitchFamily="50" charset="-128"/>
                <a:ea typeface="Meiryo" panose="020B0604030504040204" pitchFamily="50" charset="-128"/>
              </a:rPr>
              <a:t>卒業研究ゼミ  ／  </a:t>
            </a:r>
            <a:r>
              <a:rPr kumimoji="1" lang="en-US" altLang="ja-JP" sz="1600" b="1">
                <a:solidFill>
                  <a:srgbClr val="147D83"/>
                </a:solidFill>
                <a:latin typeface="Meiryo" panose="020B0604030504040204" pitchFamily="50" charset="-128"/>
                <a:ea typeface="Meiryo" panose="020B0604030504040204" pitchFamily="50" charset="-128"/>
              </a:rPr>
              <a:t>2026</a:t>
            </a:r>
            <a:r>
              <a:rPr kumimoji="1" lang="ja-JP" altLang="en-US" sz="1600" b="1">
                <a:solidFill>
                  <a:srgbClr val="147D83"/>
                </a:solidFill>
                <a:latin typeface="Meiryo" panose="020B0604030504040204" pitchFamily="50" charset="-128"/>
                <a:ea typeface="Meiryo" panose="020B0604030504040204" pitchFamily="50" charset="-128"/>
              </a:rPr>
              <a:t>年</a:t>
            </a:r>
            <a:r>
              <a:rPr kumimoji="1" lang="en-US" altLang="ja-JP" sz="1600" b="1">
                <a:solidFill>
                  <a:srgbClr val="147D83"/>
                </a:solidFill>
                <a:latin typeface="Meiryo" panose="020B0604030504040204" pitchFamily="50" charset="-128"/>
                <a:ea typeface="Meiryo" panose="020B0604030504040204" pitchFamily="50" charset="-128"/>
              </a:rPr>
              <a:t>10</a:t>
            </a:r>
            <a:r>
              <a:rPr kumimoji="1" lang="ja-JP" altLang="en-US" sz="1600" b="1">
                <a:solidFill>
                  <a:srgbClr val="147D83"/>
                </a:solidFill>
                <a:latin typeface="Meiryo" panose="020B0604030504040204" pitchFamily="50" charset="-128"/>
                <a:ea typeface="Meiryo" panose="020B0604030504040204" pitchFamily="50" charset="-128"/>
              </a:rPr>
              <a:t>月</a:t>
            </a:r>
            <a:r>
              <a:rPr kumimoji="1" lang="en-US" altLang="ja-JP" sz="1600" b="1">
                <a:solidFill>
                  <a:srgbClr val="147D83"/>
                </a:solidFill>
                <a:latin typeface="Meiryo" panose="020B0604030504040204" pitchFamily="50" charset="-128"/>
                <a:ea typeface="Meiryo" panose="020B0604030504040204" pitchFamily="50" charset="-128"/>
              </a:rPr>
              <a:t>15</a:t>
            </a:r>
            <a:r>
              <a:rPr kumimoji="1" lang="ja-JP" altLang="en-US" sz="1600" b="1">
                <a:solidFill>
                  <a:srgbClr val="147D83"/>
                </a:solidFill>
                <a:latin typeface="Meiryo" panose="020B0604030504040204" pitchFamily="50" charset="-128"/>
                <a:ea typeface="Meiryo" panose="020B0604030504040204" pitchFamily="50" charset="-128"/>
              </a:rPr>
              <a:t>日</a:t>
            </a:r>
          </a:p>
        </p:txBody>
      </p:sp>
      <p:sp>
        <p:nvSpPr>
          <p:cNvPr id="3" name="title-2">
            <a:extLst>
              <a:ext uri="{FF2B5EF4-FFF2-40B4-BE49-F238E27FC236}">
                <a16:creationId xmlns:a16="http://schemas.microsoft.com/office/drawing/2014/main" id="{97989181-E32E-E85D-F04B-57C44FD2527A}"/>
              </a:ext>
            </a:extLst>
          </p:cNvPr>
          <p:cNvSpPr txBox="1"/>
          <p:nvPr/>
        </p:nvSpPr>
        <p:spPr>
          <a:xfrm>
            <a:off x="635000" y="1498600"/>
            <a:ext cx="10795000" cy="276999"/>
          </a:xfrm>
          <a:prstGeom prst="rect">
            <a:avLst/>
          </a:prstGeom>
          <a:noFill/>
        </p:spPr>
        <p:txBody>
          <a:bodyPr vert="horz" wrap="square" lIns="0" tIns="0" rIns="0" bIns="0" rtlCol="0">
            <a:noAutofit/>
          </a:bodyPr>
          <a:lstStyle/>
          <a:p>
            <a:pPr>
              <a:lnSpc>
                <a:spcPct val="112000"/>
              </a:lnSpc>
            </a:pPr>
            <a:r>
              <a:rPr kumimoji="1" lang="en-US" altLang="ja-JP" sz="3600" b="1">
                <a:solidFill>
                  <a:srgbClr val="21343B"/>
                </a:solidFill>
                <a:latin typeface="Meiryo" panose="020B0604030504040204" pitchFamily="50" charset="-128"/>
                <a:ea typeface="Meiryo" panose="020B0604030504040204" pitchFamily="50" charset="-128"/>
              </a:rPr>
              <a:t>2</a:t>
            </a:r>
            <a:r>
              <a:rPr kumimoji="1" lang="ja-JP" altLang="en-US" sz="3600" b="1">
                <a:solidFill>
                  <a:srgbClr val="21343B"/>
                </a:solidFill>
                <a:latin typeface="Meiryo" panose="020B0604030504040204" pitchFamily="50" charset="-128"/>
                <a:ea typeface="Meiryo" panose="020B0604030504040204" pitchFamily="50" charset="-128"/>
              </a:rPr>
              <a:t>次元正方格子上の</a:t>
            </a:r>
            <a:r>
              <a:rPr kumimoji="1" lang="en-US" altLang="ja-JP" sz="3600" b="1">
                <a:solidFill>
                  <a:srgbClr val="21343B"/>
                </a:solidFill>
                <a:latin typeface="Meiryo" panose="020B0604030504040204" pitchFamily="50" charset="-128"/>
                <a:ea typeface="Meiryo" panose="020B0604030504040204" pitchFamily="50" charset="-128"/>
              </a:rPr>
              <a:t>SPP
</a:t>
            </a:r>
            <a:r>
              <a:rPr kumimoji="1" lang="ja-JP" altLang="en-US" sz="3600" b="1">
                <a:solidFill>
                  <a:srgbClr val="21343B"/>
                </a:solidFill>
                <a:latin typeface="Meiryo" panose="020B0604030504040204" pitchFamily="50" charset="-128"/>
                <a:ea typeface="Meiryo" panose="020B0604030504040204" pitchFamily="50" charset="-128"/>
              </a:rPr>
              <a:t>相転移の性質</a:t>
            </a:r>
          </a:p>
        </p:txBody>
      </p:sp>
      <p:sp>
        <p:nvSpPr>
          <p:cNvPr id="4" name="subtitle-3">
            <a:extLst>
              <a:ext uri="{FF2B5EF4-FFF2-40B4-BE49-F238E27FC236}">
                <a16:creationId xmlns:a16="http://schemas.microsoft.com/office/drawing/2014/main" id="{AF5FCFEA-9B36-CD95-0AAF-A9C0C5490AF0}"/>
              </a:ext>
            </a:extLst>
          </p:cNvPr>
          <p:cNvSpPr txBox="1"/>
          <p:nvPr/>
        </p:nvSpPr>
        <p:spPr>
          <a:xfrm>
            <a:off x="660400" y="3238500"/>
            <a:ext cx="107188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1343B"/>
                </a:solidFill>
                <a:latin typeface="Meiryo" panose="020B0604030504040204" pitchFamily="50" charset="-128"/>
                <a:ea typeface="Meiryo" panose="020B0604030504040204" pitchFamily="50" charset="-128"/>
              </a:rPr>
              <a:t>Shortest-Path Percolation</a:t>
            </a:r>
            <a:r>
              <a:rPr kumimoji="1" lang="ja-JP" altLang="en-US" sz="2000">
                <a:solidFill>
                  <a:srgbClr val="21343B"/>
                </a:solidFill>
                <a:latin typeface="Meiryo" panose="020B0604030504040204" pitchFamily="50" charset="-128"/>
                <a:ea typeface="Meiryo" panose="020B0604030504040204" pitchFamily="50" charset="-128"/>
              </a:rPr>
              <a:t>（</a:t>
            </a:r>
            <a:r>
              <a:rPr kumimoji="1" lang="en-US" altLang="ja-JP" sz="2000">
                <a:solidFill>
                  <a:srgbClr val="21343B"/>
                </a:solidFill>
                <a:latin typeface="Meiryo" panose="020B0604030504040204" pitchFamily="50" charset="-128"/>
                <a:ea typeface="Meiryo" panose="020B0604030504040204" pitchFamily="50" charset="-128"/>
              </a:rPr>
              <a:t>SPP</a:t>
            </a:r>
            <a:r>
              <a:rPr kumimoji="1" lang="ja-JP" altLang="en-US" sz="2000">
                <a:solidFill>
                  <a:srgbClr val="21343B"/>
                </a:solidFill>
                <a:latin typeface="Meiryo" panose="020B0604030504040204" pitchFamily="50" charset="-128"/>
                <a:ea typeface="Meiryo" panose="020B0604030504040204" pitchFamily="50" charset="-128"/>
              </a:rPr>
              <a:t>）</a:t>
            </a:r>
          </a:p>
        </p:txBody>
      </p:sp>
      <p:sp>
        <p:nvSpPr>
          <p:cNvPr id="5" name="body-4">
            <a:extLst>
              <a:ext uri="{FF2B5EF4-FFF2-40B4-BE49-F238E27FC236}">
                <a16:creationId xmlns:a16="http://schemas.microsoft.com/office/drawing/2014/main" id="{D380D676-CC27-A9C6-A917-72A7E1D66554}"/>
              </a:ext>
            </a:extLst>
          </p:cNvPr>
          <p:cNvSpPr txBox="1"/>
          <p:nvPr/>
        </p:nvSpPr>
        <p:spPr>
          <a:xfrm>
            <a:off x="660400" y="3975100"/>
            <a:ext cx="107188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中心的な問い</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制限なし</a:t>
            </a:r>
            <a:r>
              <a:rPr kumimoji="1" lang="en-US" altLang="ja-JP" sz="2400">
                <a:solidFill>
                  <a:srgbClr val="21343B"/>
                </a:solidFill>
                <a:latin typeface="Meiryo" panose="020B0604030504040204" pitchFamily="50" charset="-128"/>
                <a:ea typeface="Meiryo" panose="020B0604030504040204" pitchFamily="50" charset="-128"/>
              </a:rPr>
              <a:t>SPP</a:t>
            </a:r>
            <a:r>
              <a:rPr kumimoji="1" lang="ja-JP" altLang="en-US" sz="2400">
                <a:solidFill>
                  <a:srgbClr val="21343B"/>
                </a:solidFill>
                <a:latin typeface="Meiryo" panose="020B0604030504040204" pitchFamily="50" charset="-128"/>
                <a:ea typeface="Meiryo" panose="020B0604030504040204" pitchFamily="50" charset="-128"/>
              </a:rPr>
              <a:t>で、無限サイズでも
最大クラスターの割合</a:t>
            </a:r>
            <a:r>
              <a:rPr kumimoji="1" lang="en-US" altLang="ja-JP" sz="2400">
                <a:solidFill>
                  <a:srgbClr val="21343B"/>
                </a:solidFill>
                <a:latin typeface="Meiryo" panose="020B0604030504040204" pitchFamily="50" charset="-128"/>
                <a:ea typeface="Meiryo" panose="020B0604030504040204" pitchFamily="50" charset="-128"/>
              </a:rPr>
              <a:t>P</a:t>
            </a:r>
            <a:r>
              <a:rPr kumimoji="1" lang="ja-JP" altLang="en-US" sz="2400">
                <a:solidFill>
                  <a:srgbClr val="21343B"/>
                </a:solidFill>
                <a:latin typeface="Meiryo" panose="020B0604030504040204" pitchFamily="50" charset="-128"/>
                <a:ea typeface="Meiryo" panose="020B0604030504040204" pitchFamily="50" charset="-128"/>
              </a:rPr>
              <a:t>に有限のジャンプが残るか</a:t>
            </a:r>
          </a:p>
        </p:txBody>
      </p:sp>
      <p:cxnSp>
        <p:nvCxnSpPr>
          <p:cNvPr id="6" name="直線コネクタ 5">
            <a:extLst>
              <a:ext uri="{FF2B5EF4-FFF2-40B4-BE49-F238E27FC236}">
                <a16:creationId xmlns:a16="http://schemas.microsoft.com/office/drawing/2014/main" id="{6E68CBB0-98CB-0BE2-1060-704E954ACB61}"/>
              </a:ext>
            </a:extLst>
          </p:cNvPr>
          <p:cNvCxnSpPr/>
          <p:nvPr/>
        </p:nvCxnSpPr>
        <p:spPr>
          <a:xfrm>
            <a:off x="635000" y="6197600"/>
            <a:ext cx="10922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7" name="source-6">
            <a:extLst>
              <a:ext uri="{FF2B5EF4-FFF2-40B4-BE49-F238E27FC236}">
                <a16:creationId xmlns:a16="http://schemas.microsoft.com/office/drawing/2014/main" id="{60B0DBEF-EAAB-608C-898E-25BEEF85C5A0}"/>
              </a:ext>
            </a:extLst>
          </p:cNvPr>
          <p:cNvSpPr txBox="1"/>
          <p:nvPr/>
        </p:nvSpPr>
        <p:spPr>
          <a:xfrm>
            <a:off x="635000" y="6337300"/>
            <a:ext cx="10287000" cy="276999"/>
          </a:xfrm>
          <a:prstGeom prst="rect">
            <a:avLst/>
          </a:prstGeom>
          <a:noFill/>
        </p:spPr>
        <p:txBody>
          <a:bodyPr vert="horz" wrap="square" lIns="0" tIns="0" rIns="0" bIns="0" rtlCol="0">
            <a:noAutofit/>
          </a:bodyPr>
          <a:lstStyle/>
          <a:p>
            <a:pPr>
              <a:lnSpc>
                <a:spcPct val="112000"/>
              </a:lnSpc>
            </a:pPr>
            <a:r>
              <a:rPr kumimoji="1" lang="en-US" altLang="ja-JP" sz="950">
                <a:solidFill>
                  <a:srgbClr val="52676E"/>
                </a:solidFill>
                <a:latin typeface="Meiryo" panose="020B0604030504040204" pitchFamily="50" charset="-128"/>
                <a:ea typeface="Meiryo" panose="020B0604030504040204" pitchFamily="50" charset="-128"/>
              </a:rPr>
              <a:t>Kim &amp; Radicchi, PRL 133, 047402 (2024)</a:t>
            </a:r>
            <a:r>
              <a:rPr kumimoji="1" lang="ja-JP" altLang="en-US" sz="950">
                <a:solidFill>
                  <a:srgbClr val="52676E"/>
                </a:solidFill>
                <a:latin typeface="Meiryo" panose="020B0604030504040204" pitchFamily="50" charset="-128"/>
                <a:ea typeface="Meiryo" panose="020B0604030504040204" pitchFamily="50" charset="-128"/>
              </a:rPr>
              <a:t>；本研究の問い</a:t>
            </a:r>
          </a:p>
        </p:txBody>
      </p:sp>
      <p:sp>
        <p:nvSpPr>
          <p:cNvPr id="8" name="page-7">
            <a:extLst>
              <a:ext uri="{FF2B5EF4-FFF2-40B4-BE49-F238E27FC236}">
                <a16:creationId xmlns:a16="http://schemas.microsoft.com/office/drawing/2014/main" id="{EAEB9AF7-86C7-429A-C919-92520DA6464E}"/>
              </a:ext>
            </a:extLst>
          </p:cNvPr>
          <p:cNvSpPr txBox="1"/>
          <p:nvPr/>
        </p:nvSpPr>
        <p:spPr>
          <a:xfrm>
            <a:off x="11074400" y="6362700"/>
            <a:ext cx="457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01</a:t>
            </a:r>
            <a:endParaRPr kumimoji="1" lang="ja-JP" altLang="en-US" sz="1000">
              <a:solidFill>
                <a:srgbClr val="52676E"/>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587534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CF098891-AD69-EA39-5A7D-2036E5A6B697}"/>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1</a:t>
            </a:r>
            <a:r>
              <a:rPr kumimoji="1" lang="ja-JP" altLang="en-US" sz="1150" b="1">
                <a:solidFill>
                  <a:srgbClr val="147D83"/>
                </a:solidFill>
                <a:latin typeface="Meiryo" panose="020B0604030504040204" pitchFamily="50" charset="-128"/>
                <a:ea typeface="Meiryo" panose="020B0604030504040204" pitchFamily="50" charset="-128"/>
              </a:rPr>
              <a:t>章 はじめに   ／   目安 </a:t>
            </a:r>
            <a:r>
              <a:rPr kumimoji="1" lang="en-US" altLang="ja-JP" sz="1150" b="1">
                <a:solidFill>
                  <a:srgbClr val="147D83"/>
                </a:solidFill>
                <a:latin typeface="Meiryo" panose="020B0604030504040204" pitchFamily="50" charset="-128"/>
                <a:ea typeface="Meiryo" panose="020B0604030504040204" pitchFamily="50" charset="-128"/>
              </a:rPr>
              <a:t>5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8480C4D0-0A80-64B7-07C3-D2374EE20916}"/>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ネットワーク構造と削除規則</a:t>
            </a:r>
          </a:p>
        </p:txBody>
      </p:sp>
      <p:cxnSp>
        <p:nvCxnSpPr>
          <p:cNvPr id="4" name="直線コネクタ 3">
            <a:extLst>
              <a:ext uri="{FF2B5EF4-FFF2-40B4-BE49-F238E27FC236}">
                <a16:creationId xmlns:a16="http://schemas.microsoft.com/office/drawing/2014/main" id="{D251A650-7534-2D33-0B01-91546C711899}"/>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439573E1-5DAD-ADDA-3FBF-5F404BC8176B}"/>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 1–2</a:t>
            </a:r>
            <a:r>
              <a:rPr kumimoji="1" lang="ja-JP" altLang="en-US" sz="950">
                <a:solidFill>
                  <a:srgbClr val="52676E"/>
                </a:solidFill>
                <a:latin typeface="Meiryo" panose="020B0604030504040204" pitchFamily="50" charset="-128"/>
                <a:ea typeface="Meiryo" panose="020B0604030504040204" pitchFamily="50" charset="-128"/>
              </a:rPr>
              <a:t>／印刷 </a:t>
            </a:r>
            <a:r>
              <a:rPr kumimoji="1" lang="en-US" altLang="ja-JP" sz="950">
                <a:solidFill>
                  <a:srgbClr val="52676E"/>
                </a:solidFill>
                <a:latin typeface="Meiryo" panose="020B0604030504040204" pitchFamily="50" charset="-128"/>
                <a:ea typeface="Meiryo" panose="020B0604030504040204" pitchFamily="50" charset="-128"/>
              </a:rPr>
              <a:t>047402-1–2</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9 PDF</a:t>
            </a:r>
            <a:r>
              <a:rPr kumimoji="1" lang="ja-JP" altLang="en-US" sz="950">
                <a:solidFill>
                  <a:srgbClr val="52676E"/>
                </a:solidFill>
                <a:latin typeface="Meiryo" panose="020B0604030504040204" pitchFamily="50" charset="-128"/>
                <a:ea typeface="Meiryo" panose="020B0604030504040204" pitchFamily="50" charset="-128"/>
              </a:rPr>
              <a:t>・スライド</a:t>
            </a:r>
            <a:r>
              <a:rPr kumimoji="1" lang="en-US" altLang="ja-JP" sz="950">
                <a:solidFill>
                  <a:srgbClr val="52676E"/>
                </a:solidFill>
                <a:latin typeface="Meiryo" panose="020B0604030504040204" pitchFamily="50" charset="-128"/>
                <a:ea typeface="Meiryo" panose="020B0604030504040204" pitchFamily="50" charset="-128"/>
              </a:rPr>
              <a:t>49–51</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A6A3D0CD-40F4-A229-7605-951CCB547E80}"/>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02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17D4FC00-38D7-AC32-86BB-1AF35E4373E3}"/>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通常のボンド：辺を独立に占有する</a:t>
            </a:r>
          </a:p>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SPP</a:t>
            </a:r>
            <a:r>
              <a:rPr kumimoji="1" lang="ja-JP" altLang="en-US" sz="2400">
                <a:solidFill>
                  <a:srgbClr val="21343B"/>
                </a:solidFill>
                <a:latin typeface="Meiryo" panose="020B0604030504040204" pitchFamily="50" charset="-128"/>
                <a:ea typeface="Meiryo" panose="020B0604030504040204" pitchFamily="50" charset="-128"/>
              </a:rPr>
              <a:t>：現在の最短経路を要求</a:t>
            </a:r>
            <a:r>
              <a:rPr kumimoji="1" lang="en-US" altLang="ja-JP" sz="2400">
                <a:solidFill>
                  <a:srgbClr val="21343B"/>
                </a:solidFill>
                <a:latin typeface="Meiryo" panose="020B0604030504040204" pitchFamily="50" charset="-128"/>
                <a:ea typeface="Meiryo" panose="020B0604030504040204" pitchFamily="50" charset="-128"/>
              </a:rPr>
              <a:t>1</a:t>
            </a:r>
            <a:r>
              <a:rPr kumimoji="1" lang="ja-JP" altLang="en-US" sz="2400">
                <a:solidFill>
                  <a:srgbClr val="21343B"/>
                </a:solidFill>
                <a:latin typeface="Meiryo" panose="020B0604030504040204" pitchFamily="50" charset="-128"/>
                <a:ea typeface="Meiryo" panose="020B0604030504040204" pitchFamily="50" charset="-128"/>
              </a:rPr>
              <a:t>回でまとめて削除する</a:t>
            </a:r>
          </a:p>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ER</a:t>
            </a:r>
            <a:r>
              <a:rPr kumimoji="1" lang="ja-JP" altLang="en-US" sz="2400">
                <a:solidFill>
                  <a:srgbClr val="21343B"/>
                </a:solidFill>
                <a:latin typeface="Meiryo" panose="020B0604030504040204" pitchFamily="50" charset="-128"/>
                <a:ea typeface="Meiryo" panose="020B0604030504040204" pitchFamily="50" charset="-128"/>
              </a:rPr>
              <a:t>の先行研究を理解し、幾何が明確な</a:t>
            </a:r>
            <a:r>
              <a:rPr kumimoji="1" lang="en-US" altLang="ja-JP" sz="2400">
                <a:solidFill>
                  <a:srgbClr val="21343B"/>
                </a:solidFill>
                <a:latin typeface="Meiryo" panose="020B0604030504040204" pitchFamily="50" charset="-128"/>
                <a:ea typeface="Meiryo" panose="020B0604030504040204" pitchFamily="50" charset="-128"/>
              </a:rPr>
              <a:t>2D</a:t>
            </a:r>
            <a:r>
              <a:rPr kumimoji="1" lang="ja-JP" altLang="en-US" sz="2400">
                <a:solidFill>
                  <a:srgbClr val="21343B"/>
                </a:solidFill>
                <a:latin typeface="Meiryo" panose="020B0604030504040204" pitchFamily="50" charset="-128"/>
                <a:ea typeface="Meiryo" panose="020B0604030504040204" pitchFamily="50" charset="-128"/>
              </a:rPr>
              <a:t>格子で問い直す</a:t>
            </a:r>
          </a:p>
        </p:txBody>
      </p:sp>
    </p:spTree>
    <p:extLst>
      <p:ext uri="{BB962C8B-B14F-4D97-AF65-F5344CB8AC3E}">
        <p14:creationId xmlns:p14="http://schemas.microsoft.com/office/powerpoint/2010/main" val="1818963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D528CD1B-B0CB-AEB1-F620-E352D44DC758}"/>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2</a:t>
            </a:r>
            <a:r>
              <a:rPr kumimoji="1" lang="ja-JP" altLang="en-US" sz="1150" b="1">
                <a:solidFill>
                  <a:srgbClr val="147D83"/>
                </a:solidFill>
                <a:latin typeface="Meiryo" panose="020B0604030504040204" pitchFamily="50" charset="-128"/>
                <a:ea typeface="Meiryo" panose="020B0604030504040204" pitchFamily="50" charset="-128"/>
              </a:rPr>
              <a:t>章 パーコレーションの基礎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8F21D4CD-7E56-FFED-D312-AE4F668256D0}"/>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サイトとボンド・パーコレーション</a:t>
            </a:r>
          </a:p>
        </p:txBody>
      </p:sp>
      <p:cxnSp>
        <p:nvCxnSpPr>
          <p:cNvPr id="4" name="直線コネクタ 3">
            <a:extLst>
              <a:ext uri="{FF2B5EF4-FFF2-40B4-BE49-F238E27FC236}">
                <a16:creationId xmlns:a16="http://schemas.microsoft.com/office/drawing/2014/main" id="{F7910C0E-727C-E2BF-1021-7F89E501EB39}"/>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B8035359-D11C-DF44-456F-2B4D86EC041E}"/>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教科書 </a:t>
            </a:r>
            <a:r>
              <a:rPr kumimoji="1" lang="en-US" altLang="ja-JP" sz="950">
                <a:solidFill>
                  <a:srgbClr val="52676E"/>
                </a:solidFill>
                <a:latin typeface="Meiryo" panose="020B0604030504040204" pitchFamily="50" charset="-128"/>
                <a:ea typeface="Meiryo" panose="020B0604030504040204" pitchFamily="50" charset="-128"/>
              </a:rPr>
              <a:t>PDF 2–4</a:t>
            </a:r>
            <a:r>
              <a:rPr kumimoji="1" lang="ja-JP" altLang="en-US" sz="950">
                <a:solidFill>
                  <a:srgbClr val="52676E"/>
                </a:solidFill>
                <a:latin typeface="Meiryo" panose="020B0604030504040204" pitchFamily="50" charset="-128"/>
                <a:ea typeface="Meiryo" panose="020B0604030504040204" pitchFamily="50" charset="-128"/>
              </a:rPr>
              <a:t>／印刷</a:t>
            </a:r>
            <a:r>
              <a:rPr kumimoji="1" lang="en-US" altLang="ja-JP" sz="950">
                <a:solidFill>
                  <a:srgbClr val="52676E"/>
                </a:solidFill>
                <a:latin typeface="Meiryo" panose="020B0604030504040204" pitchFamily="50" charset="-128"/>
                <a:ea typeface="Meiryo" panose="020B0604030504040204" pitchFamily="50" charset="-128"/>
              </a:rPr>
              <a:t>151–154</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8.1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8.4</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9 48–51</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A7E62C68-94ED-0EBD-4B4B-9C946E82A518}"/>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03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comparison-table">
            <a:extLst>
              <a:ext uri="{FF2B5EF4-FFF2-40B4-BE49-F238E27FC236}">
                <a16:creationId xmlns:a16="http://schemas.microsoft.com/office/drawing/2014/main" id="{E63BAF82-DB43-B475-9356-68A2F82C9C90}"/>
              </a:ext>
            </a:extLst>
          </p:cNvPr>
          <p:cNvGraphicFramePr>
            <a:graphicFrameLocks noGrp="1"/>
          </p:cNvGraphicFramePr>
          <p:nvPr>
            <p:extLst>
              <p:ext uri="{D42A27DB-BD31-4B8C-83A1-F6EECF244321}">
                <p14:modId xmlns:p14="http://schemas.microsoft.com/office/powerpoint/2010/main" val="2306566405"/>
              </p:ext>
            </p:extLst>
          </p:nvPr>
        </p:nvGraphicFramePr>
        <p:xfrm>
          <a:off x="508000" y="1765300"/>
          <a:ext cx="11176000" cy="30607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1507888249"/>
                    </a:ext>
                  </a:extLst>
                </a:gridCol>
                <a:gridCol w="3725333">
                  <a:extLst>
                    <a:ext uri="{9D8B030D-6E8A-4147-A177-3AD203B41FA5}">
                      <a16:colId xmlns:a16="http://schemas.microsoft.com/office/drawing/2014/main" val="3417586340"/>
                    </a:ext>
                  </a:extLst>
                </a:gridCol>
                <a:gridCol w="3725333">
                  <a:extLst>
                    <a:ext uri="{9D8B030D-6E8A-4147-A177-3AD203B41FA5}">
                      <a16:colId xmlns:a16="http://schemas.microsoft.com/office/drawing/2014/main" val="2657476154"/>
                    </a:ext>
                  </a:extLst>
                </a:gridCol>
              </a:tblGrid>
              <a:tr h="1020233">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モデル</a:t>
                      </a:r>
                    </a:p>
                  </a:txBody>
                  <a:tcPr marL="127000" marR="127000" marT="88900" marB="63500" anchor="ctr">
                    <a:solidFill>
                      <a:srgbClr val="147D83"/>
                    </a:solidFill>
                  </a:tcPr>
                </a:tc>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占有する対象</a:t>
                      </a:r>
                    </a:p>
                  </a:txBody>
                  <a:tcPr marL="127000" marR="127000" marT="88900" marB="63500" anchor="ctr">
                    <a:solidFill>
                      <a:srgbClr val="147D83"/>
                    </a:solidFill>
                  </a:tcPr>
                </a:tc>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制御変数</a:t>
                      </a:r>
                    </a:p>
                  </a:txBody>
                  <a:tcPr marL="127000" marR="127000" marT="88900" marB="63500" anchor="ctr">
                    <a:solidFill>
                      <a:srgbClr val="147D83"/>
                    </a:solidFill>
                  </a:tcPr>
                </a:tc>
                <a:extLst>
                  <a:ext uri="{0D108BD9-81ED-4DB2-BD59-A6C34878D82A}">
                    <a16:rowId xmlns:a16="http://schemas.microsoft.com/office/drawing/2014/main" val="1407518965"/>
                  </a:ext>
                </a:extLst>
              </a:tr>
              <a:tr h="1020233">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サイト</a:t>
                      </a:r>
                    </a:p>
                  </a:txBody>
                  <a:tcPr marL="127000" marR="127000" marT="88900" marB="63500" anchor="ctr">
                    <a:solidFill>
                      <a:srgbClr val="EAF3F3"/>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頂点</a:t>
                      </a:r>
                    </a:p>
                  </a:txBody>
                  <a:tcPr marL="127000" marR="127000" marT="88900" marB="63500" anchor="ctr">
                    <a:solidFill>
                      <a:srgbClr val="EAF3F3"/>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頂点の占有確率</a:t>
                      </a:r>
                    </a:p>
                  </a:txBody>
                  <a:tcPr marL="127000" marR="127000" marT="88900" marB="63500" anchor="ctr">
                    <a:solidFill>
                      <a:srgbClr val="EAF3F3"/>
                    </a:solidFill>
                  </a:tcPr>
                </a:tc>
                <a:extLst>
                  <a:ext uri="{0D108BD9-81ED-4DB2-BD59-A6C34878D82A}">
                    <a16:rowId xmlns:a16="http://schemas.microsoft.com/office/drawing/2014/main" val="2270465516"/>
                  </a:ext>
                </a:extLst>
              </a:tr>
              <a:tr h="1020233">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ボンド</a:t>
                      </a:r>
                    </a:p>
                  </a:txBody>
                  <a:tcPr marL="127000" marR="127000" marT="88900" marB="63500" anchor="ctr">
                    <a:solidFill>
                      <a:srgbClr val="FFFFFF"/>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辺</a:t>
                      </a:r>
                    </a:p>
                  </a:txBody>
                  <a:tcPr marL="127000" marR="127000" marT="88900" marB="63500" anchor="ctr">
                    <a:solidFill>
                      <a:srgbClr val="FFFFFF"/>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辺の占有確率 </a:t>
                      </a:r>
                      <a:r>
                        <a:rPr kumimoji="1" lang="en-US" altLang="ja-JP" sz="1900" b="0">
                          <a:solidFill>
                            <a:srgbClr val="21343B"/>
                          </a:solidFill>
                          <a:latin typeface="Meiryo" panose="020B0604030504040204" pitchFamily="50" charset="-128"/>
                          <a:ea typeface="Meiryo" panose="020B0604030504040204" pitchFamily="50" charset="-128"/>
                        </a:rPr>
                        <a:t>q</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extLst>
                  <a:ext uri="{0D108BD9-81ED-4DB2-BD59-A6C34878D82A}">
                    <a16:rowId xmlns:a16="http://schemas.microsoft.com/office/drawing/2014/main" val="579170368"/>
                  </a:ext>
                </a:extLst>
              </a:tr>
            </a:tbl>
          </a:graphicData>
        </a:graphic>
      </p:graphicFrame>
      <p:sp>
        <p:nvSpPr>
          <p:cNvPr id="8" name="body-7">
            <a:extLst>
              <a:ext uri="{FF2B5EF4-FFF2-40B4-BE49-F238E27FC236}">
                <a16:creationId xmlns:a16="http://schemas.microsoft.com/office/drawing/2014/main" id="{C1A452F3-86B1-8E98-C276-5D564FB5DDE4}"/>
              </a:ext>
            </a:extLst>
          </p:cNvPr>
          <p:cNvSpPr txBox="1"/>
          <p:nvPr/>
        </p:nvSpPr>
        <p:spPr>
          <a:xfrm>
            <a:off x="571500" y="4927600"/>
            <a:ext cx="110490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占有確率を変え、連結成分の出現を調べる</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通常のモデルでは各占有状態を独立に選ぶ</a:t>
            </a:r>
          </a:p>
        </p:txBody>
      </p:sp>
    </p:spTree>
    <p:extLst>
      <p:ext uri="{BB962C8B-B14F-4D97-AF65-F5344CB8AC3E}">
        <p14:creationId xmlns:p14="http://schemas.microsoft.com/office/powerpoint/2010/main" val="3850519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78DE70B5-C75A-4363-B385-EFAFF67E1BAD}"/>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2</a:t>
            </a:r>
            <a:r>
              <a:rPr kumimoji="1" lang="ja-JP" altLang="en-US" sz="1150" b="1">
                <a:solidFill>
                  <a:srgbClr val="147D83"/>
                </a:solidFill>
                <a:latin typeface="Meiryo" panose="020B0604030504040204" pitchFamily="50" charset="-128"/>
                <a:ea typeface="Meiryo" panose="020B0604030504040204" pitchFamily="50" charset="-128"/>
              </a:rPr>
              <a:t>章 パーコレーションの基礎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4FD248F5-A3C9-4D86-0D81-4BA791FF5620}"/>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連結成分・巨大連結成分・臨界点</a:t>
            </a:r>
          </a:p>
        </p:txBody>
      </p:sp>
      <p:cxnSp>
        <p:nvCxnSpPr>
          <p:cNvPr id="4" name="直線コネクタ 3">
            <a:extLst>
              <a:ext uri="{FF2B5EF4-FFF2-40B4-BE49-F238E27FC236}">
                <a16:creationId xmlns:a16="http://schemas.microsoft.com/office/drawing/2014/main" id="{EA6B3913-3F74-9C46-7AFB-3AB9CF370674}"/>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A515915E-7784-3099-D347-3FC33AD839D4}"/>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教科書 </a:t>
            </a:r>
            <a:r>
              <a:rPr kumimoji="1" lang="en-US" altLang="ja-JP" sz="950">
                <a:solidFill>
                  <a:srgbClr val="52676E"/>
                </a:solidFill>
                <a:latin typeface="Meiryo" panose="020B0604030504040204" pitchFamily="50" charset="-128"/>
                <a:ea typeface="Meiryo" panose="020B0604030504040204" pitchFamily="50" charset="-128"/>
              </a:rPr>
              <a:t>PDF3</a:t>
            </a:r>
            <a:r>
              <a:rPr kumimoji="1" lang="ja-JP" altLang="en-US" sz="950">
                <a:solidFill>
                  <a:srgbClr val="52676E"/>
                </a:solidFill>
                <a:latin typeface="Meiryo" panose="020B0604030504040204" pitchFamily="50" charset="-128"/>
                <a:ea typeface="Meiryo" panose="020B0604030504040204" pitchFamily="50" charset="-128"/>
              </a:rPr>
              <a:t>／印刷</a:t>
            </a:r>
            <a:r>
              <a:rPr kumimoji="1" lang="en-US" altLang="ja-JP" sz="950">
                <a:solidFill>
                  <a:srgbClr val="52676E"/>
                </a:solidFill>
                <a:latin typeface="Meiryo" panose="020B0604030504040204" pitchFamily="50" charset="-128"/>
                <a:ea typeface="Meiryo" panose="020B0604030504040204" pitchFamily="50" charset="-128"/>
              </a:rPr>
              <a:t>152–153</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8.1–8.5</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8.2</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7 3</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28</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7A08C1E2-F2E4-A8A1-2420-CB89335FF274}"/>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04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D5E50AD5-F82F-E0D0-D1A2-C50EA7D83E8A}"/>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連結成分：経路で互いに到達できる頂点の集まり</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巨大連結成分：無限サイズでも有限割合を占める成分</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臨界点：巨大連結成分が出現する境界</a:t>
            </a:r>
          </a:p>
        </p:txBody>
      </p:sp>
      <p:sp>
        <p:nvSpPr>
          <p:cNvPr id="8" name="正方形/長方形 7">
            <a:extLst>
              <a:ext uri="{FF2B5EF4-FFF2-40B4-BE49-F238E27FC236}">
                <a16:creationId xmlns:a16="http://schemas.microsoft.com/office/drawing/2014/main" id="{E8E82D14-C9C9-8BB2-E53D-AEF78FF57B61}"/>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A70F965C-F464-D320-6EDD-53691BFBC5AE}"/>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θ(</a:t>
            </a:r>
            <a:r>
              <a:rPr kumimoji="1" lang="en-US" altLang="ja-JP" sz="2500">
                <a:solidFill>
                  <a:srgbClr val="21343B"/>
                </a:solidFill>
                <a:latin typeface="Meiryo" panose="020B0604030504040204" pitchFamily="50" charset="-128"/>
                <a:ea typeface="Meiryo" panose="020B0604030504040204" pitchFamily="50" charset="-128"/>
              </a:rPr>
              <a:t>q) = Pr(s = ∞)</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q</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 = inf{q : </a:t>
            </a:r>
            <a:r>
              <a:rPr kumimoji="1" lang="el-GR" altLang="ja-JP" sz="2500">
                <a:solidFill>
                  <a:srgbClr val="21343B"/>
                </a:solidFill>
                <a:latin typeface="Meiryo" panose="020B0604030504040204" pitchFamily="50" charset="-128"/>
                <a:ea typeface="Meiryo" panose="020B0604030504040204" pitchFamily="50" charset="-128"/>
              </a:rPr>
              <a:t>θ(</a:t>
            </a:r>
            <a:r>
              <a:rPr kumimoji="1" lang="en-US" altLang="ja-JP" sz="2500">
                <a:solidFill>
                  <a:srgbClr val="21343B"/>
                </a:solidFill>
                <a:latin typeface="Meiryo" panose="020B0604030504040204" pitchFamily="50" charset="-128"/>
                <a:ea typeface="Meiryo" panose="020B0604030504040204" pitchFamily="50" charset="-128"/>
              </a:rPr>
              <a:t>q) &gt; 0}</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828185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CB68EBC7-23CD-D0EB-49E5-AAF359783418}"/>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2</a:t>
            </a:r>
            <a:r>
              <a:rPr kumimoji="1" lang="ja-JP" altLang="en-US" sz="1150" b="1">
                <a:solidFill>
                  <a:srgbClr val="147D83"/>
                </a:solidFill>
                <a:latin typeface="Meiryo" panose="020B0604030504040204" pitchFamily="50" charset="-128"/>
                <a:ea typeface="Meiryo" panose="020B0604030504040204" pitchFamily="50" charset="-128"/>
              </a:rPr>
              <a:t>章 パーコレーションの基礎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81E56F17-6867-DE8F-D54D-74A682206536}"/>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占有確率</a:t>
            </a:r>
            <a:r>
              <a:rPr kumimoji="1" lang="en-US" altLang="ja-JP" sz="3100" b="1">
                <a:solidFill>
                  <a:srgbClr val="21343B"/>
                </a:solidFill>
                <a:latin typeface="Meiryo" panose="020B0604030504040204" pitchFamily="50" charset="-128"/>
                <a:ea typeface="Meiryo" panose="020B0604030504040204" pitchFamily="50" charset="-128"/>
              </a:rPr>
              <a:t>q</a:t>
            </a:r>
            <a:r>
              <a:rPr kumimoji="1" lang="ja-JP" altLang="en-US" sz="3100" b="1">
                <a:solidFill>
                  <a:srgbClr val="21343B"/>
                </a:solidFill>
                <a:latin typeface="Meiryo" panose="020B0604030504040204" pitchFamily="50" charset="-128"/>
                <a:ea typeface="Meiryo" panose="020B0604030504040204" pitchFamily="50" charset="-128"/>
              </a:rPr>
              <a:t>と辺の削除率</a:t>
            </a:r>
            <a:r>
              <a:rPr kumimoji="1" lang="en-US" altLang="ja-JP" sz="3100" b="1">
                <a:solidFill>
                  <a:srgbClr val="21343B"/>
                </a:solidFill>
                <a:latin typeface="Meiryo" panose="020B0604030504040204" pitchFamily="50" charset="-128"/>
                <a:ea typeface="Meiryo" panose="020B0604030504040204" pitchFamily="50" charset="-128"/>
              </a:rPr>
              <a:t>p</a:t>
            </a:r>
            <a:endParaRPr kumimoji="1" lang="ja-JP" altLang="en-US" sz="3100" b="1">
              <a:solidFill>
                <a:srgbClr val="21343B"/>
              </a:solidFill>
              <a:latin typeface="Meiryo" panose="020B0604030504040204" pitchFamily="50" charset="-128"/>
              <a:ea typeface="Meiryo" panose="020B0604030504040204" pitchFamily="50" charset="-128"/>
            </a:endParaRPr>
          </a:p>
        </p:txBody>
      </p:sp>
      <p:cxnSp>
        <p:nvCxnSpPr>
          <p:cNvPr id="4" name="直線コネクタ 3">
            <a:extLst>
              <a:ext uri="{FF2B5EF4-FFF2-40B4-BE49-F238E27FC236}">
                <a16:creationId xmlns:a16="http://schemas.microsoft.com/office/drawing/2014/main" id="{94BB5C35-7A84-C223-4C13-D540FB0B1085}"/>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B626E804-25BC-C329-A7E7-8B930EE7BFF9}"/>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zh-TW" altLang="en-US" sz="950">
                <a:solidFill>
                  <a:srgbClr val="52676E"/>
                </a:solidFill>
                <a:latin typeface="Meiryo" panose="020B0604030504040204" pitchFamily="50" charset="-128"/>
                <a:ea typeface="Meiryo" panose="020B0604030504040204" pitchFamily="50" charset="-128"/>
              </a:rPr>
              <a:t>補足 </a:t>
            </a:r>
            <a:r>
              <a:rPr kumimoji="1" lang="en-US" altLang="zh-TW" sz="950">
                <a:solidFill>
                  <a:srgbClr val="52676E"/>
                </a:solidFill>
                <a:latin typeface="Meiryo" panose="020B0604030504040204" pitchFamily="50" charset="-128"/>
                <a:ea typeface="Meiryo" panose="020B0604030504040204" pitchFamily="50" charset="-128"/>
              </a:rPr>
              <a:t>PDF1</a:t>
            </a:r>
            <a:r>
              <a:rPr kumimoji="1" lang="zh-TW" altLang="en-US" sz="950">
                <a:solidFill>
                  <a:srgbClr val="52676E"/>
                </a:solidFill>
                <a:latin typeface="Meiryo" panose="020B0604030504040204" pitchFamily="50" charset="-128"/>
                <a:ea typeface="Meiryo" panose="020B0604030504040204" pitchFamily="50" charset="-128"/>
              </a:rPr>
              <a:t>、式</a:t>
            </a:r>
            <a:r>
              <a:rPr kumimoji="1" lang="en-US" altLang="zh-TW" sz="950">
                <a:solidFill>
                  <a:srgbClr val="52676E"/>
                </a:solidFill>
                <a:latin typeface="Meiryo" panose="020B0604030504040204" pitchFamily="50" charset="-128"/>
                <a:ea typeface="Meiryo" panose="020B0604030504040204" pitchFamily="50" charset="-128"/>
              </a:rPr>
              <a:t>S1</a:t>
            </a:r>
            <a:r>
              <a:rPr kumimoji="1" lang="zh-TW" altLang="en-US" sz="950">
                <a:solidFill>
                  <a:srgbClr val="52676E"/>
                </a:solidFill>
                <a:latin typeface="Meiryo" panose="020B0604030504040204" pitchFamily="50" charset="-128"/>
                <a:ea typeface="Meiryo" panose="020B0604030504040204" pitchFamily="50" charset="-128"/>
              </a:rPr>
              <a:t>；教科書 </a:t>
            </a:r>
            <a:r>
              <a:rPr kumimoji="1" lang="en-US" altLang="zh-TW" sz="950">
                <a:solidFill>
                  <a:srgbClr val="52676E"/>
                </a:solidFill>
                <a:latin typeface="Meiryo" panose="020B0604030504040204" pitchFamily="50" charset="-128"/>
                <a:ea typeface="Meiryo" panose="020B0604030504040204" pitchFamily="50" charset="-128"/>
              </a:rPr>
              <a:t>PDF3</a:t>
            </a:r>
            <a:r>
              <a:rPr kumimoji="1" lang="zh-TW" altLang="en-US" sz="950">
                <a:solidFill>
                  <a:srgbClr val="52676E"/>
                </a:solidFill>
                <a:latin typeface="Meiryo" panose="020B0604030504040204" pitchFamily="50" charset="-128"/>
                <a:ea typeface="Meiryo" panose="020B0604030504040204" pitchFamily="50" charset="-128"/>
              </a:rPr>
              <a:t>右／印刷</a:t>
            </a:r>
            <a:r>
              <a:rPr kumimoji="1" lang="en-US" altLang="zh-TW" sz="950">
                <a:solidFill>
                  <a:srgbClr val="52676E"/>
                </a:solidFill>
                <a:latin typeface="Meiryo" panose="020B0604030504040204" pitchFamily="50" charset="-128"/>
                <a:ea typeface="Meiryo" panose="020B0604030504040204" pitchFamily="50" charset="-128"/>
              </a:rPr>
              <a:t>153</a:t>
            </a:r>
            <a:r>
              <a:rPr kumimoji="1" lang="zh-TW" altLang="en-US" sz="950">
                <a:solidFill>
                  <a:srgbClr val="52676E"/>
                </a:solidFill>
                <a:latin typeface="Meiryo" panose="020B0604030504040204" pitchFamily="50" charset="-128"/>
                <a:ea typeface="Meiryo" panose="020B0604030504040204" pitchFamily="50" charset="-128"/>
              </a:rPr>
              <a:t>、表</a:t>
            </a:r>
            <a:r>
              <a:rPr kumimoji="1" lang="en-US" altLang="zh-TW" sz="950">
                <a:solidFill>
                  <a:srgbClr val="52676E"/>
                </a:solidFill>
                <a:latin typeface="Meiryo" panose="020B0604030504040204" pitchFamily="50" charset="-128"/>
                <a:ea typeface="Meiryo" panose="020B0604030504040204" pitchFamily="50" charset="-128"/>
              </a:rPr>
              <a:t>8.2</a:t>
            </a:r>
            <a:r>
              <a:rPr kumimoji="1" lang="zh-TW" altLang="en-US" sz="950">
                <a:solidFill>
                  <a:srgbClr val="52676E"/>
                </a:solidFill>
                <a:latin typeface="Meiryo" panose="020B0604030504040204" pitchFamily="50" charset="-128"/>
                <a:ea typeface="Meiryo" panose="020B0604030504040204" pitchFamily="50" charset="-128"/>
              </a:rPr>
              <a:t>；講義</a:t>
            </a:r>
            <a:r>
              <a:rPr kumimoji="1" lang="en-US" altLang="zh-TW" sz="950">
                <a:solidFill>
                  <a:srgbClr val="52676E"/>
                </a:solidFill>
                <a:latin typeface="Meiryo" panose="020B0604030504040204" pitchFamily="50" charset="-128"/>
                <a:ea typeface="Meiryo" panose="020B0604030504040204" pitchFamily="50" charset="-128"/>
              </a:rPr>
              <a:t>9 49</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9946D413-0456-8B44-8A6F-8556B471FDCE}"/>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05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23274E94-B63F-717E-0F2A-9733706BDE83}"/>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SPP</a:t>
            </a:r>
            <a:r>
              <a:rPr kumimoji="1" lang="ja-JP" altLang="en-US" sz="2400">
                <a:solidFill>
                  <a:srgbClr val="21343B"/>
                </a:solidFill>
                <a:latin typeface="Meiryo" panose="020B0604030504040204" pitchFamily="50" charset="-128"/>
                <a:ea typeface="Meiryo" panose="020B0604030504040204" pitchFamily="50" charset="-128"/>
              </a:rPr>
              <a:t>の</a:t>
            </a:r>
            <a:r>
              <a:rPr kumimoji="1" lang="en-US" altLang="ja-JP" sz="2400">
                <a:solidFill>
                  <a:srgbClr val="21343B"/>
                </a:solidFill>
                <a:latin typeface="Meiryo" panose="020B0604030504040204" pitchFamily="50" charset="-128"/>
                <a:ea typeface="Meiryo" panose="020B0604030504040204" pitchFamily="50" charset="-128"/>
              </a:rPr>
              <a:t>p</a:t>
            </a:r>
            <a:r>
              <a:rPr kumimoji="1" lang="ja-JP" altLang="en-US" sz="2400">
                <a:solidFill>
                  <a:srgbClr val="21343B"/>
                </a:solidFill>
                <a:latin typeface="Meiryo" panose="020B0604030504040204" pitchFamily="50" charset="-128"/>
                <a:ea typeface="Meiryo" panose="020B0604030504040204" pitchFamily="50" charset="-128"/>
              </a:rPr>
              <a:t>は、初期辺数に対する実際の削除割合</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独立削除の確率を</a:t>
            </a:r>
            <a:r>
              <a:rPr kumimoji="1" lang="en-US" altLang="ja-JP" sz="2400">
                <a:solidFill>
                  <a:srgbClr val="21343B"/>
                </a:solidFill>
                <a:latin typeface="Meiryo" panose="020B0604030504040204" pitchFamily="50" charset="-128"/>
                <a:ea typeface="Meiryo" panose="020B0604030504040204" pitchFamily="50" charset="-128"/>
              </a:rPr>
              <a:t>p_del</a:t>
            </a:r>
            <a:r>
              <a:rPr kumimoji="1" lang="ja-JP" altLang="en-US" sz="2400">
                <a:solidFill>
                  <a:srgbClr val="21343B"/>
                </a:solidFill>
                <a:latin typeface="Meiryo" panose="020B0604030504040204" pitchFamily="50" charset="-128"/>
                <a:ea typeface="Meiryo" panose="020B0604030504040204" pitchFamily="50" charset="-128"/>
              </a:rPr>
              <a:t>とすれば </a:t>
            </a:r>
            <a:r>
              <a:rPr kumimoji="1" lang="en-US" altLang="ja-JP" sz="2400">
                <a:solidFill>
                  <a:srgbClr val="21343B"/>
                </a:solidFill>
                <a:latin typeface="Meiryo" panose="020B0604030504040204" pitchFamily="50" charset="-128"/>
                <a:ea typeface="Meiryo" panose="020B0604030504040204" pitchFamily="50" charset="-128"/>
              </a:rPr>
              <a:t>q=1−p_del</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残存割合</a:t>
            </a:r>
            <a:r>
              <a:rPr kumimoji="1" lang="en-US" altLang="ja-JP" sz="2400">
                <a:solidFill>
                  <a:srgbClr val="21343B"/>
                </a:solidFill>
                <a:latin typeface="Meiryo" panose="020B0604030504040204" pitchFamily="50" charset="-128"/>
                <a:ea typeface="Meiryo" panose="020B0604030504040204" pitchFamily="50" charset="-128"/>
              </a:rPr>
              <a:t>1−p</a:t>
            </a:r>
            <a:r>
              <a:rPr kumimoji="1" lang="ja-JP" altLang="en-US" sz="2400">
                <a:solidFill>
                  <a:srgbClr val="21343B"/>
                </a:solidFill>
                <a:latin typeface="Meiryo" panose="020B0604030504040204" pitchFamily="50" charset="-128"/>
                <a:ea typeface="Meiryo" panose="020B0604030504040204" pitchFamily="50" charset="-128"/>
              </a:rPr>
              <a:t>だけから、辺の独立性は言えない</a:t>
            </a:r>
          </a:p>
        </p:txBody>
      </p:sp>
      <p:sp>
        <p:nvSpPr>
          <p:cNvPr id="8" name="正方形/長方形 7">
            <a:extLst>
              <a:ext uri="{FF2B5EF4-FFF2-40B4-BE49-F238E27FC236}">
                <a16:creationId xmlns:a16="http://schemas.microsoft.com/office/drawing/2014/main" id="{908EAF08-90EB-A769-4B8E-2E8FA0769B4C}"/>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D60412FD-3C4B-E033-E870-B9414251ACF9}"/>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 = 1 − E</a:t>
            </a:r>
            <a:r>
              <a:rPr kumimoji="1" lang="en-US" altLang="ja-JP" sz="1850" baseline="-16000">
                <a:solidFill>
                  <a:srgbClr val="21343B"/>
                </a:solidFill>
                <a:latin typeface="Meiryo" panose="020B0604030504040204" pitchFamily="50" charset="-128"/>
                <a:ea typeface="Meiryo" panose="020B0604030504040204" pitchFamily="50" charset="-128"/>
              </a:rPr>
              <a:t>t</a:t>
            </a:r>
            <a:r>
              <a:rPr kumimoji="1" lang="en-US" altLang="ja-JP" sz="2500">
                <a:solidFill>
                  <a:srgbClr val="21343B"/>
                </a:solidFill>
                <a:latin typeface="Meiryo" panose="020B0604030504040204" pitchFamily="50" charset="-128"/>
                <a:ea typeface="Meiryo" panose="020B0604030504040204" pitchFamily="50" charset="-128"/>
              </a:rPr>
              <a:t> / E₁</a:t>
            </a:r>
          </a:p>
          <a:p>
            <a:pPr>
              <a:lnSpc>
                <a:spcPct val="112000"/>
              </a:lnSpc>
            </a:pPr>
            <a:r>
              <a:rPr kumimoji="1" lang="ja-JP" altLang="en-US" sz="2500">
                <a:solidFill>
                  <a:srgbClr val="21343B"/>
                </a:solidFill>
                <a:latin typeface="Meiryo" panose="020B0604030504040204" pitchFamily="50" charset="-128"/>
                <a:ea typeface="Meiryo" panose="020B0604030504040204" pitchFamily="50" charset="-128"/>
              </a:rPr>
              <a:t>通常の正方格子ボンド：</a:t>
            </a:r>
            <a:r>
              <a:rPr kumimoji="1" lang="en-US" altLang="ja-JP" sz="2500">
                <a:solidFill>
                  <a:srgbClr val="21343B"/>
                </a:solidFill>
                <a:latin typeface="Meiryo" panose="020B0604030504040204" pitchFamily="50" charset="-128"/>
                <a:ea typeface="Meiryo" panose="020B0604030504040204" pitchFamily="50" charset="-128"/>
              </a:rPr>
              <a:t>q</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 = 1/2</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956083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E41C6262-4105-C92D-6130-CD2A01766F54}"/>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2</a:t>
            </a:r>
            <a:r>
              <a:rPr kumimoji="1" lang="ja-JP" altLang="en-US" sz="1150" b="1">
                <a:solidFill>
                  <a:srgbClr val="147D83"/>
                </a:solidFill>
                <a:latin typeface="Meiryo" panose="020B0604030504040204" pitchFamily="50" charset="-128"/>
                <a:ea typeface="Meiryo" panose="020B0604030504040204" pitchFamily="50" charset="-128"/>
              </a:rPr>
              <a:t>章 パーコレーションの基礎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287A69BC-887A-BD6E-CD0B-64CE242AA31D}"/>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C=1</a:t>
            </a:r>
            <a:r>
              <a:rPr kumimoji="1" lang="ja-JP" altLang="en-US" sz="3100" b="1">
                <a:solidFill>
                  <a:srgbClr val="21343B"/>
                </a:solidFill>
                <a:latin typeface="Meiryo" panose="020B0604030504040204" pitchFamily="50" charset="-128"/>
                <a:ea typeface="Meiryo" panose="020B0604030504040204" pitchFamily="50" charset="-128"/>
              </a:rPr>
              <a:t>が通常ボンドに対応する条件</a:t>
            </a:r>
          </a:p>
        </p:txBody>
      </p:sp>
      <p:cxnSp>
        <p:nvCxnSpPr>
          <p:cNvPr id="4" name="直線コネクタ 3">
            <a:extLst>
              <a:ext uri="{FF2B5EF4-FFF2-40B4-BE49-F238E27FC236}">
                <a16:creationId xmlns:a16="http://schemas.microsoft.com/office/drawing/2014/main" id="{0E9BC8B1-A504-4DD9-1C50-6034DBCAE0FB}"/>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0902F825-F258-FEFD-73CC-63B537DBC7B0}"/>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047402-2</a:t>
            </a: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11</a:t>
            </a:r>
            <a:r>
              <a:rPr kumimoji="1" lang="ja-JP" altLang="en-US" sz="950">
                <a:solidFill>
                  <a:srgbClr val="52676E"/>
                </a:solidFill>
                <a:latin typeface="Meiryo" panose="020B0604030504040204" pitchFamily="50" charset="-128"/>
                <a:ea typeface="Meiryo" panose="020B0604030504040204" pitchFamily="50" charset="-128"/>
              </a:rPr>
              <a:t>；実装 </a:t>
            </a:r>
            <a:r>
              <a:rPr kumimoji="1" lang="en-US" altLang="ja-JP" sz="950">
                <a:solidFill>
                  <a:srgbClr val="52676E"/>
                </a:solidFill>
                <a:latin typeface="Meiryo" panose="020B0604030504040204" pitchFamily="50" charset="-128"/>
                <a:ea typeface="Meiryo" panose="020B0604030504040204" pitchFamily="50" charset="-128"/>
              </a:rPr>
              <a:t>SPPSimulator</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ShortestPathFinder</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EC3CB820-5220-D134-C849-A8532AC6E99A}"/>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06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9873CB40-0C51-5479-D8DD-624E609317B3}"/>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異なる</a:t>
            </a:r>
            <a:r>
              <a:rPr kumimoji="1" lang="en-US" altLang="ja-JP" sz="2400">
                <a:solidFill>
                  <a:srgbClr val="21343B"/>
                </a:solidFill>
                <a:latin typeface="Meiryo" panose="020B0604030504040204" pitchFamily="50" charset="-128"/>
                <a:ea typeface="Meiryo" panose="020B0604030504040204" pitchFamily="50" charset="-128"/>
              </a:rPr>
              <a:t>2</a:t>
            </a:r>
            <a:r>
              <a:rPr kumimoji="1" lang="ja-JP" altLang="en-US" sz="2400">
                <a:solidFill>
                  <a:srgbClr val="21343B"/>
                </a:solidFill>
                <a:latin typeface="Meiryo" panose="020B0604030504040204" pitchFamily="50" charset="-128"/>
                <a:ea typeface="Meiryo" panose="020B0604030504040204" pitchFamily="50" charset="-128"/>
              </a:rPr>
              <a:t>頂点を一様に選ぶ</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受理される要求は、現在の辺を</a:t>
            </a:r>
            <a:r>
              <a:rPr kumimoji="1" lang="en-US" altLang="ja-JP" sz="2400">
                <a:solidFill>
                  <a:srgbClr val="21343B"/>
                </a:solidFill>
                <a:latin typeface="Meiryo" panose="020B0604030504040204" pitchFamily="50" charset="-128"/>
                <a:ea typeface="Meiryo" panose="020B0604030504040204" pitchFamily="50" charset="-128"/>
              </a:rPr>
              <a:t>1</a:t>
            </a:r>
            <a:r>
              <a:rPr kumimoji="1" lang="ja-JP" altLang="en-US" sz="2400">
                <a:solidFill>
                  <a:srgbClr val="21343B"/>
                </a:solidFill>
                <a:latin typeface="Meiryo" panose="020B0604030504040204" pitchFamily="50" charset="-128"/>
                <a:ea typeface="Meiryo" panose="020B0604030504040204" pitchFamily="50" charset="-128"/>
              </a:rPr>
              <a:t>本だけ削除する</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受理条件下では、どの残存辺も同じ確率で選ばれる</a:t>
            </a:r>
          </a:p>
        </p:txBody>
      </p:sp>
      <p:sp>
        <p:nvSpPr>
          <p:cNvPr id="8" name="正方形/長方形 7">
            <a:extLst>
              <a:ext uri="{FF2B5EF4-FFF2-40B4-BE49-F238E27FC236}">
                <a16:creationId xmlns:a16="http://schemas.microsoft.com/office/drawing/2014/main" id="{F78C1D08-3203-61D2-5EF6-1E114A4461F1}"/>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7D8B2872-943C-D68E-9264-DCD531466EE5}"/>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Pr(e </a:t>
            </a:r>
            <a:r>
              <a:rPr kumimoji="1" lang="ja-JP" altLang="en-US" sz="2500">
                <a:solidFill>
                  <a:srgbClr val="21343B"/>
                </a:solidFill>
                <a:latin typeface="Meiryo" panose="020B0604030504040204" pitchFamily="50" charset="-128"/>
                <a:ea typeface="Meiryo" panose="020B0604030504040204" pitchFamily="50" charset="-128"/>
              </a:rPr>
              <a:t>を削除 </a:t>
            </a:r>
            <a:r>
              <a:rPr kumimoji="1" lang="en-US" altLang="ja-JP" sz="2500">
                <a:solidFill>
                  <a:srgbClr val="21343B"/>
                </a:solidFill>
                <a:latin typeface="Meiryo" panose="020B0604030504040204" pitchFamily="50" charset="-128"/>
                <a:ea typeface="Meiryo" panose="020B0604030504040204" pitchFamily="50" charset="-128"/>
              </a:rPr>
              <a:t>| </a:t>
            </a:r>
            <a:r>
              <a:rPr kumimoji="1" lang="ja-JP" altLang="en-US" sz="2500">
                <a:solidFill>
                  <a:srgbClr val="21343B"/>
                </a:solidFill>
                <a:latin typeface="Meiryo" panose="020B0604030504040204" pitchFamily="50" charset="-128"/>
                <a:ea typeface="Meiryo" panose="020B0604030504040204" pitchFamily="50" charset="-128"/>
              </a:rPr>
              <a:t>受理</a:t>
            </a:r>
            <a:r>
              <a:rPr kumimoji="1" lang="en-US" altLang="ja-JP" sz="2500">
                <a:solidFill>
                  <a:srgbClr val="21343B"/>
                </a:solidFill>
                <a:latin typeface="Meiryo" panose="020B0604030504040204" pitchFamily="50" charset="-128"/>
                <a:ea typeface="Meiryo" panose="020B0604030504040204" pitchFamily="50" charset="-128"/>
              </a:rPr>
              <a:t>) = 1 / m</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m</a:t>
            </a:r>
            <a:r>
              <a:rPr kumimoji="1" lang="ja-JP" altLang="en-US" sz="2500">
                <a:solidFill>
                  <a:srgbClr val="21343B"/>
                </a:solidFill>
                <a:latin typeface="Meiryo" panose="020B0604030504040204" pitchFamily="50" charset="-128"/>
                <a:ea typeface="Meiryo" panose="020B0604030504040204" pitchFamily="50" charset="-128"/>
              </a:rPr>
              <a:t>：現在の残存辺数</a:t>
            </a:r>
          </a:p>
        </p:txBody>
      </p:sp>
    </p:spTree>
    <p:extLst>
      <p:ext uri="{BB962C8B-B14F-4D97-AF65-F5344CB8AC3E}">
        <p14:creationId xmlns:p14="http://schemas.microsoft.com/office/powerpoint/2010/main" val="4116041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338E60A0-B608-148D-C731-ED09F6DE9478}"/>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3</a:t>
            </a:r>
            <a:r>
              <a:rPr kumimoji="1" lang="ja-JP" altLang="en-US" sz="1150" b="1">
                <a:solidFill>
                  <a:srgbClr val="147D83"/>
                </a:solidFill>
                <a:latin typeface="Meiryo" panose="020B0604030504040204" pitchFamily="50" charset="-128"/>
                <a:ea typeface="Meiryo" panose="020B0604030504040204" pitchFamily="50" charset="-128"/>
              </a:rPr>
              <a:t>章 連続転移と不連続転移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95F5FEBA-0833-B443-4BF5-AAF93333C732}"/>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秩序変数と熱力学的極限</a:t>
            </a:r>
          </a:p>
        </p:txBody>
      </p:sp>
      <p:cxnSp>
        <p:nvCxnSpPr>
          <p:cNvPr id="4" name="直線コネクタ 3">
            <a:extLst>
              <a:ext uri="{FF2B5EF4-FFF2-40B4-BE49-F238E27FC236}">
                <a16:creationId xmlns:a16="http://schemas.microsoft.com/office/drawing/2014/main" id="{825A5DA0-9A51-660C-4DC7-2E4E6F6AA9E6}"/>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242CA31C-BB93-C446-32A1-40B714758653}"/>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zh-TW" altLang="en-US" sz="950">
                <a:solidFill>
                  <a:srgbClr val="52676E"/>
                </a:solidFill>
                <a:latin typeface="Meiryo" panose="020B0604030504040204" pitchFamily="50" charset="-128"/>
                <a:ea typeface="Meiryo" panose="020B0604030504040204" pitchFamily="50" charset="-128"/>
              </a:rPr>
              <a:t>補足 </a:t>
            </a:r>
            <a:r>
              <a:rPr kumimoji="1" lang="en-US" altLang="zh-TW" sz="950">
                <a:solidFill>
                  <a:srgbClr val="52676E"/>
                </a:solidFill>
                <a:latin typeface="Meiryo" panose="020B0604030504040204" pitchFamily="50" charset="-128"/>
                <a:ea typeface="Meiryo" panose="020B0604030504040204" pitchFamily="50" charset="-128"/>
              </a:rPr>
              <a:t>PDF2</a:t>
            </a:r>
            <a:r>
              <a:rPr kumimoji="1" lang="zh-TW" altLang="en-US" sz="950">
                <a:solidFill>
                  <a:srgbClr val="52676E"/>
                </a:solidFill>
                <a:latin typeface="Meiryo" panose="020B0604030504040204" pitchFamily="50" charset="-128"/>
                <a:ea typeface="Meiryo" panose="020B0604030504040204" pitchFamily="50" charset="-128"/>
              </a:rPr>
              <a:t>、式</a:t>
            </a:r>
            <a:r>
              <a:rPr kumimoji="1" lang="en-US" altLang="zh-TW" sz="950">
                <a:solidFill>
                  <a:srgbClr val="52676E"/>
                </a:solidFill>
                <a:latin typeface="Meiryo" panose="020B0604030504040204" pitchFamily="50" charset="-128"/>
                <a:ea typeface="Meiryo" panose="020B0604030504040204" pitchFamily="50" charset="-128"/>
              </a:rPr>
              <a:t>S2</a:t>
            </a:r>
            <a:r>
              <a:rPr kumimoji="1" lang="zh-TW" altLang="en-US" sz="950">
                <a:solidFill>
                  <a:srgbClr val="52676E"/>
                </a:solidFill>
                <a:latin typeface="Meiryo" panose="020B0604030504040204" pitchFamily="50" charset="-128"/>
                <a:ea typeface="Meiryo" panose="020B0604030504040204" pitchFamily="50" charset="-128"/>
              </a:rPr>
              <a:t>；教科書 </a:t>
            </a:r>
            <a:r>
              <a:rPr kumimoji="1" lang="en-US" altLang="zh-TW" sz="950">
                <a:solidFill>
                  <a:srgbClr val="52676E"/>
                </a:solidFill>
                <a:latin typeface="Meiryo" panose="020B0604030504040204" pitchFamily="50" charset="-128"/>
                <a:ea typeface="Meiryo" panose="020B0604030504040204" pitchFamily="50" charset="-128"/>
              </a:rPr>
              <a:t>PDF3</a:t>
            </a:r>
            <a:r>
              <a:rPr kumimoji="1" lang="zh-TW" altLang="en-US" sz="950">
                <a:solidFill>
                  <a:srgbClr val="52676E"/>
                </a:solidFill>
                <a:latin typeface="Meiryo" panose="020B0604030504040204" pitchFamily="50" charset="-128"/>
                <a:ea typeface="Meiryo" panose="020B0604030504040204" pitchFamily="50" charset="-128"/>
              </a:rPr>
              <a:t>／</a:t>
            </a:r>
            <a:r>
              <a:rPr kumimoji="1" lang="en-US" altLang="zh-TW" sz="950">
                <a:solidFill>
                  <a:srgbClr val="52676E"/>
                </a:solidFill>
                <a:latin typeface="Meiryo" panose="020B0604030504040204" pitchFamily="50" charset="-128"/>
                <a:ea typeface="Meiryo" panose="020B0604030504040204" pitchFamily="50" charset="-128"/>
              </a:rPr>
              <a:t>152–153</a:t>
            </a:r>
            <a:r>
              <a:rPr kumimoji="1" lang="zh-TW" altLang="en-US" sz="950">
                <a:solidFill>
                  <a:srgbClr val="52676E"/>
                </a:solidFill>
                <a:latin typeface="Meiryo" panose="020B0604030504040204" pitchFamily="50" charset="-128"/>
                <a:ea typeface="Meiryo" panose="020B0604030504040204" pitchFamily="50" charset="-128"/>
              </a:rPr>
              <a:t>；講義</a:t>
            </a:r>
            <a:r>
              <a:rPr kumimoji="1" lang="en-US" altLang="zh-TW" sz="950">
                <a:solidFill>
                  <a:srgbClr val="52676E"/>
                </a:solidFill>
                <a:latin typeface="Meiryo" panose="020B0604030504040204" pitchFamily="50" charset="-128"/>
                <a:ea typeface="Meiryo" panose="020B0604030504040204" pitchFamily="50" charset="-128"/>
              </a:rPr>
              <a:t>7 28</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C00566BB-DBF7-7884-939D-718077BF685F}"/>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07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977E9F09-220B-275E-89B1-B3B658505CC4}"/>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有限系では最大クラスターの割合</a:t>
            </a:r>
            <a:r>
              <a:rPr kumimoji="1" lang="en-US" altLang="ja-JP" sz="2400">
                <a:solidFill>
                  <a:srgbClr val="21343B"/>
                </a:solidFill>
                <a:latin typeface="Meiryo" panose="020B0604030504040204" pitchFamily="50" charset="-128"/>
                <a:ea typeface="Meiryo" panose="020B0604030504040204" pitchFamily="50" charset="-128"/>
              </a:rPr>
              <a:t>P</a:t>
            </a:r>
            <a:r>
              <a:rPr kumimoji="1" lang="ja-JP" altLang="en-US" sz="2400">
                <a:solidFill>
                  <a:srgbClr val="21343B"/>
                </a:solidFill>
                <a:latin typeface="Meiryo" panose="020B0604030504040204" pitchFamily="50" charset="-128"/>
                <a:ea typeface="Meiryo" panose="020B0604030504040204" pitchFamily="50" charset="-128"/>
              </a:rPr>
              <a:t>を測る</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同じモデル・制御変数のままサイズを大きくする</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転移次数は、極限の関数の振る舞いで定義する</a:t>
            </a:r>
          </a:p>
        </p:txBody>
      </p:sp>
      <p:sp>
        <p:nvSpPr>
          <p:cNvPr id="8" name="正方形/長方形 7">
            <a:extLst>
              <a:ext uri="{FF2B5EF4-FFF2-40B4-BE49-F238E27FC236}">
                <a16:creationId xmlns:a16="http://schemas.microsoft.com/office/drawing/2014/main" id="{81824832-2D03-6628-7A5E-40036C8F3983}"/>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541BFBD3-9CFC-9751-F0C1-9E583C4A95D0}"/>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P(p,N) = |C</a:t>
            </a:r>
            <a:r>
              <a:rPr kumimoji="1" lang="en-US" altLang="ja-JP" sz="1850" baseline="-16000">
                <a:solidFill>
                  <a:srgbClr val="21343B"/>
                </a:solidFill>
                <a:latin typeface="Meiryo" panose="020B0604030504040204" pitchFamily="50" charset="-128"/>
                <a:ea typeface="Meiryo" panose="020B0604030504040204" pitchFamily="50" charset="-128"/>
              </a:rPr>
              <a:t>max</a:t>
            </a:r>
            <a:r>
              <a:rPr kumimoji="1" lang="en-US" altLang="ja-JP" sz="2500">
                <a:solidFill>
                  <a:srgbClr val="21343B"/>
                </a:solidFill>
                <a:latin typeface="Meiryo" panose="020B0604030504040204" pitchFamily="50" charset="-128"/>
                <a:ea typeface="Meiryo" panose="020B0604030504040204" pitchFamily="50" charset="-128"/>
              </a:rPr>
              <a:t>| / N</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a:t>
            </a:r>
            <a:r>
              <a:rPr kumimoji="1" lang="en-US" altLang="ja-JP" sz="1850" baseline="-16000">
                <a:solidFill>
                  <a:srgbClr val="21343B"/>
                </a:solidFill>
                <a:latin typeface="Meiryo" panose="020B0604030504040204" pitchFamily="50" charset="-128"/>
                <a:ea typeface="Meiryo" panose="020B0604030504040204" pitchFamily="50" charset="-128"/>
              </a:rPr>
              <a:t>∞</a:t>
            </a:r>
            <a:r>
              <a:rPr kumimoji="1" lang="en-US" altLang="ja-JP" sz="2500">
                <a:solidFill>
                  <a:srgbClr val="21343B"/>
                </a:solidFill>
                <a:latin typeface="Meiryo" panose="020B0604030504040204" pitchFamily="50" charset="-128"/>
                <a:ea typeface="Meiryo" panose="020B0604030504040204" pitchFamily="50" charset="-128"/>
              </a:rPr>
              <a:t>(p) = lim</a:t>
            </a:r>
            <a:r>
              <a:rPr kumimoji="1" lang="en-US" altLang="ja-JP" sz="1850" baseline="-16000">
                <a:solidFill>
                  <a:srgbClr val="21343B"/>
                </a:solidFill>
                <a:latin typeface="Meiryo" panose="020B0604030504040204" pitchFamily="50" charset="-128"/>
                <a:ea typeface="Meiryo" panose="020B0604030504040204" pitchFamily="50" charset="-128"/>
              </a:rPr>
              <a:t>N→∞</a:t>
            </a:r>
            <a:r>
              <a:rPr kumimoji="1" lang="en-US" altLang="ja-JP" sz="2500">
                <a:solidFill>
                  <a:srgbClr val="21343B"/>
                </a:solidFill>
                <a:latin typeface="Meiryo" panose="020B0604030504040204" pitchFamily="50" charset="-128"/>
                <a:ea typeface="Meiryo" panose="020B0604030504040204" pitchFamily="50" charset="-128"/>
              </a:rPr>
              <a:t> ⟨P(p,N)⟩</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810897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45A190A3-4C42-F9FF-BC19-134E79CE56D5}"/>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3</a:t>
            </a:r>
            <a:r>
              <a:rPr kumimoji="1" lang="ja-JP" altLang="en-US" sz="1150" b="1">
                <a:solidFill>
                  <a:srgbClr val="147D83"/>
                </a:solidFill>
                <a:latin typeface="Meiryo" panose="020B0604030504040204" pitchFamily="50" charset="-128"/>
                <a:ea typeface="Meiryo" panose="020B0604030504040204" pitchFamily="50" charset="-128"/>
              </a:rPr>
              <a:t>章 連続転移と不連続転移   ／   目安 </a:t>
            </a:r>
            <a:r>
              <a:rPr kumimoji="1" lang="en-US" altLang="ja-JP" sz="1150" b="1">
                <a:solidFill>
                  <a:srgbClr val="147D83"/>
                </a:solidFill>
                <a:latin typeface="Meiryo" panose="020B0604030504040204" pitchFamily="50" charset="-128"/>
                <a:ea typeface="Meiryo" panose="020B0604030504040204" pitchFamily="50" charset="-128"/>
              </a:rPr>
              <a:t>6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968A149E-1813-EB7E-0FB2-A569C2714CE3}"/>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連続転移と不連続転移</a:t>
            </a:r>
          </a:p>
        </p:txBody>
      </p:sp>
      <p:cxnSp>
        <p:nvCxnSpPr>
          <p:cNvPr id="4" name="直線コネクタ 3">
            <a:extLst>
              <a:ext uri="{FF2B5EF4-FFF2-40B4-BE49-F238E27FC236}">
                <a16:creationId xmlns:a16="http://schemas.microsoft.com/office/drawing/2014/main" id="{698145A1-4D97-2D8A-02F7-ECA73E8DE6E5}"/>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8BA0580B-DBCE-712C-3C1D-7D8FB1B53CD2}"/>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本発表の操作的定義</a:t>
            </a:r>
            <a:r>
              <a:rPr kumimoji="1" lang="en-US" altLang="ja-JP" sz="950">
                <a:solidFill>
                  <a:srgbClr val="52676E"/>
                </a:solidFill>
                <a:latin typeface="Meiryo" panose="020B0604030504040204" pitchFamily="50" charset="-128"/>
                <a:ea typeface="Meiryo" panose="020B0604030504040204" pitchFamily="50" charset="-128"/>
              </a:rPr>
              <a:t>B</a:t>
            </a:r>
            <a:r>
              <a:rPr kumimoji="1" lang="ja-JP" altLang="en-US" sz="950">
                <a:solidFill>
                  <a:srgbClr val="52676E"/>
                </a:solidFill>
                <a:latin typeface="Meiryo" panose="020B0604030504040204" pitchFamily="50" charset="-128"/>
                <a:ea typeface="Meiryo" panose="020B0604030504040204" pitchFamily="50" charset="-128"/>
              </a:rPr>
              <a:t>；教科書 </a:t>
            </a:r>
            <a:r>
              <a:rPr kumimoji="1" lang="en-US" altLang="ja-JP" sz="950">
                <a:solidFill>
                  <a:srgbClr val="52676E"/>
                </a:solidFill>
                <a:latin typeface="Meiryo" panose="020B0604030504040204" pitchFamily="50" charset="-128"/>
                <a:ea typeface="Meiryo" panose="020B0604030504040204" pitchFamily="50" charset="-128"/>
              </a:rPr>
              <a:t>PDF3</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152–153</a:t>
            </a: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PDF4</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047402-4</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06A61016-DED1-33C6-8E32-92923650F5AB}"/>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08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native-data-chart">
            <a:extLst>
              <a:ext uri="{FF2B5EF4-FFF2-40B4-BE49-F238E27FC236}">
                <a16:creationId xmlns:a16="http://schemas.microsoft.com/office/drawing/2014/main" id="{59DCB75A-30D8-F975-5373-50184D31270B}"/>
              </a:ext>
            </a:extLst>
          </p:cNvPr>
          <p:cNvGraphicFramePr/>
          <p:nvPr>
            <p:extLst>
              <p:ext uri="{D42A27DB-BD31-4B8C-83A1-F6EECF244321}">
                <p14:modId xmlns:p14="http://schemas.microsoft.com/office/powerpoint/2010/main" val="675356297"/>
              </p:ext>
            </p:extLst>
          </p:nvPr>
        </p:nvGraphicFramePr>
        <p:xfrm>
          <a:off x="508000" y="1765300"/>
          <a:ext cx="7874000" cy="3225800"/>
        </p:xfrm>
        <a:graphic>
          <a:graphicData uri="http://schemas.openxmlformats.org/drawingml/2006/chart">
            <c:chart xmlns:c="http://schemas.openxmlformats.org/drawingml/2006/chart" xmlns:r="http://schemas.openxmlformats.org/officeDocument/2006/relationships" r:id="rId3"/>
          </a:graphicData>
        </a:graphic>
      </p:graphicFrame>
      <p:sp>
        <p:nvSpPr>
          <p:cNvPr id="8" name="body-7">
            <a:extLst>
              <a:ext uri="{FF2B5EF4-FFF2-40B4-BE49-F238E27FC236}">
                <a16:creationId xmlns:a16="http://schemas.microsoft.com/office/drawing/2014/main" id="{81D18A1C-CD0A-0B7C-EF00-78CF2BE8F1C3}"/>
              </a:ext>
            </a:extLst>
          </p:cNvPr>
          <p:cNvSpPr txBox="1"/>
          <p:nvPr/>
        </p:nvSpPr>
        <p:spPr>
          <a:xfrm>
            <a:off x="8636000" y="1854200"/>
            <a:ext cx="30480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J=0</a:t>
            </a:r>
            <a:r>
              <a:rPr kumimoji="1" lang="ja-JP" altLang="en-US" sz="2000">
                <a:solidFill>
                  <a:srgbClr val="21343B"/>
                </a:solidFill>
                <a:latin typeface="Meiryo" panose="020B0604030504040204" pitchFamily="50" charset="-128"/>
                <a:ea typeface="Meiryo" panose="020B0604030504040204" pitchFamily="50" charset="-128"/>
              </a:rPr>
              <a:t>：臨界点で連続</a:t>
            </a:r>
          </a:p>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J&gt;0</a:t>
            </a:r>
            <a:r>
              <a:rPr kumimoji="1" lang="ja-JP" altLang="en-US" sz="2000">
                <a:solidFill>
                  <a:srgbClr val="21343B"/>
                </a:solidFill>
                <a:latin typeface="Meiryo" panose="020B0604030504040204" pitchFamily="50" charset="-128"/>
                <a:ea typeface="Meiryo" panose="020B0604030504040204" pitchFamily="50" charset="-128"/>
              </a:rPr>
              <a:t>：有限の
ジャンプが残る</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定義を示す模式曲線
（研究データではない）</a:t>
            </a:r>
          </a:p>
        </p:txBody>
      </p:sp>
      <p:sp>
        <p:nvSpPr>
          <p:cNvPr id="9" name="正方形/長方形 8">
            <a:extLst>
              <a:ext uri="{FF2B5EF4-FFF2-40B4-BE49-F238E27FC236}">
                <a16:creationId xmlns:a16="http://schemas.microsoft.com/office/drawing/2014/main" id="{E64644E8-AA24-1B56-ED31-7DE729AB2920}"/>
              </a:ext>
            </a:extLst>
          </p:cNvPr>
          <p:cNvSpPr/>
          <p:nvPr/>
        </p:nvSpPr>
        <p:spPr>
          <a:xfrm>
            <a:off x="508000" y="5168900"/>
            <a:ext cx="11176000" cy="8763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formula-9">
            <a:extLst>
              <a:ext uri="{FF2B5EF4-FFF2-40B4-BE49-F238E27FC236}">
                <a16:creationId xmlns:a16="http://schemas.microsoft.com/office/drawing/2014/main" id="{D6B591B6-24D8-302C-941A-BF447D2D5177}"/>
              </a:ext>
            </a:extLst>
          </p:cNvPr>
          <p:cNvSpPr txBox="1"/>
          <p:nvPr/>
        </p:nvSpPr>
        <p:spPr>
          <a:xfrm>
            <a:off x="711200" y="53213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J = P</a:t>
            </a:r>
            <a:r>
              <a:rPr kumimoji="1" lang="en-US" altLang="ja-JP" sz="1850" baseline="-16000">
                <a:solidFill>
                  <a:srgbClr val="21343B"/>
                </a:solidFill>
                <a:latin typeface="Meiryo" panose="020B0604030504040204" pitchFamily="50" charset="-128"/>
                <a:ea typeface="Meiryo" panose="020B0604030504040204" pitchFamily="50" charset="-128"/>
              </a:rPr>
              <a:t>∞</a:t>
            </a:r>
            <a:r>
              <a:rPr kumimoji="1" lang="en-US" altLang="ja-JP" sz="2500">
                <a:solidFill>
                  <a:srgbClr val="21343B"/>
                </a:solidFill>
                <a:latin typeface="Meiryo" panose="020B0604030504040204" pitchFamily="50" charset="-128"/>
                <a:ea typeface="Meiryo" panose="020B0604030504040204" pitchFamily="50" charset="-128"/>
              </a:rPr>
              <a:t>(p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 − P</a:t>
            </a:r>
            <a:r>
              <a:rPr kumimoji="1" lang="en-US" altLang="ja-JP" sz="1850" baseline="-16000">
                <a:solidFill>
                  <a:srgbClr val="21343B"/>
                </a:solidFill>
                <a:latin typeface="Meiryo" panose="020B0604030504040204" pitchFamily="50" charset="-128"/>
                <a:ea typeface="Meiryo" panose="020B0604030504040204" pitchFamily="50" charset="-128"/>
              </a:rPr>
              <a:t>∞</a:t>
            </a:r>
            <a:r>
              <a:rPr kumimoji="1" lang="en-US" altLang="ja-JP" sz="2500">
                <a:solidFill>
                  <a:srgbClr val="21343B"/>
                </a:solidFill>
                <a:latin typeface="Meiryo" panose="020B0604030504040204" pitchFamily="50" charset="-128"/>
                <a:ea typeface="Meiryo" panose="020B0604030504040204" pitchFamily="50" charset="-128"/>
              </a:rPr>
              <a:t>(p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58854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3F8DCFDE-F268-77AC-F6A9-EF97AF868064}"/>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3</a:t>
            </a:r>
            <a:r>
              <a:rPr kumimoji="1" lang="ja-JP" altLang="en-US" sz="1150" b="1">
                <a:solidFill>
                  <a:srgbClr val="147D83"/>
                </a:solidFill>
                <a:latin typeface="Meiryo" panose="020B0604030504040204" pitchFamily="50" charset="-128"/>
                <a:ea typeface="Meiryo" panose="020B0604030504040204" pitchFamily="50" charset="-128"/>
              </a:rPr>
              <a:t>章 連続転移と不連続転移   ／   目安 </a:t>
            </a:r>
            <a:r>
              <a:rPr kumimoji="1" lang="en-US" altLang="ja-JP" sz="1150" b="1">
                <a:solidFill>
                  <a:srgbClr val="147D83"/>
                </a:solidFill>
                <a:latin typeface="Meiryo" panose="020B0604030504040204" pitchFamily="50" charset="-128"/>
                <a:ea typeface="Meiryo" panose="020B0604030504040204" pitchFamily="50" charset="-128"/>
              </a:rPr>
              <a:t>5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55C3E29A-2995-EE5E-DFCD-7D9D24C738C4}"/>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有限サイズの急峻化と転移次数</a:t>
            </a:r>
          </a:p>
        </p:txBody>
      </p:sp>
      <p:cxnSp>
        <p:nvCxnSpPr>
          <p:cNvPr id="4" name="直線コネクタ 3">
            <a:extLst>
              <a:ext uri="{FF2B5EF4-FFF2-40B4-BE49-F238E27FC236}">
                <a16:creationId xmlns:a16="http://schemas.microsoft.com/office/drawing/2014/main" id="{2B358538-F18D-6EF3-9C45-73C9893A6762}"/>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B4E1728B-5C95-9879-1314-AE4513A463C6}"/>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4</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5</a:t>
            </a: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PDF2–5</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S6–S18</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38CEC31C-0C41-1EE3-E895-093FF952D150}"/>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09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949BD957-0B21-49BE-E06F-17829B6434B3}"/>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連続転移でも、サイズ増大に伴って曲線は急峻になる</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転移幅の縮小は、最大ジャンプの正の極限を保証しない</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最大落下・幅・位置を、異なる量として検討する</a:t>
            </a:r>
          </a:p>
        </p:txBody>
      </p:sp>
    </p:spTree>
    <p:extLst>
      <p:ext uri="{BB962C8B-B14F-4D97-AF65-F5344CB8AC3E}">
        <p14:creationId xmlns:p14="http://schemas.microsoft.com/office/powerpoint/2010/main" val="1001512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3C74C8F1-281D-52B2-F516-479094EBF17F}"/>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4</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論文における相転移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7AC8C7AC-C58C-F3F8-0C80-F8577585E933}"/>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ER</a:t>
            </a:r>
            <a:r>
              <a:rPr kumimoji="1" lang="ja-JP" altLang="en-US" sz="3100" b="1">
                <a:solidFill>
                  <a:srgbClr val="21343B"/>
                </a:solidFill>
                <a:latin typeface="Meiryo" panose="020B0604030504040204" pitchFamily="50" charset="-128"/>
                <a:ea typeface="Meiryo" panose="020B0604030504040204" pitchFamily="50" charset="-128"/>
              </a:rPr>
              <a:t>上の</a:t>
            </a:r>
            <a:r>
              <a:rPr kumimoji="1" lang="en-US" altLang="ja-JP" sz="3100" b="1">
                <a:solidFill>
                  <a:srgbClr val="21343B"/>
                </a:solidFill>
                <a:latin typeface="Meiryo" panose="020B0604030504040204" pitchFamily="50" charset="-128"/>
                <a:ea typeface="Meiryo" panose="020B0604030504040204" pitchFamily="50" charset="-128"/>
              </a:rPr>
              <a:t>SPP</a:t>
            </a:r>
            <a:r>
              <a:rPr kumimoji="1" lang="ja-JP" altLang="en-US" sz="3100" b="1">
                <a:solidFill>
                  <a:srgbClr val="21343B"/>
                </a:solidFill>
                <a:latin typeface="Meiryo" panose="020B0604030504040204" pitchFamily="50" charset="-128"/>
                <a:ea typeface="Meiryo" panose="020B0604030504040204" pitchFamily="50" charset="-128"/>
              </a:rPr>
              <a:t>モデルと</a:t>
            </a:r>
            <a:r>
              <a:rPr kumimoji="1" lang="en-US" altLang="ja-JP" sz="3100" b="1">
                <a:solidFill>
                  <a:srgbClr val="21343B"/>
                </a:solidFill>
                <a:latin typeface="Meiryo" panose="020B0604030504040204" pitchFamily="50" charset="-128"/>
                <a:ea typeface="Meiryo" panose="020B0604030504040204" pitchFamily="50" charset="-128"/>
              </a:rPr>
              <a:t>C</a:t>
            </a:r>
            <a:endParaRPr kumimoji="1" lang="ja-JP" altLang="en-US" sz="3100" b="1">
              <a:solidFill>
                <a:srgbClr val="21343B"/>
              </a:solidFill>
              <a:latin typeface="Meiryo" panose="020B0604030504040204" pitchFamily="50" charset="-128"/>
              <a:ea typeface="Meiryo" panose="020B0604030504040204" pitchFamily="50" charset="-128"/>
            </a:endParaRPr>
          </a:p>
        </p:txBody>
      </p:sp>
      <p:cxnSp>
        <p:nvCxnSpPr>
          <p:cNvPr id="4" name="直線コネクタ 3">
            <a:extLst>
              <a:ext uri="{FF2B5EF4-FFF2-40B4-BE49-F238E27FC236}">
                <a16:creationId xmlns:a16="http://schemas.microsoft.com/office/drawing/2014/main" id="{7950DB85-3DF8-D638-DCE0-6ABC9F00D3CF}"/>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47BD733E-12CE-02CD-E2F8-ED93D2AB3160}"/>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PDF1–2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047402-1–2</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1</a:t>
            </a: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11</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7FFA202E-5C71-2A4A-6318-A5B48247DDE4}"/>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10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3AB7047F-A95B-E6B1-4D94-9AAECF1658F3}"/>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初期</a:t>
            </a:r>
            <a:r>
              <a:rPr kumimoji="1" lang="en-US" altLang="ja-JP" sz="2200">
                <a:solidFill>
                  <a:srgbClr val="21343B"/>
                </a:solidFill>
                <a:latin typeface="Meiryo" panose="020B0604030504040204" pitchFamily="50" charset="-128"/>
                <a:ea typeface="Meiryo" panose="020B0604030504040204" pitchFamily="50" charset="-128"/>
              </a:rPr>
              <a:t>ER</a:t>
            </a:r>
            <a:r>
              <a:rPr kumimoji="1" lang="ja-JP" altLang="en-US" sz="2200">
                <a:solidFill>
                  <a:srgbClr val="21343B"/>
                </a:solidFill>
                <a:latin typeface="Meiryo" panose="020B0604030504040204" pitchFamily="50" charset="-128"/>
                <a:ea typeface="Meiryo" panose="020B0604030504040204" pitchFamily="50" charset="-128"/>
              </a:rPr>
              <a:t>ネットワーク：平均次数</a:t>
            </a:r>
            <a:r>
              <a:rPr kumimoji="1" lang="en-US" altLang="ja-JP" sz="2200">
                <a:solidFill>
                  <a:srgbClr val="21343B"/>
                </a:solidFill>
                <a:latin typeface="Meiryo" panose="020B0604030504040204" pitchFamily="50" charset="-128"/>
                <a:ea typeface="Meiryo" panose="020B0604030504040204" pitchFamily="50" charset="-128"/>
              </a:rPr>
              <a:t>4</a:t>
            </a:r>
            <a:r>
              <a:rPr kumimoji="1" lang="ja-JP" altLang="en-US" sz="2200">
                <a:solidFill>
                  <a:srgbClr val="21343B"/>
                </a:solidFill>
                <a:latin typeface="Meiryo" panose="020B0604030504040204" pitchFamily="50" charset="-128"/>
                <a:ea typeface="Meiryo" panose="020B0604030504040204" pitchFamily="50" charset="-128"/>
              </a:rPr>
              <a:t>、初期辺数</a:t>
            </a:r>
            <a:r>
              <a:rPr kumimoji="1" lang="en-US" altLang="ja-JP" sz="2200">
                <a:solidFill>
                  <a:srgbClr val="21343B"/>
                </a:solidFill>
                <a:latin typeface="Meiryo" panose="020B0604030504040204" pitchFamily="50" charset="-128"/>
                <a:ea typeface="Meiryo" panose="020B0604030504040204" pitchFamily="50" charset="-128"/>
              </a:rPr>
              <a:t>N×4/2</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一様な頂点対の現在の最短経路を求める</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連結かつ経路長≤</a:t>
            </a:r>
            <a:r>
              <a:rPr kumimoji="1" lang="en-US" altLang="ja-JP" sz="2200">
                <a:solidFill>
                  <a:srgbClr val="21343B"/>
                </a:solidFill>
                <a:latin typeface="Meiryo" panose="020B0604030504040204" pitchFamily="50" charset="-128"/>
                <a:ea typeface="Meiryo" panose="020B0604030504040204" pitchFamily="50" charset="-128"/>
              </a:rPr>
              <a:t>C</a:t>
            </a:r>
            <a:r>
              <a:rPr kumimoji="1" lang="ja-JP" altLang="en-US" sz="2200">
                <a:solidFill>
                  <a:srgbClr val="21343B"/>
                </a:solidFill>
                <a:latin typeface="Meiryo" panose="020B0604030504040204" pitchFamily="50" charset="-128"/>
                <a:ea typeface="Meiryo" panose="020B0604030504040204" pitchFamily="50" charset="-128"/>
              </a:rPr>
              <a:t>なら、一様に選んだ最短経路を全削除</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固定した有限</a:t>
            </a:r>
            <a:r>
              <a:rPr kumimoji="1" lang="en-US" altLang="ja-JP" sz="2200">
                <a:solidFill>
                  <a:srgbClr val="21343B"/>
                </a:solidFill>
                <a:latin typeface="Meiryo" panose="020B0604030504040204" pitchFamily="50" charset="-128"/>
                <a:ea typeface="Meiryo" panose="020B0604030504040204" pitchFamily="50" charset="-128"/>
              </a:rPr>
              <a:t>C</a:t>
            </a:r>
            <a:r>
              <a:rPr kumimoji="1" lang="ja-JP" altLang="en-US" sz="2200">
                <a:solidFill>
                  <a:srgbClr val="21343B"/>
                </a:solidFill>
                <a:latin typeface="Meiryo" panose="020B0604030504040204" pitchFamily="50" charset="-128"/>
                <a:ea typeface="Meiryo" panose="020B0604030504040204" pitchFamily="50" charset="-128"/>
              </a:rPr>
              <a:t>と、制限なしに相当する</a:t>
            </a:r>
            <a:r>
              <a:rPr kumimoji="1" lang="en-US" altLang="ja-JP" sz="2200">
                <a:solidFill>
                  <a:srgbClr val="21343B"/>
                </a:solidFill>
                <a:latin typeface="Meiryo" panose="020B0604030504040204" pitchFamily="50" charset="-128"/>
                <a:ea typeface="Meiryo" panose="020B0604030504040204" pitchFamily="50" charset="-128"/>
              </a:rPr>
              <a:t>C=N</a:t>
            </a:r>
            <a:r>
              <a:rPr kumimoji="1" lang="ja-JP" altLang="en-US" sz="2200">
                <a:solidFill>
                  <a:srgbClr val="21343B"/>
                </a:solidFill>
                <a:latin typeface="Meiryo" panose="020B0604030504040204" pitchFamily="50" charset="-128"/>
                <a:ea typeface="Meiryo" panose="020B0604030504040204" pitchFamily="50" charset="-128"/>
              </a:rPr>
              <a:t>を比較</a:t>
            </a:r>
          </a:p>
        </p:txBody>
      </p:sp>
    </p:spTree>
    <p:extLst>
      <p:ext uri="{BB962C8B-B14F-4D97-AF65-F5344CB8AC3E}">
        <p14:creationId xmlns:p14="http://schemas.microsoft.com/office/powerpoint/2010/main" val="2802292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BC4F2A9B-CB12-591A-939C-9E17EAF5D4F7}"/>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4</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論文における相転移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5A287241-0400-421E-BF63-99CB396E8544}"/>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原論文 図</a:t>
            </a:r>
            <a:r>
              <a:rPr kumimoji="1" lang="en-US" altLang="ja-JP" sz="3100" b="1">
                <a:solidFill>
                  <a:srgbClr val="21343B"/>
                </a:solidFill>
                <a:latin typeface="Meiryo" panose="020B0604030504040204" pitchFamily="50" charset="-128"/>
                <a:ea typeface="Meiryo" panose="020B0604030504040204" pitchFamily="50" charset="-128"/>
              </a:rPr>
              <a:t>2</a:t>
            </a:r>
            <a:r>
              <a:rPr kumimoji="1" lang="ja-JP" altLang="en-US" sz="3100" b="1">
                <a:solidFill>
                  <a:srgbClr val="21343B"/>
                </a:solidFill>
                <a:latin typeface="Meiryo" panose="020B0604030504040204" pitchFamily="50" charset="-128"/>
                <a:ea typeface="Meiryo" panose="020B0604030504040204" pitchFamily="50" charset="-128"/>
              </a:rPr>
              <a:t>：平均曲線と</a:t>
            </a:r>
            <a:r>
              <a:rPr kumimoji="1" lang="en-US" altLang="ja-JP" sz="3100" b="1">
                <a:solidFill>
                  <a:srgbClr val="21343B"/>
                </a:solidFill>
                <a:latin typeface="Meiryo" panose="020B0604030504040204" pitchFamily="50" charset="-128"/>
                <a:ea typeface="Meiryo" panose="020B0604030504040204" pitchFamily="50" charset="-128"/>
              </a:rPr>
              <a:t>S</a:t>
            </a:r>
            <a:r>
              <a:rPr kumimoji="1" lang="ja-JP" altLang="en-US" sz="3100" b="1">
                <a:solidFill>
                  <a:srgbClr val="21343B"/>
                </a:solidFill>
                <a:latin typeface="Meiryo" panose="020B0604030504040204" pitchFamily="50" charset="-128"/>
                <a:ea typeface="Meiryo" panose="020B0604030504040204" pitchFamily="50" charset="-128"/>
              </a:rPr>
              <a:t>ピーク</a:t>
            </a:r>
          </a:p>
        </p:txBody>
      </p:sp>
      <p:cxnSp>
        <p:nvCxnSpPr>
          <p:cNvPr id="4" name="直線コネクタ 3">
            <a:extLst>
              <a:ext uri="{FF2B5EF4-FFF2-40B4-BE49-F238E27FC236}">
                <a16:creationId xmlns:a16="http://schemas.microsoft.com/office/drawing/2014/main" id="{44DD95FF-ACED-06F5-69AB-4C63739140EE}"/>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4EB4B690-EE53-BD0C-A3AE-E8B28B71EA26}"/>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2676E"/>
                </a:solidFill>
                <a:latin typeface="Meiryo" panose="020B0604030504040204" pitchFamily="50" charset="-128"/>
                <a:ea typeface="Meiryo" panose="020B0604030504040204" pitchFamily="50" charset="-128"/>
              </a:rPr>
              <a:t>Kim &amp; Radicchi (2024) </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2</a:t>
            </a: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047402-2</a:t>
            </a:r>
            <a:r>
              <a:rPr kumimoji="1" lang="ja-JP" altLang="en-US" sz="950">
                <a:solidFill>
                  <a:srgbClr val="52676E"/>
                </a:solidFill>
                <a:latin typeface="Meiryo" panose="020B0604030504040204" pitchFamily="50" charset="-128"/>
                <a:ea typeface="Meiryo" panose="020B0604030504040204" pitchFamily="50" charset="-128"/>
              </a:rPr>
              <a:t>；補足 式</a:t>
            </a:r>
            <a:r>
              <a:rPr kumimoji="1" lang="en-US" altLang="ja-JP" sz="950">
                <a:solidFill>
                  <a:srgbClr val="52676E"/>
                </a:solidFill>
                <a:latin typeface="Meiryo" panose="020B0604030504040204" pitchFamily="50" charset="-128"/>
                <a:ea typeface="Meiryo" panose="020B0604030504040204" pitchFamily="50" charset="-128"/>
              </a:rPr>
              <a:t>S8</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2CA7069B-FE44-06B1-B320-0C54CE5AE3DA}"/>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11 / 35</a:t>
            </a:r>
            <a:endParaRPr kumimoji="1" lang="ja-JP" altLang="en-US" sz="1000">
              <a:solidFill>
                <a:srgbClr val="52676E"/>
              </a:solidFill>
              <a:latin typeface="Meiryo" panose="020B0604030504040204" pitchFamily="50" charset="-128"/>
              <a:ea typeface="Meiryo" panose="020B0604030504040204" pitchFamily="50" charset="-128"/>
            </a:endParaRPr>
          </a:p>
        </p:txBody>
      </p:sp>
      <p:pic>
        <p:nvPicPr>
          <p:cNvPr id="8" name="cited-primary-source-figure">
            <a:extLst>
              <a:ext uri="{FF2B5EF4-FFF2-40B4-BE49-F238E27FC236}">
                <a16:creationId xmlns:a16="http://schemas.microsoft.com/office/drawing/2014/main" id="{E73F4BF3-C492-EBEB-45F5-23D5F5643DE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87179" y="1752600"/>
            <a:ext cx="5706143" cy="4254500"/>
          </a:xfrm>
          <a:prstGeom prst="rect">
            <a:avLst/>
          </a:prstGeom>
        </p:spPr>
      </p:pic>
      <p:sp>
        <p:nvSpPr>
          <p:cNvPr id="9" name="body-7">
            <a:extLst>
              <a:ext uri="{FF2B5EF4-FFF2-40B4-BE49-F238E27FC236}">
                <a16:creationId xmlns:a16="http://schemas.microsoft.com/office/drawing/2014/main" id="{E663C81A-D11B-225B-6C78-B896FC219B3B}"/>
              </a:ext>
            </a:extLst>
          </p:cNvPr>
          <p:cNvSpPr txBox="1"/>
          <p:nvPr/>
        </p:nvSpPr>
        <p:spPr>
          <a:xfrm>
            <a:off x="8940800" y="1816100"/>
            <a:ext cx="27432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(a) N=2²⁰</a:t>
            </a:r>
            <a:r>
              <a:rPr kumimoji="1" lang="ja-JP" altLang="en-US" sz="2000">
                <a:solidFill>
                  <a:srgbClr val="21343B"/>
                </a:solidFill>
                <a:latin typeface="Meiryo" panose="020B0604030504040204" pitchFamily="50" charset="-128"/>
                <a:ea typeface="Meiryo" panose="020B0604030504040204" pitchFamily="50" charset="-128"/>
              </a:rPr>
              <a:t>：</a:t>
            </a:r>
            <a:r>
              <a:rPr kumimoji="1" lang="en-US" altLang="ja-JP" sz="2000">
                <a:solidFill>
                  <a:srgbClr val="21343B"/>
                </a:solidFill>
                <a:latin typeface="Meiryo" panose="020B0604030504040204" pitchFamily="50" charset="-128"/>
                <a:ea typeface="Meiryo" panose="020B0604030504040204" pitchFamily="50" charset="-128"/>
              </a:rPr>
              <a:t>C</a:t>
            </a:r>
            <a:r>
              <a:rPr kumimoji="1" lang="ja-JP" altLang="en-US" sz="2000">
                <a:solidFill>
                  <a:srgbClr val="21343B"/>
                </a:solidFill>
                <a:latin typeface="Meiryo" panose="020B0604030504040204" pitchFamily="50" charset="-128"/>
                <a:ea typeface="Meiryo" panose="020B0604030504040204" pitchFamily="50" charset="-128"/>
              </a:rPr>
              <a:t>を比較</a:t>
            </a:r>
          </a:p>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(b) </a:t>
            </a:r>
            <a:r>
              <a:rPr kumimoji="1" lang="ja-JP" altLang="en-US" sz="2000">
                <a:solidFill>
                  <a:srgbClr val="21343B"/>
                </a:solidFill>
                <a:latin typeface="Meiryo" panose="020B0604030504040204" pitchFamily="50" charset="-128"/>
                <a:ea typeface="Meiryo" panose="020B0604030504040204" pitchFamily="50" charset="-128"/>
              </a:rPr>
              <a:t>平均</a:t>
            </a:r>
            <a:r>
              <a:rPr kumimoji="1" lang="en-US" altLang="ja-JP" sz="2000">
                <a:solidFill>
                  <a:srgbClr val="21343B"/>
                </a:solidFill>
                <a:latin typeface="Meiryo" panose="020B0604030504040204" pitchFamily="50" charset="-128"/>
                <a:ea typeface="Meiryo" panose="020B0604030504040204" pitchFamily="50" charset="-128"/>
              </a:rPr>
              <a:t>S</a:t>
            </a:r>
            <a:r>
              <a:rPr kumimoji="1" lang="ja-JP" altLang="en-US" sz="2000">
                <a:solidFill>
                  <a:srgbClr val="21343B"/>
                </a:solidFill>
                <a:latin typeface="Meiryo" panose="020B0604030504040204" pitchFamily="50" charset="-128"/>
                <a:ea typeface="Meiryo" panose="020B0604030504040204" pitchFamily="50" charset="-128"/>
              </a:rPr>
              <a:t>の最大位置</a:t>
            </a:r>
          </a:p>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(c)(d) C=1</a:t>
            </a:r>
            <a:r>
              <a:rPr kumimoji="1" lang="ja-JP" altLang="en-US" sz="2000">
                <a:solidFill>
                  <a:srgbClr val="21343B"/>
                </a:solidFill>
                <a:latin typeface="Meiryo" panose="020B0604030504040204" pitchFamily="50" charset="-128"/>
                <a:ea typeface="Meiryo" panose="020B0604030504040204" pitchFamily="50" charset="-128"/>
              </a:rPr>
              <a:t>と</a:t>
            </a:r>
            <a:r>
              <a:rPr kumimoji="1" lang="en-US" altLang="ja-JP" sz="2000">
                <a:solidFill>
                  <a:srgbClr val="21343B"/>
                </a:solidFill>
                <a:latin typeface="Meiryo" panose="020B0604030504040204" pitchFamily="50" charset="-128"/>
                <a:ea typeface="Meiryo" panose="020B0604030504040204" pitchFamily="50" charset="-128"/>
              </a:rPr>
              <a:t>C=N</a:t>
            </a:r>
            <a:r>
              <a:rPr kumimoji="1" lang="ja-JP" altLang="en-US" sz="2000">
                <a:solidFill>
                  <a:srgbClr val="21343B"/>
                </a:solidFill>
                <a:latin typeface="Meiryo" panose="020B0604030504040204" pitchFamily="50" charset="-128"/>
                <a:ea typeface="Meiryo" panose="020B0604030504040204" pitchFamily="50" charset="-128"/>
              </a:rPr>
              <a:t>の</a:t>
            </a:r>
            <a:r>
              <a:rPr kumimoji="1" lang="en-US" altLang="ja-JP" sz="2000">
                <a:solidFill>
                  <a:srgbClr val="21343B"/>
                </a:solidFill>
                <a:latin typeface="Meiryo" panose="020B0604030504040204" pitchFamily="50" charset="-128"/>
                <a:ea typeface="Meiryo" panose="020B0604030504040204" pitchFamily="50" charset="-128"/>
              </a:rPr>
              <a:t>S(p)</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横軸</a:t>
            </a:r>
            <a:r>
              <a:rPr kumimoji="1" lang="en-US" altLang="ja-JP" sz="2000">
                <a:solidFill>
                  <a:srgbClr val="21343B"/>
                </a:solidFill>
                <a:latin typeface="Meiryo" panose="020B0604030504040204" pitchFamily="50" charset="-128"/>
                <a:ea typeface="Meiryo" panose="020B0604030504040204" pitchFamily="50" charset="-128"/>
              </a:rPr>
              <a:t>p</a:t>
            </a:r>
            <a:r>
              <a:rPr kumimoji="1" lang="ja-JP" altLang="en-US" sz="2000">
                <a:solidFill>
                  <a:srgbClr val="21343B"/>
                </a:solidFill>
                <a:latin typeface="Meiryo" panose="020B0604030504040204" pitchFamily="50" charset="-128"/>
                <a:ea typeface="Meiryo" panose="020B0604030504040204" pitchFamily="50" charset="-128"/>
              </a:rPr>
              <a:t>：辺の削除率</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有限</a:t>
            </a:r>
            <a:r>
              <a:rPr kumimoji="1" lang="en-US" altLang="ja-JP" sz="2000">
                <a:solidFill>
                  <a:srgbClr val="21343B"/>
                </a:solidFill>
                <a:latin typeface="Meiryo" panose="020B0604030504040204" pitchFamily="50" charset="-128"/>
                <a:ea typeface="Meiryo" panose="020B0604030504040204" pitchFamily="50" charset="-128"/>
              </a:rPr>
              <a:t>C</a:t>
            </a:r>
            <a:r>
              <a:rPr kumimoji="1" lang="ja-JP" altLang="en-US" sz="2000">
                <a:solidFill>
                  <a:srgbClr val="21343B"/>
                </a:solidFill>
                <a:latin typeface="Meiryo" panose="020B0604030504040204" pitchFamily="50" charset="-128"/>
                <a:ea typeface="Meiryo" panose="020B0604030504040204" pitchFamily="50" charset="-128"/>
              </a:rPr>
              <a:t>：著者は通常と
同じ普遍性を報告（</a:t>
            </a:r>
            <a:r>
              <a:rPr kumimoji="1" lang="en-US" altLang="ja-JP" sz="2000">
                <a:solidFill>
                  <a:srgbClr val="21343B"/>
                </a:solidFill>
                <a:latin typeface="Meiryo" panose="020B0604030504040204" pitchFamily="50" charset="-128"/>
                <a:ea typeface="Meiryo" panose="020B0604030504040204" pitchFamily="50" charset="-128"/>
              </a:rPr>
              <a:t>ER</a:t>
            </a:r>
            <a:r>
              <a:rPr kumimoji="1" lang="ja-JP" altLang="en-US" sz="2000">
                <a:solidFill>
                  <a:srgbClr val="21343B"/>
                </a:solidFill>
                <a:latin typeface="Meiryo" panose="020B0604030504040204" pitchFamily="50" charset="-128"/>
                <a:ea typeface="Meiryo" panose="020B0604030504040204" pitchFamily="50" charset="-128"/>
              </a:rPr>
              <a:t>）</a:t>
            </a:r>
          </a:p>
        </p:txBody>
      </p:sp>
    </p:spTree>
    <p:extLst>
      <p:ext uri="{BB962C8B-B14F-4D97-AF65-F5344CB8AC3E}">
        <p14:creationId xmlns:p14="http://schemas.microsoft.com/office/powerpoint/2010/main" val="2133656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359F596C-FF05-391E-30BB-D6339C19DF7C}"/>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4</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論文における相転移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FC0FDD5A-A7FC-56E5-4C64-116CAC77DF05}"/>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原論文 図</a:t>
            </a:r>
            <a:r>
              <a:rPr kumimoji="1" lang="en-US" altLang="ja-JP" sz="3100" b="1">
                <a:solidFill>
                  <a:srgbClr val="21343B"/>
                </a:solidFill>
                <a:latin typeface="Meiryo" panose="020B0604030504040204" pitchFamily="50" charset="-128"/>
                <a:ea typeface="Meiryo" panose="020B0604030504040204" pitchFamily="50" charset="-128"/>
              </a:rPr>
              <a:t>3</a:t>
            </a:r>
            <a:r>
              <a:rPr kumimoji="1" lang="ja-JP" altLang="en-US" sz="3100" b="1">
                <a:solidFill>
                  <a:srgbClr val="21343B"/>
                </a:solidFill>
                <a:latin typeface="Meiryo" panose="020B0604030504040204" pitchFamily="50" charset="-128"/>
                <a:ea typeface="Meiryo" panose="020B0604030504040204" pitchFamily="50" charset="-128"/>
              </a:rPr>
              <a:t>：イベント基準の分布</a:t>
            </a:r>
          </a:p>
        </p:txBody>
      </p:sp>
      <p:cxnSp>
        <p:nvCxnSpPr>
          <p:cNvPr id="4" name="直線コネクタ 3">
            <a:extLst>
              <a:ext uri="{FF2B5EF4-FFF2-40B4-BE49-F238E27FC236}">
                <a16:creationId xmlns:a16="http://schemas.microsoft.com/office/drawing/2014/main" id="{41D41A72-A803-A3A9-F1E4-C1A2109D0999}"/>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A6FEED32-2796-8489-79F1-E72D2C64A192}"/>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2676E"/>
                </a:solidFill>
                <a:latin typeface="Meiryo" panose="020B0604030504040204" pitchFamily="50" charset="-128"/>
                <a:ea typeface="Meiryo" panose="020B0604030504040204" pitchFamily="50" charset="-128"/>
              </a:rPr>
              <a:t>Kim &amp; Radicchi (2024) </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3</a:t>
            </a: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PDF3</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047402-3</a:t>
            </a: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PDF4–6</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3651D989-3257-EB72-0C75-761DAAFA9BDA}"/>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12 / 35</a:t>
            </a:r>
            <a:endParaRPr kumimoji="1" lang="ja-JP" altLang="en-US" sz="1000">
              <a:solidFill>
                <a:srgbClr val="52676E"/>
              </a:solidFill>
              <a:latin typeface="Meiryo" panose="020B0604030504040204" pitchFamily="50" charset="-128"/>
              <a:ea typeface="Meiryo" panose="020B0604030504040204" pitchFamily="50" charset="-128"/>
            </a:endParaRPr>
          </a:p>
        </p:txBody>
      </p:sp>
      <p:pic>
        <p:nvPicPr>
          <p:cNvPr id="8" name="cited-primary-source-figure">
            <a:extLst>
              <a:ext uri="{FF2B5EF4-FFF2-40B4-BE49-F238E27FC236}">
                <a16:creationId xmlns:a16="http://schemas.microsoft.com/office/drawing/2014/main" id="{1D092C1F-FA62-DEE1-7E6E-12D035E4F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208417"/>
            <a:ext cx="8064500" cy="3342865"/>
          </a:xfrm>
          <a:prstGeom prst="rect">
            <a:avLst/>
          </a:prstGeom>
        </p:spPr>
      </p:pic>
      <p:sp>
        <p:nvSpPr>
          <p:cNvPr id="9" name="body-7">
            <a:extLst>
              <a:ext uri="{FF2B5EF4-FFF2-40B4-BE49-F238E27FC236}">
                <a16:creationId xmlns:a16="http://schemas.microsoft.com/office/drawing/2014/main" id="{3E598D2D-DB58-9DD4-0905-ADDB2B379535}"/>
              </a:ext>
            </a:extLst>
          </p:cNvPr>
          <p:cNvSpPr txBox="1"/>
          <p:nvPr/>
        </p:nvSpPr>
        <p:spPr>
          <a:xfrm>
            <a:off x="8940800" y="1816100"/>
            <a:ext cx="27432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C=N</a:t>
            </a:r>
            <a:r>
              <a:rPr kumimoji="1" lang="ja-JP" altLang="en-US" sz="2000">
                <a:solidFill>
                  <a:srgbClr val="21343B"/>
                </a:solidFill>
                <a:latin typeface="Meiryo" panose="020B0604030504040204" pitchFamily="50" charset="-128"/>
                <a:ea typeface="Meiryo" panose="020B0604030504040204" pitchFamily="50" charset="-128"/>
              </a:rPr>
              <a:t>：各</a:t>
            </a:r>
            <a:r>
              <a:rPr kumimoji="1" lang="en-US" altLang="ja-JP" sz="2000">
                <a:solidFill>
                  <a:srgbClr val="21343B"/>
                </a:solidFill>
                <a:latin typeface="Meiryo" panose="020B0604030504040204" pitchFamily="50" charset="-128"/>
                <a:ea typeface="Meiryo" panose="020B0604030504040204" pitchFamily="50" charset="-128"/>
              </a:rPr>
              <a:t>run</a:t>
            </a:r>
            <a:r>
              <a:rPr kumimoji="1" lang="ja-JP" altLang="en-US" sz="2000">
                <a:solidFill>
                  <a:srgbClr val="21343B"/>
                </a:solidFill>
                <a:latin typeface="Meiryo" panose="020B0604030504040204" pitchFamily="50" charset="-128"/>
                <a:ea typeface="Meiryo" panose="020B0604030504040204" pitchFamily="50" charset="-128"/>
              </a:rPr>
              <a:t>の
最大単一辺落下を基準</a:t>
            </a:r>
          </a:p>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(a) P_c N⁰·²¹</a:t>
            </a:r>
            <a:r>
              <a:rPr kumimoji="1" lang="ja-JP" altLang="en-US" sz="2000">
                <a:solidFill>
                  <a:srgbClr val="21343B"/>
                </a:solidFill>
                <a:latin typeface="Meiryo" panose="020B0604030504040204" pitchFamily="50" charset="-128"/>
                <a:ea typeface="Meiryo" panose="020B0604030504040204" pitchFamily="50" charset="-128"/>
              </a:rPr>
              <a:t>、</a:t>
            </a:r>
            <a:r>
              <a:rPr kumimoji="1" lang="en-US" altLang="ja-JP" sz="2000">
                <a:solidFill>
                  <a:srgbClr val="21343B"/>
                </a:solidFill>
                <a:latin typeface="Meiryo" panose="020B0604030504040204" pitchFamily="50" charset="-128"/>
                <a:ea typeface="Meiryo" panose="020B0604030504040204" pitchFamily="50" charset="-128"/>
              </a:rPr>
              <a:t>(b) S_c N⁻⁰·⁵⁵</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縦軸は確率密度</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異なる</a:t>
            </a:r>
            <a:r>
              <a:rPr kumimoji="1" lang="en-US" altLang="ja-JP" sz="2000">
                <a:solidFill>
                  <a:srgbClr val="21343B"/>
                </a:solidFill>
                <a:latin typeface="Meiryo" panose="020B0604030504040204" pitchFamily="50" charset="-128"/>
                <a:ea typeface="Meiryo" panose="020B0604030504040204" pitchFamily="50" charset="-128"/>
              </a:rPr>
              <a:t>N</a:t>
            </a:r>
            <a:r>
              <a:rPr kumimoji="1" lang="ja-JP" altLang="en-US" sz="2000">
                <a:solidFill>
                  <a:srgbClr val="21343B"/>
                </a:solidFill>
                <a:latin typeface="Meiryo" panose="020B0604030504040204" pitchFamily="50" charset="-128"/>
                <a:ea typeface="Meiryo" panose="020B0604030504040204" pitchFamily="50" charset="-128"/>
              </a:rPr>
              <a:t>の分布の
重なりを検討する</a:t>
            </a:r>
          </a:p>
        </p:txBody>
      </p:sp>
    </p:spTree>
    <p:extLst>
      <p:ext uri="{BB962C8B-B14F-4D97-AF65-F5344CB8AC3E}">
        <p14:creationId xmlns:p14="http://schemas.microsoft.com/office/powerpoint/2010/main" val="3036117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EE2CF9A2-AD05-9005-C9D1-D2232211B4A5}"/>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4</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論文における相転移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E4D9E2CF-9002-D696-8CFE-84A5D482DD5D}"/>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原論文 図</a:t>
            </a:r>
            <a:r>
              <a:rPr kumimoji="1" lang="en-US" altLang="ja-JP" sz="3100" b="1">
                <a:solidFill>
                  <a:srgbClr val="21343B"/>
                </a:solidFill>
                <a:latin typeface="Meiryo" panose="020B0604030504040204" pitchFamily="50" charset="-128"/>
                <a:ea typeface="Meiryo" panose="020B0604030504040204" pitchFamily="50" charset="-128"/>
              </a:rPr>
              <a:t>5</a:t>
            </a:r>
            <a:r>
              <a:rPr kumimoji="1" lang="ja-JP" altLang="en-US" sz="3100" b="1">
                <a:solidFill>
                  <a:srgbClr val="21343B"/>
                </a:solidFill>
                <a:latin typeface="Meiryo" panose="020B0604030504040204" pitchFamily="50" charset="-128"/>
                <a:ea typeface="Meiryo" panose="020B0604030504040204" pitchFamily="50" charset="-128"/>
              </a:rPr>
              <a:t>：転移幅と著者の評価</a:t>
            </a:r>
          </a:p>
        </p:txBody>
      </p:sp>
      <p:cxnSp>
        <p:nvCxnSpPr>
          <p:cNvPr id="4" name="直線コネクタ 3">
            <a:extLst>
              <a:ext uri="{FF2B5EF4-FFF2-40B4-BE49-F238E27FC236}">
                <a16:creationId xmlns:a16="http://schemas.microsoft.com/office/drawing/2014/main" id="{465BE437-D071-2542-C82C-A90AA97F7413}"/>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CF077105-9D68-D0D4-BC05-B1CEC217E131}"/>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2676E"/>
                </a:solidFill>
                <a:latin typeface="Meiryo" panose="020B0604030504040204" pitchFamily="50" charset="-128"/>
                <a:ea typeface="Meiryo" panose="020B0604030504040204" pitchFamily="50" charset="-128"/>
              </a:rPr>
              <a:t>Kim &amp; Radicchi (2024) </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5</a:t>
            </a: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PDF4</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047402-4</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3092DAC6-7FAC-282D-8BB5-C64A03E9F193}"/>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13 / 35</a:t>
            </a:r>
            <a:endParaRPr kumimoji="1" lang="ja-JP" altLang="en-US" sz="1000">
              <a:solidFill>
                <a:srgbClr val="52676E"/>
              </a:solidFill>
              <a:latin typeface="Meiryo" panose="020B0604030504040204" pitchFamily="50" charset="-128"/>
              <a:ea typeface="Meiryo" panose="020B0604030504040204" pitchFamily="50" charset="-128"/>
            </a:endParaRPr>
          </a:p>
        </p:txBody>
      </p:sp>
      <p:pic>
        <p:nvPicPr>
          <p:cNvPr id="8" name="cited-primary-source-figure">
            <a:extLst>
              <a:ext uri="{FF2B5EF4-FFF2-40B4-BE49-F238E27FC236}">
                <a16:creationId xmlns:a16="http://schemas.microsoft.com/office/drawing/2014/main" id="{046F6F4C-05B5-F22A-969A-04027F4A52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208417"/>
            <a:ext cx="8064500" cy="3342865"/>
          </a:xfrm>
          <a:prstGeom prst="rect">
            <a:avLst/>
          </a:prstGeom>
        </p:spPr>
      </p:pic>
      <p:sp>
        <p:nvSpPr>
          <p:cNvPr id="9" name="body-7">
            <a:extLst>
              <a:ext uri="{FF2B5EF4-FFF2-40B4-BE49-F238E27FC236}">
                <a16:creationId xmlns:a16="http://schemas.microsoft.com/office/drawing/2014/main" id="{86D55E8A-3FBC-3FB3-1150-FEA41B1699B6}"/>
              </a:ext>
            </a:extLst>
          </p:cNvPr>
          <p:cNvSpPr txBox="1"/>
          <p:nvPr/>
        </p:nvSpPr>
        <p:spPr>
          <a:xfrm>
            <a:off x="8940800" y="1816100"/>
            <a:ext cx="27432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(a) </a:t>
            </a:r>
            <a:r>
              <a:rPr kumimoji="1" lang="ja-JP" altLang="en-US" sz="2000">
                <a:solidFill>
                  <a:srgbClr val="21343B"/>
                </a:solidFill>
                <a:latin typeface="Meiryo" panose="020B0604030504040204" pitchFamily="50" charset="-128"/>
                <a:ea typeface="Meiryo" panose="020B0604030504040204" pitchFamily="50" charset="-128"/>
              </a:rPr>
              <a:t>削除率の幅 </a:t>
            </a:r>
            <a:r>
              <a:rPr kumimoji="1" lang="en-US" altLang="ja-JP" sz="2000">
                <a:solidFill>
                  <a:srgbClr val="21343B"/>
                </a:solidFill>
                <a:latin typeface="Meiryo" panose="020B0604030504040204" pitchFamily="50" charset="-128"/>
                <a:ea typeface="Meiryo" panose="020B0604030504040204" pitchFamily="50" charset="-128"/>
              </a:rPr>
              <a:t>Δp</a:t>
            </a:r>
          </a:p>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(b) </a:t>
            </a:r>
            <a:r>
              <a:rPr kumimoji="1" lang="ja-JP" altLang="en-US" sz="2000">
                <a:solidFill>
                  <a:srgbClr val="21343B"/>
                </a:solidFill>
                <a:latin typeface="Meiryo" panose="020B0604030504040204" pitchFamily="50" charset="-128"/>
                <a:ea typeface="Meiryo" panose="020B0604030504040204" pitchFamily="50" charset="-128"/>
              </a:rPr>
              <a:t>全要求回数の幅を</a:t>
            </a:r>
            <a:r>
              <a:rPr kumimoji="1" lang="en-US" altLang="ja-JP" sz="2000">
                <a:solidFill>
                  <a:srgbClr val="21343B"/>
                </a:solidFill>
                <a:latin typeface="Meiryo" panose="020B0604030504040204" pitchFamily="50" charset="-128"/>
                <a:ea typeface="Meiryo" panose="020B0604030504040204" pitchFamily="50" charset="-128"/>
              </a:rPr>
              <a:t>N²</a:t>
            </a:r>
            <a:r>
              <a:rPr kumimoji="1" lang="ja-JP" altLang="en-US" sz="2000">
                <a:solidFill>
                  <a:srgbClr val="21343B"/>
                </a:solidFill>
                <a:latin typeface="Meiryo" panose="020B0604030504040204" pitchFamily="50" charset="-128"/>
                <a:ea typeface="Meiryo" panose="020B0604030504040204" pitchFamily="50" charset="-128"/>
              </a:rPr>
              <a:t>で割る</a:t>
            </a:r>
          </a:p>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C=N</a:t>
            </a:r>
            <a:r>
              <a:rPr kumimoji="1" lang="ja-JP" altLang="en-US" sz="2000">
                <a:solidFill>
                  <a:srgbClr val="21343B"/>
                </a:solidFill>
                <a:latin typeface="Meiryo" panose="020B0604030504040204" pitchFamily="50" charset="-128"/>
                <a:ea typeface="Meiryo" panose="020B0604030504040204" pitchFamily="50" charset="-128"/>
              </a:rPr>
              <a:t>で幅がサイズとともに縮小</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著者の表現：</a:t>
            </a:r>
            <a:r>
              <a:rPr kumimoji="1" lang="en-US" altLang="ja-JP" sz="2000">
                <a:solidFill>
                  <a:srgbClr val="21343B"/>
                </a:solidFill>
                <a:latin typeface="Meiryo" panose="020B0604030504040204" pitchFamily="50" charset="-128"/>
                <a:ea typeface="Meiryo" panose="020B0604030504040204" pitchFamily="50" charset="-128"/>
              </a:rPr>
              <a:t>weakly discontinuous</a:t>
            </a:r>
            <a:endParaRPr kumimoji="1" lang="ja-JP" altLang="en-US" sz="20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072932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FEFDAB5F-12EF-BC2C-301D-2401788FC45A}"/>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5</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論文の数値解析手法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79565F42-8CF7-69AB-FF62-AC995E222DFC}"/>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観測量</a:t>
            </a:r>
            <a:r>
              <a:rPr kumimoji="1" lang="en-US" altLang="ja-JP" sz="3100" b="1">
                <a:solidFill>
                  <a:srgbClr val="21343B"/>
                </a:solidFill>
                <a:latin typeface="Meiryo" panose="020B0604030504040204" pitchFamily="50" charset="-128"/>
                <a:ea typeface="Meiryo" panose="020B0604030504040204" pitchFamily="50" charset="-128"/>
              </a:rPr>
              <a:t>P</a:t>
            </a:r>
            <a:r>
              <a:rPr kumimoji="1" lang="ja-JP" altLang="en-US" sz="3100" b="1">
                <a:solidFill>
                  <a:srgbClr val="21343B"/>
                </a:solidFill>
                <a:latin typeface="Meiryo" panose="020B0604030504040204" pitchFamily="50" charset="-128"/>
                <a:ea typeface="Meiryo" panose="020B0604030504040204" pitchFamily="50" charset="-128"/>
              </a:rPr>
              <a:t>と</a:t>
            </a:r>
            <a:r>
              <a:rPr kumimoji="1" lang="en-US" altLang="ja-JP" sz="3100" b="1">
                <a:solidFill>
                  <a:srgbClr val="21343B"/>
                </a:solidFill>
                <a:latin typeface="Meiryo" panose="020B0604030504040204" pitchFamily="50" charset="-128"/>
                <a:ea typeface="Meiryo" panose="020B0604030504040204" pitchFamily="50" charset="-128"/>
              </a:rPr>
              <a:t>S</a:t>
            </a:r>
            <a:endParaRPr kumimoji="1" lang="ja-JP" altLang="en-US" sz="3100" b="1">
              <a:solidFill>
                <a:srgbClr val="21343B"/>
              </a:solidFill>
              <a:latin typeface="Meiryo" panose="020B0604030504040204" pitchFamily="50" charset="-128"/>
              <a:ea typeface="Meiryo" panose="020B0604030504040204" pitchFamily="50" charset="-128"/>
            </a:endParaRPr>
          </a:p>
        </p:txBody>
      </p:sp>
      <p:cxnSp>
        <p:nvCxnSpPr>
          <p:cNvPr id="4" name="直線コネクタ 3">
            <a:extLst>
              <a:ext uri="{FF2B5EF4-FFF2-40B4-BE49-F238E27FC236}">
                <a16:creationId xmlns:a16="http://schemas.microsoft.com/office/drawing/2014/main" id="{C3B31208-86F8-3684-2BB5-AB0554B53969}"/>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70224102-F375-C831-7F69-9BC70B05BF58}"/>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S3</a:t>
            </a:r>
            <a:r>
              <a:rPr kumimoji="1" lang="ja-JP" altLang="en-US" sz="950">
                <a:solidFill>
                  <a:srgbClr val="52676E"/>
                </a:solidFill>
                <a:latin typeface="Meiryo" panose="020B0604030504040204" pitchFamily="50" charset="-128"/>
                <a:ea typeface="Meiryo" panose="020B0604030504040204" pitchFamily="50" charset="-128"/>
              </a:rPr>
              <a:t>；本研究 </a:t>
            </a:r>
            <a:r>
              <a:rPr kumimoji="1" lang="en-US" altLang="ja-JP" sz="950">
                <a:solidFill>
                  <a:srgbClr val="52676E"/>
                </a:solidFill>
                <a:latin typeface="Meiryo" panose="020B0604030504040204" pitchFamily="50" charset="-128"/>
                <a:ea typeface="Meiryo" panose="020B0604030504040204" pitchFamily="50" charset="-128"/>
              </a:rPr>
              <a:t>ClusterStats.calculateMeanClusterSize</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2EAD2CE1-D675-8717-7916-C00EB7426E23}"/>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14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53BDE376-4359-6930-2C94-EC9276E2BF18}"/>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P</a:t>
            </a:r>
            <a:r>
              <a:rPr kumimoji="1" lang="ja-JP" altLang="en-US" sz="2400">
                <a:solidFill>
                  <a:srgbClr val="21343B"/>
                </a:solidFill>
                <a:latin typeface="Meiryo" panose="020B0604030504040204" pitchFamily="50" charset="-128"/>
                <a:ea typeface="Meiryo" panose="020B0604030504040204" pitchFamily="50" charset="-128"/>
              </a:rPr>
              <a:t>：最大クラスターの割合</a:t>
            </a:r>
          </a:p>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S</a:t>
            </a:r>
            <a:r>
              <a:rPr kumimoji="1" lang="ja-JP" altLang="en-US" sz="2400">
                <a:solidFill>
                  <a:srgbClr val="21343B"/>
                </a:solidFill>
                <a:latin typeface="Meiryo" panose="020B0604030504040204" pitchFamily="50" charset="-128"/>
                <a:ea typeface="Meiryo" panose="020B0604030504040204" pitchFamily="50" charset="-128"/>
              </a:rPr>
              <a:t>：最大クラスターを</a:t>
            </a:r>
            <a:r>
              <a:rPr kumimoji="1" lang="en-US" altLang="ja-JP" sz="2400">
                <a:solidFill>
                  <a:srgbClr val="21343B"/>
                </a:solidFill>
                <a:latin typeface="Meiryo" panose="020B0604030504040204" pitchFamily="50" charset="-128"/>
                <a:ea typeface="Meiryo" panose="020B0604030504040204" pitchFamily="50" charset="-128"/>
              </a:rPr>
              <a:t>1</a:t>
            </a:r>
            <a:r>
              <a:rPr kumimoji="1" lang="ja-JP" altLang="en-US" sz="2400">
                <a:solidFill>
                  <a:srgbClr val="21343B"/>
                </a:solidFill>
                <a:latin typeface="Meiryo" panose="020B0604030504040204" pitchFamily="50" charset="-128"/>
                <a:ea typeface="Meiryo" panose="020B0604030504040204" pitchFamily="50" charset="-128"/>
              </a:rPr>
              <a:t>個だけ除外し、
残りの頂点から見たクラスターサイズの平均</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単純なクラスター数平均とは異なる</a:t>
            </a:r>
          </a:p>
        </p:txBody>
      </p:sp>
      <p:sp>
        <p:nvSpPr>
          <p:cNvPr id="8" name="正方形/長方形 7">
            <a:extLst>
              <a:ext uri="{FF2B5EF4-FFF2-40B4-BE49-F238E27FC236}">
                <a16:creationId xmlns:a16="http://schemas.microsoft.com/office/drawing/2014/main" id="{D9799FC0-098D-A6C0-CD03-643AF79C6B9C}"/>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A9CD5381-5012-0726-9174-05400699E702}"/>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 = s</a:t>
            </a:r>
            <a:r>
              <a:rPr kumimoji="1" lang="en-US" altLang="ja-JP" sz="1850" baseline="-16000">
                <a:solidFill>
                  <a:srgbClr val="21343B"/>
                </a:solidFill>
                <a:latin typeface="Meiryo" panose="020B0604030504040204" pitchFamily="50" charset="-128"/>
                <a:ea typeface="Meiryo" panose="020B0604030504040204" pitchFamily="50" charset="-128"/>
              </a:rPr>
              <a:t>max</a:t>
            </a:r>
            <a:r>
              <a:rPr kumimoji="1" lang="en-US" altLang="ja-JP" sz="2500">
                <a:solidFill>
                  <a:srgbClr val="21343B"/>
                </a:solidFill>
                <a:latin typeface="Meiryo" panose="020B0604030504040204" pitchFamily="50" charset="-128"/>
                <a:ea typeface="Meiryo" panose="020B0604030504040204" pitchFamily="50" charset="-128"/>
              </a:rPr>
              <a:t> / N</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S = (</a:t>
            </a:r>
            <a:r>
              <a:rPr kumimoji="1" lang="el-GR" altLang="ja-JP" sz="2500">
                <a:solidFill>
                  <a:srgbClr val="21343B"/>
                </a:solidFill>
                <a:latin typeface="Meiryo" panose="020B0604030504040204" pitchFamily="50" charset="-128"/>
                <a:ea typeface="Meiryo" panose="020B0604030504040204" pitchFamily="50" charset="-128"/>
              </a:rPr>
              <a:t>Σ</a:t>
            </a:r>
            <a:r>
              <a:rPr kumimoji="1" lang="en-US" altLang="ja-JP" sz="1850" baseline="-16000">
                <a:solidFill>
                  <a:srgbClr val="21343B"/>
                </a:solidFill>
                <a:latin typeface="Meiryo" panose="020B0604030504040204" pitchFamily="50" charset="-128"/>
                <a:ea typeface="Meiryo" panose="020B0604030504040204" pitchFamily="50" charset="-128"/>
              </a:rPr>
              <a:t>i≠max</a:t>
            </a:r>
            <a:r>
              <a:rPr kumimoji="1" lang="en-US" altLang="ja-JP" sz="2500">
                <a:solidFill>
                  <a:srgbClr val="21343B"/>
                </a:solidFill>
                <a:latin typeface="Meiryo" panose="020B0604030504040204" pitchFamily="50" charset="-128"/>
                <a:ea typeface="Meiryo" panose="020B0604030504040204" pitchFamily="50" charset="-128"/>
              </a:rPr>
              <a:t> s</a:t>
            </a:r>
            <a:r>
              <a:rPr kumimoji="1" lang="en-US" altLang="ja-JP" sz="1850" baseline="-16000">
                <a:solidFill>
                  <a:srgbClr val="21343B"/>
                </a:solidFill>
                <a:latin typeface="Meiryo" panose="020B0604030504040204" pitchFamily="50" charset="-128"/>
                <a:ea typeface="Meiryo" panose="020B0604030504040204" pitchFamily="50" charset="-128"/>
              </a:rPr>
              <a:t>i</a:t>
            </a:r>
            <a:r>
              <a:rPr kumimoji="1" lang="en-US" altLang="ja-JP" sz="2500">
                <a:solidFill>
                  <a:srgbClr val="21343B"/>
                </a:solidFill>
                <a:latin typeface="Meiryo" panose="020B0604030504040204" pitchFamily="50" charset="-128"/>
                <a:ea typeface="Meiryo" panose="020B0604030504040204" pitchFamily="50" charset="-128"/>
              </a:rPr>
              <a:t>²) / (</a:t>
            </a:r>
            <a:r>
              <a:rPr kumimoji="1" lang="el-GR" altLang="ja-JP" sz="2500">
                <a:solidFill>
                  <a:srgbClr val="21343B"/>
                </a:solidFill>
                <a:latin typeface="Meiryo" panose="020B0604030504040204" pitchFamily="50" charset="-128"/>
                <a:ea typeface="Meiryo" panose="020B0604030504040204" pitchFamily="50" charset="-128"/>
              </a:rPr>
              <a:t>Σ</a:t>
            </a:r>
            <a:r>
              <a:rPr kumimoji="1" lang="en-US" altLang="ja-JP" sz="1850" baseline="-16000">
                <a:solidFill>
                  <a:srgbClr val="21343B"/>
                </a:solidFill>
                <a:latin typeface="Meiryo" panose="020B0604030504040204" pitchFamily="50" charset="-128"/>
                <a:ea typeface="Meiryo" panose="020B0604030504040204" pitchFamily="50" charset="-128"/>
              </a:rPr>
              <a:t>i≠max</a:t>
            </a:r>
            <a:r>
              <a:rPr kumimoji="1" lang="en-US" altLang="ja-JP" sz="2500">
                <a:solidFill>
                  <a:srgbClr val="21343B"/>
                </a:solidFill>
                <a:latin typeface="Meiryo" panose="020B0604030504040204" pitchFamily="50" charset="-128"/>
                <a:ea typeface="Meiryo" panose="020B0604030504040204" pitchFamily="50" charset="-128"/>
              </a:rPr>
              <a:t> s</a:t>
            </a:r>
            <a:r>
              <a:rPr kumimoji="1" lang="en-US" altLang="ja-JP" sz="1850" baseline="-16000">
                <a:solidFill>
                  <a:srgbClr val="21343B"/>
                </a:solidFill>
                <a:latin typeface="Meiryo" panose="020B0604030504040204" pitchFamily="50" charset="-128"/>
                <a:ea typeface="Meiryo" panose="020B0604030504040204" pitchFamily="50" charset="-128"/>
              </a:rPr>
              <a:t>i</a:t>
            </a:r>
            <a:r>
              <a:rPr kumimoji="1" lang="en-US" altLang="ja-JP" sz="2500">
                <a:solidFill>
                  <a:srgbClr val="21343B"/>
                </a:solidFill>
                <a:latin typeface="Meiryo" panose="020B0604030504040204" pitchFamily="50" charset="-128"/>
                <a:ea typeface="Meiryo" panose="020B0604030504040204" pitchFamily="50" charset="-128"/>
              </a:rPr>
              <a:t>)</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609988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2875C8AB-A30E-E884-58A6-FD16FB88FB2D}"/>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5</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論文の数値解析手法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9B925A06-5714-4DBB-2D86-126A9F6597BD}"/>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臨界点と疑似臨界点</a:t>
            </a:r>
          </a:p>
        </p:txBody>
      </p:sp>
      <p:cxnSp>
        <p:nvCxnSpPr>
          <p:cNvPr id="4" name="直線コネクタ 3">
            <a:extLst>
              <a:ext uri="{FF2B5EF4-FFF2-40B4-BE49-F238E27FC236}">
                <a16:creationId xmlns:a16="http://schemas.microsoft.com/office/drawing/2014/main" id="{70D66F31-E3B2-C7F6-600D-5D5EC8111595}"/>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5426FF68-F995-9754-A4AD-B2F8C5B00B7F}"/>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PDF3</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S8</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S9</a:t>
            </a:r>
            <a:r>
              <a:rPr kumimoji="1" lang="ja-JP" altLang="en-US" sz="950">
                <a:solidFill>
                  <a:srgbClr val="52676E"/>
                </a:solidFill>
                <a:latin typeface="Meiryo" panose="020B0604030504040204" pitchFamily="50" charset="-128"/>
                <a:ea typeface="Meiryo" panose="020B0604030504040204" pitchFamily="50" charset="-128"/>
              </a:rPr>
              <a:t>；本研究 </a:t>
            </a:r>
            <a:r>
              <a:rPr kumimoji="1" lang="en-US" altLang="ja-JP" sz="950">
                <a:solidFill>
                  <a:srgbClr val="52676E"/>
                </a:solidFill>
                <a:latin typeface="Meiryo" panose="020B0604030504040204" pitchFamily="50" charset="-128"/>
                <a:ea typeface="Meiryo" panose="020B0604030504040204" pitchFamily="50" charset="-128"/>
              </a:rPr>
              <a:t>pc_uncertainty.csv</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event_summary.csv</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26BBF544-C19B-F8C3-5B8F-EC365DAE3E73}"/>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15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8B8DA5B5-4272-D46D-3B07-AC97E43D0CD3}"/>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無限系の臨界点</a:t>
            </a:r>
            <a:r>
              <a:rPr kumimoji="1" lang="en-US" altLang="ja-JP" sz="2200">
                <a:solidFill>
                  <a:srgbClr val="21343B"/>
                </a:solidFill>
                <a:latin typeface="Meiryo" panose="020B0604030504040204" pitchFamily="50" charset="-128"/>
                <a:ea typeface="Meiryo" panose="020B0604030504040204" pitchFamily="50" charset="-128"/>
              </a:rPr>
              <a:t>p_c</a:t>
            </a:r>
            <a:r>
              <a:rPr kumimoji="1" lang="ja-JP" altLang="en-US" sz="2200">
                <a:solidFill>
                  <a:srgbClr val="21343B"/>
                </a:solidFill>
                <a:latin typeface="Meiryo" panose="020B0604030504040204" pitchFamily="50" charset="-128"/>
                <a:ea typeface="Meiryo" panose="020B0604030504040204" pitchFamily="50" charset="-128"/>
              </a:rPr>
              <a:t>と、有限系の推定位置は別</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A</a:t>
            </a:r>
            <a:r>
              <a:rPr kumimoji="1" lang="ja-JP" altLang="en-US" sz="2200">
                <a:solidFill>
                  <a:srgbClr val="21343B"/>
                </a:solidFill>
                <a:latin typeface="Meiryo" panose="020B0604030504040204" pitchFamily="50" charset="-128"/>
                <a:ea typeface="Meiryo" panose="020B0604030504040204" pitchFamily="50" charset="-128"/>
              </a:rPr>
              <a:t>：平均</a:t>
            </a:r>
            <a:r>
              <a:rPr kumimoji="1" lang="en-US" altLang="ja-JP" sz="2200">
                <a:solidFill>
                  <a:srgbClr val="21343B"/>
                </a:solidFill>
                <a:latin typeface="Meiryo" panose="020B0604030504040204" pitchFamily="50" charset="-128"/>
                <a:ea typeface="Meiryo" panose="020B0604030504040204" pitchFamily="50" charset="-128"/>
              </a:rPr>
              <a:t>S</a:t>
            </a:r>
            <a:r>
              <a:rPr kumimoji="1" lang="ja-JP" altLang="en-US" sz="2200">
                <a:solidFill>
                  <a:srgbClr val="21343B"/>
                </a:solidFill>
                <a:latin typeface="Meiryo" panose="020B0604030504040204" pitchFamily="50" charset="-128"/>
                <a:ea typeface="Meiryo" panose="020B0604030504040204" pitchFamily="50" charset="-128"/>
              </a:rPr>
              <a:t>曲線の最大位置（原論文の従来型）</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B</a:t>
            </a:r>
            <a:r>
              <a:rPr kumimoji="1" lang="ja-JP" altLang="en-US" sz="2200">
                <a:solidFill>
                  <a:srgbClr val="21343B"/>
                </a:solidFill>
                <a:latin typeface="Meiryo" panose="020B0604030504040204" pitchFamily="50" charset="-128"/>
                <a:ea typeface="Meiryo" panose="020B0604030504040204" pitchFamily="50" charset="-128"/>
              </a:rPr>
              <a:t>：各</a:t>
            </a:r>
            <a:r>
              <a:rPr kumimoji="1" lang="en-US" altLang="ja-JP" sz="2200">
                <a:solidFill>
                  <a:srgbClr val="21343B"/>
                </a:solidFill>
                <a:latin typeface="Meiryo" panose="020B0604030504040204" pitchFamily="50" charset="-128"/>
                <a:ea typeface="Meiryo" panose="020B0604030504040204" pitchFamily="50" charset="-128"/>
              </a:rPr>
              <a:t>run</a:t>
            </a:r>
            <a:r>
              <a:rPr kumimoji="1" lang="ja-JP" altLang="en-US" sz="2200">
                <a:solidFill>
                  <a:srgbClr val="21343B"/>
                </a:solidFill>
                <a:latin typeface="Meiryo" panose="020B0604030504040204" pitchFamily="50" charset="-128"/>
                <a:ea typeface="Meiryo" panose="020B0604030504040204" pitchFamily="50" charset="-128"/>
              </a:rPr>
              <a:t>の</a:t>
            </a:r>
            <a:r>
              <a:rPr kumimoji="1" lang="en-US" altLang="ja-JP" sz="2200">
                <a:solidFill>
                  <a:srgbClr val="21343B"/>
                </a:solidFill>
                <a:latin typeface="Meiryo" panose="020B0604030504040204" pitchFamily="50" charset="-128"/>
                <a:ea typeface="Meiryo" panose="020B0604030504040204" pitchFamily="50" charset="-128"/>
              </a:rPr>
              <a:t>S</a:t>
            </a:r>
            <a:r>
              <a:rPr kumimoji="1" lang="ja-JP" altLang="en-US" sz="2200">
                <a:solidFill>
                  <a:srgbClr val="21343B"/>
                </a:solidFill>
                <a:latin typeface="Meiryo" panose="020B0604030504040204" pitchFamily="50" charset="-128"/>
                <a:ea typeface="Meiryo" panose="020B0604030504040204" pitchFamily="50" charset="-128"/>
              </a:rPr>
              <a:t>最大位置の平均</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C</a:t>
            </a:r>
            <a:r>
              <a:rPr kumimoji="1" lang="ja-JP" altLang="en-US" sz="2200">
                <a:solidFill>
                  <a:srgbClr val="21343B"/>
                </a:solidFill>
                <a:latin typeface="Meiryo" panose="020B0604030504040204" pitchFamily="50" charset="-128"/>
                <a:ea typeface="Meiryo" panose="020B0604030504040204" pitchFamily="50" charset="-128"/>
              </a:rPr>
              <a:t>：最大要求落下区間の中点の平均（本研究）</a:t>
            </a:r>
          </a:p>
        </p:txBody>
      </p:sp>
      <p:sp>
        <p:nvSpPr>
          <p:cNvPr id="8" name="正方形/長方形 7">
            <a:extLst>
              <a:ext uri="{FF2B5EF4-FFF2-40B4-BE49-F238E27FC236}">
                <a16:creationId xmlns:a16="http://schemas.microsoft.com/office/drawing/2014/main" id="{314EF74E-EF01-FD2F-8032-7EE1F6D77513}"/>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DF28E881-0E23-1A11-FECB-D86C7E12E80E}"/>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1850" baseline="30000">
                <a:solidFill>
                  <a:srgbClr val="21343B"/>
                </a:solidFill>
                <a:latin typeface="Meiryo" panose="020B0604030504040204" pitchFamily="50" charset="-128"/>
                <a:ea typeface="Meiryo" panose="020B0604030504040204" pitchFamily="50" charset="-128"/>
              </a:rPr>
              <a:t>S</a:t>
            </a:r>
            <a:r>
              <a:rPr kumimoji="1" lang="en-US" altLang="ja-JP" sz="2500">
                <a:solidFill>
                  <a:srgbClr val="21343B"/>
                </a:solidFill>
                <a:latin typeface="Meiryo" panose="020B0604030504040204" pitchFamily="50" charset="-128"/>
                <a:ea typeface="Meiryo" panose="020B0604030504040204" pitchFamily="50" charset="-128"/>
              </a:rPr>
              <a:t>(N) = argmax</a:t>
            </a:r>
            <a:r>
              <a:rPr kumimoji="1" lang="en-US" altLang="ja-JP" sz="1850" baseline="-16000">
                <a:solidFill>
                  <a:srgbClr val="21343B"/>
                </a:solidFill>
                <a:latin typeface="Meiryo" panose="020B0604030504040204" pitchFamily="50" charset="-128"/>
                <a:ea typeface="Meiryo" panose="020B0604030504040204" pitchFamily="50" charset="-128"/>
              </a:rPr>
              <a:t>p</a:t>
            </a:r>
            <a:r>
              <a:rPr kumimoji="1" lang="en-US" altLang="ja-JP" sz="2500">
                <a:solidFill>
                  <a:srgbClr val="21343B"/>
                </a:solidFill>
                <a:latin typeface="Meiryo" panose="020B0604030504040204" pitchFamily="50" charset="-128"/>
                <a:ea typeface="Meiryo" panose="020B0604030504040204" pitchFamily="50" charset="-128"/>
              </a:rPr>
              <a:t> ⟨S(p,N)⟩</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⟨argmax</a:t>
            </a:r>
            <a:r>
              <a:rPr kumimoji="1" lang="en-US" altLang="ja-JP" sz="1850" baseline="-16000">
                <a:solidFill>
                  <a:srgbClr val="21343B"/>
                </a:solidFill>
                <a:latin typeface="Meiryo" panose="020B0604030504040204" pitchFamily="50" charset="-128"/>
                <a:ea typeface="Meiryo" panose="020B0604030504040204" pitchFamily="50" charset="-128"/>
              </a:rPr>
              <a:t>p</a:t>
            </a:r>
            <a:r>
              <a:rPr kumimoji="1" lang="en-US" altLang="ja-JP" sz="2500">
                <a:solidFill>
                  <a:srgbClr val="21343B"/>
                </a:solidFill>
                <a:latin typeface="Meiryo" panose="020B0604030504040204" pitchFamily="50" charset="-128"/>
                <a:ea typeface="Meiryo" panose="020B0604030504040204" pitchFamily="50" charset="-128"/>
              </a:rPr>
              <a:t> S</a:t>
            </a:r>
            <a:r>
              <a:rPr kumimoji="1" lang="en-US" altLang="ja-JP" sz="1850" baseline="-16000">
                <a:solidFill>
                  <a:srgbClr val="21343B"/>
                </a:solidFill>
                <a:latin typeface="Meiryo" panose="020B0604030504040204" pitchFamily="50" charset="-128"/>
                <a:ea typeface="Meiryo" panose="020B0604030504040204" pitchFamily="50" charset="-128"/>
              </a:rPr>
              <a:t>r</a:t>
            </a:r>
            <a:r>
              <a:rPr kumimoji="1" lang="en-US" altLang="ja-JP" sz="2500">
                <a:solidFill>
                  <a:srgbClr val="21343B"/>
                </a:solidFill>
                <a:latin typeface="Meiryo" panose="020B0604030504040204" pitchFamily="50" charset="-128"/>
                <a:ea typeface="Meiryo" panose="020B0604030504040204" pitchFamily="50" charset="-128"/>
              </a:rPr>
              <a:t>(p,N)⟩ ≠ 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1850" baseline="30000">
                <a:solidFill>
                  <a:srgbClr val="21343B"/>
                </a:solidFill>
                <a:latin typeface="Meiryo" panose="020B0604030504040204" pitchFamily="50" charset="-128"/>
                <a:ea typeface="Meiryo" panose="020B0604030504040204" pitchFamily="50" charset="-128"/>
              </a:rPr>
              <a:t>S</a:t>
            </a:r>
            <a:r>
              <a:rPr kumimoji="1" lang="en-US" altLang="ja-JP" sz="2500">
                <a:solidFill>
                  <a:srgbClr val="21343B"/>
                </a:solidFill>
                <a:latin typeface="Meiryo" panose="020B0604030504040204" pitchFamily="50" charset="-128"/>
                <a:ea typeface="Meiryo" panose="020B0604030504040204" pitchFamily="50" charset="-128"/>
              </a:rPr>
              <a:t>(N) </a:t>
            </a:r>
            <a:r>
              <a:rPr kumimoji="1" lang="ja-JP" altLang="en-US" sz="2500">
                <a:solidFill>
                  <a:srgbClr val="21343B"/>
                </a:solidFill>
                <a:latin typeface="Meiryo" panose="020B0604030504040204" pitchFamily="50" charset="-128"/>
                <a:ea typeface="Meiryo" panose="020B0604030504040204" pitchFamily="50" charset="-128"/>
              </a:rPr>
              <a:t>一般には</a:t>
            </a:r>
          </a:p>
        </p:txBody>
      </p:sp>
    </p:spTree>
    <p:extLst>
      <p:ext uri="{BB962C8B-B14F-4D97-AF65-F5344CB8AC3E}">
        <p14:creationId xmlns:p14="http://schemas.microsoft.com/office/powerpoint/2010/main" val="3575403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9B5A9BD8-3BB2-5236-2227-83C94CD459CC}"/>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5</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論文の数値解析手法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A95196FD-F0C4-4609-548D-647FCECD9D55}"/>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有限サイズスケーリング：</a:t>
            </a:r>
            <a:r>
              <a:rPr kumimoji="1" lang="en-US" altLang="ja-JP" sz="3100" b="1">
                <a:solidFill>
                  <a:srgbClr val="21343B"/>
                </a:solidFill>
                <a:latin typeface="Meiryo" panose="020B0604030504040204" pitchFamily="50" charset="-128"/>
                <a:ea typeface="Meiryo" panose="020B0604030504040204" pitchFamily="50" charset="-128"/>
              </a:rPr>
              <a:t>L</a:t>
            </a:r>
            <a:r>
              <a:rPr kumimoji="1" lang="ja-JP" altLang="en-US" sz="3100" b="1">
                <a:solidFill>
                  <a:srgbClr val="21343B"/>
                </a:solidFill>
                <a:latin typeface="Meiryo" panose="020B0604030504040204" pitchFamily="50" charset="-128"/>
                <a:ea typeface="Meiryo" panose="020B0604030504040204" pitchFamily="50" charset="-128"/>
              </a:rPr>
              <a:t>と</a:t>
            </a:r>
            <a:r>
              <a:rPr kumimoji="1" lang="en-US" altLang="ja-JP" sz="3100" b="1">
                <a:solidFill>
                  <a:srgbClr val="21343B"/>
                </a:solidFill>
                <a:latin typeface="Meiryo" panose="020B0604030504040204" pitchFamily="50" charset="-128"/>
                <a:ea typeface="Meiryo" panose="020B0604030504040204" pitchFamily="50" charset="-128"/>
              </a:rPr>
              <a:t>N</a:t>
            </a:r>
            <a:endParaRPr kumimoji="1" lang="ja-JP" altLang="en-US" sz="3100" b="1">
              <a:solidFill>
                <a:srgbClr val="21343B"/>
              </a:solidFill>
              <a:latin typeface="Meiryo" panose="020B0604030504040204" pitchFamily="50" charset="-128"/>
              <a:ea typeface="Meiryo" panose="020B0604030504040204" pitchFamily="50" charset="-128"/>
            </a:endParaRPr>
          </a:p>
        </p:txBody>
      </p:sp>
      <p:cxnSp>
        <p:nvCxnSpPr>
          <p:cNvPr id="4" name="直線コネクタ 3">
            <a:extLst>
              <a:ext uri="{FF2B5EF4-FFF2-40B4-BE49-F238E27FC236}">
                <a16:creationId xmlns:a16="http://schemas.microsoft.com/office/drawing/2014/main" id="{CD2E91F5-E181-5082-9AC1-148E4E4DBEE5}"/>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320F65B3-17FE-0979-5939-4EAD97FDA240}"/>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S6</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S7</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L</a:t>
            </a:r>
            <a:r>
              <a:rPr kumimoji="1" lang="ja-JP" altLang="en-US" sz="950">
                <a:solidFill>
                  <a:srgbClr val="52676E"/>
                </a:solidFill>
                <a:latin typeface="Meiryo" panose="020B0604030504040204" pitchFamily="50" charset="-128"/>
                <a:ea typeface="Meiryo" panose="020B0604030504040204" pitchFamily="50" charset="-128"/>
              </a:rPr>
              <a:t>基準への変換は本発表の導出</a:t>
            </a:r>
            <a:r>
              <a:rPr kumimoji="1" lang="en-US" altLang="ja-JP" sz="950">
                <a:solidFill>
                  <a:srgbClr val="52676E"/>
                </a:solidFill>
                <a:latin typeface="Meiryo" panose="020B0604030504040204" pitchFamily="50" charset="-128"/>
                <a:ea typeface="Meiryo" panose="020B0604030504040204" pitchFamily="50" charset="-128"/>
              </a:rPr>
              <a:t>B</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4A16944F-9A75-8886-1576-DAD3530C82B1}"/>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16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DEC2DD28-E7A9-0A4A-662F-64F66C3ABD7C}"/>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原論文は頂点数</a:t>
            </a:r>
            <a:r>
              <a:rPr kumimoji="1" lang="en-US" altLang="ja-JP" sz="2400">
                <a:solidFill>
                  <a:srgbClr val="21343B"/>
                </a:solidFill>
                <a:latin typeface="Meiryo" panose="020B0604030504040204" pitchFamily="50" charset="-128"/>
                <a:ea typeface="Meiryo" panose="020B0604030504040204" pitchFamily="50" charset="-128"/>
              </a:rPr>
              <a:t>N</a:t>
            </a:r>
            <a:r>
              <a:rPr kumimoji="1" lang="ja-JP" altLang="en-US" sz="2400">
                <a:solidFill>
                  <a:srgbClr val="21343B"/>
                </a:solidFill>
                <a:latin typeface="Meiryo" panose="020B0604030504040204" pitchFamily="50" charset="-128"/>
                <a:ea typeface="Meiryo" panose="020B0604030504040204" pitchFamily="50" charset="-128"/>
              </a:rPr>
              <a:t>を用いる</a:t>
            </a:r>
          </a:p>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2D</a:t>
            </a:r>
            <a:r>
              <a:rPr kumimoji="1" lang="ja-JP" altLang="en-US" sz="2400">
                <a:solidFill>
                  <a:srgbClr val="21343B"/>
                </a:solidFill>
                <a:latin typeface="Meiryo" panose="020B0604030504040204" pitchFamily="50" charset="-128"/>
                <a:ea typeface="Meiryo" panose="020B0604030504040204" pitchFamily="50" charset="-128"/>
              </a:rPr>
              <a:t>格子では</a:t>
            </a:r>
            <a:r>
              <a:rPr kumimoji="1" lang="en-US" altLang="ja-JP" sz="2400">
                <a:solidFill>
                  <a:srgbClr val="21343B"/>
                </a:solidFill>
                <a:latin typeface="Meiryo" panose="020B0604030504040204" pitchFamily="50" charset="-128"/>
                <a:ea typeface="Meiryo" panose="020B0604030504040204" pitchFamily="50" charset="-128"/>
              </a:rPr>
              <a:t>N=L²</a:t>
            </a:r>
            <a:r>
              <a:rPr kumimoji="1" lang="ja-JP" altLang="en-US" sz="2400">
                <a:solidFill>
                  <a:srgbClr val="21343B"/>
                </a:solidFill>
                <a:latin typeface="Meiryo" panose="020B0604030504040204" pitchFamily="50" charset="-128"/>
                <a:ea typeface="Meiryo" panose="020B0604030504040204" pitchFamily="50" charset="-128"/>
              </a:rPr>
              <a:t>。通常の</a:t>
            </a:r>
            <a:r>
              <a:rPr kumimoji="1" lang="en-US" altLang="ja-JP" sz="2400">
                <a:solidFill>
                  <a:srgbClr val="21343B"/>
                </a:solidFill>
                <a:latin typeface="Meiryo" panose="020B0604030504040204" pitchFamily="50" charset="-128"/>
                <a:ea typeface="Meiryo" panose="020B0604030504040204" pitchFamily="50" charset="-128"/>
              </a:rPr>
              <a:t>L</a:t>
            </a:r>
            <a:r>
              <a:rPr kumimoji="1" lang="ja-JP" altLang="en-US" sz="2400">
                <a:solidFill>
                  <a:srgbClr val="21343B"/>
                </a:solidFill>
                <a:latin typeface="Meiryo" panose="020B0604030504040204" pitchFamily="50" charset="-128"/>
                <a:ea typeface="Meiryo" panose="020B0604030504040204" pitchFamily="50" charset="-128"/>
              </a:rPr>
              <a:t>基準から変数を変換できる</a:t>
            </a:r>
          </a:p>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ν̄</a:t>
            </a:r>
            <a:r>
              <a:rPr kumimoji="1" lang="ja-JP" altLang="en-US" sz="2400">
                <a:solidFill>
                  <a:srgbClr val="21343B"/>
                </a:solidFill>
                <a:latin typeface="Meiryo" panose="020B0604030504040204" pitchFamily="50" charset="-128"/>
                <a:ea typeface="Meiryo" panose="020B0604030504040204" pitchFamily="50" charset="-128"/>
              </a:rPr>
              <a:t>は相関体積の指数。</a:t>
            </a:r>
            <a:r>
              <a:rPr kumimoji="1" lang="en-US" altLang="ja-JP" sz="2400">
                <a:solidFill>
                  <a:srgbClr val="21343B"/>
                </a:solidFill>
                <a:latin typeface="Meiryo" panose="020B0604030504040204" pitchFamily="50" charset="-128"/>
                <a:ea typeface="Meiryo" panose="020B0604030504040204" pitchFamily="50" charset="-128"/>
              </a:rPr>
              <a:t>ER</a:t>
            </a:r>
            <a:r>
              <a:rPr kumimoji="1" lang="ja-JP" altLang="en-US" sz="2400">
                <a:solidFill>
                  <a:srgbClr val="21343B"/>
                </a:solidFill>
                <a:latin typeface="Meiryo" panose="020B0604030504040204" pitchFamily="50" charset="-128"/>
                <a:ea typeface="Meiryo" panose="020B0604030504040204" pitchFamily="50" charset="-128"/>
              </a:rPr>
              <a:t>の値を</a:t>
            </a:r>
            <a:r>
              <a:rPr kumimoji="1" lang="en-US" altLang="ja-JP" sz="2400">
                <a:solidFill>
                  <a:srgbClr val="21343B"/>
                </a:solidFill>
                <a:latin typeface="Meiryo" panose="020B0604030504040204" pitchFamily="50" charset="-128"/>
                <a:ea typeface="Meiryo" panose="020B0604030504040204" pitchFamily="50" charset="-128"/>
              </a:rPr>
              <a:t>2D</a:t>
            </a:r>
            <a:r>
              <a:rPr kumimoji="1" lang="ja-JP" altLang="en-US" sz="2400">
                <a:solidFill>
                  <a:srgbClr val="21343B"/>
                </a:solidFill>
                <a:latin typeface="Meiryo" panose="020B0604030504040204" pitchFamily="50" charset="-128"/>
                <a:ea typeface="Meiryo" panose="020B0604030504040204" pitchFamily="50" charset="-128"/>
              </a:rPr>
              <a:t>へ適用しない</a:t>
            </a:r>
          </a:p>
        </p:txBody>
      </p:sp>
      <p:sp>
        <p:nvSpPr>
          <p:cNvPr id="8" name="正方形/長方形 7">
            <a:extLst>
              <a:ext uri="{FF2B5EF4-FFF2-40B4-BE49-F238E27FC236}">
                <a16:creationId xmlns:a16="http://schemas.microsoft.com/office/drawing/2014/main" id="{D5FD2D72-1B1E-9D8B-F0CC-8586D5021B67}"/>
              </a:ext>
            </a:extLst>
          </p:cNvPr>
          <p:cNvSpPr/>
          <p:nvPr/>
        </p:nvSpPr>
        <p:spPr>
          <a:xfrm>
            <a:off x="508000" y="4013200"/>
            <a:ext cx="11176000" cy="20320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DD87C4E3-E622-9C68-ECD7-C46D8CB14C67}"/>
              </a:ext>
            </a:extLst>
          </p:cNvPr>
          <p:cNvSpPr txBox="1"/>
          <p:nvPr/>
        </p:nvSpPr>
        <p:spPr>
          <a:xfrm>
            <a:off x="711200" y="41656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 = N</a:t>
            </a:r>
            <a:r>
              <a:rPr kumimoji="1" lang="en-US" altLang="ja-JP" sz="1850" baseline="30000">
                <a:solidFill>
                  <a:srgbClr val="21343B"/>
                </a:solidFill>
                <a:latin typeface="Meiryo" panose="020B0604030504040204" pitchFamily="50" charset="-128"/>
                <a:ea typeface="Meiryo" panose="020B0604030504040204" pitchFamily="50" charset="-128"/>
              </a:rPr>
              <a:t>−</a:t>
            </a:r>
            <a:r>
              <a:rPr kumimoji="1" lang="el-GR" altLang="ja-JP" sz="1850" baseline="30000">
                <a:solidFill>
                  <a:srgbClr val="21343B"/>
                </a:solidFill>
                <a:latin typeface="Meiryo" panose="020B0604030504040204" pitchFamily="50" charset="-128"/>
                <a:ea typeface="Meiryo" panose="020B0604030504040204" pitchFamily="50" charset="-128"/>
              </a:rPr>
              <a:t>β/ν̄</a:t>
            </a:r>
            <a:r>
              <a:rPr kumimoji="1" lang="el-GR" altLang="ja-JP" sz="2500">
                <a:solidFill>
                  <a:srgbClr val="21343B"/>
                </a:solidFill>
                <a:latin typeface="Meiryo" panose="020B0604030504040204" pitchFamily="50" charset="-128"/>
                <a:ea typeface="Meiryo" panose="020B0604030504040204" pitchFamily="50" charset="-128"/>
              </a:rPr>
              <a:t> </a:t>
            </a:r>
            <a:r>
              <a:rPr kumimoji="1" lang="en-US" altLang="ja-JP" sz="2500">
                <a:solidFill>
                  <a:srgbClr val="21343B"/>
                </a:solidFill>
                <a:latin typeface="Meiryo" panose="020B0604030504040204" pitchFamily="50" charset="-128"/>
                <a:ea typeface="Meiryo" panose="020B0604030504040204" pitchFamily="50" charset="-128"/>
              </a:rPr>
              <a:t>F₁[(p−p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 N</a:t>
            </a:r>
            <a:r>
              <a:rPr kumimoji="1" lang="en-US" altLang="ja-JP" sz="1850" baseline="30000">
                <a:solidFill>
                  <a:srgbClr val="21343B"/>
                </a:solidFill>
                <a:latin typeface="Meiryo" panose="020B0604030504040204" pitchFamily="50" charset="-128"/>
                <a:ea typeface="Meiryo" panose="020B0604030504040204" pitchFamily="50" charset="-128"/>
              </a:rPr>
              <a:t>1/</a:t>
            </a:r>
            <a:r>
              <a:rPr kumimoji="1" lang="el-GR" altLang="ja-JP" sz="1850" baseline="30000">
                <a:solidFill>
                  <a:srgbClr val="21343B"/>
                </a:solidFill>
                <a:latin typeface="Meiryo" panose="020B0604030504040204" pitchFamily="50" charset="-128"/>
                <a:ea typeface="Meiryo" panose="020B0604030504040204" pitchFamily="50" charset="-128"/>
              </a:rPr>
              <a:t>ν̄</a:t>
            </a:r>
            <a:r>
              <a:rPr kumimoji="1" lang="el-GR" altLang="ja-JP" sz="2500">
                <a:solidFill>
                  <a:srgbClr val="21343B"/>
                </a:solidFill>
                <a:latin typeface="Meiryo" panose="020B0604030504040204" pitchFamily="50" charset="-128"/>
                <a:ea typeface="Meiryo" panose="020B0604030504040204" pitchFamily="50" charset="-128"/>
              </a:rPr>
              <a:t>]</a:t>
            </a:r>
          </a:p>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a:t>
            </a:r>
            <a:r>
              <a:rPr kumimoji="1" lang="en-US" altLang="ja-JP" sz="2500">
                <a:solidFill>
                  <a:srgbClr val="21343B"/>
                </a:solidFill>
                <a:latin typeface="Meiryo" panose="020B0604030504040204" pitchFamily="50" charset="-128"/>
                <a:ea typeface="Meiryo" panose="020B0604030504040204" pitchFamily="50" charset="-128"/>
              </a:rPr>
              <a:t>S⟩ = N</a:t>
            </a:r>
            <a:r>
              <a:rPr kumimoji="1" lang="el-GR" altLang="ja-JP" sz="1850" baseline="30000">
                <a:solidFill>
                  <a:srgbClr val="21343B"/>
                </a:solidFill>
                <a:latin typeface="Meiryo" panose="020B0604030504040204" pitchFamily="50" charset="-128"/>
                <a:ea typeface="Meiryo" panose="020B0604030504040204" pitchFamily="50" charset="-128"/>
              </a:rPr>
              <a:t>γ/ν̄</a:t>
            </a:r>
            <a:r>
              <a:rPr kumimoji="1" lang="el-GR" altLang="ja-JP" sz="2500">
                <a:solidFill>
                  <a:srgbClr val="21343B"/>
                </a:solidFill>
                <a:latin typeface="Meiryo" panose="020B0604030504040204" pitchFamily="50" charset="-128"/>
                <a:ea typeface="Meiryo" panose="020B0604030504040204" pitchFamily="50" charset="-128"/>
              </a:rPr>
              <a:t> </a:t>
            </a:r>
            <a:r>
              <a:rPr kumimoji="1" lang="en-US" altLang="ja-JP" sz="2500">
                <a:solidFill>
                  <a:srgbClr val="21343B"/>
                </a:solidFill>
                <a:latin typeface="Meiryo" panose="020B0604030504040204" pitchFamily="50" charset="-128"/>
                <a:ea typeface="Meiryo" panose="020B0604030504040204" pitchFamily="50" charset="-128"/>
              </a:rPr>
              <a:t>F₂[(p−p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 N</a:t>
            </a:r>
            <a:r>
              <a:rPr kumimoji="1" lang="en-US" altLang="ja-JP" sz="1850" baseline="30000">
                <a:solidFill>
                  <a:srgbClr val="21343B"/>
                </a:solidFill>
                <a:latin typeface="Meiryo" panose="020B0604030504040204" pitchFamily="50" charset="-128"/>
                <a:ea typeface="Meiryo" panose="020B0604030504040204" pitchFamily="50" charset="-128"/>
              </a:rPr>
              <a:t>1/</a:t>
            </a:r>
            <a:r>
              <a:rPr kumimoji="1" lang="el-GR" altLang="ja-JP" sz="1850" baseline="30000">
                <a:solidFill>
                  <a:srgbClr val="21343B"/>
                </a:solidFill>
                <a:latin typeface="Meiryo" panose="020B0604030504040204" pitchFamily="50" charset="-128"/>
                <a:ea typeface="Meiryo" panose="020B0604030504040204" pitchFamily="50" charset="-128"/>
              </a:rPr>
              <a:t>ν̄</a:t>
            </a:r>
            <a:r>
              <a:rPr kumimoji="1" lang="el-GR" altLang="ja-JP" sz="2500">
                <a:solidFill>
                  <a:srgbClr val="21343B"/>
                </a:solidFill>
                <a:latin typeface="Meiryo" panose="020B0604030504040204" pitchFamily="50" charset="-128"/>
                <a:ea typeface="Meiryo" panose="020B0604030504040204" pitchFamily="50" charset="-128"/>
              </a:rPr>
              <a:t>]</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N=L² </a:t>
            </a:r>
            <a:r>
              <a:rPr kumimoji="1" lang="ja-JP" altLang="en-US" sz="2500">
                <a:solidFill>
                  <a:srgbClr val="21343B"/>
                </a:solidFill>
                <a:latin typeface="Meiryo" panose="020B0604030504040204" pitchFamily="50" charset="-128"/>
                <a:ea typeface="Meiryo" panose="020B0604030504040204" pitchFamily="50" charset="-128"/>
              </a:rPr>
              <a:t>のとき </a:t>
            </a:r>
            <a:r>
              <a:rPr kumimoji="1" lang="el-GR" altLang="ja-JP" sz="2500">
                <a:solidFill>
                  <a:srgbClr val="21343B"/>
                </a:solidFill>
                <a:latin typeface="Meiryo" panose="020B0604030504040204" pitchFamily="50" charset="-128"/>
                <a:ea typeface="Meiryo" panose="020B0604030504040204" pitchFamily="50" charset="-128"/>
              </a:rPr>
              <a:t>β/ν̄=β/(2ν)</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865175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18B33468-DFDD-078F-B22D-D7C6FF3C85A5}"/>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5</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論文の数値解析手法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B8038E75-B8C1-8ED6-76B1-041355855CEC}"/>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臨界指数比と測定位置</a:t>
            </a:r>
          </a:p>
        </p:txBody>
      </p:sp>
      <p:cxnSp>
        <p:nvCxnSpPr>
          <p:cNvPr id="4" name="直線コネクタ 3">
            <a:extLst>
              <a:ext uri="{FF2B5EF4-FFF2-40B4-BE49-F238E27FC236}">
                <a16:creationId xmlns:a16="http://schemas.microsoft.com/office/drawing/2014/main" id="{2CEE6BAE-4837-2EE1-8B9C-771634969768}"/>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961CFF81-E29D-23BB-F45D-A471AD8F6A7B}"/>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PDF2–4</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S4–S12</a:t>
            </a:r>
            <a:r>
              <a:rPr kumimoji="1" lang="ja-JP" altLang="en-US" sz="950">
                <a:solidFill>
                  <a:srgbClr val="52676E"/>
                </a:solidFill>
                <a:latin typeface="Meiryo" panose="020B0604030504040204" pitchFamily="50" charset="-128"/>
                <a:ea typeface="Meiryo" panose="020B0604030504040204" pitchFamily="50" charset="-128"/>
              </a:rPr>
              <a:t>・表</a:t>
            </a:r>
            <a:r>
              <a:rPr kumimoji="1" lang="en-US" altLang="ja-JP" sz="950">
                <a:solidFill>
                  <a:srgbClr val="52676E"/>
                </a:solidFill>
                <a:latin typeface="Meiryo" panose="020B0604030504040204" pitchFamily="50" charset="-128"/>
                <a:ea typeface="Meiryo" panose="020B0604030504040204" pitchFamily="50" charset="-128"/>
              </a:rPr>
              <a:t>S2</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3 9</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11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52</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D1D34260-B468-AD38-DF65-93032061ED93}"/>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17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0C9F019B-25BE-36C3-F901-94A1CF05FB95}"/>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β</a:t>
            </a:r>
            <a:r>
              <a:rPr kumimoji="1" lang="ja-JP" altLang="en-US" sz="2200">
                <a:solidFill>
                  <a:srgbClr val="21343B"/>
                </a:solidFill>
                <a:latin typeface="Meiryo" panose="020B0604030504040204" pitchFamily="50" charset="-128"/>
                <a:ea typeface="Meiryo" panose="020B0604030504040204" pitchFamily="50" charset="-128"/>
              </a:rPr>
              <a:t>：秩序変数、</a:t>
            </a:r>
            <a:r>
              <a:rPr kumimoji="1" lang="en-US" altLang="ja-JP" sz="2200">
                <a:solidFill>
                  <a:srgbClr val="21343B"/>
                </a:solidFill>
                <a:latin typeface="Meiryo" panose="020B0604030504040204" pitchFamily="50" charset="-128"/>
                <a:ea typeface="Meiryo" panose="020B0604030504040204" pitchFamily="50" charset="-128"/>
              </a:rPr>
              <a:t>γ</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S</a:t>
            </a:r>
            <a:r>
              <a:rPr kumimoji="1" lang="ja-JP" altLang="en-US" sz="2200">
                <a:solidFill>
                  <a:srgbClr val="21343B"/>
                </a:solidFill>
                <a:latin typeface="Meiryo" panose="020B0604030504040204" pitchFamily="50" charset="-128"/>
                <a:ea typeface="Meiryo" panose="020B0604030504040204" pitchFamily="50" charset="-128"/>
              </a:rPr>
              <a:t>の増大、</a:t>
            </a:r>
            <a:r>
              <a:rPr kumimoji="1" lang="en-US" altLang="ja-JP" sz="2200">
                <a:solidFill>
                  <a:srgbClr val="21343B"/>
                </a:solidFill>
                <a:latin typeface="Meiryo" panose="020B0604030504040204" pitchFamily="50" charset="-128"/>
                <a:ea typeface="Meiryo" panose="020B0604030504040204" pitchFamily="50" charset="-128"/>
              </a:rPr>
              <a:t>ν</a:t>
            </a:r>
            <a:r>
              <a:rPr kumimoji="1" lang="ja-JP" altLang="en-US" sz="2200">
                <a:solidFill>
                  <a:srgbClr val="21343B"/>
                </a:solidFill>
                <a:latin typeface="Meiryo" panose="020B0604030504040204" pitchFamily="50" charset="-128"/>
                <a:ea typeface="Meiryo" panose="020B0604030504040204" pitchFamily="50" charset="-128"/>
              </a:rPr>
              <a:t>：相関長の発散</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N</a:t>
            </a:r>
            <a:r>
              <a:rPr kumimoji="1" lang="ja-JP" altLang="en-US" sz="2200">
                <a:solidFill>
                  <a:srgbClr val="21343B"/>
                </a:solidFill>
                <a:latin typeface="Meiryo" panose="020B0604030504040204" pitchFamily="50" charset="-128"/>
                <a:ea typeface="Meiryo" panose="020B0604030504040204" pitchFamily="50" charset="-128"/>
              </a:rPr>
              <a:t>基準の傾きで得るのは </a:t>
            </a:r>
            <a:r>
              <a:rPr kumimoji="1" lang="en-US" altLang="ja-JP" sz="2200">
                <a:solidFill>
                  <a:srgbClr val="21343B"/>
                </a:solidFill>
                <a:latin typeface="Meiryo" panose="020B0604030504040204" pitchFamily="50" charset="-128"/>
                <a:ea typeface="Meiryo" panose="020B0604030504040204" pitchFamily="50" charset="-128"/>
              </a:rPr>
              <a:t>β/ν̄</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γ/ν̄</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1/ν̄</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p_c</a:t>
            </a:r>
            <a:r>
              <a:rPr kumimoji="1" lang="ja-JP" altLang="en-US" sz="2200">
                <a:solidFill>
                  <a:srgbClr val="21343B"/>
                </a:solidFill>
                <a:latin typeface="Meiryo" panose="020B0604030504040204" pitchFamily="50" charset="-128"/>
                <a:ea typeface="Meiryo" panose="020B0604030504040204" pitchFamily="50" charset="-128"/>
              </a:rPr>
              <a:t>固定・</a:t>
            </a:r>
            <a:r>
              <a:rPr kumimoji="1" lang="en-US" altLang="ja-JP" sz="2200">
                <a:solidFill>
                  <a:srgbClr val="21343B"/>
                </a:solidFill>
                <a:latin typeface="Meiryo" panose="020B0604030504040204" pitchFamily="50" charset="-128"/>
                <a:ea typeface="Meiryo" panose="020B0604030504040204" pitchFamily="50" charset="-128"/>
              </a:rPr>
              <a:t>S</a:t>
            </a:r>
            <a:r>
              <a:rPr kumimoji="1" lang="ja-JP" altLang="en-US" sz="2200">
                <a:solidFill>
                  <a:srgbClr val="21343B"/>
                </a:solidFill>
                <a:latin typeface="Meiryo" panose="020B0604030504040204" pitchFamily="50" charset="-128"/>
                <a:ea typeface="Meiryo" panose="020B0604030504040204" pitchFamily="50" charset="-128"/>
              </a:rPr>
              <a:t>ピーク・イベント前後を混ぜない</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対数回帰の傾きと、系統誤差を区別する</a:t>
            </a:r>
          </a:p>
        </p:txBody>
      </p:sp>
      <p:sp>
        <p:nvSpPr>
          <p:cNvPr id="8" name="正方形/長方形 7">
            <a:extLst>
              <a:ext uri="{FF2B5EF4-FFF2-40B4-BE49-F238E27FC236}">
                <a16:creationId xmlns:a16="http://schemas.microsoft.com/office/drawing/2014/main" id="{72B0CE7A-958E-C5F0-13A4-CAC3A73D19E8}"/>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E542AA16-8E1C-BB73-64F6-8F7E03DEA253}"/>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log x = log z + </a:t>
            </a:r>
            <a:r>
              <a:rPr kumimoji="1" lang="el-GR" altLang="ja-JP" sz="2500">
                <a:solidFill>
                  <a:srgbClr val="21343B"/>
                </a:solidFill>
                <a:latin typeface="Meiryo" panose="020B0604030504040204" pitchFamily="50" charset="-128"/>
                <a:ea typeface="Meiryo" panose="020B0604030504040204" pitchFamily="50" charset="-128"/>
              </a:rPr>
              <a:t>ζ </a:t>
            </a:r>
            <a:r>
              <a:rPr kumimoji="1" lang="en-US" altLang="ja-JP" sz="2500">
                <a:solidFill>
                  <a:srgbClr val="21343B"/>
                </a:solidFill>
                <a:latin typeface="Meiryo" panose="020B0604030504040204" pitchFamily="50" charset="-128"/>
                <a:ea typeface="Meiryo" panose="020B0604030504040204" pitchFamily="50" charset="-128"/>
              </a:rPr>
              <a:t>log y</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(N) − 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 ∼ N</a:t>
            </a:r>
            <a:r>
              <a:rPr kumimoji="1" lang="en-US" altLang="ja-JP" sz="1850" baseline="30000">
                <a:solidFill>
                  <a:srgbClr val="21343B"/>
                </a:solidFill>
                <a:latin typeface="Meiryo" panose="020B0604030504040204" pitchFamily="50" charset="-128"/>
                <a:ea typeface="Meiryo" panose="020B0604030504040204" pitchFamily="50" charset="-128"/>
              </a:rPr>
              <a:t>−1/</a:t>
            </a:r>
            <a:r>
              <a:rPr kumimoji="1" lang="el-GR" altLang="ja-JP" sz="1850" baseline="30000">
                <a:solidFill>
                  <a:srgbClr val="21343B"/>
                </a:solidFill>
                <a:latin typeface="Meiryo" panose="020B0604030504040204" pitchFamily="50" charset="-128"/>
                <a:ea typeface="Meiryo" panose="020B0604030504040204" pitchFamily="50" charset="-128"/>
              </a:rPr>
              <a:t>ν̄</a:t>
            </a:r>
            <a:endParaRPr kumimoji="1" lang="ja-JP" altLang="en-US" sz="1850" baseline="300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452622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93263286-08BE-5B8E-7248-2238C89D6FAC}"/>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5</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論文の数値解析手法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E369A4D6-BCF3-0A43-6B57-EB41C435289A}"/>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conventional</a:t>
            </a:r>
            <a:r>
              <a:rPr kumimoji="1" lang="ja-JP" altLang="en-US" sz="3100" b="1">
                <a:solidFill>
                  <a:srgbClr val="21343B"/>
                </a:solidFill>
                <a:latin typeface="Meiryo" panose="020B0604030504040204" pitchFamily="50" charset="-128"/>
                <a:ea typeface="Meiryo" panose="020B0604030504040204" pitchFamily="50" charset="-128"/>
              </a:rPr>
              <a:t>と</a:t>
            </a:r>
            <a:r>
              <a:rPr kumimoji="1" lang="en-US" altLang="ja-JP" sz="3100" b="1">
                <a:solidFill>
                  <a:srgbClr val="21343B"/>
                </a:solidFill>
                <a:latin typeface="Meiryo" panose="020B0604030504040204" pitchFamily="50" charset="-128"/>
                <a:ea typeface="Meiryo" panose="020B0604030504040204" pitchFamily="50" charset="-128"/>
              </a:rPr>
              <a:t>event-based</a:t>
            </a:r>
            <a:endParaRPr kumimoji="1" lang="ja-JP" altLang="en-US" sz="3100" b="1">
              <a:solidFill>
                <a:srgbClr val="21343B"/>
              </a:solidFill>
              <a:latin typeface="Meiryo" panose="020B0604030504040204" pitchFamily="50" charset="-128"/>
              <a:ea typeface="Meiryo" panose="020B0604030504040204" pitchFamily="50" charset="-128"/>
            </a:endParaRPr>
          </a:p>
        </p:txBody>
      </p:sp>
      <p:cxnSp>
        <p:nvCxnSpPr>
          <p:cNvPr id="4" name="直線コネクタ 3">
            <a:extLst>
              <a:ext uri="{FF2B5EF4-FFF2-40B4-BE49-F238E27FC236}">
                <a16:creationId xmlns:a16="http://schemas.microsoft.com/office/drawing/2014/main" id="{5459FE99-D188-1F7E-ADF3-6C2AF6F23A66}"/>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A975935E-10EF-C5C5-CA93-F77DC4F0B23A}"/>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PDF3–6</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S8</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S13–S18</a:t>
            </a:r>
            <a:r>
              <a:rPr kumimoji="1" lang="ja-JP" altLang="en-US" sz="950">
                <a:solidFill>
                  <a:srgbClr val="52676E"/>
                </a:solidFill>
                <a:latin typeface="Meiryo" panose="020B0604030504040204" pitchFamily="50" charset="-128"/>
                <a:ea typeface="Meiryo" panose="020B0604030504040204" pitchFamily="50" charset="-128"/>
              </a:rPr>
              <a:t>・表</a:t>
            </a:r>
            <a:r>
              <a:rPr kumimoji="1" lang="en-US" altLang="ja-JP" sz="950">
                <a:solidFill>
                  <a:srgbClr val="52676E"/>
                </a:solidFill>
                <a:latin typeface="Meiryo" panose="020B0604030504040204" pitchFamily="50" charset="-128"/>
                <a:ea typeface="Meiryo" panose="020B0604030504040204" pitchFamily="50" charset="-128"/>
              </a:rPr>
              <a:t>S2/S3</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B8A18BE1-A89E-82D6-5B3F-D69ACA34A5DF}"/>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18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comparison-table">
            <a:extLst>
              <a:ext uri="{FF2B5EF4-FFF2-40B4-BE49-F238E27FC236}">
                <a16:creationId xmlns:a16="http://schemas.microsoft.com/office/drawing/2014/main" id="{FD90EF21-C909-711A-CA6A-80931F7C67E8}"/>
              </a:ext>
            </a:extLst>
          </p:cNvPr>
          <p:cNvGraphicFramePr>
            <a:graphicFrameLocks noGrp="1"/>
          </p:cNvGraphicFramePr>
          <p:nvPr>
            <p:extLst>
              <p:ext uri="{D42A27DB-BD31-4B8C-83A1-F6EECF244321}">
                <p14:modId xmlns:p14="http://schemas.microsoft.com/office/powerpoint/2010/main" val="3389951131"/>
              </p:ext>
            </p:extLst>
          </p:nvPr>
        </p:nvGraphicFramePr>
        <p:xfrm>
          <a:off x="508000" y="1765300"/>
          <a:ext cx="11176000" cy="27051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3727556933"/>
                    </a:ext>
                  </a:extLst>
                </a:gridCol>
                <a:gridCol w="3725333">
                  <a:extLst>
                    <a:ext uri="{9D8B030D-6E8A-4147-A177-3AD203B41FA5}">
                      <a16:colId xmlns:a16="http://schemas.microsoft.com/office/drawing/2014/main" val="3225707131"/>
                    </a:ext>
                  </a:extLst>
                </a:gridCol>
                <a:gridCol w="3725333">
                  <a:extLst>
                    <a:ext uri="{9D8B030D-6E8A-4147-A177-3AD203B41FA5}">
                      <a16:colId xmlns:a16="http://schemas.microsoft.com/office/drawing/2014/main" val="3536535779"/>
                    </a:ext>
                  </a:extLst>
                </a:gridCol>
              </a:tblGrid>
              <a:tr h="901700">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基準</a:t>
                      </a:r>
                    </a:p>
                  </a:txBody>
                  <a:tcPr marL="127000" marR="127000" marT="88900" marB="63500" anchor="ctr">
                    <a:solidFill>
                      <a:srgbClr val="147D83"/>
                    </a:solidFill>
                  </a:tcPr>
                </a:tc>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揃える位置</a:t>
                      </a:r>
                    </a:p>
                  </a:txBody>
                  <a:tcPr marL="127000" marR="127000" marT="88900" marB="63500" anchor="ctr">
                    <a:solidFill>
                      <a:srgbClr val="147D83"/>
                    </a:solidFill>
                  </a:tcPr>
                </a:tc>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代表的な量</a:t>
                      </a:r>
                    </a:p>
                  </a:txBody>
                  <a:tcPr marL="127000" marR="127000" marT="88900" marB="63500" anchor="ctr">
                    <a:solidFill>
                      <a:srgbClr val="147D83"/>
                    </a:solidFill>
                  </a:tcPr>
                </a:tc>
                <a:extLst>
                  <a:ext uri="{0D108BD9-81ED-4DB2-BD59-A6C34878D82A}">
                    <a16:rowId xmlns:a16="http://schemas.microsoft.com/office/drawing/2014/main" val="2766164866"/>
                  </a:ext>
                </a:extLst>
              </a:tr>
              <a:tr h="901700">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conventional</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共通</a:t>
                      </a:r>
                      <a:r>
                        <a:rPr kumimoji="1" lang="en-US" altLang="ja-JP" sz="1900" b="0">
                          <a:solidFill>
                            <a:srgbClr val="21343B"/>
                          </a:solidFill>
                          <a:latin typeface="Meiryo" panose="020B0604030504040204" pitchFamily="50" charset="-128"/>
                          <a:ea typeface="Meiryo" panose="020B0604030504040204" pitchFamily="50" charset="-128"/>
                        </a:rPr>
                        <a:t>p</a:t>
                      </a:r>
                      <a:r>
                        <a:rPr kumimoji="1" lang="ja-JP" altLang="en-US" sz="1900" b="0">
                          <a:solidFill>
                            <a:srgbClr val="21343B"/>
                          </a:solidFill>
                          <a:latin typeface="Meiryo" panose="020B0604030504040204" pitchFamily="50" charset="-128"/>
                          <a:ea typeface="Meiryo" panose="020B0604030504040204" pitchFamily="50" charset="-128"/>
                        </a:rPr>
                        <a:t>、平均</a:t>
                      </a:r>
                      <a:r>
                        <a:rPr kumimoji="1" lang="en-US" altLang="ja-JP" sz="1900" b="0">
                          <a:solidFill>
                            <a:srgbClr val="21343B"/>
                          </a:solidFill>
                          <a:latin typeface="Meiryo" panose="020B0604030504040204" pitchFamily="50" charset="-128"/>
                          <a:ea typeface="Meiryo" panose="020B0604030504040204" pitchFamily="50" charset="-128"/>
                        </a:rPr>
                        <a:t>S</a:t>
                      </a:r>
                      <a:r>
                        <a:rPr kumimoji="1" lang="ja-JP" altLang="en-US" sz="1900" b="0">
                          <a:solidFill>
                            <a:srgbClr val="21343B"/>
                          </a:solidFill>
                          <a:latin typeface="Meiryo" panose="020B0604030504040204" pitchFamily="50" charset="-128"/>
                          <a:ea typeface="Meiryo" panose="020B0604030504040204" pitchFamily="50" charset="-128"/>
                        </a:rPr>
                        <a:t>ピーク</a:t>
                      </a: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⟨P(p)⟩</a:t>
                      </a:r>
                      <a:r>
                        <a:rPr kumimoji="1" lang="ja-JP" altLang="en-US" sz="1900" b="0">
                          <a:solidFill>
                            <a:srgbClr val="21343B"/>
                          </a:solidFill>
                          <a:latin typeface="Meiryo" panose="020B0604030504040204" pitchFamily="50" charset="-128"/>
                          <a:ea typeface="Meiryo" panose="020B0604030504040204" pitchFamily="50" charset="-128"/>
                        </a:rPr>
                        <a:t>、</a:t>
                      </a:r>
                      <a:r>
                        <a:rPr kumimoji="1" lang="en-US" altLang="ja-JP" sz="1900" b="0">
                          <a:solidFill>
                            <a:srgbClr val="21343B"/>
                          </a:solidFill>
                          <a:latin typeface="Meiryo" panose="020B0604030504040204" pitchFamily="50" charset="-128"/>
                          <a:ea typeface="Meiryo" panose="020B0604030504040204" pitchFamily="50" charset="-128"/>
                        </a:rPr>
                        <a:t>⟨S(p)⟩</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extLst>
                  <a:ext uri="{0D108BD9-81ED-4DB2-BD59-A6C34878D82A}">
                    <a16:rowId xmlns:a16="http://schemas.microsoft.com/office/drawing/2014/main" val="3453228392"/>
                  </a:ext>
                </a:extLst>
              </a:tr>
              <a:tr h="901700">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event-based</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各</a:t>
                      </a:r>
                      <a:r>
                        <a:rPr kumimoji="1" lang="en-US" altLang="ja-JP" sz="1900" b="0">
                          <a:solidFill>
                            <a:srgbClr val="21343B"/>
                          </a:solidFill>
                          <a:latin typeface="Meiryo" panose="020B0604030504040204" pitchFamily="50" charset="-128"/>
                          <a:ea typeface="Meiryo" panose="020B0604030504040204" pitchFamily="50" charset="-128"/>
                        </a:rPr>
                        <a:t>run</a:t>
                      </a:r>
                      <a:r>
                        <a:rPr kumimoji="1" lang="ja-JP" altLang="en-US" sz="1900" b="0">
                          <a:solidFill>
                            <a:srgbClr val="21343B"/>
                          </a:solidFill>
                          <a:latin typeface="Meiryo" panose="020B0604030504040204" pitchFamily="50" charset="-128"/>
                          <a:ea typeface="Meiryo" panose="020B0604030504040204" pitchFamily="50" charset="-128"/>
                        </a:rPr>
                        <a:t>の最大落下</a:t>
                      </a: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P⁻</a:t>
                      </a:r>
                      <a:r>
                        <a:rPr kumimoji="1" lang="ja-JP" altLang="en-US" sz="1900" b="0">
                          <a:solidFill>
                            <a:srgbClr val="21343B"/>
                          </a:solidFill>
                          <a:latin typeface="Meiryo" panose="020B0604030504040204" pitchFamily="50" charset="-128"/>
                          <a:ea typeface="Meiryo" panose="020B0604030504040204" pitchFamily="50" charset="-128"/>
                        </a:rPr>
                        <a:t>、</a:t>
                      </a:r>
                      <a:r>
                        <a:rPr kumimoji="1" lang="en-US" altLang="ja-JP" sz="1900" b="0">
                          <a:solidFill>
                            <a:srgbClr val="21343B"/>
                          </a:solidFill>
                          <a:latin typeface="Meiryo" panose="020B0604030504040204" pitchFamily="50" charset="-128"/>
                          <a:ea typeface="Meiryo" panose="020B0604030504040204" pitchFamily="50" charset="-128"/>
                        </a:rPr>
                        <a:t>P⁺</a:t>
                      </a:r>
                      <a:r>
                        <a:rPr kumimoji="1" lang="ja-JP" altLang="en-US" sz="1900" b="0">
                          <a:solidFill>
                            <a:srgbClr val="21343B"/>
                          </a:solidFill>
                          <a:latin typeface="Meiryo" panose="020B0604030504040204" pitchFamily="50" charset="-128"/>
                          <a:ea typeface="Meiryo" panose="020B0604030504040204" pitchFamily="50" charset="-128"/>
                        </a:rPr>
                        <a:t>、</a:t>
                      </a:r>
                      <a:r>
                        <a:rPr kumimoji="1" lang="en-US" altLang="ja-JP" sz="1900" b="0">
                          <a:solidFill>
                            <a:srgbClr val="21343B"/>
                          </a:solidFill>
                          <a:latin typeface="Meiryo" panose="020B0604030504040204" pitchFamily="50" charset="-128"/>
                          <a:ea typeface="Meiryo" panose="020B0604030504040204" pitchFamily="50" charset="-128"/>
                        </a:rPr>
                        <a:t>p⁻</a:t>
                      </a:r>
                      <a:r>
                        <a:rPr kumimoji="1" lang="ja-JP" altLang="en-US" sz="1900" b="0">
                          <a:solidFill>
                            <a:srgbClr val="21343B"/>
                          </a:solidFill>
                          <a:latin typeface="Meiryo" panose="020B0604030504040204" pitchFamily="50" charset="-128"/>
                          <a:ea typeface="Meiryo" panose="020B0604030504040204" pitchFamily="50" charset="-128"/>
                        </a:rPr>
                        <a:t>、</a:t>
                      </a:r>
                      <a:r>
                        <a:rPr kumimoji="1" lang="en-US" altLang="ja-JP" sz="1900" b="0">
                          <a:solidFill>
                            <a:srgbClr val="21343B"/>
                          </a:solidFill>
                          <a:latin typeface="Meiryo" panose="020B0604030504040204" pitchFamily="50" charset="-128"/>
                          <a:ea typeface="Meiryo" panose="020B0604030504040204" pitchFamily="50" charset="-128"/>
                        </a:rPr>
                        <a:t>p⁺</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extLst>
                  <a:ext uri="{0D108BD9-81ED-4DB2-BD59-A6C34878D82A}">
                    <a16:rowId xmlns:a16="http://schemas.microsoft.com/office/drawing/2014/main" val="1439688400"/>
                  </a:ext>
                </a:extLst>
              </a:tr>
            </a:tbl>
          </a:graphicData>
        </a:graphic>
      </p:graphicFrame>
      <p:sp>
        <p:nvSpPr>
          <p:cNvPr id="8" name="body-7">
            <a:extLst>
              <a:ext uri="{FF2B5EF4-FFF2-40B4-BE49-F238E27FC236}">
                <a16:creationId xmlns:a16="http://schemas.microsoft.com/office/drawing/2014/main" id="{67D276D9-F2F7-B2C4-D1C4-51BF7CCCA4DC}"/>
              </a:ext>
            </a:extLst>
          </p:cNvPr>
          <p:cNvSpPr txBox="1"/>
          <p:nvPr/>
        </p:nvSpPr>
        <p:spPr>
          <a:xfrm>
            <a:off x="571500" y="4572000"/>
            <a:ext cx="110490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測定位置を揃える規則が異なる</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原論文</a:t>
            </a:r>
            <a:r>
              <a:rPr kumimoji="1" lang="en-US" altLang="ja-JP" sz="2000">
                <a:solidFill>
                  <a:srgbClr val="21343B"/>
                </a:solidFill>
                <a:latin typeface="Meiryo" panose="020B0604030504040204" pitchFamily="50" charset="-128"/>
                <a:ea typeface="Meiryo" panose="020B0604030504040204" pitchFamily="50" charset="-128"/>
              </a:rPr>
              <a:t>event</a:t>
            </a:r>
            <a:r>
              <a:rPr kumimoji="1" lang="ja-JP" altLang="en-US" sz="2000">
                <a:solidFill>
                  <a:srgbClr val="21343B"/>
                </a:solidFill>
                <a:latin typeface="Meiryo" panose="020B0604030504040204" pitchFamily="50" charset="-128"/>
                <a:ea typeface="Meiryo" panose="020B0604030504040204" pitchFamily="50" charset="-128"/>
              </a:rPr>
              <a:t>は最大単一辺落下の直前／直後</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本研究の要求区間中点と同一定義ではない</a:t>
            </a:r>
          </a:p>
        </p:txBody>
      </p:sp>
    </p:spTree>
    <p:extLst>
      <p:ext uri="{BB962C8B-B14F-4D97-AF65-F5344CB8AC3E}">
        <p14:creationId xmlns:p14="http://schemas.microsoft.com/office/powerpoint/2010/main" val="3815795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925D1BD2-DBB8-7583-BB46-E1B95F4AB833}"/>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5</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SPP</a:t>
            </a:r>
            <a:r>
              <a:rPr kumimoji="1" lang="ja-JP" altLang="en-US" sz="1150" b="1">
                <a:solidFill>
                  <a:srgbClr val="147D83"/>
                </a:solidFill>
                <a:latin typeface="Meiryo" panose="020B0604030504040204" pitchFamily="50" charset="-128"/>
                <a:ea typeface="Meiryo" panose="020B0604030504040204" pitchFamily="50" charset="-128"/>
              </a:rPr>
              <a:t>論文の数値解析手法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A53961FE-393D-BB60-382C-39A4EA6C8AB3}"/>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転移幅の測定規則と不確かさ</a:t>
            </a:r>
          </a:p>
        </p:txBody>
      </p:sp>
      <p:cxnSp>
        <p:nvCxnSpPr>
          <p:cNvPr id="4" name="直線コネクタ 3">
            <a:extLst>
              <a:ext uri="{FF2B5EF4-FFF2-40B4-BE49-F238E27FC236}">
                <a16:creationId xmlns:a16="http://schemas.microsoft.com/office/drawing/2014/main" id="{4ABB0CA9-4FDF-38B9-9408-98C2FCF595E5}"/>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E32658BB-F9B1-48F2-D46A-C2D3B089F834}"/>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PDF4</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047402-4</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5</a:t>
            </a: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5</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S4</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S5</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S17</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E2C7540A-A35C-0B15-46E6-7809E548665A}"/>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19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DB7D3EE5-8737-6738-7369-555EFE1D14DD}"/>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p₂,t₂</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P&gt;1/2</a:t>
            </a:r>
            <a:r>
              <a:rPr kumimoji="1" lang="ja-JP" altLang="en-US" sz="2200">
                <a:solidFill>
                  <a:srgbClr val="21343B"/>
                </a:solidFill>
                <a:latin typeface="Meiryo" panose="020B0604030504040204" pitchFamily="50" charset="-128"/>
                <a:ea typeface="Meiryo" panose="020B0604030504040204" pitchFamily="50" charset="-128"/>
              </a:rPr>
              <a:t>を最後に満たす状態</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p₁,t₁</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P&gt;1/√N</a:t>
            </a:r>
            <a:r>
              <a:rPr kumimoji="1" lang="ja-JP" altLang="en-US" sz="2200">
                <a:solidFill>
                  <a:srgbClr val="21343B"/>
                </a:solidFill>
                <a:latin typeface="Meiryo" panose="020B0604030504040204" pitchFamily="50" charset="-128"/>
                <a:ea typeface="Meiryo" panose="020B0604030504040204" pitchFamily="50" charset="-128"/>
              </a:rPr>
              <a:t>を最後に満たす状態</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t</a:t>
            </a:r>
            <a:r>
              <a:rPr kumimoji="1" lang="ja-JP" altLang="en-US" sz="2200">
                <a:solidFill>
                  <a:srgbClr val="21343B"/>
                </a:solidFill>
                <a:latin typeface="Meiryo" panose="020B0604030504040204" pitchFamily="50" charset="-128"/>
                <a:ea typeface="Meiryo" panose="020B0604030504040204" pitchFamily="50" charset="-128"/>
              </a:rPr>
              <a:t>は棄却も含む全要求回数</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標準偏差・標準誤差・</a:t>
            </a:r>
            <a:r>
              <a:rPr kumimoji="1" lang="en-US" altLang="ja-JP" sz="2200">
                <a:solidFill>
                  <a:srgbClr val="21343B"/>
                </a:solidFill>
                <a:latin typeface="Meiryo" panose="020B0604030504040204" pitchFamily="50" charset="-128"/>
                <a:ea typeface="Meiryo" panose="020B0604030504040204" pitchFamily="50" charset="-128"/>
              </a:rPr>
              <a:t>95%</a:t>
            </a:r>
            <a:r>
              <a:rPr kumimoji="1" lang="ja-JP" altLang="en-US" sz="2200">
                <a:solidFill>
                  <a:srgbClr val="21343B"/>
                </a:solidFill>
                <a:latin typeface="Meiryo" panose="020B0604030504040204" pitchFamily="50" charset="-128"/>
                <a:ea typeface="Meiryo" panose="020B0604030504040204" pitchFamily="50" charset="-128"/>
              </a:rPr>
              <a:t>区間・回帰誤差を区別</a:t>
            </a:r>
          </a:p>
        </p:txBody>
      </p:sp>
      <p:sp>
        <p:nvSpPr>
          <p:cNvPr id="8" name="正方形/長方形 7">
            <a:extLst>
              <a:ext uri="{FF2B5EF4-FFF2-40B4-BE49-F238E27FC236}">
                <a16:creationId xmlns:a16="http://schemas.microsoft.com/office/drawing/2014/main" id="{D93C8FA6-43C8-C403-3F8A-C2FDC83BFFD3}"/>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71FBF54D-3DFE-7553-4F99-C7EC1FED304F}"/>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Δ</a:t>
            </a:r>
            <a:r>
              <a:rPr kumimoji="1" lang="en-US" altLang="ja-JP" sz="2500">
                <a:solidFill>
                  <a:srgbClr val="21343B"/>
                </a:solidFill>
                <a:latin typeface="Meiryo" panose="020B0604030504040204" pitchFamily="50" charset="-128"/>
                <a:ea typeface="Meiryo" panose="020B0604030504040204" pitchFamily="50" charset="-128"/>
              </a:rPr>
              <a:t>p = p₁ − p₂</a:t>
            </a:r>
          </a:p>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Δ</a:t>
            </a:r>
            <a:r>
              <a:rPr kumimoji="1" lang="en-US" altLang="ja-JP" sz="2500">
                <a:solidFill>
                  <a:srgbClr val="21343B"/>
                </a:solidFill>
                <a:latin typeface="Meiryo" panose="020B0604030504040204" pitchFamily="50" charset="-128"/>
                <a:ea typeface="Meiryo" panose="020B0604030504040204" pitchFamily="50" charset="-128"/>
              </a:rPr>
              <a:t>t̃ = (t₁ − t₂) / N²</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947786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82936D94-E386-0B2C-AE66-32A2275278C8}"/>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6</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2</a:t>
            </a:r>
            <a:r>
              <a:rPr kumimoji="1" lang="ja-JP" altLang="en-US" sz="1150" b="1">
                <a:solidFill>
                  <a:srgbClr val="147D83"/>
                </a:solidFill>
                <a:latin typeface="Meiryo" panose="020B0604030504040204" pitchFamily="50" charset="-128"/>
                <a:ea typeface="Meiryo" panose="020B0604030504040204" pitchFamily="50" charset="-128"/>
              </a:rPr>
              <a:t>次元正方格子における数値実験   ／   目安 </a:t>
            </a:r>
            <a:r>
              <a:rPr kumimoji="1" lang="en-US" altLang="ja-JP" sz="1150" b="1">
                <a:solidFill>
                  <a:srgbClr val="147D83"/>
                </a:solidFill>
                <a:latin typeface="Meiryo" panose="020B0604030504040204" pitchFamily="50" charset="-128"/>
                <a:ea typeface="Meiryo" panose="020B0604030504040204" pitchFamily="50" charset="-128"/>
              </a:rPr>
              <a:t>2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771E34C6-7A3C-5EED-8D9B-DC3C5547D310}"/>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開境界の</a:t>
            </a:r>
            <a:r>
              <a:rPr kumimoji="1" lang="en-US" altLang="ja-JP" sz="3100" b="1">
                <a:solidFill>
                  <a:srgbClr val="21343B"/>
                </a:solidFill>
                <a:latin typeface="Meiryo" panose="020B0604030504040204" pitchFamily="50" charset="-128"/>
                <a:ea typeface="Meiryo" panose="020B0604030504040204" pitchFamily="50" charset="-128"/>
              </a:rPr>
              <a:t>2</a:t>
            </a:r>
            <a:r>
              <a:rPr kumimoji="1" lang="ja-JP" altLang="en-US" sz="3100" b="1">
                <a:solidFill>
                  <a:srgbClr val="21343B"/>
                </a:solidFill>
                <a:latin typeface="Meiryo" panose="020B0604030504040204" pitchFamily="50" charset="-128"/>
                <a:ea typeface="Meiryo" panose="020B0604030504040204" pitchFamily="50" charset="-128"/>
              </a:rPr>
              <a:t>次元正方格子モデル</a:t>
            </a:r>
          </a:p>
        </p:txBody>
      </p:sp>
      <p:cxnSp>
        <p:nvCxnSpPr>
          <p:cNvPr id="4" name="直線コネクタ 3">
            <a:extLst>
              <a:ext uri="{FF2B5EF4-FFF2-40B4-BE49-F238E27FC236}">
                <a16:creationId xmlns:a16="http://schemas.microsoft.com/office/drawing/2014/main" id="{F976825A-C1F0-9CC6-D779-4F869E42FB6C}"/>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6F73DF62-C9DC-A67B-C7C2-547D54D4D4A5}"/>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本研究 </a:t>
            </a:r>
            <a:r>
              <a:rPr kumimoji="1" lang="en-US" altLang="ja-JP" sz="950">
                <a:solidFill>
                  <a:srgbClr val="52676E"/>
                </a:solidFill>
                <a:latin typeface="Meiryo" panose="020B0604030504040204" pitchFamily="50" charset="-128"/>
                <a:ea typeface="Meiryo" panose="020B0604030504040204" pitchFamily="50" charset="-128"/>
              </a:rPr>
              <a:t>SquareLattice.buildAdjacency</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SPPSimulator</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ShortestPathFinder</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4 8–10</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85442E23-AD1C-7CE2-089F-A29429BD321C}"/>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20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3353E75D-593E-F596-7398-67021626E65E}"/>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L</a:t>
            </a:r>
            <a:r>
              <a:rPr kumimoji="1" lang="ja-JP" altLang="en-US" sz="2200">
                <a:solidFill>
                  <a:srgbClr val="21343B"/>
                </a:solidFill>
                <a:latin typeface="Meiryo" panose="020B0604030504040204" pitchFamily="50" charset="-128"/>
                <a:ea typeface="Meiryo" panose="020B0604030504040204" pitchFamily="50" charset="-128"/>
              </a:rPr>
              <a:t>：格子の一辺の頂点数</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水平・垂直に各</a:t>
            </a:r>
            <a:r>
              <a:rPr kumimoji="1" lang="en-US" altLang="ja-JP" sz="2200">
                <a:solidFill>
                  <a:srgbClr val="21343B"/>
                </a:solidFill>
                <a:latin typeface="Meiryo" panose="020B0604030504040204" pitchFamily="50" charset="-128"/>
                <a:ea typeface="Meiryo" panose="020B0604030504040204" pitchFamily="50" charset="-128"/>
              </a:rPr>
              <a:t>L(L−1)</a:t>
            </a:r>
            <a:r>
              <a:rPr kumimoji="1" lang="ja-JP" altLang="en-US" sz="2200">
                <a:solidFill>
                  <a:srgbClr val="21343B"/>
                </a:solidFill>
                <a:latin typeface="Meiryo" panose="020B0604030504040204" pitchFamily="50" charset="-128"/>
                <a:ea typeface="Meiryo" panose="020B0604030504040204" pitchFamily="50" charset="-128"/>
              </a:rPr>
              <a:t>本の辺。巻き戻りはない</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同じ</a:t>
            </a:r>
            <a:r>
              <a:rPr kumimoji="1" lang="en-US" altLang="ja-JP" sz="2200">
                <a:solidFill>
                  <a:srgbClr val="21343B"/>
                </a:solidFill>
                <a:latin typeface="Meiryo" panose="020B0604030504040204" pitchFamily="50" charset="-128"/>
                <a:ea typeface="Meiryo" panose="020B0604030504040204" pitchFamily="50" charset="-128"/>
              </a:rPr>
              <a:t>SPP</a:t>
            </a:r>
            <a:r>
              <a:rPr kumimoji="1" lang="ja-JP" altLang="en-US" sz="2200">
                <a:solidFill>
                  <a:srgbClr val="21343B"/>
                </a:solidFill>
                <a:latin typeface="Meiryo" panose="020B0604030504040204" pitchFamily="50" charset="-128"/>
                <a:ea typeface="Meiryo" panose="020B0604030504040204" pitchFamily="50" charset="-128"/>
              </a:rPr>
              <a:t>規則を、幾何が明確なグラフで調べる</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経路長・切断領域と要求落下を対応づけられる</a:t>
            </a:r>
          </a:p>
        </p:txBody>
      </p:sp>
      <p:sp>
        <p:nvSpPr>
          <p:cNvPr id="8" name="正方形/長方形 7">
            <a:extLst>
              <a:ext uri="{FF2B5EF4-FFF2-40B4-BE49-F238E27FC236}">
                <a16:creationId xmlns:a16="http://schemas.microsoft.com/office/drawing/2014/main" id="{6F3EB1AE-3F3A-A1D9-CFA2-FCB704ACB757}"/>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072D2C85-F4D4-A64F-24BB-57AD3A7CA28B}"/>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pt-BR" altLang="ja-JP" sz="2500">
                <a:solidFill>
                  <a:srgbClr val="21343B"/>
                </a:solidFill>
                <a:latin typeface="Meiryo" panose="020B0604030504040204" pitchFamily="50" charset="-128"/>
                <a:ea typeface="Meiryo" panose="020B0604030504040204" pitchFamily="50" charset="-128"/>
              </a:rPr>
              <a:t>N = L²</a:t>
            </a:r>
          </a:p>
          <a:p>
            <a:pPr>
              <a:lnSpc>
                <a:spcPct val="112000"/>
              </a:lnSpc>
            </a:pPr>
            <a:r>
              <a:rPr kumimoji="1" lang="pt-BR" altLang="ja-JP" sz="2500">
                <a:solidFill>
                  <a:srgbClr val="21343B"/>
                </a:solidFill>
                <a:latin typeface="Meiryo" panose="020B0604030504040204" pitchFamily="50" charset="-128"/>
                <a:ea typeface="Meiryo" panose="020B0604030504040204" pitchFamily="50" charset="-128"/>
              </a:rPr>
              <a:t>E₀ = 2L(L−1)</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731722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5EF5D8C5-0A02-FC3F-EDBE-FC21143256B1}"/>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6</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2</a:t>
            </a:r>
            <a:r>
              <a:rPr kumimoji="1" lang="ja-JP" altLang="en-US" sz="1150" b="1">
                <a:solidFill>
                  <a:srgbClr val="147D83"/>
                </a:solidFill>
                <a:latin typeface="Meiryo" panose="020B0604030504040204" pitchFamily="50" charset="-128"/>
                <a:ea typeface="Meiryo" panose="020B0604030504040204" pitchFamily="50" charset="-128"/>
              </a:rPr>
              <a:t>次元正方格子における数値実験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A44CDFCB-A8B7-E32D-C576-D11829168E03}"/>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同じ</a:t>
            </a:r>
            <a:r>
              <a:rPr kumimoji="1" lang="en-US" altLang="ja-JP" sz="3100" b="1">
                <a:solidFill>
                  <a:srgbClr val="21343B"/>
                </a:solidFill>
                <a:latin typeface="Meiryo" panose="020B0604030504040204" pitchFamily="50" charset="-128"/>
                <a:ea typeface="Meiryo" panose="020B0604030504040204" pitchFamily="50" charset="-128"/>
              </a:rPr>
              <a:t>L=128</a:t>
            </a:r>
            <a:r>
              <a:rPr kumimoji="1" lang="ja-JP" altLang="en-US" sz="3100" b="1">
                <a:solidFill>
                  <a:srgbClr val="21343B"/>
                </a:solidFill>
                <a:latin typeface="Meiryo" panose="020B0604030504040204" pitchFamily="50" charset="-128"/>
                <a:ea typeface="Meiryo" panose="020B0604030504040204" pitchFamily="50" charset="-128"/>
              </a:rPr>
              <a:t>での条件比較</a:t>
            </a:r>
          </a:p>
        </p:txBody>
      </p:sp>
      <p:cxnSp>
        <p:nvCxnSpPr>
          <p:cNvPr id="4" name="直線コネクタ 3">
            <a:extLst>
              <a:ext uri="{FF2B5EF4-FFF2-40B4-BE49-F238E27FC236}">
                <a16:creationId xmlns:a16="http://schemas.microsoft.com/office/drawing/2014/main" id="{F0EA5840-9EF9-8B76-F6DC-1DC5EE2B88CE}"/>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A8DBEDA8-E921-F7B4-F7F8-E8A1637BD20D}"/>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既存図</a:t>
            </a:r>
            <a:r>
              <a:rPr kumimoji="1" lang="en-US" altLang="ja-JP" sz="950">
                <a:solidFill>
                  <a:srgbClr val="52676E"/>
                </a:solidFill>
                <a:latin typeface="Meiryo" panose="020B0604030504040204" pitchFamily="50" charset="-128"/>
                <a:ea typeface="Meiryo" panose="020B0604030504040204" pitchFamily="50" charset="-128"/>
              </a:rPr>
              <a:t>03</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ja_v2/data/curves.csv</a:t>
            </a:r>
            <a:r>
              <a:rPr kumimoji="1" lang="ja-JP" altLang="en-US" sz="950">
                <a:solidFill>
                  <a:srgbClr val="52676E"/>
                </a:solidFill>
                <a:latin typeface="Meiryo" panose="020B0604030504040204" pitchFamily="50" charset="-128"/>
                <a:ea typeface="Meiryo" panose="020B0604030504040204" pitchFamily="50" charset="-128"/>
              </a:rPr>
              <a:t>；要求状態の</a:t>
            </a:r>
            <a:r>
              <a:rPr kumimoji="1" lang="en-US" altLang="ja-JP" sz="950">
                <a:solidFill>
                  <a:srgbClr val="52676E"/>
                </a:solidFill>
                <a:latin typeface="Meiryo" panose="020B0604030504040204" pitchFamily="50" charset="-128"/>
                <a:ea typeface="Meiryo" panose="020B0604030504040204" pitchFamily="50" charset="-128"/>
              </a:rPr>
              <a:t>first-crossing</a:t>
            </a:r>
            <a:r>
              <a:rPr kumimoji="1" lang="ja-JP" altLang="en-US" sz="950">
                <a:solidFill>
                  <a:srgbClr val="52676E"/>
                </a:solidFill>
                <a:latin typeface="Meiryo" panose="020B0604030504040204" pitchFamily="50" charset="-128"/>
                <a:ea typeface="Meiryo" panose="020B0604030504040204" pitchFamily="50" charset="-128"/>
              </a:rPr>
              <a:t>集計</a:t>
            </a:r>
          </a:p>
        </p:txBody>
      </p:sp>
      <p:sp>
        <p:nvSpPr>
          <p:cNvPr id="6" name="page-5">
            <a:extLst>
              <a:ext uri="{FF2B5EF4-FFF2-40B4-BE49-F238E27FC236}">
                <a16:creationId xmlns:a16="http://schemas.microsoft.com/office/drawing/2014/main" id="{B8598F2B-CAF1-A3E9-CDEE-DE1003888E04}"/>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21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native-data-chart">
            <a:extLst>
              <a:ext uri="{FF2B5EF4-FFF2-40B4-BE49-F238E27FC236}">
                <a16:creationId xmlns:a16="http://schemas.microsoft.com/office/drawing/2014/main" id="{87254C0C-EA96-C38F-4742-27601C08246A}"/>
              </a:ext>
            </a:extLst>
          </p:cNvPr>
          <p:cNvGraphicFramePr/>
          <p:nvPr>
            <p:extLst>
              <p:ext uri="{D42A27DB-BD31-4B8C-83A1-F6EECF244321}">
                <p14:modId xmlns:p14="http://schemas.microsoft.com/office/powerpoint/2010/main" val="343208402"/>
              </p:ext>
            </p:extLst>
          </p:nvPr>
        </p:nvGraphicFramePr>
        <p:xfrm>
          <a:off x="508000" y="1765300"/>
          <a:ext cx="7874000" cy="4229100"/>
        </p:xfrm>
        <a:graphic>
          <a:graphicData uri="http://schemas.openxmlformats.org/drawingml/2006/chart">
            <c:chart xmlns:c="http://schemas.openxmlformats.org/drawingml/2006/chart" xmlns:r="http://schemas.openxmlformats.org/officeDocument/2006/relationships" r:id="rId3"/>
          </a:graphicData>
        </a:graphic>
      </p:graphicFrame>
      <p:sp>
        <p:nvSpPr>
          <p:cNvPr id="8" name="body-7">
            <a:extLst>
              <a:ext uri="{FF2B5EF4-FFF2-40B4-BE49-F238E27FC236}">
                <a16:creationId xmlns:a16="http://schemas.microsoft.com/office/drawing/2014/main" id="{46F5A5BF-1620-81A3-4371-1E5CB39918D8}"/>
              </a:ext>
            </a:extLst>
          </p:cNvPr>
          <p:cNvSpPr txBox="1"/>
          <p:nvPr/>
        </p:nvSpPr>
        <p:spPr>
          <a:xfrm>
            <a:off x="8636000" y="1854200"/>
            <a:ext cx="30480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C=1</a:t>
            </a:r>
            <a:r>
              <a:rPr kumimoji="1" lang="ja-JP" altLang="en-US" sz="2000">
                <a:solidFill>
                  <a:srgbClr val="21343B"/>
                </a:solidFill>
                <a:latin typeface="Meiryo" panose="020B0604030504040204" pitchFamily="50" charset="-128"/>
                <a:ea typeface="Meiryo" panose="020B0604030504040204" pitchFamily="50" charset="-128"/>
              </a:rPr>
              <a:t>・</a:t>
            </a:r>
            <a:r>
              <a:rPr kumimoji="1" lang="en-US" altLang="ja-JP" sz="2000">
                <a:solidFill>
                  <a:srgbClr val="21343B"/>
                </a:solidFill>
                <a:latin typeface="Meiryo" panose="020B0604030504040204" pitchFamily="50" charset="-128"/>
                <a:ea typeface="Meiryo" panose="020B0604030504040204" pitchFamily="50" charset="-128"/>
              </a:rPr>
              <a:t>C=2</a:t>
            </a:r>
            <a:r>
              <a:rPr kumimoji="1" lang="ja-JP" altLang="en-US" sz="2000">
                <a:solidFill>
                  <a:srgbClr val="21343B"/>
                </a:solidFill>
                <a:latin typeface="Meiryo" panose="020B0604030504040204" pitchFamily="50" charset="-128"/>
                <a:ea typeface="Meiryo" panose="020B0604030504040204" pitchFamily="50" charset="-128"/>
              </a:rPr>
              <a:t>・制限なしを同じ</a:t>
            </a:r>
            <a:r>
              <a:rPr kumimoji="1" lang="en-US" altLang="ja-JP" sz="2000">
                <a:solidFill>
                  <a:srgbClr val="21343B"/>
                </a:solidFill>
                <a:latin typeface="Meiryo" panose="020B0604030504040204" pitchFamily="50" charset="-128"/>
                <a:ea typeface="Meiryo" panose="020B0604030504040204" pitchFamily="50" charset="-128"/>
              </a:rPr>
              <a:t>L</a:t>
            </a:r>
            <a:r>
              <a:rPr kumimoji="1" lang="ja-JP" altLang="en-US" sz="2000">
                <a:solidFill>
                  <a:srgbClr val="21343B"/>
                </a:solidFill>
                <a:latin typeface="Meiryo" panose="020B0604030504040204" pitchFamily="50" charset="-128"/>
                <a:ea typeface="Meiryo" panose="020B0604030504040204" pitchFamily="50" charset="-128"/>
              </a:rPr>
              <a:t>で比較</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平均を表示。誤差は既存の補足資料に掲載</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丸印：全</a:t>
            </a:r>
            <a:r>
              <a:rPr kumimoji="1" lang="en-US" altLang="ja-JP" sz="2000">
                <a:solidFill>
                  <a:srgbClr val="21343B"/>
                </a:solidFill>
                <a:latin typeface="Meiryo" panose="020B0604030504040204" pitchFamily="50" charset="-128"/>
                <a:ea typeface="Meiryo" panose="020B0604030504040204" pitchFamily="50" charset="-128"/>
              </a:rPr>
              <a:t>run</a:t>
            </a:r>
            <a:r>
              <a:rPr kumimoji="1" lang="ja-JP" altLang="en-US" sz="2000">
                <a:solidFill>
                  <a:srgbClr val="21343B"/>
                </a:solidFill>
                <a:latin typeface="Meiryo" panose="020B0604030504040204" pitchFamily="50" charset="-128"/>
                <a:ea typeface="Meiryo" panose="020B0604030504040204" pitchFamily="50" charset="-128"/>
              </a:rPr>
              <a:t>共通の終端</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急峻な形だけでは転移次数を判定しない</a:t>
            </a:r>
          </a:p>
        </p:txBody>
      </p:sp>
    </p:spTree>
    <p:extLst>
      <p:ext uri="{BB962C8B-B14F-4D97-AF65-F5344CB8AC3E}">
        <p14:creationId xmlns:p14="http://schemas.microsoft.com/office/powerpoint/2010/main" val="215252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0957CB36-474B-4466-6F0E-0614D5D7440E}"/>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6</a:t>
            </a:r>
            <a:r>
              <a:rPr kumimoji="1" lang="ja-JP" altLang="en-US" sz="1150" b="1">
                <a:solidFill>
                  <a:srgbClr val="147D83"/>
                </a:solidFill>
                <a:latin typeface="Meiryo" panose="020B0604030504040204" pitchFamily="50" charset="-128"/>
                <a:ea typeface="Meiryo" panose="020B0604030504040204" pitchFamily="50" charset="-128"/>
              </a:rPr>
              <a:t>章 </a:t>
            </a:r>
            <a:r>
              <a:rPr kumimoji="1" lang="en-US" altLang="ja-JP" sz="1150" b="1">
                <a:solidFill>
                  <a:srgbClr val="147D83"/>
                </a:solidFill>
                <a:latin typeface="Meiryo" panose="020B0604030504040204" pitchFamily="50" charset="-128"/>
                <a:ea typeface="Meiryo" panose="020B0604030504040204" pitchFamily="50" charset="-128"/>
              </a:rPr>
              <a:t>2</a:t>
            </a:r>
            <a:r>
              <a:rPr kumimoji="1" lang="ja-JP" altLang="en-US" sz="1150" b="1">
                <a:solidFill>
                  <a:srgbClr val="147D83"/>
                </a:solidFill>
                <a:latin typeface="Meiryo" panose="020B0604030504040204" pitchFamily="50" charset="-128"/>
                <a:ea typeface="Meiryo" panose="020B0604030504040204" pitchFamily="50" charset="-128"/>
              </a:rPr>
              <a:t>次元正方格子における数値実験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47BC5F39-926F-32AC-D409-0169526812D4}"/>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最大要求落下と残る問い</a:t>
            </a:r>
          </a:p>
        </p:txBody>
      </p:sp>
      <p:cxnSp>
        <p:nvCxnSpPr>
          <p:cNvPr id="4" name="直線コネクタ 3">
            <a:extLst>
              <a:ext uri="{FF2B5EF4-FFF2-40B4-BE49-F238E27FC236}">
                <a16:creationId xmlns:a16="http://schemas.microsoft.com/office/drawing/2014/main" id="{40E4E72F-5B8A-8D6C-64F0-C943D14D86F4}"/>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E3A2CA70-6290-DB45-D8CF-71ACA9252018}"/>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既存図</a:t>
            </a:r>
            <a:r>
              <a:rPr kumimoji="1" lang="en-US" altLang="ja-JP" sz="950">
                <a:solidFill>
                  <a:srgbClr val="52676E"/>
                </a:solidFill>
                <a:latin typeface="Meiryo" panose="020B0604030504040204" pitchFamily="50" charset="-128"/>
                <a:ea typeface="Meiryo" panose="020B0604030504040204" pitchFamily="50" charset="-128"/>
              </a:rPr>
              <a:t>06</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ja_v2/data/event_summary.csv</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event_runs.csv</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1AB67E29-18BD-021E-E906-D2C182DC13B5}"/>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22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native-data-chart">
            <a:extLst>
              <a:ext uri="{FF2B5EF4-FFF2-40B4-BE49-F238E27FC236}">
                <a16:creationId xmlns:a16="http://schemas.microsoft.com/office/drawing/2014/main" id="{599C37F5-1A3D-E1FE-4D98-FCC4DC5C0EE1}"/>
              </a:ext>
            </a:extLst>
          </p:cNvPr>
          <p:cNvGraphicFramePr/>
          <p:nvPr>
            <p:extLst>
              <p:ext uri="{D42A27DB-BD31-4B8C-83A1-F6EECF244321}">
                <p14:modId xmlns:p14="http://schemas.microsoft.com/office/powerpoint/2010/main" val="1693837580"/>
              </p:ext>
            </p:extLst>
          </p:nvPr>
        </p:nvGraphicFramePr>
        <p:xfrm>
          <a:off x="508000" y="1765300"/>
          <a:ext cx="7874000" cy="3225800"/>
        </p:xfrm>
        <a:graphic>
          <a:graphicData uri="http://schemas.openxmlformats.org/drawingml/2006/chart">
            <c:chart xmlns:c="http://schemas.openxmlformats.org/drawingml/2006/chart" xmlns:r="http://schemas.openxmlformats.org/officeDocument/2006/relationships" r:id="rId3"/>
          </a:graphicData>
        </a:graphic>
      </p:graphicFrame>
      <p:sp>
        <p:nvSpPr>
          <p:cNvPr id="8" name="body-7">
            <a:extLst>
              <a:ext uri="{FF2B5EF4-FFF2-40B4-BE49-F238E27FC236}">
                <a16:creationId xmlns:a16="http://schemas.microsoft.com/office/drawing/2014/main" id="{288E6AF8-AFA9-5E61-43C5-92FBF133BAE0}"/>
              </a:ext>
            </a:extLst>
          </p:cNvPr>
          <p:cNvSpPr txBox="1"/>
          <p:nvPr/>
        </p:nvSpPr>
        <p:spPr>
          <a:xfrm>
            <a:off x="8636000" y="1854200"/>
            <a:ext cx="30480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制限なし</a:t>
            </a:r>
            <a:r>
              <a:rPr kumimoji="1" lang="en-US" altLang="ja-JP" sz="2000">
                <a:solidFill>
                  <a:srgbClr val="21343B"/>
                </a:solidFill>
                <a:latin typeface="Meiryo" panose="020B0604030504040204" pitchFamily="50" charset="-128"/>
                <a:ea typeface="Meiryo" panose="020B0604030504040204" pitchFamily="50" charset="-128"/>
              </a:rPr>
              <a:t>SPP</a:t>
            </a:r>
            <a:r>
              <a:rPr kumimoji="1" lang="ja-JP" altLang="en-US" sz="2000">
                <a:solidFill>
                  <a:srgbClr val="21343B"/>
                </a:solidFill>
                <a:latin typeface="Meiryo" panose="020B0604030504040204" pitchFamily="50" charset="-128"/>
                <a:ea typeface="Meiryo" panose="020B0604030504040204" pitchFamily="50" charset="-128"/>
              </a:rPr>
              <a:t>、要求</a:t>
            </a:r>
            <a:r>
              <a:rPr kumimoji="1" lang="en-US" altLang="ja-JP" sz="2000">
                <a:solidFill>
                  <a:srgbClr val="21343B"/>
                </a:solidFill>
                <a:latin typeface="Meiryo" panose="020B0604030504040204" pitchFamily="50" charset="-128"/>
                <a:ea typeface="Meiryo" panose="020B0604030504040204" pitchFamily="50" charset="-128"/>
              </a:rPr>
              <a:t>1</a:t>
            </a:r>
            <a:r>
              <a:rPr kumimoji="1" lang="ja-JP" altLang="en-US" sz="2000">
                <a:solidFill>
                  <a:srgbClr val="21343B"/>
                </a:solidFill>
                <a:latin typeface="Meiryo" panose="020B0604030504040204" pitchFamily="50" charset="-128"/>
                <a:ea typeface="Meiryo" panose="020B0604030504040204" pitchFamily="50" charset="-128"/>
              </a:rPr>
              <a:t>回の経路全削除を測定</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点：</a:t>
            </a:r>
            <a:r>
              <a:rPr kumimoji="1" lang="en-US" altLang="ja-JP" sz="2000">
                <a:solidFill>
                  <a:srgbClr val="21343B"/>
                </a:solidFill>
                <a:latin typeface="Meiryo" panose="020B0604030504040204" pitchFamily="50" charset="-128"/>
                <a:ea typeface="Meiryo" panose="020B0604030504040204" pitchFamily="50" charset="-128"/>
              </a:rPr>
              <a:t>run</a:t>
            </a:r>
            <a:r>
              <a:rPr kumimoji="1" lang="ja-JP" altLang="en-US" sz="2000">
                <a:solidFill>
                  <a:srgbClr val="21343B"/>
                </a:solidFill>
                <a:latin typeface="Meiryo" panose="020B0604030504040204" pitchFamily="50" charset="-128"/>
                <a:ea typeface="Meiryo" panose="020B0604030504040204" pitchFamily="50" charset="-128"/>
              </a:rPr>
              <a:t>平均、エラーバー：平均</a:t>
            </a:r>
            <a:r>
              <a:rPr kumimoji="1" lang="en-US" altLang="ja-JP" sz="2000">
                <a:solidFill>
                  <a:srgbClr val="21343B"/>
                </a:solidFill>
                <a:latin typeface="Meiryo" panose="020B0604030504040204" pitchFamily="50" charset="-128"/>
                <a:ea typeface="Meiryo" panose="020B0604030504040204" pitchFamily="50" charset="-128"/>
              </a:rPr>
              <a:t>±</a:t>
            </a:r>
            <a:r>
              <a:rPr kumimoji="1" lang="ja-JP" altLang="en-US" sz="2000">
                <a:solidFill>
                  <a:srgbClr val="21343B"/>
                </a:solidFill>
                <a:latin typeface="Meiryo" panose="020B0604030504040204" pitchFamily="50" charset="-128"/>
                <a:ea typeface="Meiryo" panose="020B0604030504040204" pitchFamily="50" charset="-128"/>
              </a:rPr>
              <a:t>標準誤差</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横軸は対数</a:t>
            </a:r>
            <a:r>
              <a:rPr kumimoji="1" lang="en-US" altLang="ja-JP" sz="2000">
                <a:solidFill>
                  <a:srgbClr val="21343B"/>
                </a:solidFill>
                <a:latin typeface="Meiryo" panose="020B0604030504040204" pitchFamily="50" charset="-128"/>
                <a:ea typeface="Meiryo" panose="020B0604030504040204" pitchFamily="50" charset="-128"/>
              </a:rPr>
              <a:t>L</a:t>
            </a:r>
            <a:r>
              <a:rPr kumimoji="1" lang="ja-JP" altLang="en-US" sz="2000">
                <a:solidFill>
                  <a:srgbClr val="21343B"/>
                </a:solidFill>
                <a:latin typeface="Meiryo" panose="020B0604030504040204" pitchFamily="50" charset="-128"/>
                <a:ea typeface="Meiryo" panose="020B0604030504040204" pitchFamily="50" charset="-128"/>
              </a:rPr>
              <a:t>、縦軸は線形</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ゼロへの遅い減衰か、
正の極限かは判別困難</a:t>
            </a:r>
          </a:p>
        </p:txBody>
      </p:sp>
      <p:sp>
        <p:nvSpPr>
          <p:cNvPr id="9" name="正方形/長方形 8">
            <a:extLst>
              <a:ext uri="{FF2B5EF4-FFF2-40B4-BE49-F238E27FC236}">
                <a16:creationId xmlns:a16="http://schemas.microsoft.com/office/drawing/2014/main" id="{C37D3A9A-8BB4-C402-FA67-EC0502EA54A2}"/>
              </a:ext>
            </a:extLst>
          </p:cNvPr>
          <p:cNvSpPr/>
          <p:nvPr/>
        </p:nvSpPr>
        <p:spPr>
          <a:xfrm>
            <a:off x="508000" y="5168900"/>
            <a:ext cx="11176000" cy="8763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formula-9">
            <a:extLst>
              <a:ext uri="{FF2B5EF4-FFF2-40B4-BE49-F238E27FC236}">
                <a16:creationId xmlns:a16="http://schemas.microsoft.com/office/drawing/2014/main" id="{31DBBE14-21B1-8147-B01F-4ABD61F12601}"/>
              </a:ext>
            </a:extLst>
          </p:cNvPr>
          <p:cNvSpPr txBox="1"/>
          <p:nvPr/>
        </p:nvSpPr>
        <p:spPr>
          <a:xfrm>
            <a:off x="711200" y="5321300"/>
            <a:ext cx="10769600" cy="276999"/>
          </a:xfrm>
          <a:prstGeom prst="rect">
            <a:avLst/>
          </a:prstGeom>
          <a:noFill/>
        </p:spPr>
        <p:txBody>
          <a:bodyPr vert="horz" wrap="square" lIns="0" tIns="0" rIns="0" bIns="0" rtlCol="0">
            <a:noAutofit/>
          </a:bodyPr>
          <a:lstStyle/>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Δ</a:t>
            </a:r>
            <a:r>
              <a:rPr kumimoji="1" lang="en-US" altLang="ja-JP" sz="2500">
                <a:solidFill>
                  <a:srgbClr val="21343B"/>
                </a:solidFill>
                <a:latin typeface="Meiryo" panose="020B0604030504040204" pitchFamily="50" charset="-128"/>
                <a:ea typeface="Meiryo" panose="020B0604030504040204" pitchFamily="50" charset="-128"/>
              </a:rPr>
              <a:t>P</a:t>
            </a:r>
            <a:r>
              <a:rPr kumimoji="1" lang="en-US" altLang="ja-JP" sz="1850" baseline="-16000">
                <a:solidFill>
                  <a:srgbClr val="21343B"/>
                </a:solidFill>
                <a:latin typeface="Meiryo" panose="020B0604030504040204" pitchFamily="50" charset="-128"/>
                <a:ea typeface="Meiryo" panose="020B0604030504040204" pitchFamily="50" charset="-128"/>
              </a:rPr>
              <a:t>max</a:t>
            </a:r>
            <a:r>
              <a:rPr kumimoji="1" lang="en-US" altLang="ja-JP" sz="2500">
                <a:solidFill>
                  <a:srgbClr val="21343B"/>
                </a:solidFill>
                <a:latin typeface="Meiryo" panose="020B0604030504040204" pitchFamily="50" charset="-128"/>
                <a:ea typeface="Meiryo" panose="020B0604030504040204" pitchFamily="50" charset="-128"/>
              </a:rPr>
              <a:t> = max</a:t>
            </a:r>
            <a:r>
              <a:rPr kumimoji="1" lang="en-US" altLang="ja-JP" sz="1850" baseline="-16000">
                <a:solidFill>
                  <a:srgbClr val="21343B"/>
                </a:solidFill>
                <a:latin typeface="Meiryo" panose="020B0604030504040204" pitchFamily="50" charset="-128"/>
                <a:ea typeface="Meiryo" panose="020B0604030504040204" pitchFamily="50" charset="-128"/>
              </a:rPr>
              <a:t>request</a:t>
            </a:r>
            <a:r>
              <a:rPr kumimoji="1" lang="en-US" altLang="ja-JP" sz="2500">
                <a:solidFill>
                  <a:srgbClr val="21343B"/>
                </a:solidFill>
                <a:latin typeface="Meiryo" panose="020B0604030504040204" pitchFamily="50" charset="-128"/>
                <a:ea typeface="Meiryo" panose="020B0604030504040204" pitchFamily="50" charset="-128"/>
              </a:rPr>
              <a:t> (P</a:t>
            </a:r>
            <a:r>
              <a:rPr kumimoji="1" lang="ja-JP" altLang="en-US" sz="1850" baseline="-16000">
                <a:solidFill>
                  <a:srgbClr val="21343B"/>
                </a:solidFill>
                <a:latin typeface="Meiryo" panose="020B0604030504040204" pitchFamily="50" charset="-128"/>
                <a:ea typeface="Meiryo" panose="020B0604030504040204" pitchFamily="50" charset="-128"/>
              </a:rPr>
              <a:t>直前</a:t>
            </a:r>
            <a:r>
              <a:rPr kumimoji="1" lang="ja-JP" altLang="en-US" sz="2500">
                <a:solidFill>
                  <a:srgbClr val="21343B"/>
                </a:solidFill>
                <a:latin typeface="Meiryo" panose="020B0604030504040204" pitchFamily="50" charset="-128"/>
                <a:ea typeface="Meiryo" panose="020B0604030504040204" pitchFamily="50" charset="-128"/>
              </a:rPr>
              <a:t> − </a:t>
            </a:r>
            <a:r>
              <a:rPr kumimoji="1" lang="en-US" altLang="ja-JP" sz="2500">
                <a:solidFill>
                  <a:srgbClr val="21343B"/>
                </a:solidFill>
                <a:latin typeface="Meiryo" panose="020B0604030504040204" pitchFamily="50" charset="-128"/>
                <a:ea typeface="Meiryo" panose="020B0604030504040204" pitchFamily="50" charset="-128"/>
              </a:rPr>
              <a:t>P</a:t>
            </a:r>
            <a:r>
              <a:rPr kumimoji="1" lang="ja-JP" altLang="en-US" sz="1850" baseline="-16000">
                <a:solidFill>
                  <a:srgbClr val="21343B"/>
                </a:solidFill>
                <a:latin typeface="Meiryo" panose="020B0604030504040204" pitchFamily="50" charset="-128"/>
                <a:ea typeface="Meiryo" panose="020B0604030504040204" pitchFamily="50" charset="-128"/>
              </a:rPr>
              <a:t>直後</a:t>
            </a:r>
            <a:r>
              <a:rPr kumimoji="1" lang="en-US" altLang="ja-JP" sz="2500">
                <a:solidFill>
                  <a:srgbClr val="21343B"/>
                </a:solidFill>
                <a:latin typeface="Meiryo" panose="020B0604030504040204" pitchFamily="50" charset="-128"/>
                <a:ea typeface="Meiryo" panose="020B0604030504040204" pitchFamily="50" charset="-128"/>
              </a:rPr>
              <a:t>)</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738764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2B7994BE-C289-EE1F-2927-2B956AA7B00E}"/>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7</a:t>
            </a:r>
            <a:r>
              <a:rPr kumimoji="1" lang="ja-JP" altLang="en-US" sz="1150" b="1">
                <a:solidFill>
                  <a:srgbClr val="147D83"/>
                </a:solidFill>
                <a:latin typeface="Meiryo" panose="020B0604030504040204" pitchFamily="50" charset="-128"/>
                <a:ea typeface="Meiryo" panose="020B0604030504040204" pitchFamily="50" charset="-128"/>
              </a:rPr>
              <a:t>章 今後の研究方針   ／   目安 </a:t>
            </a:r>
            <a:r>
              <a:rPr kumimoji="1" lang="en-US" altLang="ja-JP" sz="1150" b="1">
                <a:solidFill>
                  <a:srgbClr val="147D83"/>
                </a:solidFill>
                <a:latin typeface="Meiryo" panose="020B0604030504040204" pitchFamily="50" charset="-128"/>
                <a:ea typeface="Meiryo" panose="020B0604030504040204" pitchFamily="50" charset="-128"/>
              </a:rPr>
              <a:t>3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8A818B74-75BE-3F05-639C-4E81530315EE}"/>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確認できたこと・残る課題</a:t>
            </a:r>
          </a:p>
        </p:txBody>
      </p:sp>
      <p:cxnSp>
        <p:nvCxnSpPr>
          <p:cNvPr id="4" name="直線コネクタ 3">
            <a:extLst>
              <a:ext uri="{FF2B5EF4-FFF2-40B4-BE49-F238E27FC236}">
                <a16:creationId xmlns:a16="http://schemas.microsoft.com/office/drawing/2014/main" id="{89F9F03F-0166-5FC5-EE4F-B09B1B5AE689}"/>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AED5A317-005E-895A-E79E-364B99B14773}"/>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2676E"/>
                </a:solidFill>
                <a:latin typeface="Meiryo" panose="020B0604030504040204" pitchFamily="50" charset="-128"/>
                <a:ea typeface="Meiryo" panose="020B0604030504040204" pitchFamily="50" charset="-128"/>
              </a:rPr>
              <a:t>ja_v2/data/request_guarantees.csv</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tail_guarantees.csv</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limit_model_fits.csv</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C326A7CB-7FE0-EBCE-9DCE-DCAEAE693DC5}"/>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23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7448CACD-7B82-F785-1C3C-0156D80610DF}"/>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確認：有限サイズで大きい要求落下を観測</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確認：制限なし</a:t>
            </a:r>
            <a:r>
              <a:rPr kumimoji="1" lang="en-US" altLang="ja-JP" sz="2200">
                <a:solidFill>
                  <a:srgbClr val="21343B"/>
                </a:solidFill>
                <a:latin typeface="Meiryo" panose="020B0604030504040204" pitchFamily="50" charset="-128"/>
                <a:ea typeface="Meiryo" panose="020B0604030504040204" pitchFamily="50" charset="-128"/>
              </a:rPr>
              <a:t>2550run</a:t>
            </a:r>
            <a:r>
              <a:rPr kumimoji="1" lang="ja-JP" altLang="en-US" sz="2200">
                <a:solidFill>
                  <a:srgbClr val="21343B"/>
                </a:solidFill>
                <a:latin typeface="Meiryo" panose="020B0604030504040204" pitchFamily="50" charset="-128"/>
                <a:ea typeface="Meiryo" panose="020B0604030504040204" pitchFamily="50" charset="-128"/>
              </a:rPr>
              <a:t>の最大要求落下は停止後上界でも保証</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限界：平均</a:t>
            </a:r>
            <a:r>
              <a:rPr kumimoji="1" lang="en-US" altLang="ja-JP" sz="2200">
                <a:solidFill>
                  <a:srgbClr val="21343B"/>
                </a:solidFill>
                <a:latin typeface="Meiryo" panose="020B0604030504040204" pitchFamily="50" charset="-128"/>
                <a:ea typeface="Meiryo" panose="020B0604030504040204" pitchFamily="50" charset="-128"/>
              </a:rPr>
              <a:t>S</a:t>
            </a:r>
            <a:r>
              <a:rPr kumimoji="1" lang="ja-JP" altLang="en-US" sz="2200">
                <a:solidFill>
                  <a:srgbClr val="21343B"/>
                </a:solidFill>
                <a:latin typeface="Meiryo" panose="020B0604030504040204" pitchFamily="50" charset="-128"/>
                <a:ea typeface="Meiryo" panose="020B0604030504040204" pitchFamily="50" charset="-128"/>
              </a:rPr>
              <a:t>ピークの全過程保証は</a:t>
            </a:r>
            <a:r>
              <a:rPr kumimoji="1" lang="en-US" altLang="ja-JP" sz="2200">
                <a:solidFill>
                  <a:srgbClr val="21343B"/>
                </a:solidFill>
                <a:latin typeface="Meiryo" panose="020B0604030504040204" pitchFamily="50" charset="-128"/>
                <a:ea typeface="Meiryo" panose="020B0604030504040204" pitchFamily="50" charset="-128"/>
              </a:rPr>
              <a:t>21/34</a:t>
            </a:r>
            <a:r>
              <a:rPr kumimoji="1" lang="ja-JP" altLang="en-US" sz="2200">
                <a:solidFill>
                  <a:srgbClr val="21343B"/>
                </a:solidFill>
                <a:latin typeface="Meiryo" panose="020B0604030504040204" pitchFamily="50" charset="-128"/>
                <a:ea typeface="Meiryo" panose="020B0604030504040204" pitchFamily="50" charset="-128"/>
              </a:rPr>
              <a:t>条件</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未確定：無限系で有限ジャンプが残るか</a:t>
            </a:r>
          </a:p>
        </p:txBody>
      </p:sp>
    </p:spTree>
    <p:extLst>
      <p:ext uri="{BB962C8B-B14F-4D97-AF65-F5344CB8AC3E}">
        <p14:creationId xmlns:p14="http://schemas.microsoft.com/office/powerpoint/2010/main" val="757144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3AE4C072-39E6-3CBF-DEFD-302813AF24B8}"/>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第</a:t>
            </a:r>
            <a:r>
              <a:rPr kumimoji="1" lang="en-US" altLang="ja-JP" sz="1150" b="1">
                <a:solidFill>
                  <a:srgbClr val="147D83"/>
                </a:solidFill>
                <a:latin typeface="Meiryo" panose="020B0604030504040204" pitchFamily="50" charset="-128"/>
                <a:ea typeface="Meiryo" panose="020B0604030504040204" pitchFamily="50" charset="-128"/>
              </a:rPr>
              <a:t>7</a:t>
            </a:r>
            <a:r>
              <a:rPr kumimoji="1" lang="ja-JP" altLang="en-US" sz="1150" b="1">
                <a:solidFill>
                  <a:srgbClr val="147D83"/>
                </a:solidFill>
                <a:latin typeface="Meiryo" panose="020B0604030504040204" pitchFamily="50" charset="-128"/>
                <a:ea typeface="Meiryo" panose="020B0604030504040204" pitchFamily="50" charset="-128"/>
              </a:rPr>
              <a:t>章 今後の研究方針   ／   目安 </a:t>
            </a:r>
            <a:r>
              <a:rPr kumimoji="1" lang="en-US" altLang="ja-JP" sz="1150" b="1">
                <a:solidFill>
                  <a:srgbClr val="147D83"/>
                </a:solidFill>
                <a:latin typeface="Meiryo" panose="020B0604030504040204" pitchFamily="50" charset="-128"/>
                <a:ea typeface="Meiryo" panose="020B0604030504040204" pitchFamily="50" charset="-128"/>
              </a:rPr>
              <a:t>4 </a:t>
            </a:r>
            <a:r>
              <a:rPr kumimoji="1" lang="ja-JP" altLang="en-US" sz="1150" b="1">
                <a:solidFill>
                  <a:srgbClr val="147D83"/>
                </a:solidFill>
                <a:latin typeface="Meiryo" panose="020B0604030504040204" pitchFamily="50" charset="-128"/>
                <a:ea typeface="Meiryo" panose="020B0604030504040204" pitchFamily="50" charset="-128"/>
              </a:rPr>
              <a:t>分</a:t>
            </a:r>
          </a:p>
        </p:txBody>
      </p:sp>
      <p:sp>
        <p:nvSpPr>
          <p:cNvPr id="3" name="title-2">
            <a:extLst>
              <a:ext uri="{FF2B5EF4-FFF2-40B4-BE49-F238E27FC236}">
                <a16:creationId xmlns:a16="http://schemas.microsoft.com/office/drawing/2014/main" id="{03A04964-4484-61F1-DFB9-BC968AEBEF67}"/>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今後の解析と必要な記録</a:t>
            </a:r>
          </a:p>
        </p:txBody>
      </p:sp>
      <p:cxnSp>
        <p:nvCxnSpPr>
          <p:cNvPr id="4" name="直線コネクタ 3">
            <a:extLst>
              <a:ext uri="{FF2B5EF4-FFF2-40B4-BE49-F238E27FC236}">
                <a16:creationId xmlns:a16="http://schemas.microsoft.com/office/drawing/2014/main" id="{7B5D4390-76C9-3BA6-8137-2DDE4F5A68DD}"/>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AAAEBE7D-217F-3EB4-7219-33482D66E7B1}"/>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本研究の計画</a:t>
            </a:r>
            <a:r>
              <a:rPr kumimoji="1" lang="en-US" altLang="ja-JP" sz="950">
                <a:solidFill>
                  <a:srgbClr val="52676E"/>
                </a:solidFill>
                <a:latin typeface="Meiryo" panose="020B0604030504040204" pitchFamily="50" charset="-128"/>
                <a:ea typeface="Meiryo" panose="020B0604030504040204" pitchFamily="50" charset="-128"/>
              </a:rPr>
              <a:t>D</a:t>
            </a: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4–6</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10–12</a:t>
            </a:r>
            <a:r>
              <a:rPr kumimoji="1" lang="ja-JP" altLang="en-US" sz="950">
                <a:solidFill>
                  <a:srgbClr val="52676E"/>
                </a:solidFill>
                <a:latin typeface="Meiryo" panose="020B0604030504040204" pitchFamily="50" charset="-128"/>
                <a:ea typeface="Meiryo" panose="020B0604030504040204" pitchFamily="50" charset="-128"/>
              </a:rPr>
              <a:t>（解析方法の参照）</a:t>
            </a:r>
          </a:p>
        </p:txBody>
      </p:sp>
      <p:sp>
        <p:nvSpPr>
          <p:cNvPr id="6" name="page-5">
            <a:extLst>
              <a:ext uri="{FF2B5EF4-FFF2-40B4-BE49-F238E27FC236}">
                <a16:creationId xmlns:a16="http://schemas.microsoft.com/office/drawing/2014/main" id="{0B1C241B-8BCF-56C6-6F4E-9EBF2CCAD9AD}"/>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24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C6A723FA-F617-E365-6A08-3B220D8F9401}"/>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最大要求落下・削除率幅・位置を併せて追跡する</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ゼロ極限／正の極限の複数モデルと</a:t>
            </a:r>
            <a:r>
              <a:rPr kumimoji="1" lang="en-US" altLang="ja-JP" sz="2200">
                <a:solidFill>
                  <a:srgbClr val="21343B"/>
                </a:solidFill>
                <a:latin typeface="Meiryo" panose="020B0604030504040204" pitchFamily="50" charset="-128"/>
                <a:ea typeface="Meiryo" panose="020B0604030504040204" pitchFamily="50" charset="-128"/>
              </a:rPr>
              <a:t>L_min</a:t>
            </a:r>
            <a:r>
              <a:rPr kumimoji="1" lang="ja-JP" altLang="en-US" sz="2200">
                <a:solidFill>
                  <a:srgbClr val="21343B"/>
                </a:solidFill>
                <a:latin typeface="Meiryo" panose="020B0604030504040204" pitchFamily="50" charset="-128"/>
                <a:ea typeface="Meiryo" panose="020B0604030504040204" pitchFamily="50" charset="-128"/>
              </a:rPr>
              <a:t>感度を比較する</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指数は測定位置・補正項・不確かさを固定して検討する</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単一辺比較には要求境界・削除辺列・経路内順序を記録する</a:t>
            </a:r>
          </a:p>
        </p:txBody>
      </p:sp>
    </p:spTree>
    <p:extLst>
      <p:ext uri="{BB962C8B-B14F-4D97-AF65-F5344CB8AC3E}">
        <p14:creationId xmlns:p14="http://schemas.microsoft.com/office/powerpoint/2010/main" val="2029208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62794C0C-01CD-3DD9-E091-DFDA97088D0B}"/>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質疑・議論</a:t>
            </a:r>
          </a:p>
        </p:txBody>
      </p:sp>
      <p:sp>
        <p:nvSpPr>
          <p:cNvPr id="3" name="title-2">
            <a:extLst>
              <a:ext uri="{FF2B5EF4-FFF2-40B4-BE49-F238E27FC236}">
                <a16:creationId xmlns:a16="http://schemas.microsoft.com/office/drawing/2014/main" id="{93141FD2-2C08-37E7-DCAA-AC60C177F365}"/>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ja-JP" altLang="en-US" sz="3100" b="1">
                <a:solidFill>
                  <a:srgbClr val="21343B"/>
                </a:solidFill>
                <a:latin typeface="Meiryo" panose="020B0604030504040204" pitchFamily="50" charset="-128"/>
                <a:ea typeface="Meiryo" panose="020B0604030504040204" pitchFamily="50" charset="-128"/>
              </a:rPr>
              <a:t>質疑・議論</a:t>
            </a:r>
          </a:p>
        </p:txBody>
      </p:sp>
      <p:cxnSp>
        <p:nvCxnSpPr>
          <p:cNvPr id="4" name="直線コネクタ 3">
            <a:extLst>
              <a:ext uri="{FF2B5EF4-FFF2-40B4-BE49-F238E27FC236}">
                <a16:creationId xmlns:a16="http://schemas.microsoft.com/office/drawing/2014/main" id="{09074804-D5A6-6D81-9026-EC79BBCE397A}"/>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7891DC77-C45E-CCA9-2CC9-8419B17F1781}"/>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本編</a:t>
            </a:r>
            <a:r>
              <a:rPr kumimoji="1" lang="en-US" altLang="ja-JP" sz="950">
                <a:solidFill>
                  <a:srgbClr val="52676E"/>
                </a:solidFill>
                <a:latin typeface="Meiryo" panose="020B0604030504040204" pitchFamily="50" charset="-128"/>
                <a:ea typeface="Meiryo" panose="020B0604030504040204" pitchFamily="50" charset="-128"/>
              </a:rPr>
              <a:t>88</a:t>
            </a:r>
            <a:r>
              <a:rPr kumimoji="1" lang="ja-JP" altLang="en-US" sz="950">
                <a:solidFill>
                  <a:srgbClr val="52676E"/>
                </a:solidFill>
                <a:latin typeface="Meiryo" panose="020B0604030504040204" pitchFamily="50" charset="-128"/>
                <a:ea typeface="Meiryo" panose="020B0604030504040204" pitchFamily="50" charset="-128"/>
              </a:rPr>
              <a:t>分＋質疑・議論</a:t>
            </a:r>
            <a:r>
              <a:rPr kumimoji="1" lang="en-US" altLang="ja-JP" sz="950">
                <a:solidFill>
                  <a:srgbClr val="52676E"/>
                </a:solidFill>
                <a:latin typeface="Meiryo" panose="020B0604030504040204" pitchFamily="50" charset="-128"/>
                <a:ea typeface="Meiryo" panose="020B0604030504040204" pitchFamily="50" charset="-128"/>
              </a:rPr>
              <a:t>32</a:t>
            </a:r>
            <a:r>
              <a:rPr kumimoji="1" lang="ja-JP" altLang="en-US" sz="950">
                <a:solidFill>
                  <a:srgbClr val="52676E"/>
                </a:solidFill>
                <a:latin typeface="Meiryo" panose="020B0604030504040204" pitchFamily="50" charset="-128"/>
                <a:ea typeface="Meiryo" panose="020B0604030504040204" pitchFamily="50" charset="-128"/>
              </a:rPr>
              <a:t>分＝</a:t>
            </a:r>
            <a:r>
              <a:rPr kumimoji="1" lang="en-US" altLang="ja-JP" sz="950">
                <a:solidFill>
                  <a:srgbClr val="52676E"/>
                </a:solidFill>
                <a:latin typeface="Meiryo" panose="020B0604030504040204" pitchFamily="50" charset="-128"/>
                <a:ea typeface="Meiryo" panose="020B0604030504040204" pitchFamily="50" charset="-128"/>
              </a:rPr>
              <a:t>120</a:t>
            </a:r>
            <a:r>
              <a:rPr kumimoji="1" lang="ja-JP" altLang="en-US" sz="950">
                <a:solidFill>
                  <a:srgbClr val="52676E"/>
                </a:solidFill>
                <a:latin typeface="Meiryo" panose="020B0604030504040204" pitchFamily="50" charset="-128"/>
                <a:ea typeface="Meiryo" panose="020B0604030504040204" pitchFamily="50" charset="-128"/>
              </a:rPr>
              <a:t>分</a:t>
            </a:r>
          </a:p>
        </p:txBody>
      </p:sp>
      <p:sp>
        <p:nvSpPr>
          <p:cNvPr id="6" name="page-5">
            <a:extLst>
              <a:ext uri="{FF2B5EF4-FFF2-40B4-BE49-F238E27FC236}">
                <a16:creationId xmlns:a16="http://schemas.microsoft.com/office/drawing/2014/main" id="{840D25F0-56B3-B57A-078C-16CF3D5FE83F}"/>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25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53A7327B-F8AC-8B67-ABAF-D2BC5366B2E8}"/>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定義と原典の対応</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有限サイズから何が言えるか</a:t>
            </a:r>
          </a:p>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2D</a:t>
            </a:r>
            <a:r>
              <a:rPr kumimoji="1" lang="ja-JP" altLang="en-US" sz="2400">
                <a:solidFill>
                  <a:srgbClr val="21343B"/>
                </a:solidFill>
                <a:latin typeface="Meiryo" panose="020B0604030504040204" pitchFamily="50" charset="-128"/>
                <a:ea typeface="Meiryo" panose="020B0604030504040204" pitchFamily="50" charset="-128"/>
              </a:rPr>
              <a:t>正方格子で次に検証すべきこと</a:t>
            </a:r>
          </a:p>
        </p:txBody>
      </p:sp>
    </p:spTree>
    <p:extLst>
      <p:ext uri="{BB962C8B-B14F-4D97-AF65-F5344CB8AC3E}">
        <p14:creationId xmlns:p14="http://schemas.microsoft.com/office/powerpoint/2010/main" val="3406689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96B9283F-4DD3-648C-71DD-3EAEB091FEA2}"/>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3A2D1C2B-0636-A930-EB89-146B7115255E}"/>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B01</a:t>
            </a:r>
            <a:r>
              <a:rPr kumimoji="1" lang="ja-JP" altLang="en-US" sz="3100" b="1">
                <a:solidFill>
                  <a:srgbClr val="21343B"/>
                </a:solidFill>
                <a:latin typeface="Meiryo" panose="020B0604030504040204" pitchFamily="50" charset="-128"/>
                <a:ea typeface="Meiryo" panose="020B0604030504040204" pitchFamily="50" charset="-128"/>
              </a:rPr>
              <a:t>　資料と記号の対応</a:t>
            </a:r>
          </a:p>
        </p:txBody>
      </p:sp>
      <p:cxnSp>
        <p:nvCxnSpPr>
          <p:cNvPr id="4" name="直線コネクタ 3">
            <a:extLst>
              <a:ext uri="{FF2B5EF4-FFF2-40B4-BE49-F238E27FC236}">
                <a16:creationId xmlns:a16="http://schemas.microsoft.com/office/drawing/2014/main" id="{7E707BD4-4232-4DAC-5CDC-EA0CD8951D96}"/>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A58BFF09-79ED-AB5F-6FD4-AAEBF0ADDE96}"/>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式</a:t>
            </a:r>
            <a:r>
              <a:rPr kumimoji="1" lang="en-US" altLang="ja-JP" sz="950">
                <a:solidFill>
                  <a:srgbClr val="52676E"/>
                </a:solidFill>
                <a:latin typeface="Meiryo" panose="020B0604030504040204" pitchFamily="50" charset="-128"/>
                <a:ea typeface="Meiryo" panose="020B0604030504040204" pitchFamily="50" charset="-128"/>
              </a:rPr>
              <a:t>S1–S3</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7 28</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31</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4 9</a:t>
            </a: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3 9</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C88372ED-6AC1-7565-32B4-2237A6FBC77E}"/>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26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comparison-table">
            <a:extLst>
              <a:ext uri="{FF2B5EF4-FFF2-40B4-BE49-F238E27FC236}">
                <a16:creationId xmlns:a16="http://schemas.microsoft.com/office/drawing/2014/main" id="{0FB76736-EA71-5179-71B6-CCBE543F7E7E}"/>
              </a:ext>
            </a:extLst>
          </p:cNvPr>
          <p:cNvGraphicFramePr>
            <a:graphicFrameLocks noGrp="1"/>
          </p:cNvGraphicFramePr>
          <p:nvPr>
            <p:extLst>
              <p:ext uri="{D42A27DB-BD31-4B8C-83A1-F6EECF244321}">
                <p14:modId xmlns:p14="http://schemas.microsoft.com/office/powerpoint/2010/main" val="2831148257"/>
              </p:ext>
            </p:extLst>
          </p:nvPr>
        </p:nvGraphicFramePr>
        <p:xfrm>
          <a:off x="508000" y="1765300"/>
          <a:ext cx="11176000" cy="30607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1022371137"/>
                    </a:ext>
                  </a:extLst>
                </a:gridCol>
                <a:gridCol w="3725333">
                  <a:extLst>
                    <a:ext uri="{9D8B030D-6E8A-4147-A177-3AD203B41FA5}">
                      <a16:colId xmlns:a16="http://schemas.microsoft.com/office/drawing/2014/main" val="364600107"/>
                    </a:ext>
                  </a:extLst>
                </a:gridCol>
                <a:gridCol w="3725333">
                  <a:extLst>
                    <a:ext uri="{9D8B030D-6E8A-4147-A177-3AD203B41FA5}">
                      <a16:colId xmlns:a16="http://schemas.microsoft.com/office/drawing/2014/main" val="4197353502"/>
                    </a:ext>
                  </a:extLst>
                </a:gridCol>
              </a:tblGrid>
              <a:tr h="612140">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資料の記号</a:t>
                      </a:r>
                    </a:p>
                  </a:txBody>
                  <a:tcPr marL="127000" marR="127000" marT="88900" marB="63500" anchor="ctr">
                    <a:solidFill>
                      <a:srgbClr val="147D83"/>
                    </a:solidFill>
                  </a:tcPr>
                </a:tc>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元の意味</a:t>
                      </a:r>
                    </a:p>
                  </a:txBody>
                  <a:tcPr marL="127000" marR="127000" marT="88900" marB="63500" anchor="ctr">
                    <a:solidFill>
                      <a:srgbClr val="147D83"/>
                    </a:solidFill>
                  </a:tcPr>
                </a:tc>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本発表</a:t>
                      </a:r>
                    </a:p>
                  </a:txBody>
                  <a:tcPr marL="127000" marR="127000" marT="88900" marB="63500" anchor="ctr">
                    <a:solidFill>
                      <a:srgbClr val="147D83"/>
                    </a:solidFill>
                  </a:tcPr>
                </a:tc>
                <a:extLst>
                  <a:ext uri="{0D108BD9-81ED-4DB2-BD59-A6C34878D82A}">
                    <a16:rowId xmlns:a16="http://schemas.microsoft.com/office/drawing/2014/main" val="4031526641"/>
                  </a:ext>
                </a:extLst>
              </a:tr>
              <a:tr h="612140">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講義</a:t>
                      </a:r>
                      <a:r>
                        <a:rPr kumimoji="1" lang="en-US" altLang="ja-JP" sz="1900" b="0">
                          <a:solidFill>
                            <a:srgbClr val="21343B"/>
                          </a:solidFill>
                          <a:latin typeface="Meiryo" panose="020B0604030504040204" pitchFamily="50" charset="-128"/>
                          <a:ea typeface="Meiryo" panose="020B0604030504040204" pitchFamily="50" charset="-128"/>
                        </a:rPr>
                        <a:t>7 S</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巨大連結成分の割合</a:t>
                      </a: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P</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extLst>
                  <a:ext uri="{0D108BD9-81ED-4DB2-BD59-A6C34878D82A}">
                    <a16:rowId xmlns:a16="http://schemas.microsoft.com/office/drawing/2014/main" val="2048492676"/>
                  </a:ext>
                </a:extLst>
              </a:tr>
              <a:tr h="612140">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講義</a:t>
                      </a:r>
                      <a:r>
                        <a:rPr kumimoji="1" lang="en-US" altLang="ja-JP" sz="1900" b="0">
                          <a:solidFill>
                            <a:srgbClr val="21343B"/>
                          </a:solidFill>
                          <a:latin typeface="Meiryo" panose="020B0604030504040204" pitchFamily="50" charset="-128"/>
                          <a:ea typeface="Meiryo" panose="020B0604030504040204" pitchFamily="50" charset="-128"/>
                        </a:rPr>
                        <a:t>4 L</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平均距離</a:t>
                      </a:r>
                    </a:p>
                  </a:txBody>
                  <a:tcPr marL="127000" marR="127000" marT="88900" marB="63500" anchor="ctr">
                    <a:solidFill>
                      <a:srgbClr val="FFFFFF"/>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格子サイズ</a:t>
                      </a:r>
                      <a:r>
                        <a:rPr kumimoji="1" lang="en-US" altLang="ja-JP" sz="1900" b="0">
                          <a:solidFill>
                            <a:srgbClr val="21343B"/>
                          </a:solidFill>
                          <a:latin typeface="Meiryo" panose="020B0604030504040204" pitchFamily="50" charset="-128"/>
                          <a:ea typeface="Meiryo" panose="020B0604030504040204" pitchFamily="50" charset="-128"/>
                        </a:rPr>
                        <a:t>L</a:t>
                      </a:r>
                      <a:r>
                        <a:rPr kumimoji="1" lang="ja-JP" altLang="en-US" sz="1900" b="0">
                          <a:solidFill>
                            <a:srgbClr val="21343B"/>
                          </a:solidFill>
                          <a:latin typeface="Meiryo" panose="020B0604030504040204" pitchFamily="50" charset="-128"/>
                          <a:ea typeface="Meiryo" panose="020B0604030504040204" pitchFamily="50" charset="-128"/>
                        </a:rPr>
                        <a:t>と別</a:t>
                      </a:r>
                    </a:p>
                  </a:txBody>
                  <a:tcPr marL="127000" marR="127000" marT="88900" marB="63500" anchor="ctr">
                    <a:solidFill>
                      <a:srgbClr val="FFFFFF"/>
                    </a:solidFill>
                  </a:tcPr>
                </a:tc>
                <a:extLst>
                  <a:ext uri="{0D108BD9-81ED-4DB2-BD59-A6C34878D82A}">
                    <a16:rowId xmlns:a16="http://schemas.microsoft.com/office/drawing/2014/main" val="2414181239"/>
                  </a:ext>
                </a:extLst>
              </a:tr>
              <a:tr h="612140">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講義</a:t>
                      </a:r>
                      <a:r>
                        <a:rPr kumimoji="1" lang="en-US" altLang="ja-JP" sz="1900" b="0">
                          <a:solidFill>
                            <a:srgbClr val="21343B"/>
                          </a:solidFill>
                          <a:latin typeface="Meiryo" panose="020B0604030504040204" pitchFamily="50" charset="-128"/>
                          <a:ea typeface="Meiryo" panose="020B0604030504040204" pitchFamily="50" charset="-128"/>
                        </a:rPr>
                        <a:t>3 </a:t>
                      </a:r>
                      <a:r>
                        <a:rPr kumimoji="1" lang="el-GR" altLang="ja-JP" sz="1900" b="0">
                          <a:solidFill>
                            <a:srgbClr val="21343B"/>
                          </a:solidFill>
                          <a:latin typeface="Meiryo" panose="020B0604030504040204" pitchFamily="50" charset="-128"/>
                          <a:ea typeface="Meiryo" panose="020B0604030504040204" pitchFamily="50" charset="-128"/>
                        </a:rPr>
                        <a:t>γ</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zh-CN" altLang="en-US" sz="1900" b="0">
                          <a:solidFill>
                            <a:srgbClr val="21343B"/>
                          </a:solidFill>
                          <a:latin typeface="Meiryo" panose="020B0604030504040204" pitchFamily="50" charset="-128"/>
                          <a:ea typeface="Meiryo" panose="020B0604030504040204" pitchFamily="50" charset="-128"/>
                        </a:rPr>
                        <a:t>次数分布指数</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S</a:t>
                      </a:r>
                      <a:r>
                        <a:rPr kumimoji="1" lang="ja-JP" altLang="en-US" sz="1900" b="0">
                          <a:solidFill>
                            <a:srgbClr val="21343B"/>
                          </a:solidFill>
                          <a:latin typeface="Meiryo" panose="020B0604030504040204" pitchFamily="50" charset="-128"/>
                          <a:ea typeface="Meiryo" panose="020B0604030504040204" pitchFamily="50" charset="-128"/>
                        </a:rPr>
                        <a:t>の指数</a:t>
                      </a:r>
                      <a:r>
                        <a:rPr kumimoji="1" lang="el-GR" altLang="ja-JP" sz="1900" b="0">
                          <a:solidFill>
                            <a:srgbClr val="21343B"/>
                          </a:solidFill>
                          <a:latin typeface="Meiryo" panose="020B0604030504040204" pitchFamily="50" charset="-128"/>
                          <a:ea typeface="Meiryo" panose="020B0604030504040204" pitchFamily="50" charset="-128"/>
                        </a:rPr>
                        <a:t>γ</a:t>
                      </a:r>
                      <a:r>
                        <a:rPr kumimoji="1" lang="ja-JP" altLang="en-US" sz="1900" b="0">
                          <a:solidFill>
                            <a:srgbClr val="21343B"/>
                          </a:solidFill>
                          <a:latin typeface="Meiryo" panose="020B0604030504040204" pitchFamily="50" charset="-128"/>
                          <a:ea typeface="Meiryo" panose="020B0604030504040204" pitchFamily="50" charset="-128"/>
                        </a:rPr>
                        <a:t>と別</a:t>
                      </a:r>
                    </a:p>
                  </a:txBody>
                  <a:tcPr marL="127000" marR="127000" marT="88900" marB="63500" anchor="ctr">
                    <a:solidFill>
                      <a:srgbClr val="EAF3F3"/>
                    </a:solidFill>
                  </a:tcPr>
                </a:tc>
                <a:extLst>
                  <a:ext uri="{0D108BD9-81ED-4DB2-BD59-A6C34878D82A}">
                    <a16:rowId xmlns:a16="http://schemas.microsoft.com/office/drawing/2014/main" val="673933702"/>
                  </a:ext>
                </a:extLst>
              </a:tr>
              <a:tr h="612140">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論文 </a:t>
                      </a:r>
                      <a:r>
                        <a:rPr kumimoji="1" lang="el-GR" altLang="ja-JP" sz="1900" b="0">
                          <a:solidFill>
                            <a:srgbClr val="21343B"/>
                          </a:solidFill>
                          <a:latin typeface="Meiryo" panose="020B0604030504040204" pitchFamily="50" charset="-128"/>
                          <a:ea typeface="Meiryo" panose="020B0604030504040204" pitchFamily="50" charset="-128"/>
                        </a:rPr>
                        <a:t>ν̄</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相関体積指数</a:t>
                      </a: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2D</a:t>
                      </a:r>
                      <a:r>
                        <a:rPr kumimoji="1" lang="ja-JP" altLang="en-US" sz="1900" b="0">
                          <a:solidFill>
                            <a:srgbClr val="21343B"/>
                          </a:solidFill>
                          <a:latin typeface="Meiryo" panose="020B0604030504040204" pitchFamily="50" charset="-128"/>
                          <a:ea typeface="Meiryo" panose="020B0604030504040204" pitchFamily="50" charset="-128"/>
                        </a:rPr>
                        <a:t>の</a:t>
                      </a:r>
                      <a:r>
                        <a:rPr kumimoji="1" lang="el-GR" altLang="ja-JP" sz="1900" b="0">
                          <a:solidFill>
                            <a:srgbClr val="21343B"/>
                          </a:solidFill>
                          <a:latin typeface="Meiryo" panose="020B0604030504040204" pitchFamily="50" charset="-128"/>
                          <a:ea typeface="Meiryo" panose="020B0604030504040204" pitchFamily="50" charset="-128"/>
                        </a:rPr>
                        <a:t>ν</a:t>
                      </a:r>
                      <a:r>
                        <a:rPr kumimoji="1" lang="ja-JP" altLang="en-US" sz="1900" b="0">
                          <a:solidFill>
                            <a:srgbClr val="21343B"/>
                          </a:solidFill>
                          <a:latin typeface="Meiryo" panose="020B0604030504040204" pitchFamily="50" charset="-128"/>
                          <a:ea typeface="Meiryo" panose="020B0604030504040204" pitchFamily="50" charset="-128"/>
                        </a:rPr>
                        <a:t>と別</a:t>
                      </a:r>
                    </a:p>
                  </a:txBody>
                  <a:tcPr marL="127000" marR="127000" marT="88900" marB="63500" anchor="ctr">
                    <a:solidFill>
                      <a:srgbClr val="FFFFFF"/>
                    </a:solidFill>
                  </a:tcPr>
                </a:tc>
                <a:extLst>
                  <a:ext uri="{0D108BD9-81ED-4DB2-BD59-A6C34878D82A}">
                    <a16:rowId xmlns:a16="http://schemas.microsoft.com/office/drawing/2014/main" val="2977368480"/>
                  </a:ext>
                </a:extLst>
              </a:tr>
            </a:tbl>
          </a:graphicData>
        </a:graphic>
      </p:graphicFrame>
      <p:sp>
        <p:nvSpPr>
          <p:cNvPr id="8" name="body-7">
            <a:extLst>
              <a:ext uri="{FF2B5EF4-FFF2-40B4-BE49-F238E27FC236}">
                <a16:creationId xmlns:a16="http://schemas.microsoft.com/office/drawing/2014/main" id="{2655C5F8-55FF-0618-62F6-DA43C410BAAC}"/>
              </a:ext>
            </a:extLst>
          </p:cNvPr>
          <p:cNvSpPr txBox="1"/>
          <p:nvPr/>
        </p:nvSpPr>
        <p:spPr>
          <a:xfrm>
            <a:off x="571500" y="4927600"/>
            <a:ext cx="110490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同じ文字でも資料ごとに意味が異なる</a:t>
            </a:r>
          </a:p>
        </p:txBody>
      </p:sp>
    </p:spTree>
    <p:extLst>
      <p:ext uri="{BB962C8B-B14F-4D97-AF65-F5344CB8AC3E}">
        <p14:creationId xmlns:p14="http://schemas.microsoft.com/office/powerpoint/2010/main" val="636674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98DEF7F1-49AA-FEAD-DCAF-06B41B91078E}"/>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0549BD08-F039-28C5-ADB3-E36665D5C60E}"/>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B02</a:t>
            </a:r>
            <a:r>
              <a:rPr kumimoji="1" lang="ja-JP" altLang="en-US" sz="3100" b="1">
                <a:solidFill>
                  <a:srgbClr val="21343B"/>
                </a:solidFill>
                <a:latin typeface="Meiryo" panose="020B0604030504040204" pitchFamily="50" charset="-128"/>
                <a:ea typeface="Meiryo" panose="020B0604030504040204" pitchFamily="50" charset="-128"/>
              </a:rPr>
              <a:t>　</a:t>
            </a:r>
            <a:r>
              <a:rPr kumimoji="1" lang="en-US" altLang="ja-JP" sz="3100" b="1">
                <a:solidFill>
                  <a:srgbClr val="21343B"/>
                </a:solidFill>
                <a:latin typeface="Meiryo" panose="020B0604030504040204" pitchFamily="50" charset="-128"/>
                <a:ea typeface="Meiryo" panose="020B0604030504040204" pitchFamily="50" charset="-128"/>
              </a:rPr>
              <a:t>C=1</a:t>
            </a:r>
            <a:r>
              <a:rPr kumimoji="1" lang="ja-JP" altLang="en-US" sz="3100" b="1">
                <a:solidFill>
                  <a:srgbClr val="21343B"/>
                </a:solidFill>
                <a:latin typeface="Meiryo" panose="020B0604030504040204" pitchFamily="50" charset="-128"/>
                <a:ea typeface="Meiryo" panose="020B0604030504040204" pitchFamily="50" charset="-128"/>
              </a:rPr>
              <a:t>の条件付き確率</a:t>
            </a:r>
          </a:p>
        </p:txBody>
      </p:sp>
      <p:cxnSp>
        <p:nvCxnSpPr>
          <p:cNvPr id="4" name="直線コネクタ 3">
            <a:extLst>
              <a:ext uri="{FF2B5EF4-FFF2-40B4-BE49-F238E27FC236}">
                <a16:creationId xmlns:a16="http://schemas.microsoft.com/office/drawing/2014/main" id="{9B82CB97-16D0-DA56-9FCC-6D5AF9DB6874}"/>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E0FFAE33-D750-A5A3-8A2B-B5071037C583}"/>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11</a:t>
            </a:r>
            <a:r>
              <a:rPr kumimoji="1" lang="ja-JP" altLang="en-US" sz="950">
                <a:solidFill>
                  <a:srgbClr val="52676E"/>
                </a:solidFill>
                <a:latin typeface="Meiryo" panose="020B0604030504040204" pitchFamily="50" charset="-128"/>
                <a:ea typeface="Meiryo" panose="020B0604030504040204" pitchFamily="50" charset="-128"/>
              </a:rPr>
              <a:t>；削除規則からの導出</a:t>
            </a:r>
            <a:r>
              <a:rPr kumimoji="1" lang="en-US" altLang="ja-JP" sz="950">
                <a:solidFill>
                  <a:srgbClr val="52676E"/>
                </a:solidFill>
                <a:latin typeface="Meiryo" panose="020B0604030504040204" pitchFamily="50" charset="-128"/>
                <a:ea typeface="Meiryo" panose="020B0604030504040204" pitchFamily="50" charset="-128"/>
              </a:rPr>
              <a:t>B</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94EFA092-1B99-874D-4739-50885F7C5272}"/>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27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578397E4-E5CB-5610-41CF-7D1EDD56F82D}"/>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各無向辺に対応する順序付き頂点対は</a:t>
            </a:r>
            <a:r>
              <a:rPr kumimoji="1" lang="en-US" altLang="ja-JP" sz="2400">
                <a:solidFill>
                  <a:srgbClr val="21343B"/>
                </a:solidFill>
                <a:latin typeface="Meiryo" panose="020B0604030504040204" pitchFamily="50" charset="-128"/>
                <a:ea typeface="Meiryo" panose="020B0604030504040204" pitchFamily="50" charset="-128"/>
              </a:rPr>
              <a:t>2</a:t>
            </a:r>
            <a:r>
              <a:rPr kumimoji="1" lang="ja-JP" altLang="en-US" sz="2400">
                <a:solidFill>
                  <a:srgbClr val="21343B"/>
                </a:solidFill>
                <a:latin typeface="Meiryo" panose="020B0604030504040204" pitchFamily="50" charset="-128"/>
                <a:ea typeface="Meiryo" panose="020B0604030504040204" pitchFamily="50" charset="-128"/>
              </a:rPr>
              <a:t>通り</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受理された削除は残存</a:t>
            </a:r>
            <a:r>
              <a:rPr kumimoji="1" lang="en-US" altLang="ja-JP" sz="2400">
                <a:solidFill>
                  <a:srgbClr val="21343B"/>
                </a:solidFill>
                <a:latin typeface="Meiryo" panose="020B0604030504040204" pitchFamily="50" charset="-128"/>
                <a:ea typeface="Meiryo" panose="020B0604030504040204" pitchFamily="50" charset="-128"/>
              </a:rPr>
              <a:t>m</a:t>
            </a:r>
            <a:r>
              <a:rPr kumimoji="1" lang="ja-JP" altLang="en-US" sz="2400">
                <a:solidFill>
                  <a:srgbClr val="21343B"/>
                </a:solidFill>
                <a:latin typeface="Meiryo" panose="020B0604030504040204" pitchFamily="50" charset="-128"/>
                <a:ea typeface="Meiryo" panose="020B0604030504040204" pitchFamily="50" charset="-128"/>
              </a:rPr>
              <a:t>辺上で一様</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固定削除辺数と独立占有は有限系では異なる</a:t>
            </a:r>
          </a:p>
        </p:txBody>
      </p:sp>
      <p:sp>
        <p:nvSpPr>
          <p:cNvPr id="8" name="正方形/長方形 7">
            <a:extLst>
              <a:ext uri="{FF2B5EF4-FFF2-40B4-BE49-F238E27FC236}">
                <a16:creationId xmlns:a16="http://schemas.microsoft.com/office/drawing/2014/main" id="{524AD48F-9472-4271-32CE-7DCCE743A756}"/>
              </a:ext>
            </a:extLst>
          </p:cNvPr>
          <p:cNvSpPr/>
          <p:nvPr/>
        </p:nvSpPr>
        <p:spPr>
          <a:xfrm>
            <a:off x="508000" y="4013200"/>
            <a:ext cx="11176000" cy="20320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C1628FD8-BC6D-2611-866C-90BE2E1A1F76}"/>
              </a:ext>
            </a:extLst>
          </p:cNvPr>
          <p:cNvSpPr txBox="1"/>
          <p:nvPr/>
        </p:nvSpPr>
        <p:spPr>
          <a:xfrm>
            <a:off x="711200" y="41656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Pr(e </a:t>
            </a:r>
            <a:r>
              <a:rPr kumimoji="1" lang="ja-JP" altLang="en-US" sz="2500">
                <a:solidFill>
                  <a:srgbClr val="21343B"/>
                </a:solidFill>
                <a:latin typeface="Meiryo" panose="020B0604030504040204" pitchFamily="50" charset="-128"/>
                <a:ea typeface="Meiryo" panose="020B0604030504040204" pitchFamily="50" charset="-128"/>
              </a:rPr>
              <a:t>を削除</a:t>
            </a:r>
            <a:r>
              <a:rPr kumimoji="1" lang="en-US" altLang="ja-JP" sz="2500">
                <a:solidFill>
                  <a:srgbClr val="21343B"/>
                </a:solidFill>
                <a:latin typeface="Meiryo" panose="020B0604030504040204" pitchFamily="50" charset="-128"/>
                <a:ea typeface="Meiryo" panose="020B0604030504040204" pitchFamily="50" charset="-128"/>
              </a:rPr>
              <a:t>) = 2/[N(N−1)]</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Pr(</a:t>
            </a:r>
            <a:r>
              <a:rPr kumimoji="1" lang="ja-JP" altLang="en-US" sz="2500">
                <a:solidFill>
                  <a:srgbClr val="21343B"/>
                </a:solidFill>
                <a:latin typeface="Meiryo" panose="020B0604030504040204" pitchFamily="50" charset="-128"/>
                <a:ea typeface="Meiryo" panose="020B0604030504040204" pitchFamily="50" charset="-128"/>
              </a:rPr>
              <a:t>受理</a:t>
            </a:r>
            <a:r>
              <a:rPr kumimoji="1" lang="en-US" altLang="ja-JP" sz="2500">
                <a:solidFill>
                  <a:srgbClr val="21343B"/>
                </a:solidFill>
                <a:latin typeface="Meiryo" panose="020B0604030504040204" pitchFamily="50" charset="-128"/>
                <a:ea typeface="Meiryo" panose="020B0604030504040204" pitchFamily="50" charset="-128"/>
              </a:rPr>
              <a:t>) = 2m/[N(N−1)]</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Pr(e </a:t>
            </a:r>
            <a:r>
              <a:rPr kumimoji="1" lang="ja-JP" altLang="en-US" sz="2500">
                <a:solidFill>
                  <a:srgbClr val="21343B"/>
                </a:solidFill>
                <a:latin typeface="Meiryo" panose="020B0604030504040204" pitchFamily="50" charset="-128"/>
                <a:ea typeface="Meiryo" panose="020B0604030504040204" pitchFamily="50" charset="-128"/>
              </a:rPr>
              <a:t>を削除 </a:t>
            </a:r>
            <a:r>
              <a:rPr kumimoji="1" lang="en-US" altLang="ja-JP" sz="2500">
                <a:solidFill>
                  <a:srgbClr val="21343B"/>
                </a:solidFill>
                <a:latin typeface="Meiryo" panose="020B0604030504040204" pitchFamily="50" charset="-128"/>
                <a:ea typeface="Meiryo" panose="020B0604030504040204" pitchFamily="50" charset="-128"/>
              </a:rPr>
              <a:t>| </a:t>
            </a:r>
            <a:r>
              <a:rPr kumimoji="1" lang="ja-JP" altLang="en-US" sz="2500">
                <a:solidFill>
                  <a:srgbClr val="21343B"/>
                </a:solidFill>
                <a:latin typeface="Meiryo" panose="020B0604030504040204" pitchFamily="50" charset="-128"/>
                <a:ea typeface="Meiryo" panose="020B0604030504040204" pitchFamily="50" charset="-128"/>
              </a:rPr>
              <a:t>受理</a:t>
            </a:r>
            <a:r>
              <a:rPr kumimoji="1" lang="en-US" altLang="ja-JP" sz="2500">
                <a:solidFill>
                  <a:srgbClr val="21343B"/>
                </a:solidFill>
                <a:latin typeface="Meiryo" panose="020B0604030504040204" pitchFamily="50" charset="-128"/>
                <a:ea typeface="Meiryo" panose="020B0604030504040204" pitchFamily="50" charset="-128"/>
              </a:rPr>
              <a:t>) = 1/m</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1433152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FA868E1C-4606-FA46-D729-C610CD79DAA7}"/>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60EF358E-872D-22D1-A617-891089CBBA80}"/>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B03</a:t>
            </a:r>
            <a:r>
              <a:rPr kumimoji="1" lang="ja-JP" altLang="en-US" sz="3100" b="1">
                <a:solidFill>
                  <a:srgbClr val="21343B"/>
                </a:solidFill>
                <a:latin typeface="Meiryo" panose="020B0604030504040204" pitchFamily="50" charset="-128"/>
                <a:ea typeface="Meiryo" panose="020B0604030504040204" pitchFamily="50" charset="-128"/>
              </a:rPr>
              <a:t>　</a:t>
            </a:r>
            <a:r>
              <a:rPr kumimoji="1" lang="en-US" altLang="ja-JP" sz="3100" b="1">
                <a:solidFill>
                  <a:srgbClr val="21343B"/>
                </a:solidFill>
                <a:latin typeface="Meiryo" panose="020B0604030504040204" pitchFamily="50" charset="-128"/>
                <a:ea typeface="Meiryo" panose="020B0604030504040204" pitchFamily="50" charset="-128"/>
              </a:rPr>
              <a:t>ER</a:t>
            </a:r>
            <a:r>
              <a:rPr kumimoji="1" lang="ja-JP" altLang="en-US" sz="3100" b="1">
                <a:solidFill>
                  <a:srgbClr val="21343B"/>
                </a:solidFill>
                <a:latin typeface="Meiryo" panose="020B0604030504040204" pitchFamily="50" charset="-128"/>
                <a:ea typeface="Meiryo" panose="020B0604030504040204" pitchFamily="50" charset="-128"/>
              </a:rPr>
              <a:t>の巨大連結成分の閾値</a:t>
            </a:r>
          </a:p>
        </p:txBody>
      </p:sp>
      <p:cxnSp>
        <p:nvCxnSpPr>
          <p:cNvPr id="4" name="直線コネクタ 3">
            <a:extLst>
              <a:ext uri="{FF2B5EF4-FFF2-40B4-BE49-F238E27FC236}">
                <a16:creationId xmlns:a16="http://schemas.microsoft.com/office/drawing/2014/main" id="{8695D9FB-B56C-7A7B-75AF-B38DEB59C219}"/>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5568039C-1562-BC12-A6E4-AD37A2C04160}"/>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講義</a:t>
            </a:r>
            <a:r>
              <a:rPr kumimoji="1" lang="en-US" altLang="ja-JP" sz="950">
                <a:solidFill>
                  <a:srgbClr val="52676E"/>
                </a:solidFill>
                <a:latin typeface="Meiryo" panose="020B0604030504040204" pitchFamily="50" charset="-128"/>
                <a:ea typeface="Meiryo" panose="020B0604030504040204" pitchFamily="50" charset="-128"/>
              </a:rPr>
              <a:t>7 PDF</a:t>
            </a:r>
            <a:r>
              <a:rPr kumimoji="1" lang="ja-JP" altLang="en-US" sz="950">
                <a:solidFill>
                  <a:srgbClr val="52676E"/>
                </a:solidFill>
                <a:latin typeface="Meiryo" panose="020B0604030504040204" pitchFamily="50" charset="-128"/>
                <a:ea typeface="Meiryo" panose="020B0604030504040204" pitchFamily="50" charset="-128"/>
              </a:rPr>
              <a:t>・スライド</a:t>
            </a:r>
            <a:r>
              <a:rPr kumimoji="1" lang="en-US" altLang="ja-JP" sz="950">
                <a:solidFill>
                  <a:srgbClr val="52676E"/>
                </a:solidFill>
                <a:latin typeface="Meiryo" panose="020B0604030504040204" pitchFamily="50" charset="-128"/>
                <a:ea typeface="Meiryo" panose="020B0604030504040204" pitchFamily="50" charset="-128"/>
              </a:rPr>
              <a:t>30–34</a:t>
            </a:r>
            <a:r>
              <a:rPr kumimoji="1" lang="ja-JP" altLang="en-US" sz="950">
                <a:solidFill>
                  <a:srgbClr val="52676E"/>
                </a:solidFill>
                <a:latin typeface="Meiryo" panose="020B0604030504040204" pitchFamily="50" charset="-128"/>
                <a:ea typeface="Meiryo" panose="020B0604030504040204" pitchFamily="50" charset="-128"/>
              </a:rPr>
              <a:t>；教科書 </a:t>
            </a:r>
            <a:r>
              <a:rPr kumimoji="1" lang="en-US" altLang="ja-JP" sz="950">
                <a:solidFill>
                  <a:srgbClr val="52676E"/>
                </a:solidFill>
                <a:latin typeface="Meiryo" panose="020B0604030504040204" pitchFamily="50" charset="-128"/>
                <a:ea typeface="Meiryo" panose="020B0604030504040204" pitchFamily="50" charset="-128"/>
              </a:rPr>
              <a:t>PDF8</a:t>
            </a:r>
            <a:r>
              <a:rPr kumimoji="1" lang="ja-JP" altLang="en-US" sz="950">
                <a:solidFill>
                  <a:srgbClr val="52676E"/>
                </a:solidFill>
                <a:latin typeface="Meiryo" panose="020B0604030504040204" pitchFamily="50" charset="-128"/>
                <a:ea typeface="Meiryo" panose="020B0604030504040204" pitchFamily="50" charset="-128"/>
              </a:rPr>
              <a:t>左／印刷</a:t>
            </a:r>
            <a:r>
              <a:rPr kumimoji="1" lang="en-US" altLang="ja-JP" sz="950">
                <a:solidFill>
                  <a:srgbClr val="52676E"/>
                </a:solidFill>
                <a:latin typeface="Meiryo" panose="020B0604030504040204" pitchFamily="50" charset="-128"/>
                <a:ea typeface="Meiryo" panose="020B0604030504040204" pitchFamily="50" charset="-128"/>
              </a:rPr>
              <a:t>162</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8.20–8.22</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261AF5DF-7FC1-D7B6-0D88-342E2AB63B74}"/>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28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978AA8ED-A29B-B951-0A5D-3007C0A9479D}"/>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u</a:t>
            </a:r>
            <a:r>
              <a:rPr kumimoji="1" lang="ja-JP" altLang="en-US" sz="2400">
                <a:solidFill>
                  <a:srgbClr val="21343B"/>
                </a:solidFill>
                <a:latin typeface="Meiryo" panose="020B0604030504040204" pitchFamily="50" charset="-128"/>
                <a:ea typeface="Meiryo" panose="020B0604030504040204" pitchFamily="50" charset="-128"/>
              </a:rPr>
              <a:t>：ランダムな枝の先が巨大連結成分に属さない確率</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平均次数</a:t>
            </a:r>
            <a:r>
              <a:rPr kumimoji="1" lang="en-US" altLang="ja-JP" sz="2400">
                <a:solidFill>
                  <a:srgbClr val="21343B"/>
                </a:solidFill>
                <a:latin typeface="Meiryo" panose="020B0604030504040204" pitchFamily="50" charset="-128"/>
                <a:ea typeface="Meiryo" panose="020B0604030504040204" pitchFamily="50" charset="-128"/>
              </a:rPr>
              <a:t>z</a:t>
            </a:r>
            <a:r>
              <a:rPr kumimoji="1" lang="ja-JP" altLang="en-US" sz="2400">
                <a:solidFill>
                  <a:srgbClr val="21343B"/>
                </a:solidFill>
                <a:latin typeface="Meiryo" panose="020B0604030504040204" pitchFamily="50" charset="-128"/>
                <a:ea typeface="Meiryo" panose="020B0604030504040204" pitchFamily="50" charset="-128"/>
              </a:rPr>
              <a:t>の</a:t>
            </a:r>
            <a:r>
              <a:rPr kumimoji="1" lang="en-US" altLang="ja-JP" sz="2400">
                <a:solidFill>
                  <a:srgbClr val="21343B"/>
                </a:solidFill>
                <a:latin typeface="Meiryo" panose="020B0604030504040204" pitchFamily="50" charset="-128"/>
                <a:ea typeface="Meiryo" panose="020B0604030504040204" pitchFamily="50" charset="-128"/>
              </a:rPr>
              <a:t>Poisson</a:t>
            </a:r>
            <a:r>
              <a:rPr kumimoji="1" lang="ja-JP" altLang="en-US" sz="2400">
                <a:solidFill>
                  <a:srgbClr val="21343B"/>
                </a:solidFill>
                <a:latin typeface="Meiryo" panose="020B0604030504040204" pitchFamily="50" charset="-128"/>
                <a:ea typeface="Meiryo" panose="020B0604030504040204" pitchFamily="50" charset="-128"/>
              </a:rPr>
              <a:t>分布を仮定</a:t>
            </a:r>
          </a:p>
          <a:p>
            <a:pPr>
              <a:lnSpc>
                <a:spcPct val="112000"/>
              </a:lnSpc>
              <a:spcAft>
                <a:spcPts val="1000"/>
              </a:spcAft>
            </a:pPr>
            <a:r>
              <a:rPr kumimoji="1" lang="en-US" altLang="ja-JP" sz="2400">
                <a:solidFill>
                  <a:srgbClr val="21343B"/>
                </a:solidFill>
                <a:latin typeface="Meiryo" panose="020B0604030504040204" pitchFamily="50" charset="-128"/>
                <a:ea typeface="Meiryo" panose="020B0604030504040204" pitchFamily="50" charset="-128"/>
              </a:rPr>
              <a:t>u&lt;1</a:t>
            </a:r>
            <a:r>
              <a:rPr kumimoji="1" lang="ja-JP" altLang="en-US" sz="2400">
                <a:solidFill>
                  <a:srgbClr val="21343B"/>
                </a:solidFill>
                <a:latin typeface="Meiryo" panose="020B0604030504040204" pitchFamily="50" charset="-128"/>
                <a:ea typeface="Meiryo" panose="020B0604030504040204" pitchFamily="50" charset="-128"/>
              </a:rPr>
              <a:t>の解が現れる境界は</a:t>
            </a:r>
            <a:r>
              <a:rPr kumimoji="1" lang="en-US" altLang="ja-JP" sz="2400">
                <a:solidFill>
                  <a:srgbClr val="21343B"/>
                </a:solidFill>
                <a:latin typeface="Meiryo" panose="020B0604030504040204" pitchFamily="50" charset="-128"/>
                <a:ea typeface="Meiryo" panose="020B0604030504040204" pitchFamily="50" charset="-128"/>
              </a:rPr>
              <a:t>z=1</a:t>
            </a:r>
            <a:endParaRPr kumimoji="1" lang="ja-JP" altLang="en-US" sz="2400">
              <a:solidFill>
                <a:srgbClr val="21343B"/>
              </a:solidFill>
              <a:latin typeface="Meiryo" panose="020B0604030504040204" pitchFamily="50" charset="-128"/>
              <a:ea typeface="Meiryo" panose="020B0604030504040204" pitchFamily="50" charset="-128"/>
            </a:endParaRPr>
          </a:p>
        </p:txBody>
      </p:sp>
      <p:sp>
        <p:nvSpPr>
          <p:cNvPr id="8" name="正方形/長方形 7">
            <a:extLst>
              <a:ext uri="{FF2B5EF4-FFF2-40B4-BE49-F238E27FC236}">
                <a16:creationId xmlns:a16="http://schemas.microsoft.com/office/drawing/2014/main" id="{FFC7354D-EDA7-17F7-7701-030F9CCF6485}"/>
              </a:ext>
            </a:extLst>
          </p:cNvPr>
          <p:cNvSpPr/>
          <p:nvPr/>
        </p:nvSpPr>
        <p:spPr>
          <a:xfrm>
            <a:off x="508000" y="4013200"/>
            <a:ext cx="11176000" cy="20320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1E450305-6192-1AA9-2E3E-3DB9FA6256CB}"/>
              </a:ext>
            </a:extLst>
          </p:cNvPr>
          <p:cNvSpPr txBox="1"/>
          <p:nvPr/>
        </p:nvSpPr>
        <p:spPr>
          <a:xfrm>
            <a:off x="711200" y="41656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u = exp[z(u−1)]</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u=1−</a:t>
            </a:r>
            <a:r>
              <a:rPr kumimoji="1" lang="el-GR" altLang="ja-JP" sz="2500">
                <a:solidFill>
                  <a:srgbClr val="21343B"/>
                </a:solidFill>
                <a:latin typeface="Meiryo" panose="020B0604030504040204" pitchFamily="50" charset="-128"/>
                <a:ea typeface="Meiryo" panose="020B0604030504040204" pitchFamily="50" charset="-128"/>
              </a:rPr>
              <a:t>ε</a:t>
            </a:r>
            <a:r>
              <a:rPr kumimoji="1" lang="ja-JP" altLang="el-GR" sz="2500">
                <a:solidFill>
                  <a:srgbClr val="21343B"/>
                </a:solidFill>
                <a:latin typeface="Meiryo" panose="020B0604030504040204" pitchFamily="50" charset="-128"/>
                <a:ea typeface="Meiryo" panose="020B0604030504040204" pitchFamily="50" charset="-128"/>
              </a:rPr>
              <a:t>：</a:t>
            </a:r>
            <a:r>
              <a:rPr kumimoji="1" lang="el-GR" altLang="ja-JP" sz="2500">
                <a:solidFill>
                  <a:srgbClr val="21343B"/>
                </a:solidFill>
                <a:latin typeface="Meiryo" panose="020B0604030504040204" pitchFamily="50" charset="-128"/>
                <a:ea typeface="Meiryo" panose="020B0604030504040204" pitchFamily="50" charset="-128"/>
              </a:rPr>
              <a:t>1−ε = 1−</a:t>
            </a:r>
            <a:r>
              <a:rPr kumimoji="1" lang="en-US" altLang="ja-JP" sz="2500">
                <a:solidFill>
                  <a:srgbClr val="21343B"/>
                </a:solidFill>
                <a:latin typeface="Meiryo" panose="020B0604030504040204" pitchFamily="50" charset="-128"/>
                <a:ea typeface="Meiryo" panose="020B0604030504040204" pitchFamily="50" charset="-128"/>
              </a:rPr>
              <a:t>z</a:t>
            </a:r>
            <a:r>
              <a:rPr kumimoji="1" lang="el-GR" altLang="ja-JP" sz="2500">
                <a:solidFill>
                  <a:srgbClr val="21343B"/>
                </a:solidFill>
                <a:latin typeface="Meiryo" panose="020B0604030504040204" pitchFamily="50" charset="-128"/>
                <a:ea typeface="Meiryo" panose="020B0604030504040204" pitchFamily="50" charset="-128"/>
              </a:rPr>
              <a:t>ε+</a:t>
            </a:r>
            <a:r>
              <a:rPr kumimoji="1" lang="en-US" altLang="ja-JP" sz="2500">
                <a:solidFill>
                  <a:srgbClr val="21343B"/>
                </a:solidFill>
                <a:latin typeface="Meiryo" panose="020B0604030504040204" pitchFamily="50" charset="-128"/>
                <a:ea typeface="Meiryo" panose="020B0604030504040204" pitchFamily="50" charset="-128"/>
              </a:rPr>
              <a:t>O(</a:t>
            </a:r>
            <a:r>
              <a:rPr kumimoji="1" lang="el-GR" altLang="ja-JP" sz="2500">
                <a:solidFill>
                  <a:srgbClr val="21343B"/>
                </a:solidFill>
                <a:latin typeface="Meiryo" panose="020B0604030504040204" pitchFamily="50" charset="-128"/>
                <a:ea typeface="Meiryo" panose="020B0604030504040204" pitchFamily="50" charset="-128"/>
              </a:rPr>
              <a:t>ε²)</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z</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=1</a:t>
            </a:r>
            <a:r>
              <a:rPr kumimoji="1" lang="ja-JP" altLang="en-US" sz="2500">
                <a:solidFill>
                  <a:srgbClr val="21343B"/>
                </a:solidFill>
                <a:latin typeface="Meiryo" panose="020B0604030504040204" pitchFamily="50" charset="-128"/>
                <a:ea typeface="Meiryo" panose="020B0604030504040204" pitchFamily="50" charset="-128"/>
              </a:rPr>
              <a:t>、巨大割合</a:t>
            </a:r>
            <a:r>
              <a:rPr kumimoji="1" lang="en-US" altLang="ja-JP" sz="2500">
                <a:solidFill>
                  <a:srgbClr val="21343B"/>
                </a:solidFill>
                <a:latin typeface="Meiryo" panose="020B0604030504040204" pitchFamily="50" charset="-128"/>
                <a:ea typeface="Meiryo" panose="020B0604030504040204" pitchFamily="50" charset="-128"/>
              </a:rPr>
              <a:t>P=1−u</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2442514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E1FEDF26-049A-66BD-AA26-5552A4B232FB}"/>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29F90544-C535-F598-A68B-0575DB9DBD10}"/>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B04</a:t>
            </a:r>
            <a:r>
              <a:rPr kumimoji="1" lang="ja-JP" altLang="en-US" sz="3100" b="1">
                <a:solidFill>
                  <a:srgbClr val="21343B"/>
                </a:solidFill>
                <a:latin typeface="Meiryo" panose="020B0604030504040204" pitchFamily="50" charset="-128"/>
                <a:ea typeface="Meiryo" panose="020B0604030504040204" pitchFamily="50" charset="-128"/>
              </a:rPr>
              <a:t>　</a:t>
            </a:r>
            <a:r>
              <a:rPr kumimoji="1" lang="en-US" altLang="ja-JP" sz="3100" b="1">
                <a:solidFill>
                  <a:srgbClr val="21343B"/>
                </a:solidFill>
                <a:latin typeface="Meiryo" panose="020B0604030504040204" pitchFamily="50" charset="-128"/>
                <a:ea typeface="Meiryo" panose="020B0604030504040204" pitchFamily="50" charset="-128"/>
              </a:rPr>
              <a:t>S</a:t>
            </a:r>
            <a:r>
              <a:rPr kumimoji="1" lang="ja-JP" altLang="en-US" sz="3100" b="1">
                <a:solidFill>
                  <a:srgbClr val="21343B"/>
                </a:solidFill>
                <a:latin typeface="Meiryo" panose="020B0604030504040204" pitchFamily="50" charset="-128"/>
                <a:ea typeface="Meiryo" panose="020B0604030504040204" pitchFamily="50" charset="-128"/>
              </a:rPr>
              <a:t>の頂点重みと除外規則</a:t>
            </a:r>
          </a:p>
        </p:txBody>
      </p:sp>
      <p:cxnSp>
        <p:nvCxnSpPr>
          <p:cNvPr id="4" name="直線コネクタ 3">
            <a:extLst>
              <a:ext uri="{FF2B5EF4-FFF2-40B4-BE49-F238E27FC236}">
                <a16:creationId xmlns:a16="http://schemas.microsoft.com/office/drawing/2014/main" id="{62217B44-04EC-1C71-403D-B5A9D29F38F4}"/>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B6DB9BAB-4CC3-3D98-6B88-315C576164E8}"/>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S3</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ClusterStats.calculateMeanClusterSize</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0CD2B728-4A39-1D56-22FE-A55CDE732E2A}"/>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29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9FF75151-BC74-5CA3-535C-A765B38ABCEB}"/>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最大クラスターを</a:t>
            </a:r>
            <a:r>
              <a:rPr kumimoji="1" lang="en-US" altLang="ja-JP" sz="2200">
                <a:solidFill>
                  <a:srgbClr val="21343B"/>
                </a:solidFill>
                <a:latin typeface="Meiryo" panose="020B0604030504040204" pitchFamily="50" charset="-128"/>
                <a:ea typeface="Meiryo" panose="020B0604030504040204" pitchFamily="50" charset="-128"/>
              </a:rPr>
              <a:t>1</a:t>
            </a:r>
            <a:r>
              <a:rPr kumimoji="1" lang="ja-JP" altLang="en-US" sz="2200">
                <a:solidFill>
                  <a:srgbClr val="21343B"/>
                </a:solidFill>
                <a:latin typeface="Meiryo" panose="020B0604030504040204" pitchFamily="50" charset="-128"/>
                <a:ea typeface="Meiryo" panose="020B0604030504040204" pitchFamily="50" charset="-128"/>
              </a:rPr>
              <a:t>個除いた頂点集合から一様に</a:t>
            </a:r>
            <a:r>
              <a:rPr kumimoji="1" lang="en-US" altLang="ja-JP" sz="2200">
                <a:solidFill>
                  <a:srgbClr val="21343B"/>
                </a:solidFill>
                <a:latin typeface="Meiryo" panose="020B0604030504040204" pitchFamily="50" charset="-128"/>
                <a:ea typeface="Meiryo" panose="020B0604030504040204" pitchFamily="50" charset="-128"/>
              </a:rPr>
              <a:t>1</a:t>
            </a:r>
            <a:r>
              <a:rPr kumimoji="1" lang="ja-JP" altLang="en-US" sz="2200">
                <a:solidFill>
                  <a:srgbClr val="21343B"/>
                </a:solidFill>
                <a:latin typeface="Meiryo" panose="020B0604030504040204" pitchFamily="50" charset="-128"/>
                <a:ea typeface="Meiryo" panose="020B0604030504040204" pitchFamily="50" charset="-128"/>
              </a:rPr>
              <a:t>頂点を選ぶ</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サイズ</a:t>
            </a:r>
            <a:r>
              <a:rPr kumimoji="1" lang="en-US" altLang="ja-JP" sz="2200">
                <a:solidFill>
                  <a:srgbClr val="21343B"/>
                </a:solidFill>
                <a:latin typeface="Meiryo" panose="020B0604030504040204" pitchFamily="50" charset="-128"/>
                <a:ea typeface="Meiryo" panose="020B0604030504040204" pitchFamily="50" charset="-128"/>
              </a:rPr>
              <a:t>s_i</a:t>
            </a:r>
            <a:r>
              <a:rPr kumimoji="1" lang="ja-JP" altLang="en-US" sz="2200">
                <a:solidFill>
                  <a:srgbClr val="21343B"/>
                </a:solidFill>
                <a:latin typeface="Meiryo" panose="020B0604030504040204" pitchFamily="50" charset="-128"/>
                <a:ea typeface="Meiryo" panose="020B0604030504040204" pitchFamily="50" charset="-128"/>
              </a:rPr>
              <a:t>のクラスターに属す確率は</a:t>
            </a:r>
            <a:r>
              <a:rPr kumimoji="1" lang="en-US" altLang="ja-JP" sz="2200">
                <a:solidFill>
                  <a:srgbClr val="21343B"/>
                </a:solidFill>
                <a:latin typeface="Meiryo" panose="020B0604030504040204" pitchFamily="50" charset="-128"/>
                <a:ea typeface="Meiryo" panose="020B0604030504040204" pitchFamily="50" charset="-128"/>
              </a:rPr>
              <a:t>s_i/Σs_j</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同率最大は</a:t>
            </a:r>
            <a:r>
              <a:rPr kumimoji="1" lang="en-US" altLang="ja-JP" sz="2200">
                <a:solidFill>
                  <a:srgbClr val="21343B"/>
                </a:solidFill>
                <a:latin typeface="Meiryo" panose="020B0604030504040204" pitchFamily="50" charset="-128"/>
                <a:ea typeface="Meiryo" panose="020B0604030504040204" pitchFamily="50" charset="-128"/>
              </a:rPr>
              <a:t>1</a:t>
            </a:r>
            <a:r>
              <a:rPr kumimoji="1" lang="ja-JP" altLang="en-US" sz="2200">
                <a:solidFill>
                  <a:srgbClr val="21343B"/>
                </a:solidFill>
                <a:latin typeface="Meiryo" panose="020B0604030504040204" pitchFamily="50" charset="-128"/>
                <a:ea typeface="Meiryo" panose="020B0604030504040204" pitchFamily="50" charset="-128"/>
              </a:rPr>
              <a:t>個のみ除外。孤立点も含む</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分母</a:t>
            </a:r>
            <a:r>
              <a:rPr kumimoji="1" lang="en-US" altLang="ja-JP" sz="2200">
                <a:solidFill>
                  <a:srgbClr val="21343B"/>
                </a:solidFill>
                <a:latin typeface="Meiryo" panose="020B0604030504040204" pitchFamily="50" charset="-128"/>
                <a:ea typeface="Meiryo" panose="020B0604030504040204" pitchFamily="50" charset="-128"/>
              </a:rPr>
              <a:t>0</a:t>
            </a:r>
            <a:r>
              <a:rPr kumimoji="1" lang="ja-JP" altLang="en-US" sz="2200">
                <a:solidFill>
                  <a:srgbClr val="21343B"/>
                </a:solidFill>
                <a:latin typeface="Meiryo" panose="020B0604030504040204" pitchFamily="50" charset="-128"/>
                <a:ea typeface="Meiryo" panose="020B0604030504040204" pitchFamily="50" charset="-128"/>
              </a:rPr>
              <a:t>は本実装</a:t>
            </a:r>
            <a:r>
              <a:rPr kumimoji="1" lang="en-US" altLang="ja-JP" sz="2200">
                <a:solidFill>
                  <a:srgbClr val="21343B"/>
                </a:solidFill>
                <a:latin typeface="Meiryo" panose="020B0604030504040204" pitchFamily="50" charset="-128"/>
                <a:ea typeface="Meiryo" panose="020B0604030504040204" pitchFamily="50" charset="-128"/>
              </a:rPr>
              <a:t>S=0</a:t>
            </a:r>
            <a:r>
              <a:rPr kumimoji="1" lang="ja-JP" altLang="en-US" sz="2200">
                <a:solidFill>
                  <a:srgbClr val="21343B"/>
                </a:solidFill>
                <a:latin typeface="Meiryo" panose="020B0604030504040204" pitchFamily="50" charset="-128"/>
                <a:ea typeface="Meiryo" panose="020B0604030504040204" pitchFamily="50" charset="-128"/>
              </a:rPr>
              <a:t>（原論文の規約は未記載）</a:t>
            </a:r>
          </a:p>
        </p:txBody>
      </p:sp>
      <p:sp>
        <p:nvSpPr>
          <p:cNvPr id="8" name="正方形/長方形 7">
            <a:extLst>
              <a:ext uri="{FF2B5EF4-FFF2-40B4-BE49-F238E27FC236}">
                <a16:creationId xmlns:a16="http://schemas.microsoft.com/office/drawing/2014/main" id="{35F4461B-232E-6E29-026A-E664A2D8BAA2}"/>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3B005E5E-216E-CBBF-BC73-7B6B77121A45}"/>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it-IT" altLang="ja-JP" sz="2500">
                <a:solidFill>
                  <a:srgbClr val="21343B"/>
                </a:solidFill>
                <a:latin typeface="Meiryo" panose="020B0604030504040204" pitchFamily="50" charset="-128"/>
                <a:ea typeface="Meiryo" panose="020B0604030504040204" pitchFamily="50" charset="-128"/>
              </a:rPr>
              <a:t>E[s] = Σ</a:t>
            </a:r>
            <a:r>
              <a:rPr kumimoji="1" lang="it-IT" altLang="ja-JP" sz="1850" baseline="-16000">
                <a:solidFill>
                  <a:srgbClr val="21343B"/>
                </a:solidFill>
                <a:latin typeface="Meiryo" panose="020B0604030504040204" pitchFamily="50" charset="-128"/>
                <a:ea typeface="Meiryo" panose="020B0604030504040204" pitchFamily="50" charset="-128"/>
              </a:rPr>
              <a:t>i</a:t>
            </a:r>
            <a:r>
              <a:rPr kumimoji="1" lang="it-IT" altLang="ja-JP" sz="2500">
                <a:solidFill>
                  <a:srgbClr val="21343B"/>
                </a:solidFill>
                <a:latin typeface="Meiryo" panose="020B0604030504040204" pitchFamily="50" charset="-128"/>
                <a:ea typeface="Meiryo" panose="020B0604030504040204" pitchFamily="50" charset="-128"/>
              </a:rPr>
              <a:t> [s</a:t>
            </a:r>
            <a:r>
              <a:rPr kumimoji="1" lang="it-IT" altLang="ja-JP" sz="1850" baseline="-16000">
                <a:solidFill>
                  <a:srgbClr val="21343B"/>
                </a:solidFill>
                <a:latin typeface="Meiryo" panose="020B0604030504040204" pitchFamily="50" charset="-128"/>
                <a:ea typeface="Meiryo" panose="020B0604030504040204" pitchFamily="50" charset="-128"/>
              </a:rPr>
              <a:t>i</a:t>
            </a:r>
            <a:r>
              <a:rPr kumimoji="1" lang="it-IT" altLang="ja-JP" sz="2500">
                <a:solidFill>
                  <a:srgbClr val="21343B"/>
                </a:solidFill>
                <a:latin typeface="Meiryo" panose="020B0604030504040204" pitchFamily="50" charset="-128"/>
                <a:ea typeface="Meiryo" panose="020B0604030504040204" pitchFamily="50" charset="-128"/>
              </a:rPr>
              <a:t>/(Σ</a:t>
            </a:r>
            <a:r>
              <a:rPr kumimoji="1" lang="it-IT" altLang="ja-JP" sz="1850" baseline="-16000">
                <a:solidFill>
                  <a:srgbClr val="21343B"/>
                </a:solidFill>
                <a:latin typeface="Meiryo" panose="020B0604030504040204" pitchFamily="50" charset="-128"/>
                <a:ea typeface="Meiryo" panose="020B0604030504040204" pitchFamily="50" charset="-128"/>
              </a:rPr>
              <a:t>j</a:t>
            </a:r>
            <a:r>
              <a:rPr kumimoji="1" lang="it-IT" altLang="ja-JP" sz="2500">
                <a:solidFill>
                  <a:srgbClr val="21343B"/>
                </a:solidFill>
                <a:latin typeface="Meiryo" panose="020B0604030504040204" pitchFamily="50" charset="-128"/>
                <a:ea typeface="Meiryo" panose="020B0604030504040204" pitchFamily="50" charset="-128"/>
              </a:rPr>
              <a:t> s</a:t>
            </a:r>
            <a:r>
              <a:rPr kumimoji="1" lang="it-IT" altLang="ja-JP" sz="1850" baseline="-16000">
                <a:solidFill>
                  <a:srgbClr val="21343B"/>
                </a:solidFill>
                <a:latin typeface="Meiryo" panose="020B0604030504040204" pitchFamily="50" charset="-128"/>
                <a:ea typeface="Meiryo" panose="020B0604030504040204" pitchFamily="50" charset="-128"/>
              </a:rPr>
              <a:t>j</a:t>
            </a:r>
            <a:r>
              <a:rPr kumimoji="1" lang="it-IT" altLang="ja-JP" sz="2500">
                <a:solidFill>
                  <a:srgbClr val="21343B"/>
                </a:solidFill>
                <a:latin typeface="Meiryo" panose="020B0604030504040204" pitchFamily="50" charset="-128"/>
                <a:ea typeface="Meiryo" panose="020B0604030504040204" pitchFamily="50" charset="-128"/>
              </a:rPr>
              <a:t>)] s</a:t>
            </a:r>
            <a:r>
              <a:rPr kumimoji="1" lang="it-IT" altLang="ja-JP" sz="1850" baseline="-16000">
                <a:solidFill>
                  <a:srgbClr val="21343B"/>
                </a:solidFill>
                <a:latin typeface="Meiryo" panose="020B0604030504040204" pitchFamily="50" charset="-128"/>
                <a:ea typeface="Meiryo" panose="020B0604030504040204" pitchFamily="50" charset="-128"/>
              </a:rPr>
              <a:t>i</a:t>
            </a:r>
          </a:p>
          <a:p>
            <a:pPr>
              <a:lnSpc>
                <a:spcPct val="112000"/>
              </a:lnSpc>
            </a:pPr>
            <a:r>
              <a:rPr kumimoji="1" lang="it-IT" altLang="ja-JP" sz="2500">
                <a:solidFill>
                  <a:srgbClr val="21343B"/>
                </a:solidFill>
                <a:latin typeface="Meiryo" panose="020B0604030504040204" pitchFamily="50" charset="-128"/>
                <a:ea typeface="Meiryo" panose="020B0604030504040204" pitchFamily="50" charset="-128"/>
              </a:rPr>
              <a:t>S = Σ</a:t>
            </a:r>
            <a:r>
              <a:rPr kumimoji="1" lang="it-IT" altLang="ja-JP" sz="1850" baseline="-16000">
                <a:solidFill>
                  <a:srgbClr val="21343B"/>
                </a:solidFill>
                <a:latin typeface="Meiryo" panose="020B0604030504040204" pitchFamily="50" charset="-128"/>
                <a:ea typeface="Meiryo" panose="020B0604030504040204" pitchFamily="50" charset="-128"/>
              </a:rPr>
              <a:t>i</a:t>
            </a:r>
            <a:r>
              <a:rPr kumimoji="1" lang="it-IT" altLang="ja-JP" sz="2500">
                <a:solidFill>
                  <a:srgbClr val="21343B"/>
                </a:solidFill>
                <a:latin typeface="Meiryo" panose="020B0604030504040204" pitchFamily="50" charset="-128"/>
                <a:ea typeface="Meiryo" panose="020B0604030504040204" pitchFamily="50" charset="-128"/>
              </a:rPr>
              <a:t> s</a:t>
            </a:r>
            <a:r>
              <a:rPr kumimoji="1" lang="it-IT" altLang="ja-JP" sz="1850" baseline="-16000">
                <a:solidFill>
                  <a:srgbClr val="21343B"/>
                </a:solidFill>
                <a:latin typeface="Meiryo" panose="020B0604030504040204" pitchFamily="50" charset="-128"/>
                <a:ea typeface="Meiryo" panose="020B0604030504040204" pitchFamily="50" charset="-128"/>
              </a:rPr>
              <a:t>i</a:t>
            </a:r>
            <a:r>
              <a:rPr kumimoji="1" lang="it-IT" altLang="ja-JP" sz="2500">
                <a:solidFill>
                  <a:srgbClr val="21343B"/>
                </a:solidFill>
                <a:latin typeface="Meiryo" panose="020B0604030504040204" pitchFamily="50" charset="-128"/>
                <a:ea typeface="Meiryo" panose="020B0604030504040204" pitchFamily="50" charset="-128"/>
              </a:rPr>
              <a:t>² / Σ</a:t>
            </a:r>
            <a:r>
              <a:rPr kumimoji="1" lang="it-IT" altLang="ja-JP" sz="1850" baseline="-16000">
                <a:solidFill>
                  <a:srgbClr val="21343B"/>
                </a:solidFill>
                <a:latin typeface="Meiryo" panose="020B0604030504040204" pitchFamily="50" charset="-128"/>
                <a:ea typeface="Meiryo" panose="020B0604030504040204" pitchFamily="50" charset="-128"/>
              </a:rPr>
              <a:t>i</a:t>
            </a:r>
            <a:r>
              <a:rPr kumimoji="1" lang="it-IT" altLang="ja-JP" sz="2500">
                <a:solidFill>
                  <a:srgbClr val="21343B"/>
                </a:solidFill>
                <a:latin typeface="Meiryo" panose="020B0604030504040204" pitchFamily="50" charset="-128"/>
                <a:ea typeface="Meiryo" panose="020B0604030504040204" pitchFamily="50" charset="-128"/>
              </a:rPr>
              <a:t> s</a:t>
            </a:r>
            <a:r>
              <a:rPr kumimoji="1" lang="it-IT" altLang="ja-JP" sz="1850" baseline="-16000">
                <a:solidFill>
                  <a:srgbClr val="21343B"/>
                </a:solidFill>
                <a:latin typeface="Meiryo" panose="020B0604030504040204" pitchFamily="50" charset="-128"/>
                <a:ea typeface="Meiryo" panose="020B0604030504040204" pitchFamily="50" charset="-128"/>
              </a:rPr>
              <a:t>i</a:t>
            </a:r>
            <a:endParaRPr kumimoji="1" lang="ja-JP" altLang="en-US" sz="1850" baseline="-160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4029491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9FB44AC0-D7CD-047F-F777-959B20914EF2}"/>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C8BBC704-DDCB-3F43-5A36-B0A57741FA7B}"/>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B05</a:t>
            </a:r>
            <a:r>
              <a:rPr kumimoji="1" lang="ja-JP" altLang="en-US" sz="3100" b="1">
                <a:solidFill>
                  <a:srgbClr val="21343B"/>
                </a:solidFill>
                <a:latin typeface="Meiryo" panose="020B0604030504040204" pitchFamily="50" charset="-128"/>
                <a:ea typeface="Meiryo" panose="020B0604030504040204" pitchFamily="50" charset="-128"/>
              </a:rPr>
              <a:t>　</a:t>
            </a:r>
            <a:r>
              <a:rPr kumimoji="1" lang="en-US" altLang="ja-JP" sz="3100" b="1">
                <a:solidFill>
                  <a:srgbClr val="21343B"/>
                </a:solidFill>
                <a:latin typeface="Meiryo" panose="020B0604030504040204" pitchFamily="50" charset="-128"/>
                <a:ea typeface="Meiryo" panose="020B0604030504040204" pitchFamily="50" charset="-128"/>
              </a:rPr>
              <a:t>FSS</a:t>
            </a:r>
            <a:r>
              <a:rPr kumimoji="1" lang="ja-JP" altLang="en-US" sz="3100" b="1">
                <a:solidFill>
                  <a:srgbClr val="21343B"/>
                </a:solidFill>
                <a:latin typeface="Meiryo" panose="020B0604030504040204" pitchFamily="50" charset="-128"/>
                <a:ea typeface="Meiryo" panose="020B0604030504040204" pitchFamily="50" charset="-128"/>
              </a:rPr>
              <a:t>の変数と</a:t>
            </a:r>
            <a:r>
              <a:rPr kumimoji="1" lang="en-US" altLang="ja-JP" sz="3100" b="1">
                <a:solidFill>
                  <a:srgbClr val="21343B"/>
                </a:solidFill>
                <a:latin typeface="Meiryo" panose="020B0604030504040204" pitchFamily="50" charset="-128"/>
                <a:ea typeface="Meiryo" panose="020B0604030504040204" pitchFamily="50" charset="-128"/>
              </a:rPr>
              <a:t>N=L²</a:t>
            </a:r>
            <a:endParaRPr kumimoji="1" lang="ja-JP" altLang="en-US" sz="3100" b="1">
              <a:solidFill>
                <a:srgbClr val="21343B"/>
              </a:solidFill>
              <a:latin typeface="Meiryo" panose="020B0604030504040204" pitchFamily="50" charset="-128"/>
              <a:ea typeface="Meiryo" panose="020B0604030504040204" pitchFamily="50" charset="-128"/>
            </a:endParaRPr>
          </a:p>
        </p:txBody>
      </p:sp>
      <p:cxnSp>
        <p:nvCxnSpPr>
          <p:cNvPr id="4" name="直線コネクタ 3">
            <a:extLst>
              <a:ext uri="{FF2B5EF4-FFF2-40B4-BE49-F238E27FC236}">
                <a16:creationId xmlns:a16="http://schemas.microsoft.com/office/drawing/2014/main" id="{731163FE-C0E5-4B48-6FBE-56833A51D056}"/>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28089015-63B1-ABE4-8AF9-0C376B9121CA}"/>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PDF2</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S6</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S7</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N</a:t>
            </a:r>
            <a:r>
              <a:rPr kumimoji="1" lang="ja-JP" altLang="en-US" sz="950">
                <a:solidFill>
                  <a:srgbClr val="52676E"/>
                </a:solidFill>
                <a:latin typeface="Meiryo" panose="020B0604030504040204" pitchFamily="50" charset="-128"/>
                <a:ea typeface="Meiryo" panose="020B0604030504040204" pitchFamily="50" charset="-128"/>
              </a:rPr>
              <a:t>基準）；</a:t>
            </a:r>
            <a:r>
              <a:rPr kumimoji="1" lang="en-US" altLang="ja-JP" sz="950">
                <a:solidFill>
                  <a:srgbClr val="52676E"/>
                </a:solidFill>
                <a:latin typeface="Meiryo" panose="020B0604030504040204" pitchFamily="50" charset="-128"/>
                <a:ea typeface="Meiryo" panose="020B0604030504040204" pitchFamily="50" charset="-128"/>
              </a:rPr>
              <a:t>L</a:t>
            </a:r>
            <a:r>
              <a:rPr kumimoji="1" lang="ja-JP" altLang="en-US" sz="950">
                <a:solidFill>
                  <a:srgbClr val="52676E"/>
                </a:solidFill>
                <a:latin typeface="Meiryo" panose="020B0604030504040204" pitchFamily="50" charset="-128"/>
                <a:ea typeface="Meiryo" panose="020B0604030504040204" pitchFamily="50" charset="-128"/>
              </a:rPr>
              <a:t>基準の動機づけ・変換は導出</a:t>
            </a:r>
            <a:r>
              <a:rPr kumimoji="1" lang="en-US" altLang="ja-JP" sz="950">
                <a:solidFill>
                  <a:srgbClr val="52676E"/>
                </a:solidFill>
                <a:latin typeface="Meiryo" panose="020B0604030504040204" pitchFamily="50" charset="-128"/>
                <a:ea typeface="Meiryo" panose="020B0604030504040204" pitchFamily="50" charset="-128"/>
              </a:rPr>
              <a:t>B</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5EDEB42D-7A57-2F11-D17A-C51DAA1AE515}"/>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30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87BBA648-60A7-977D-4024-DB94F05DAE1D}"/>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仮定：相関長 </a:t>
            </a:r>
            <a:r>
              <a:rPr kumimoji="1" lang="en-US" altLang="ja-JP" sz="2400">
                <a:solidFill>
                  <a:srgbClr val="21343B"/>
                </a:solidFill>
                <a:latin typeface="Meiryo" panose="020B0604030504040204" pitchFamily="50" charset="-128"/>
                <a:ea typeface="Meiryo" panose="020B0604030504040204" pitchFamily="50" charset="-128"/>
              </a:rPr>
              <a:t>ξ∼|p−p_c|^(−ν)</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有限系のクロスオーバーは</a:t>
            </a:r>
            <a:r>
              <a:rPr kumimoji="1" lang="en-US" altLang="ja-JP" sz="2400">
                <a:solidFill>
                  <a:srgbClr val="21343B"/>
                </a:solidFill>
                <a:latin typeface="Meiryo" panose="020B0604030504040204" pitchFamily="50" charset="-128"/>
                <a:ea typeface="Meiryo" panose="020B0604030504040204" pitchFamily="50" charset="-128"/>
              </a:rPr>
              <a:t>ξ</a:t>
            </a:r>
            <a:r>
              <a:rPr kumimoji="1" lang="ja-JP" altLang="en-US" sz="2400">
                <a:solidFill>
                  <a:srgbClr val="21343B"/>
                </a:solidFill>
                <a:latin typeface="Meiryo" panose="020B0604030504040204" pitchFamily="50" charset="-128"/>
                <a:ea typeface="Meiryo" panose="020B0604030504040204" pitchFamily="50" charset="-128"/>
              </a:rPr>
              <a:t>と</a:t>
            </a:r>
            <a:r>
              <a:rPr kumimoji="1" lang="en-US" altLang="ja-JP" sz="2400">
                <a:solidFill>
                  <a:srgbClr val="21343B"/>
                </a:solidFill>
                <a:latin typeface="Meiryo" panose="020B0604030504040204" pitchFamily="50" charset="-128"/>
                <a:ea typeface="Meiryo" panose="020B0604030504040204" pitchFamily="50" charset="-128"/>
              </a:rPr>
              <a:t>L</a:t>
            </a:r>
            <a:r>
              <a:rPr kumimoji="1" lang="ja-JP" altLang="en-US" sz="2400">
                <a:solidFill>
                  <a:srgbClr val="21343B"/>
                </a:solidFill>
                <a:latin typeface="Meiryo" panose="020B0604030504040204" pitchFamily="50" charset="-128"/>
                <a:ea typeface="Meiryo" panose="020B0604030504040204" pitchFamily="50" charset="-128"/>
              </a:rPr>
              <a:t>が同程度</a:t>
            </a:r>
          </a:p>
          <a:p>
            <a:pPr>
              <a:lnSpc>
                <a:spcPct val="112000"/>
              </a:lnSpc>
              <a:spcAft>
                <a:spcPts val="1000"/>
              </a:spcAft>
            </a:pPr>
            <a:r>
              <a:rPr kumimoji="1" lang="ja-JP" altLang="en-US" sz="2400">
                <a:solidFill>
                  <a:srgbClr val="21343B"/>
                </a:solidFill>
                <a:latin typeface="Meiryo" panose="020B0604030504040204" pitchFamily="50" charset="-128"/>
                <a:ea typeface="Meiryo" panose="020B0604030504040204" pitchFamily="50" charset="-128"/>
              </a:rPr>
              <a:t>通常の</a:t>
            </a:r>
            <a:r>
              <a:rPr kumimoji="1" lang="en-US" altLang="ja-JP" sz="2400">
                <a:solidFill>
                  <a:srgbClr val="21343B"/>
                </a:solidFill>
                <a:latin typeface="Meiryo" panose="020B0604030504040204" pitchFamily="50" charset="-128"/>
                <a:ea typeface="Meiryo" panose="020B0604030504040204" pitchFamily="50" charset="-128"/>
              </a:rPr>
              <a:t>L</a:t>
            </a:r>
            <a:r>
              <a:rPr kumimoji="1" lang="ja-JP" altLang="en-US" sz="2400">
                <a:solidFill>
                  <a:srgbClr val="21343B"/>
                </a:solidFill>
                <a:latin typeface="Meiryo" panose="020B0604030504040204" pitchFamily="50" charset="-128"/>
                <a:ea typeface="Meiryo" panose="020B0604030504040204" pitchFamily="50" charset="-128"/>
              </a:rPr>
              <a:t>基準</a:t>
            </a:r>
            <a:r>
              <a:rPr kumimoji="1" lang="en-US" altLang="ja-JP" sz="2400">
                <a:solidFill>
                  <a:srgbClr val="21343B"/>
                </a:solidFill>
                <a:latin typeface="Meiryo" panose="020B0604030504040204" pitchFamily="50" charset="-128"/>
                <a:ea typeface="Meiryo" panose="020B0604030504040204" pitchFamily="50" charset="-128"/>
              </a:rPr>
              <a:t>FSS</a:t>
            </a:r>
            <a:r>
              <a:rPr kumimoji="1" lang="ja-JP" altLang="en-US" sz="2400">
                <a:solidFill>
                  <a:srgbClr val="21343B"/>
                </a:solidFill>
                <a:latin typeface="Meiryo" panose="020B0604030504040204" pitchFamily="50" charset="-128"/>
                <a:ea typeface="Meiryo" panose="020B0604030504040204" pitchFamily="50" charset="-128"/>
              </a:rPr>
              <a:t>が成立する場合に</a:t>
            </a:r>
            <a:r>
              <a:rPr kumimoji="1" lang="en-US" altLang="ja-JP" sz="2400">
                <a:solidFill>
                  <a:srgbClr val="21343B"/>
                </a:solidFill>
                <a:latin typeface="Meiryo" panose="020B0604030504040204" pitchFamily="50" charset="-128"/>
                <a:ea typeface="Meiryo" panose="020B0604030504040204" pitchFamily="50" charset="-128"/>
              </a:rPr>
              <a:t>N</a:t>
            </a:r>
            <a:r>
              <a:rPr kumimoji="1" lang="ja-JP" altLang="en-US" sz="2400">
                <a:solidFill>
                  <a:srgbClr val="21343B"/>
                </a:solidFill>
                <a:latin typeface="Meiryo" panose="020B0604030504040204" pitchFamily="50" charset="-128"/>
                <a:ea typeface="Meiryo" panose="020B0604030504040204" pitchFamily="50" charset="-128"/>
              </a:rPr>
              <a:t>へ変換</a:t>
            </a:r>
          </a:p>
        </p:txBody>
      </p:sp>
      <p:sp>
        <p:nvSpPr>
          <p:cNvPr id="8" name="正方形/長方形 7">
            <a:extLst>
              <a:ext uri="{FF2B5EF4-FFF2-40B4-BE49-F238E27FC236}">
                <a16:creationId xmlns:a16="http://schemas.microsoft.com/office/drawing/2014/main" id="{42384A38-6082-69F1-668D-F528ECCE8771}"/>
              </a:ext>
            </a:extLst>
          </p:cNvPr>
          <p:cNvSpPr/>
          <p:nvPr/>
        </p:nvSpPr>
        <p:spPr>
          <a:xfrm>
            <a:off x="508000" y="4013200"/>
            <a:ext cx="11176000" cy="20320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1BA986E9-56F8-A328-58C0-EA32767557EE}"/>
              </a:ext>
            </a:extLst>
          </p:cNvPr>
          <p:cNvSpPr txBox="1"/>
          <p:nvPr/>
        </p:nvSpPr>
        <p:spPr>
          <a:xfrm>
            <a:off x="711200" y="41656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 ∼ L</a:t>
            </a:r>
            <a:r>
              <a:rPr kumimoji="1" lang="en-US" altLang="ja-JP" sz="1850" baseline="30000">
                <a:solidFill>
                  <a:srgbClr val="21343B"/>
                </a:solidFill>
                <a:latin typeface="Meiryo" panose="020B0604030504040204" pitchFamily="50" charset="-128"/>
                <a:ea typeface="Meiryo" panose="020B0604030504040204" pitchFamily="50" charset="-128"/>
              </a:rPr>
              <a:t>−1/</a:t>
            </a:r>
            <a:r>
              <a:rPr kumimoji="1" lang="el-GR" altLang="ja-JP" sz="1850" baseline="30000">
                <a:solidFill>
                  <a:srgbClr val="21343B"/>
                </a:solidFill>
                <a:latin typeface="Meiryo" panose="020B0604030504040204" pitchFamily="50" charset="-128"/>
                <a:ea typeface="Meiryo" panose="020B0604030504040204" pitchFamily="50" charset="-128"/>
              </a:rPr>
              <a:t>ν</a:t>
            </a:r>
          </a:p>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a:t>
            </a:r>
            <a:r>
              <a:rPr kumimoji="1" lang="en-US" altLang="ja-JP" sz="2500">
                <a:solidFill>
                  <a:srgbClr val="21343B"/>
                </a:solidFill>
                <a:latin typeface="Meiryo" panose="020B0604030504040204" pitchFamily="50" charset="-128"/>
                <a:ea typeface="Meiryo" panose="020B0604030504040204" pitchFamily="50" charset="-128"/>
              </a:rPr>
              <a:t>P⟩ = L</a:t>
            </a:r>
            <a:r>
              <a:rPr kumimoji="1" lang="en-US" altLang="ja-JP" sz="1850" baseline="30000">
                <a:solidFill>
                  <a:srgbClr val="21343B"/>
                </a:solidFill>
                <a:latin typeface="Meiryo" panose="020B0604030504040204" pitchFamily="50" charset="-128"/>
                <a:ea typeface="Meiryo" panose="020B0604030504040204" pitchFamily="50" charset="-128"/>
              </a:rPr>
              <a:t>−</a:t>
            </a:r>
            <a:r>
              <a:rPr kumimoji="1" lang="el-GR" altLang="ja-JP" sz="1850" baseline="30000">
                <a:solidFill>
                  <a:srgbClr val="21343B"/>
                </a:solidFill>
                <a:latin typeface="Meiryo" panose="020B0604030504040204" pitchFamily="50" charset="-128"/>
                <a:ea typeface="Meiryo" panose="020B0604030504040204" pitchFamily="50" charset="-128"/>
              </a:rPr>
              <a:t>β/ν</a:t>
            </a:r>
            <a:r>
              <a:rPr kumimoji="1" lang="el-GR" altLang="ja-JP" sz="2500">
                <a:solidFill>
                  <a:srgbClr val="21343B"/>
                </a:solidFill>
                <a:latin typeface="Meiryo" panose="020B0604030504040204" pitchFamily="50" charset="-128"/>
                <a:ea typeface="Meiryo" panose="020B0604030504040204" pitchFamily="50" charset="-128"/>
              </a:rPr>
              <a:t> </a:t>
            </a:r>
            <a:r>
              <a:rPr kumimoji="1" lang="en-US" altLang="ja-JP" sz="2500">
                <a:solidFill>
                  <a:srgbClr val="21343B"/>
                </a:solidFill>
                <a:latin typeface="Meiryo" panose="020B0604030504040204" pitchFamily="50" charset="-128"/>
                <a:ea typeface="Meiryo" panose="020B0604030504040204" pitchFamily="50" charset="-128"/>
              </a:rPr>
              <a:t>F[(p−p</a:t>
            </a:r>
            <a:r>
              <a:rPr kumimoji="1" lang="en-US" altLang="ja-JP" sz="1850" baseline="-16000">
                <a:solidFill>
                  <a:srgbClr val="21343B"/>
                </a:solidFill>
                <a:latin typeface="Meiryo" panose="020B0604030504040204" pitchFamily="50" charset="-128"/>
                <a:ea typeface="Meiryo" panose="020B0604030504040204" pitchFamily="50" charset="-128"/>
              </a:rPr>
              <a:t>c</a:t>
            </a:r>
            <a:r>
              <a:rPr kumimoji="1" lang="en-US" altLang="ja-JP" sz="2500">
                <a:solidFill>
                  <a:srgbClr val="21343B"/>
                </a:solidFill>
                <a:latin typeface="Meiryo" panose="020B0604030504040204" pitchFamily="50" charset="-128"/>
                <a:ea typeface="Meiryo" panose="020B0604030504040204" pitchFamily="50" charset="-128"/>
              </a:rPr>
              <a:t>)L</a:t>
            </a:r>
            <a:r>
              <a:rPr kumimoji="1" lang="en-US" altLang="ja-JP" sz="1850" baseline="30000">
                <a:solidFill>
                  <a:srgbClr val="21343B"/>
                </a:solidFill>
                <a:latin typeface="Meiryo" panose="020B0604030504040204" pitchFamily="50" charset="-128"/>
                <a:ea typeface="Meiryo" panose="020B0604030504040204" pitchFamily="50" charset="-128"/>
              </a:rPr>
              <a:t>1/</a:t>
            </a:r>
            <a:r>
              <a:rPr kumimoji="1" lang="el-GR" altLang="ja-JP" sz="1850" baseline="30000">
                <a:solidFill>
                  <a:srgbClr val="21343B"/>
                </a:solidFill>
                <a:latin typeface="Meiryo" panose="020B0604030504040204" pitchFamily="50" charset="-128"/>
                <a:ea typeface="Meiryo" panose="020B0604030504040204" pitchFamily="50" charset="-128"/>
              </a:rPr>
              <a:t>ν</a:t>
            </a:r>
            <a:r>
              <a:rPr kumimoji="1" lang="el-GR" altLang="ja-JP" sz="2500">
                <a:solidFill>
                  <a:srgbClr val="21343B"/>
                </a:solidFill>
                <a:latin typeface="Meiryo" panose="020B0604030504040204" pitchFamily="50" charset="-128"/>
                <a:ea typeface="Meiryo" panose="020B0604030504040204" pitchFamily="50" charset="-128"/>
              </a:rPr>
              <a:t>]</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L=N</a:t>
            </a:r>
            <a:r>
              <a:rPr kumimoji="1" lang="en-US" altLang="ja-JP" sz="1850" baseline="30000">
                <a:solidFill>
                  <a:srgbClr val="21343B"/>
                </a:solidFill>
                <a:latin typeface="Meiryo" panose="020B0604030504040204" pitchFamily="50" charset="-128"/>
                <a:ea typeface="Meiryo" panose="020B0604030504040204" pitchFamily="50" charset="-128"/>
              </a:rPr>
              <a:t>1/2</a:t>
            </a:r>
            <a:r>
              <a:rPr kumimoji="1" lang="en-US" altLang="ja-JP" sz="2500">
                <a:solidFill>
                  <a:srgbClr val="21343B"/>
                </a:solidFill>
                <a:latin typeface="Meiryo" panose="020B0604030504040204" pitchFamily="50" charset="-128"/>
                <a:ea typeface="Meiryo" panose="020B0604030504040204" pitchFamily="50" charset="-128"/>
              </a:rPr>
              <a:t> ⇒ </a:t>
            </a:r>
            <a:r>
              <a:rPr kumimoji="1" lang="el-GR" altLang="ja-JP" sz="2500">
                <a:solidFill>
                  <a:srgbClr val="21343B"/>
                </a:solidFill>
                <a:latin typeface="Meiryo" panose="020B0604030504040204" pitchFamily="50" charset="-128"/>
                <a:ea typeface="Meiryo" panose="020B0604030504040204" pitchFamily="50" charset="-128"/>
              </a:rPr>
              <a:t>ν̄=2ν</a:t>
            </a:r>
            <a:r>
              <a:rPr kumimoji="1" lang="ja-JP" altLang="el-GR" sz="2500">
                <a:solidFill>
                  <a:srgbClr val="21343B"/>
                </a:solidFill>
                <a:latin typeface="Meiryo" panose="020B0604030504040204" pitchFamily="50" charset="-128"/>
                <a:ea typeface="Meiryo" panose="020B0604030504040204" pitchFamily="50" charset="-128"/>
              </a:rPr>
              <a:t>（</a:t>
            </a:r>
            <a:r>
              <a:rPr kumimoji="1" lang="ja-JP" altLang="en-US" sz="2500">
                <a:solidFill>
                  <a:srgbClr val="21343B"/>
                </a:solidFill>
                <a:latin typeface="Meiryo" panose="020B0604030504040204" pitchFamily="50" charset="-128"/>
                <a:ea typeface="Meiryo" panose="020B0604030504040204" pitchFamily="50" charset="-128"/>
              </a:rPr>
              <a:t>この変換の条件下）</a:t>
            </a:r>
          </a:p>
        </p:txBody>
      </p:sp>
    </p:spTree>
    <p:extLst>
      <p:ext uri="{BB962C8B-B14F-4D97-AF65-F5344CB8AC3E}">
        <p14:creationId xmlns:p14="http://schemas.microsoft.com/office/powerpoint/2010/main" val="4197892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D5DE42DE-B054-25D8-E242-3E4DB8900D7A}"/>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5EA25650-7E31-FDFE-3F83-1BCE8FB91B2A}"/>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B06</a:t>
            </a:r>
            <a:r>
              <a:rPr kumimoji="1" lang="ja-JP" altLang="en-US" sz="3100" b="1">
                <a:solidFill>
                  <a:srgbClr val="21343B"/>
                </a:solidFill>
                <a:latin typeface="Meiryo" panose="020B0604030504040204" pitchFamily="50" charset="-128"/>
                <a:ea typeface="Meiryo" panose="020B0604030504040204" pitchFamily="50" charset="-128"/>
              </a:rPr>
              <a:t>　原論文の指数と測定基準</a:t>
            </a:r>
          </a:p>
        </p:txBody>
      </p:sp>
      <p:cxnSp>
        <p:nvCxnSpPr>
          <p:cNvPr id="4" name="直線コネクタ 3">
            <a:extLst>
              <a:ext uri="{FF2B5EF4-FFF2-40B4-BE49-F238E27FC236}">
                <a16:creationId xmlns:a16="http://schemas.microsoft.com/office/drawing/2014/main" id="{BE83ACF4-CDC0-6495-1662-764D8A37F54C}"/>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1D33A0E2-D858-6FAD-9FF3-AC8F78B1D1BF}"/>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PDF4</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6</a:t>
            </a:r>
            <a:r>
              <a:rPr kumimoji="1" lang="ja-JP" altLang="en-US" sz="950">
                <a:solidFill>
                  <a:srgbClr val="52676E"/>
                </a:solidFill>
                <a:latin typeface="Meiryo" panose="020B0604030504040204" pitchFamily="50" charset="-128"/>
                <a:ea typeface="Meiryo" panose="020B0604030504040204" pitchFamily="50" charset="-128"/>
              </a:rPr>
              <a:t>、表</a:t>
            </a:r>
            <a:r>
              <a:rPr kumimoji="1" lang="en-US" altLang="ja-JP" sz="950">
                <a:solidFill>
                  <a:srgbClr val="52676E"/>
                </a:solidFill>
                <a:latin typeface="Meiryo" panose="020B0604030504040204" pitchFamily="50" charset="-128"/>
                <a:ea typeface="Meiryo" panose="020B0604030504040204" pitchFamily="50" charset="-128"/>
              </a:rPr>
              <a:t>S2</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S3</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S9</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S17</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S18</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98E7368C-8B09-1C4D-6761-077D8E3C1BA6}"/>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31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comparison-table">
            <a:extLst>
              <a:ext uri="{FF2B5EF4-FFF2-40B4-BE49-F238E27FC236}">
                <a16:creationId xmlns:a16="http://schemas.microsoft.com/office/drawing/2014/main" id="{00F44458-1B4D-DADC-5BAD-E2CA84AF420B}"/>
              </a:ext>
            </a:extLst>
          </p:cNvPr>
          <p:cNvGraphicFramePr>
            <a:graphicFrameLocks noGrp="1"/>
          </p:cNvGraphicFramePr>
          <p:nvPr>
            <p:extLst>
              <p:ext uri="{D42A27DB-BD31-4B8C-83A1-F6EECF244321}">
                <p14:modId xmlns:p14="http://schemas.microsoft.com/office/powerpoint/2010/main" val="919578721"/>
              </p:ext>
            </p:extLst>
          </p:nvPr>
        </p:nvGraphicFramePr>
        <p:xfrm>
          <a:off x="508000" y="1765300"/>
          <a:ext cx="11176000" cy="30607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935181915"/>
                    </a:ext>
                  </a:extLst>
                </a:gridCol>
                <a:gridCol w="2794000">
                  <a:extLst>
                    <a:ext uri="{9D8B030D-6E8A-4147-A177-3AD203B41FA5}">
                      <a16:colId xmlns:a16="http://schemas.microsoft.com/office/drawing/2014/main" val="2454508473"/>
                    </a:ext>
                  </a:extLst>
                </a:gridCol>
                <a:gridCol w="2794000">
                  <a:extLst>
                    <a:ext uri="{9D8B030D-6E8A-4147-A177-3AD203B41FA5}">
                      <a16:colId xmlns:a16="http://schemas.microsoft.com/office/drawing/2014/main" val="1130440515"/>
                    </a:ext>
                  </a:extLst>
                </a:gridCol>
                <a:gridCol w="2794000">
                  <a:extLst>
                    <a:ext uri="{9D8B030D-6E8A-4147-A177-3AD203B41FA5}">
                      <a16:colId xmlns:a16="http://schemas.microsoft.com/office/drawing/2014/main" val="1092426495"/>
                    </a:ext>
                  </a:extLst>
                </a:gridCol>
              </a:tblGrid>
              <a:tr h="612140">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測定基準</a:t>
                      </a:r>
                    </a:p>
                  </a:txBody>
                  <a:tcPr marL="127000" marR="127000" marT="88900" marB="63500" anchor="ctr">
                    <a:solidFill>
                      <a:srgbClr val="147D83"/>
                    </a:solidFill>
                  </a:tcPr>
                </a:tc>
                <a:tc>
                  <a:txBody>
                    <a:bodyPr/>
                    <a:lstStyle/>
                    <a:p>
                      <a:pPr>
                        <a:lnSpc>
                          <a:spcPct val="105000"/>
                        </a:lnSpc>
                        <a:spcAft>
                          <a:spcPts val="0"/>
                        </a:spcAft>
                      </a:pPr>
                      <a:r>
                        <a:rPr kumimoji="1" lang="el-GR" altLang="ja-JP" sz="1900" b="1">
                          <a:solidFill>
                            <a:srgbClr val="FFFFFF"/>
                          </a:solidFill>
                          <a:latin typeface="Meiryo" panose="020B0604030504040204" pitchFamily="50" charset="-128"/>
                          <a:ea typeface="Meiryo" panose="020B0604030504040204" pitchFamily="50" charset="-128"/>
                        </a:rPr>
                        <a:t>β/ν̄</a:t>
                      </a:r>
                      <a:endParaRPr kumimoji="1" lang="ja-JP" altLang="en-US" sz="1900" b="1">
                        <a:solidFill>
                          <a:srgbClr val="FFFFFF"/>
                        </a:solidFill>
                        <a:latin typeface="Meiryo" panose="020B0604030504040204" pitchFamily="50" charset="-128"/>
                        <a:ea typeface="Meiryo" panose="020B0604030504040204" pitchFamily="50" charset="-128"/>
                      </a:endParaRPr>
                    </a:p>
                  </a:txBody>
                  <a:tcPr marL="127000" marR="127000" marT="88900" marB="63500" anchor="ctr">
                    <a:solidFill>
                      <a:srgbClr val="147D83"/>
                    </a:solidFill>
                  </a:tcPr>
                </a:tc>
                <a:tc>
                  <a:txBody>
                    <a:bodyPr/>
                    <a:lstStyle/>
                    <a:p>
                      <a:pPr>
                        <a:lnSpc>
                          <a:spcPct val="105000"/>
                        </a:lnSpc>
                        <a:spcAft>
                          <a:spcPts val="0"/>
                        </a:spcAft>
                      </a:pPr>
                      <a:r>
                        <a:rPr kumimoji="1" lang="el-GR" altLang="ja-JP" sz="1900" b="1">
                          <a:solidFill>
                            <a:srgbClr val="FFFFFF"/>
                          </a:solidFill>
                          <a:latin typeface="Meiryo" panose="020B0604030504040204" pitchFamily="50" charset="-128"/>
                          <a:ea typeface="Meiryo" panose="020B0604030504040204" pitchFamily="50" charset="-128"/>
                        </a:rPr>
                        <a:t>γ/ν̄</a:t>
                      </a:r>
                      <a:endParaRPr kumimoji="1" lang="ja-JP" altLang="en-US" sz="1900" b="1">
                        <a:solidFill>
                          <a:srgbClr val="FFFFFF"/>
                        </a:solidFill>
                        <a:latin typeface="Meiryo" panose="020B0604030504040204" pitchFamily="50" charset="-128"/>
                        <a:ea typeface="Meiryo" panose="020B0604030504040204" pitchFamily="50" charset="-128"/>
                      </a:endParaRPr>
                    </a:p>
                  </a:txBody>
                  <a:tcPr marL="127000" marR="127000" marT="88900" marB="63500" anchor="ctr">
                    <a:solidFill>
                      <a:srgbClr val="147D83"/>
                    </a:solidFill>
                  </a:tcPr>
                </a:tc>
                <a:tc>
                  <a:txBody>
                    <a:bodyPr/>
                    <a:lstStyle/>
                    <a:p>
                      <a:pPr>
                        <a:lnSpc>
                          <a:spcPct val="105000"/>
                        </a:lnSpc>
                        <a:spcAft>
                          <a:spcPts val="0"/>
                        </a:spcAft>
                      </a:pPr>
                      <a:r>
                        <a:rPr kumimoji="1" lang="ja-JP" altLang="en-US" sz="1900" b="1">
                          <a:solidFill>
                            <a:srgbClr val="FFFFFF"/>
                          </a:solidFill>
                          <a:latin typeface="Meiryo" panose="020B0604030504040204" pitchFamily="50" charset="-128"/>
                          <a:ea typeface="Meiryo" panose="020B0604030504040204" pitchFamily="50" charset="-128"/>
                        </a:rPr>
                        <a:t>位置の</a:t>
                      </a:r>
                      <a:r>
                        <a:rPr kumimoji="1" lang="en-US" altLang="ja-JP" sz="1900" b="1">
                          <a:solidFill>
                            <a:srgbClr val="FFFFFF"/>
                          </a:solidFill>
                          <a:latin typeface="Meiryo" panose="020B0604030504040204" pitchFamily="50" charset="-128"/>
                          <a:ea typeface="Meiryo" panose="020B0604030504040204" pitchFamily="50" charset="-128"/>
                        </a:rPr>
                        <a:t>1/</a:t>
                      </a:r>
                      <a:r>
                        <a:rPr kumimoji="1" lang="el-GR" altLang="ja-JP" sz="1900" b="1">
                          <a:solidFill>
                            <a:srgbClr val="FFFFFF"/>
                          </a:solidFill>
                          <a:latin typeface="Meiryo" panose="020B0604030504040204" pitchFamily="50" charset="-128"/>
                          <a:ea typeface="Meiryo" panose="020B0604030504040204" pitchFamily="50" charset="-128"/>
                        </a:rPr>
                        <a:t>ν̄</a:t>
                      </a:r>
                      <a:endParaRPr kumimoji="1" lang="ja-JP" altLang="en-US" sz="1900" b="1">
                        <a:solidFill>
                          <a:srgbClr val="FFFFFF"/>
                        </a:solidFill>
                        <a:latin typeface="Meiryo" panose="020B0604030504040204" pitchFamily="50" charset="-128"/>
                        <a:ea typeface="Meiryo" panose="020B0604030504040204" pitchFamily="50" charset="-128"/>
                      </a:endParaRPr>
                    </a:p>
                  </a:txBody>
                  <a:tcPr marL="127000" marR="127000" marT="88900" marB="63500" anchor="ctr">
                    <a:solidFill>
                      <a:srgbClr val="147D83"/>
                    </a:solidFill>
                  </a:tcPr>
                </a:tc>
                <a:extLst>
                  <a:ext uri="{0D108BD9-81ED-4DB2-BD59-A6C34878D82A}">
                    <a16:rowId xmlns:a16="http://schemas.microsoft.com/office/drawing/2014/main" val="826482537"/>
                  </a:ext>
                </a:extLst>
              </a:tr>
              <a:tr h="612140">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固定</a:t>
                      </a:r>
                      <a:r>
                        <a:rPr kumimoji="1" lang="en-US" altLang="ja-JP" sz="1900" b="0">
                          <a:solidFill>
                            <a:srgbClr val="21343B"/>
                          </a:solidFill>
                          <a:latin typeface="Meiryo" panose="020B0604030504040204" pitchFamily="50" charset="-128"/>
                          <a:ea typeface="Meiryo" panose="020B0604030504040204" pitchFamily="50" charset="-128"/>
                        </a:rPr>
                        <a:t>p_c</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0.04±0.01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0.15±0.01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extLst>
                  <a:ext uri="{0D108BD9-81ED-4DB2-BD59-A6C34878D82A}">
                    <a16:rowId xmlns:a16="http://schemas.microsoft.com/office/drawing/2014/main" val="177580809"/>
                  </a:ext>
                </a:extLst>
              </a:tr>
              <a:tr h="612140">
                <a:tc>
                  <a:txBody>
                    <a:bodyPr/>
                    <a:lstStyle/>
                    <a:p>
                      <a:pPr>
                        <a:lnSpc>
                          <a:spcPct val="105000"/>
                        </a:lnSpc>
                        <a:spcAft>
                          <a:spcPts val="0"/>
                        </a:spcAft>
                      </a:pPr>
                      <a:r>
                        <a:rPr kumimoji="1" lang="ja-JP" altLang="en-US" sz="1900" b="0">
                          <a:solidFill>
                            <a:srgbClr val="21343B"/>
                          </a:solidFill>
                          <a:latin typeface="Meiryo" panose="020B0604030504040204" pitchFamily="50" charset="-128"/>
                          <a:ea typeface="Meiryo" panose="020B0604030504040204" pitchFamily="50" charset="-128"/>
                        </a:rPr>
                        <a:t>平均</a:t>
                      </a:r>
                      <a:r>
                        <a:rPr kumimoji="1" lang="en-US" altLang="ja-JP" sz="1900" b="0">
                          <a:solidFill>
                            <a:srgbClr val="21343B"/>
                          </a:solidFill>
                          <a:latin typeface="Meiryo" panose="020B0604030504040204" pitchFamily="50" charset="-128"/>
                          <a:ea typeface="Meiryo" panose="020B0604030504040204" pitchFamily="50" charset="-128"/>
                        </a:rPr>
                        <a:t>S</a:t>
                      </a:r>
                      <a:r>
                        <a:rPr kumimoji="1" lang="ja-JP" altLang="en-US" sz="1900" b="0">
                          <a:solidFill>
                            <a:srgbClr val="21343B"/>
                          </a:solidFill>
                          <a:latin typeface="Meiryo" panose="020B0604030504040204" pitchFamily="50" charset="-128"/>
                          <a:ea typeface="Meiryo" panose="020B0604030504040204" pitchFamily="50" charset="-128"/>
                        </a:rPr>
                        <a:t>ピーク</a:t>
                      </a: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0.24±0.01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0.53±0.01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0.18±0.01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extLst>
                  <a:ext uri="{0D108BD9-81ED-4DB2-BD59-A6C34878D82A}">
                    <a16:rowId xmlns:a16="http://schemas.microsoft.com/office/drawing/2014/main" val="1982751595"/>
                  </a:ext>
                </a:extLst>
              </a:tr>
              <a:tr h="612140">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event</a:t>
                      </a:r>
                      <a:r>
                        <a:rPr kumimoji="1" lang="ja-JP" altLang="en-US" sz="1900" b="0">
                          <a:solidFill>
                            <a:srgbClr val="21343B"/>
                          </a:solidFill>
                          <a:latin typeface="Meiryo" panose="020B0604030504040204" pitchFamily="50" charset="-128"/>
                          <a:ea typeface="Meiryo" panose="020B0604030504040204" pitchFamily="50" charset="-128"/>
                        </a:rPr>
                        <a:t>直後の平均</a:t>
                      </a: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0.21±0.01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0.55±0.01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0.15±0.01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EAF3F3"/>
                    </a:solidFill>
                  </a:tcPr>
                </a:tc>
                <a:extLst>
                  <a:ext uri="{0D108BD9-81ED-4DB2-BD59-A6C34878D82A}">
                    <a16:rowId xmlns:a16="http://schemas.microsoft.com/office/drawing/2014/main" val="2454397133"/>
                  </a:ext>
                </a:extLst>
              </a:tr>
              <a:tr h="612140">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event</a:t>
                      </a:r>
                      <a:r>
                        <a:rPr kumimoji="1" lang="ja-JP" altLang="en-US" sz="1900" b="0">
                          <a:solidFill>
                            <a:srgbClr val="21343B"/>
                          </a:solidFill>
                          <a:latin typeface="Meiryo" panose="020B0604030504040204" pitchFamily="50" charset="-128"/>
                          <a:ea typeface="Meiryo" panose="020B0604030504040204" pitchFamily="50" charset="-128"/>
                        </a:rPr>
                        <a:t>位置の標準偏差</a:t>
                      </a: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tc>
                  <a:txBody>
                    <a:bodyPr/>
                    <a:lstStyle/>
                    <a:p>
                      <a:pPr>
                        <a:lnSpc>
                          <a:spcPct val="105000"/>
                        </a:lnSpc>
                        <a:spcAft>
                          <a:spcPts val="0"/>
                        </a:spcAft>
                      </a:pPr>
                      <a:r>
                        <a:rPr kumimoji="1" lang="en-US" altLang="ja-JP" sz="1900" b="0">
                          <a:solidFill>
                            <a:srgbClr val="21343B"/>
                          </a:solidFill>
                          <a:latin typeface="Meiryo" panose="020B0604030504040204" pitchFamily="50" charset="-128"/>
                          <a:ea typeface="Meiryo" panose="020B0604030504040204" pitchFamily="50" charset="-128"/>
                        </a:rPr>
                        <a:t>0.50±0.01</a:t>
                      </a:r>
                      <a:endParaRPr kumimoji="1" lang="ja-JP" altLang="en-US" sz="1900" b="0">
                        <a:solidFill>
                          <a:srgbClr val="21343B"/>
                        </a:solidFill>
                        <a:latin typeface="Meiryo" panose="020B0604030504040204" pitchFamily="50" charset="-128"/>
                        <a:ea typeface="Meiryo" panose="020B0604030504040204" pitchFamily="50" charset="-128"/>
                      </a:endParaRPr>
                    </a:p>
                  </a:txBody>
                  <a:tcPr marL="127000" marR="127000" marT="88900" marB="63500" anchor="ctr">
                    <a:solidFill>
                      <a:srgbClr val="FFFFFF"/>
                    </a:solidFill>
                  </a:tcPr>
                </a:tc>
                <a:extLst>
                  <a:ext uri="{0D108BD9-81ED-4DB2-BD59-A6C34878D82A}">
                    <a16:rowId xmlns:a16="http://schemas.microsoft.com/office/drawing/2014/main" val="4294932997"/>
                  </a:ext>
                </a:extLst>
              </a:tr>
            </a:tbl>
          </a:graphicData>
        </a:graphic>
      </p:graphicFrame>
      <p:sp>
        <p:nvSpPr>
          <p:cNvPr id="8" name="body-7">
            <a:extLst>
              <a:ext uri="{FF2B5EF4-FFF2-40B4-BE49-F238E27FC236}">
                <a16:creationId xmlns:a16="http://schemas.microsoft.com/office/drawing/2014/main" id="{9A052912-DF30-3DEF-BEEA-4C5762855603}"/>
              </a:ext>
            </a:extLst>
          </p:cNvPr>
          <p:cNvSpPr txBox="1"/>
          <p:nvPr/>
        </p:nvSpPr>
        <p:spPr>
          <a:xfrm>
            <a:off x="571500" y="4927600"/>
            <a:ext cx="110490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ER</a:t>
            </a:r>
            <a:r>
              <a:rPr kumimoji="1" lang="ja-JP" altLang="en-US" sz="2000">
                <a:solidFill>
                  <a:srgbClr val="21343B"/>
                </a:solidFill>
                <a:latin typeface="Meiryo" panose="020B0604030504040204" pitchFamily="50" charset="-128"/>
                <a:ea typeface="Meiryo" panose="020B0604030504040204" pitchFamily="50" charset="-128"/>
              </a:rPr>
              <a:t>・</a:t>
            </a:r>
            <a:r>
              <a:rPr kumimoji="1" lang="en-US" altLang="ja-JP" sz="2000">
                <a:solidFill>
                  <a:srgbClr val="21343B"/>
                </a:solidFill>
                <a:latin typeface="Meiryo" panose="020B0604030504040204" pitchFamily="50" charset="-128"/>
                <a:ea typeface="Meiryo" panose="020B0604030504040204" pitchFamily="50" charset="-128"/>
              </a:rPr>
              <a:t>C=N</a:t>
            </a:r>
            <a:r>
              <a:rPr kumimoji="1" lang="ja-JP" altLang="en-US" sz="2000">
                <a:solidFill>
                  <a:srgbClr val="21343B"/>
                </a:solidFill>
                <a:latin typeface="Meiryo" panose="020B0604030504040204" pitchFamily="50" charset="-128"/>
                <a:ea typeface="Meiryo" panose="020B0604030504040204" pitchFamily="50" charset="-128"/>
              </a:rPr>
              <a:t>の報告値。</a:t>
            </a:r>
            <a:r>
              <a:rPr kumimoji="1" lang="en-US" altLang="ja-JP" sz="2000">
                <a:solidFill>
                  <a:srgbClr val="21343B"/>
                </a:solidFill>
                <a:latin typeface="Meiryo" panose="020B0604030504040204" pitchFamily="50" charset="-128"/>
                <a:ea typeface="Meiryo" panose="020B0604030504040204" pitchFamily="50" charset="-128"/>
              </a:rPr>
              <a:t>2D</a:t>
            </a:r>
            <a:r>
              <a:rPr kumimoji="1" lang="ja-JP" altLang="en-US" sz="2000">
                <a:solidFill>
                  <a:srgbClr val="21343B"/>
                </a:solidFill>
                <a:latin typeface="Meiryo" panose="020B0604030504040204" pitchFamily="50" charset="-128"/>
                <a:ea typeface="Meiryo" panose="020B0604030504040204" pitchFamily="50" charset="-128"/>
              </a:rPr>
              <a:t>格子の指数ではない</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平均位置のシフトと</a:t>
            </a:r>
            <a:r>
              <a:rPr kumimoji="1" lang="en-US" altLang="ja-JP" sz="2000">
                <a:solidFill>
                  <a:srgbClr val="21343B"/>
                </a:solidFill>
                <a:latin typeface="Meiryo" panose="020B0604030504040204" pitchFamily="50" charset="-128"/>
                <a:ea typeface="Meiryo" panose="020B0604030504040204" pitchFamily="50" charset="-128"/>
              </a:rPr>
              <a:t>run</a:t>
            </a:r>
            <a:r>
              <a:rPr kumimoji="1" lang="ja-JP" altLang="en-US" sz="2000">
                <a:solidFill>
                  <a:srgbClr val="21343B"/>
                </a:solidFill>
                <a:latin typeface="Meiryo" panose="020B0604030504040204" pitchFamily="50" charset="-128"/>
                <a:ea typeface="Meiryo" panose="020B0604030504040204" pitchFamily="50" charset="-128"/>
              </a:rPr>
              <a:t>間位置標準偏差は別</a:t>
            </a:r>
          </a:p>
        </p:txBody>
      </p:sp>
    </p:spTree>
    <p:extLst>
      <p:ext uri="{BB962C8B-B14F-4D97-AF65-F5344CB8AC3E}">
        <p14:creationId xmlns:p14="http://schemas.microsoft.com/office/powerpoint/2010/main" val="2406743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0DBCE4E0-A5A0-B232-B53D-44D64668C53C}"/>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0C819E4A-C15E-2110-C694-74522BCF68DD}"/>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B07</a:t>
            </a:r>
            <a:r>
              <a:rPr kumimoji="1" lang="ja-JP" altLang="en-US" sz="3100" b="1">
                <a:solidFill>
                  <a:srgbClr val="21343B"/>
                </a:solidFill>
                <a:latin typeface="Meiryo" panose="020B0604030504040204" pitchFamily="50" charset="-128"/>
                <a:ea typeface="Meiryo" panose="020B0604030504040204" pitchFamily="50" charset="-128"/>
              </a:rPr>
              <a:t>　単一辺</a:t>
            </a:r>
            <a:r>
              <a:rPr kumimoji="1" lang="en-US" altLang="ja-JP" sz="3100" b="1">
                <a:solidFill>
                  <a:srgbClr val="21343B"/>
                </a:solidFill>
                <a:latin typeface="Meiryo" panose="020B0604030504040204" pitchFamily="50" charset="-128"/>
                <a:ea typeface="Meiryo" panose="020B0604030504040204" pitchFamily="50" charset="-128"/>
              </a:rPr>
              <a:t>event</a:t>
            </a:r>
            <a:r>
              <a:rPr kumimoji="1" lang="ja-JP" altLang="en-US" sz="3100" b="1">
                <a:solidFill>
                  <a:srgbClr val="21343B"/>
                </a:solidFill>
                <a:latin typeface="Meiryo" panose="020B0604030504040204" pitchFamily="50" charset="-128"/>
                <a:ea typeface="Meiryo" panose="020B0604030504040204" pitchFamily="50" charset="-128"/>
              </a:rPr>
              <a:t>と要求</a:t>
            </a:r>
            <a:r>
              <a:rPr kumimoji="1" lang="en-US" altLang="ja-JP" sz="3100" b="1">
                <a:solidFill>
                  <a:srgbClr val="21343B"/>
                </a:solidFill>
                <a:latin typeface="Meiryo" panose="020B0604030504040204" pitchFamily="50" charset="-128"/>
                <a:ea typeface="Meiryo" panose="020B0604030504040204" pitchFamily="50" charset="-128"/>
              </a:rPr>
              <a:t>event</a:t>
            </a:r>
            <a:endParaRPr kumimoji="1" lang="ja-JP" altLang="en-US" sz="3100" b="1">
              <a:solidFill>
                <a:srgbClr val="21343B"/>
              </a:solidFill>
              <a:latin typeface="Meiryo" panose="020B0604030504040204" pitchFamily="50" charset="-128"/>
              <a:ea typeface="Meiryo" panose="020B0604030504040204" pitchFamily="50" charset="-128"/>
            </a:endParaRPr>
          </a:p>
        </p:txBody>
      </p:sp>
      <p:cxnSp>
        <p:nvCxnSpPr>
          <p:cNvPr id="4" name="直線コネクタ 3">
            <a:extLst>
              <a:ext uri="{FF2B5EF4-FFF2-40B4-BE49-F238E27FC236}">
                <a16:creationId xmlns:a16="http://schemas.microsoft.com/office/drawing/2014/main" id="{85B0E05E-089F-1B83-5F5B-DF5CE2053380}"/>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933754DC-7BFA-F852-B608-954F2860B47E}"/>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補足 </a:t>
            </a:r>
            <a:r>
              <a:rPr kumimoji="1" lang="en-US" altLang="ja-JP" sz="950">
                <a:solidFill>
                  <a:srgbClr val="52676E"/>
                </a:solidFill>
                <a:latin typeface="Meiryo" panose="020B0604030504040204" pitchFamily="50" charset="-128"/>
                <a:ea typeface="Meiryo" panose="020B0604030504040204" pitchFamily="50" charset="-128"/>
              </a:rPr>
              <a:t>PDF4–5</a:t>
            </a:r>
            <a:r>
              <a:rPr kumimoji="1" lang="ja-JP" altLang="en-US" sz="950">
                <a:solidFill>
                  <a:srgbClr val="52676E"/>
                </a:solidFill>
                <a:latin typeface="Meiryo" panose="020B0604030504040204" pitchFamily="50" charset="-128"/>
                <a:ea typeface="Meiryo" panose="020B0604030504040204" pitchFamily="50" charset="-128"/>
              </a:rPr>
              <a:t>、式</a:t>
            </a:r>
            <a:r>
              <a:rPr kumimoji="1" lang="en-US" altLang="ja-JP" sz="950">
                <a:solidFill>
                  <a:srgbClr val="52676E"/>
                </a:solidFill>
                <a:latin typeface="Meiryo" panose="020B0604030504040204" pitchFamily="50" charset="-128"/>
                <a:ea typeface="Meiryo" panose="020B0604030504040204" pitchFamily="50" charset="-128"/>
              </a:rPr>
              <a:t>S13–S16</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PDF1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10–12</a:t>
            </a:r>
            <a:r>
              <a:rPr kumimoji="1" lang="ja-JP" altLang="en-US" sz="950">
                <a:solidFill>
                  <a:srgbClr val="52676E"/>
                </a:solidFill>
                <a:latin typeface="Meiryo" panose="020B0604030504040204" pitchFamily="50" charset="-128"/>
                <a:ea typeface="Meiryo" panose="020B0604030504040204" pitchFamily="50" charset="-128"/>
              </a:rPr>
              <a:t>（削除辺列保存）</a:t>
            </a:r>
          </a:p>
        </p:txBody>
      </p:sp>
      <p:sp>
        <p:nvSpPr>
          <p:cNvPr id="6" name="page-5">
            <a:extLst>
              <a:ext uri="{FF2B5EF4-FFF2-40B4-BE49-F238E27FC236}">
                <a16:creationId xmlns:a16="http://schemas.microsoft.com/office/drawing/2014/main" id="{FAB3981C-6860-E214-5500-44C6F9B882AD}"/>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32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A95250F7-0DFA-039F-48D7-6C65C69E3348}"/>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原論文：</a:t>
            </a:r>
            <a:r>
              <a:rPr kumimoji="1" lang="en-US" altLang="ja-JP" sz="2200">
                <a:solidFill>
                  <a:srgbClr val="21343B"/>
                </a:solidFill>
                <a:latin typeface="Meiryo" panose="020B0604030504040204" pitchFamily="50" charset="-128"/>
                <a:ea typeface="Meiryo" panose="020B0604030504040204" pitchFamily="50" charset="-128"/>
              </a:rPr>
              <a:t>δp=1/E₁</a:t>
            </a:r>
            <a:r>
              <a:rPr kumimoji="1" lang="ja-JP" altLang="en-US" sz="2200">
                <a:solidFill>
                  <a:srgbClr val="21343B"/>
                </a:solidFill>
                <a:latin typeface="Meiryo" panose="020B0604030504040204" pitchFamily="50" charset="-128"/>
                <a:ea typeface="Meiryo" panose="020B0604030504040204" pitchFamily="50" charset="-128"/>
              </a:rPr>
              <a:t>で最大単一辺落下を選ぶ</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本研究：経路全削除の最大要求落下を選ぶ</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要求落下を経路辺数で割って単一辺実測と呼ばない</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辺列再生では経路内順序と、その感度を検証する</a:t>
            </a:r>
          </a:p>
        </p:txBody>
      </p:sp>
      <p:sp>
        <p:nvSpPr>
          <p:cNvPr id="8" name="正方形/長方形 7">
            <a:extLst>
              <a:ext uri="{FF2B5EF4-FFF2-40B4-BE49-F238E27FC236}">
                <a16:creationId xmlns:a16="http://schemas.microsoft.com/office/drawing/2014/main" id="{BF0C4925-F923-68BF-FF49-14EE26C6C2AE}"/>
              </a:ext>
            </a:extLst>
          </p:cNvPr>
          <p:cNvSpPr/>
          <p:nvPr/>
        </p:nvSpPr>
        <p:spPr>
          <a:xfrm>
            <a:off x="508000" y="4508500"/>
            <a:ext cx="11176000" cy="15367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B21560CB-9AF6-A055-57D1-ED7619BA62C8}"/>
              </a:ext>
            </a:extLst>
          </p:cNvPr>
          <p:cNvSpPr txBox="1"/>
          <p:nvPr/>
        </p:nvSpPr>
        <p:spPr>
          <a:xfrm>
            <a:off x="711200" y="4660900"/>
            <a:ext cx="107696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 = argmax</a:t>
            </a:r>
            <a:r>
              <a:rPr kumimoji="1" lang="en-US" altLang="ja-JP" sz="1850" baseline="-16000">
                <a:solidFill>
                  <a:srgbClr val="21343B"/>
                </a:solidFill>
                <a:latin typeface="Meiryo" panose="020B0604030504040204" pitchFamily="50" charset="-128"/>
                <a:ea typeface="Meiryo" panose="020B0604030504040204" pitchFamily="50" charset="-128"/>
              </a:rPr>
              <a:t>p</a:t>
            </a:r>
            <a:r>
              <a:rPr kumimoji="1" lang="en-US" altLang="ja-JP" sz="2500">
                <a:solidFill>
                  <a:srgbClr val="21343B"/>
                </a:solidFill>
                <a:latin typeface="Meiryo" panose="020B0604030504040204" pitchFamily="50" charset="-128"/>
                <a:ea typeface="Meiryo" panose="020B0604030504040204" pitchFamily="50" charset="-128"/>
              </a:rPr>
              <a:t> [P(p−</a:t>
            </a:r>
            <a:r>
              <a:rPr kumimoji="1" lang="el-GR" altLang="ja-JP" sz="2500">
                <a:solidFill>
                  <a:srgbClr val="21343B"/>
                </a:solidFill>
                <a:latin typeface="Meiryo" panose="020B0604030504040204" pitchFamily="50" charset="-128"/>
                <a:ea typeface="Meiryo" panose="020B0604030504040204" pitchFamily="50" charset="-128"/>
              </a:rPr>
              <a:t>δ</a:t>
            </a:r>
            <a:r>
              <a:rPr kumimoji="1" lang="en-US" altLang="ja-JP" sz="2500">
                <a:solidFill>
                  <a:srgbClr val="21343B"/>
                </a:solidFill>
                <a:latin typeface="Meiryo" panose="020B0604030504040204" pitchFamily="50" charset="-128"/>
                <a:ea typeface="Meiryo" panose="020B0604030504040204" pitchFamily="50" charset="-128"/>
              </a:rPr>
              <a:t>p) − P(p)]</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p</a:t>
            </a:r>
            <a:r>
              <a:rPr kumimoji="1" lang="en-US" altLang="ja-JP" sz="1850" baseline="-16000">
                <a:solidFill>
                  <a:srgbClr val="21343B"/>
                </a:solidFill>
                <a:latin typeface="Meiryo" panose="020B0604030504040204" pitchFamily="50" charset="-128"/>
                <a:ea typeface="Meiryo" panose="020B0604030504040204" pitchFamily="50" charset="-128"/>
              </a:rPr>
              <a:t>mid</a:t>
            </a:r>
            <a:r>
              <a:rPr kumimoji="1" lang="en-US" altLang="ja-JP" sz="2500">
                <a:solidFill>
                  <a:srgbClr val="21343B"/>
                </a:solidFill>
                <a:latin typeface="Meiryo" panose="020B0604030504040204" pitchFamily="50" charset="-128"/>
                <a:ea typeface="Meiryo" panose="020B0604030504040204" pitchFamily="50" charset="-128"/>
              </a:rPr>
              <a:t> = (p</a:t>
            </a:r>
            <a:r>
              <a:rPr kumimoji="1" lang="ja-JP" altLang="en-US" sz="1850" baseline="-16000">
                <a:solidFill>
                  <a:srgbClr val="21343B"/>
                </a:solidFill>
                <a:latin typeface="Meiryo" panose="020B0604030504040204" pitchFamily="50" charset="-128"/>
                <a:ea typeface="Meiryo" panose="020B0604030504040204" pitchFamily="50" charset="-128"/>
              </a:rPr>
              <a:t>直前</a:t>
            </a:r>
            <a:r>
              <a:rPr kumimoji="1" lang="ja-JP" altLang="en-US" sz="2500">
                <a:solidFill>
                  <a:srgbClr val="21343B"/>
                </a:solidFill>
                <a:latin typeface="Meiryo" panose="020B0604030504040204" pitchFamily="50" charset="-128"/>
                <a:ea typeface="Meiryo" panose="020B0604030504040204" pitchFamily="50" charset="-128"/>
              </a:rPr>
              <a:t> </a:t>
            </a:r>
            <a:r>
              <a:rPr kumimoji="1" lang="en-US" altLang="ja-JP" sz="2500">
                <a:solidFill>
                  <a:srgbClr val="21343B"/>
                </a:solidFill>
                <a:latin typeface="Meiryo" panose="020B0604030504040204" pitchFamily="50" charset="-128"/>
                <a:ea typeface="Meiryo" panose="020B0604030504040204" pitchFamily="50" charset="-128"/>
              </a:rPr>
              <a:t>+ p</a:t>
            </a:r>
            <a:r>
              <a:rPr kumimoji="1" lang="ja-JP" altLang="en-US" sz="1850" baseline="-16000">
                <a:solidFill>
                  <a:srgbClr val="21343B"/>
                </a:solidFill>
                <a:latin typeface="Meiryo" panose="020B0604030504040204" pitchFamily="50" charset="-128"/>
                <a:ea typeface="Meiryo" panose="020B0604030504040204" pitchFamily="50" charset="-128"/>
              </a:rPr>
              <a:t>直後</a:t>
            </a:r>
            <a:r>
              <a:rPr kumimoji="1" lang="en-US" altLang="ja-JP" sz="2500">
                <a:solidFill>
                  <a:srgbClr val="21343B"/>
                </a:solidFill>
                <a:latin typeface="Meiryo" panose="020B0604030504040204" pitchFamily="50" charset="-128"/>
                <a:ea typeface="Meiryo" panose="020B0604030504040204" pitchFamily="50" charset="-128"/>
              </a:rPr>
              <a:t>)/2</a:t>
            </a:r>
            <a:r>
              <a:rPr kumimoji="1" lang="ja-JP" altLang="en-US" sz="2500">
                <a:solidFill>
                  <a:srgbClr val="21343B"/>
                </a:solidFill>
                <a:latin typeface="Meiryo" panose="020B0604030504040204" pitchFamily="50" charset="-128"/>
                <a:ea typeface="Meiryo" panose="020B0604030504040204" pitchFamily="50" charset="-128"/>
              </a:rPr>
              <a:t>（要求基準）</a:t>
            </a:r>
          </a:p>
        </p:txBody>
      </p:sp>
    </p:spTree>
    <p:extLst>
      <p:ext uri="{BB962C8B-B14F-4D97-AF65-F5344CB8AC3E}">
        <p14:creationId xmlns:p14="http://schemas.microsoft.com/office/powerpoint/2010/main" val="4020482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C64D3BC4-1AFC-10EF-BD65-3B07D65E5396}"/>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618E34A7-F58F-3648-3E85-D8D068BE42F3}"/>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B08</a:t>
            </a:r>
            <a:r>
              <a:rPr kumimoji="1" lang="ja-JP" altLang="en-US" sz="3100" b="1">
                <a:solidFill>
                  <a:srgbClr val="21343B"/>
                </a:solidFill>
                <a:latin typeface="Meiryo" panose="020B0604030504040204" pitchFamily="50" charset="-128"/>
                <a:ea typeface="Meiryo" panose="020B0604030504040204" pitchFamily="50" charset="-128"/>
              </a:rPr>
              <a:t>　図</a:t>
            </a:r>
            <a:r>
              <a:rPr kumimoji="1" lang="en-US" altLang="ja-JP" sz="3100" b="1">
                <a:solidFill>
                  <a:srgbClr val="21343B"/>
                </a:solidFill>
                <a:latin typeface="Meiryo" panose="020B0604030504040204" pitchFamily="50" charset="-128"/>
                <a:ea typeface="Meiryo" panose="020B0604030504040204" pitchFamily="50" charset="-128"/>
              </a:rPr>
              <a:t>5</a:t>
            </a:r>
            <a:r>
              <a:rPr kumimoji="1" lang="ja-JP" altLang="en-US" sz="3100" b="1">
                <a:solidFill>
                  <a:srgbClr val="21343B"/>
                </a:solidFill>
                <a:latin typeface="Meiryo" panose="020B0604030504040204" pitchFamily="50" charset="-128"/>
                <a:ea typeface="Meiryo" panose="020B0604030504040204" pitchFamily="50" charset="-128"/>
              </a:rPr>
              <a:t>の閾値と要求時間</a:t>
            </a:r>
          </a:p>
        </p:txBody>
      </p:sp>
      <p:cxnSp>
        <p:nvCxnSpPr>
          <p:cNvPr id="4" name="直線コネクタ 3">
            <a:extLst>
              <a:ext uri="{FF2B5EF4-FFF2-40B4-BE49-F238E27FC236}">
                <a16:creationId xmlns:a16="http://schemas.microsoft.com/office/drawing/2014/main" id="{7097CEE8-96D9-DF3E-6B7C-CF4AD5821EC0}"/>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6A0899AB-7DB6-67D0-DD77-3A81BF613CF6}"/>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本文 </a:t>
            </a:r>
            <a:r>
              <a:rPr kumimoji="1" lang="en-US" altLang="ja-JP" sz="950">
                <a:solidFill>
                  <a:srgbClr val="52676E"/>
                </a:solidFill>
                <a:latin typeface="Meiryo" panose="020B0604030504040204" pitchFamily="50" charset="-128"/>
                <a:ea typeface="Meiryo" panose="020B0604030504040204" pitchFamily="50" charset="-128"/>
              </a:rPr>
              <a:t>PDF4</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047402-4</a:t>
            </a:r>
            <a:r>
              <a:rPr kumimoji="1" lang="ja-JP" altLang="en-US" sz="950">
                <a:solidFill>
                  <a:srgbClr val="52676E"/>
                </a:solidFill>
                <a:latin typeface="Meiryo" panose="020B0604030504040204" pitchFamily="50" charset="-128"/>
                <a:ea typeface="Meiryo" panose="020B0604030504040204" pitchFamily="50" charset="-128"/>
              </a:rPr>
              <a:t>、図</a:t>
            </a:r>
            <a:r>
              <a:rPr kumimoji="1" lang="en-US" altLang="ja-JP" sz="950">
                <a:solidFill>
                  <a:srgbClr val="52676E"/>
                </a:solidFill>
                <a:latin typeface="Meiryo" panose="020B0604030504040204" pitchFamily="50" charset="-128"/>
                <a:ea typeface="Meiryo" panose="020B0604030504040204" pitchFamily="50" charset="-128"/>
              </a:rPr>
              <a:t>5</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3A6C27DB-CD99-6DA1-6B23-561FEFBD1BBA}"/>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33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8EE1437B-481D-B508-4D54-67D45A7D91E1}"/>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p₂,t₂</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P&gt;0.5</a:t>
            </a:r>
            <a:r>
              <a:rPr kumimoji="1" lang="ja-JP" altLang="en-US" sz="2200">
                <a:solidFill>
                  <a:srgbClr val="21343B"/>
                </a:solidFill>
                <a:latin typeface="Meiryo" panose="020B0604030504040204" pitchFamily="50" charset="-128"/>
                <a:ea typeface="Meiryo" panose="020B0604030504040204" pitchFamily="50" charset="-128"/>
              </a:rPr>
              <a:t>の最後の状態</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p₁,t₁</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P&gt;1/√N</a:t>
            </a:r>
            <a:r>
              <a:rPr kumimoji="1" lang="ja-JP" altLang="en-US" sz="2200">
                <a:solidFill>
                  <a:srgbClr val="21343B"/>
                </a:solidFill>
                <a:latin typeface="Meiryo" panose="020B0604030504040204" pitchFamily="50" charset="-128"/>
                <a:ea typeface="Meiryo" panose="020B0604030504040204" pitchFamily="50" charset="-128"/>
              </a:rPr>
              <a:t>の最後の状態</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要求時間</a:t>
            </a:r>
            <a:r>
              <a:rPr kumimoji="1" lang="en-US" altLang="ja-JP" sz="2200">
                <a:solidFill>
                  <a:srgbClr val="21343B"/>
                </a:solidFill>
                <a:latin typeface="Meiryo" panose="020B0604030504040204" pitchFamily="50" charset="-128"/>
                <a:ea typeface="Meiryo" panose="020B0604030504040204" pitchFamily="50" charset="-128"/>
              </a:rPr>
              <a:t>t</a:t>
            </a:r>
            <a:r>
              <a:rPr kumimoji="1" lang="ja-JP" altLang="en-US" sz="2200">
                <a:solidFill>
                  <a:srgbClr val="21343B"/>
                </a:solidFill>
                <a:latin typeface="Meiryo" panose="020B0604030504040204" pitchFamily="50" charset="-128"/>
                <a:ea typeface="Meiryo" panose="020B0604030504040204" pitchFamily="50" charset="-128"/>
              </a:rPr>
              <a:t>は、受理要求数でも削除辺数でもない</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幅縮小の評価と、正の極限ジャンプの問いを区別する</a:t>
            </a:r>
          </a:p>
        </p:txBody>
      </p:sp>
      <p:sp>
        <p:nvSpPr>
          <p:cNvPr id="8" name="正方形/長方形 7">
            <a:extLst>
              <a:ext uri="{FF2B5EF4-FFF2-40B4-BE49-F238E27FC236}">
                <a16:creationId xmlns:a16="http://schemas.microsoft.com/office/drawing/2014/main" id="{7FDF6563-0A2B-5238-4C8C-E4501D6A8905}"/>
              </a:ext>
            </a:extLst>
          </p:cNvPr>
          <p:cNvSpPr/>
          <p:nvPr/>
        </p:nvSpPr>
        <p:spPr>
          <a:xfrm>
            <a:off x="508000" y="4013200"/>
            <a:ext cx="11176000" cy="2032000"/>
          </a:xfrm>
          <a:prstGeom prst="rect">
            <a:avLst/>
          </a:prstGeom>
          <a:solidFill>
            <a:srgbClr val="EAF3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formula-8">
            <a:extLst>
              <a:ext uri="{FF2B5EF4-FFF2-40B4-BE49-F238E27FC236}">
                <a16:creationId xmlns:a16="http://schemas.microsoft.com/office/drawing/2014/main" id="{2A088600-61E3-35C0-8848-F1C9EAD5CE9B}"/>
              </a:ext>
            </a:extLst>
          </p:cNvPr>
          <p:cNvSpPr txBox="1"/>
          <p:nvPr/>
        </p:nvSpPr>
        <p:spPr>
          <a:xfrm>
            <a:off x="711200" y="4165600"/>
            <a:ext cx="10769600" cy="276999"/>
          </a:xfrm>
          <a:prstGeom prst="rect">
            <a:avLst/>
          </a:prstGeom>
          <a:noFill/>
        </p:spPr>
        <p:txBody>
          <a:bodyPr vert="horz" wrap="square" lIns="0" tIns="0" rIns="0" bIns="0" rtlCol="0">
            <a:noAutofit/>
          </a:bodyPr>
          <a:lstStyle/>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Δ</a:t>
            </a:r>
            <a:r>
              <a:rPr kumimoji="1" lang="en-US" altLang="ja-JP" sz="2500">
                <a:solidFill>
                  <a:srgbClr val="21343B"/>
                </a:solidFill>
                <a:latin typeface="Meiryo" panose="020B0604030504040204" pitchFamily="50" charset="-128"/>
                <a:ea typeface="Meiryo" panose="020B0604030504040204" pitchFamily="50" charset="-128"/>
              </a:rPr>
              <a:t>p = p₁−p₂ ∼ N</a:t>
            </a:r>
            <a:r>
              <a:rPr kumimoji="1" lang="en-US" altLang="ja-JP" sz="1850" baseline="30000">
                <a:solidFill>
                  <a:srgbClr val="21343B"/>
                </a:solidFill>
                <a:latin typeface="Meiryo" panose="020B0604030504040204" pitchFamily="50" charset="-128"/>
                <a:ea typeface="Meiryo" panose="020B0604030504040204" pitchFamily="50" charset="-128"/>
              </a:rPr>
              <a:t>−</a:t>
            </a:r>
            <a:r>
              <a:rPr kumimoji="1" lang="el-GR" altLang="ja-JP" sz="1850" baseline="30000">
                <a:solidFill>
                  <a:srgbClr val="21343B"/>
                </a:solidFill>
                <a:latin typeface="Meiryo" panose="020B0604030504040204" pitchFamily="50" charset="-128"/>
                <a:ea typeface="Meiryo" panose="020B0604030504040204" pitchFamily="50" charset="-128"/>
              </a:rPr>
              <a:t>α</a:t>
            </a:r>
          </a:p>
          <a:p>
            <a:pPr>
              <a:lnSpc>
                <a:spcPct val="112000"/>
              </a:lnSpc>
            </a:pPr>
            <a:r>
              <a:rPr kumimoji="1" lang="el-GR" altLang="ja-JP" sz="2500">
                <a:solidFill>
                  <a:srgbClr val="21343B"/>
                </a:solidFill>
                <a:latin typeface="Meiryo" panose="020B0604030504040204" pitchFamily="50" charset="-128"/>
                <a:ea typeface="Meiryo" panose="020B0604030504040204" pitchFamily="50" charset="-128"/>
              </a:rPr>
              <a:t>Δ</a:t>
            </a:r>
            <a:r>
              <a:rPr kumimoji="1" lang="en-US" altLang="ja-JP" sz="2500">
                <a:solidFill>
                  <a:srgbClr val="21343B"/>
                </a:solidFill>
                <a:latin typeface="Meiryo" panose="020B0604030504040204" pitchFamily="50" charset="-128"/>
                <a:ea typeface="Meiryo" panose="020B0604030504040204" pitchFamily="50" charset="-128"/>
              </a:rPr>
              <a:t>t̃ = (t₁−t₂)N</a:t>
            </a:r>
            <a:r>
              <a:rPr kumimoji="1" lang="en-US" altLang="ja-JP" sz="1850" baseline="30000">
                <a:solidFill>
                  <a:srgbClr val="21343B"/>
                </a:solidFill>
                <a:latin typeface="Meiryo" panose="020B0604030504040204" pitchFamily="50" charset="-128"/>
                <a:ea typeface="Meiryo" panose="020B0604030504040204" pitchFamily="50" charset="-128"/>
              </a:rPr>
              <a:t>−2</a:t>
            </a:r>
            <a:r>
              <a:rPr kumimoji="1" lang="en-US" altLang="ja-JP" sz="2500">
                <a:solidFill>
                  <a:srgbClr val="21343B"/>
                </a:solidFill>
                <a:latin typeface="Meiryo" panose="020B0604030504040204" pitchFamily="50" charset="-128"/>
                <a:ea typeface="Meiryo" panose="020B0604030504040204" pitchFamily="50" charset="-128"/>
              </a:rPr>
              <a:t> ∼ N</a:t>
            </a:r>
            <a:r>
              <a:rPr kumimoji="1" lang="en-US" altLang="ja-JP" sz="1850" baseline="30000">
                <a:solidFill>
                  <a:srgbClr val="21343B"/>
                </a:solidFill>
                <a:latin typeface="Meiryo" panose="020B0604030504040204" pitchFamily="50" charset="-128"/>
                <a:ea typeface="Meiryo" panose="020B0604030504040204" pitchFamily="50" charset="-128"/>
              </a:rPr>
              <a:t>−</a:t>
            </a:r>
            <a:r>
              <a:rPr kumimoji="1" lang="el-GR" altLang="ja-JP" sz="1850" baseline="30000">
                <a:solidFill>
                  <a:srgbClr val="21343B"/>
                </a:solidFill>
                <a:latin typeface="Meiryo" panose="020B0604030504040204" pitchFamily="50" charset="-128"/>
                <a:ea typeface="Meiryo" panose="020B0604030504040204" pitchFamily="50" charset="-128"/>
              </a:rPr>
              <a:t>α′</a:t>
            </a:r>
          </a:p>
          <a:p>
            <a:pPr>
              <a:lnSpc>
                <a:spcPct val="112000"/>
              </a:lnSpc>
            </a:pPr>
            <a:r>
              <a:rPr kumimoji="1" lang="en-US" altLang="ja-JP" sz="2500">
                <a:solidFill>
                  <a:srgbClr val="21343B"/>
                </a:solidFill>
                <a:latin typeface="Meiryo" panose="020B0604030504040204" pitchFamily="50" charset="-128"/>
                <a:ea typeface="Meiryo" panose="020B0604030504040204" pitchFamily="50" charset="-128"/>
              </a:rPr>
              <a:t>C=N</a:t>
            </a:r>
            <a:r>
              <a:rPr kumimoji="1" lang="ja-JP" altLang="en-US" sz="2500">
                <a:solidFill>
                  <a:srgbClr val="21343B"/>
                </a:solidFill>
                <a:latin typeface="Meiryo" panose="020B0604030504040204" pitchFamily="50" charset="-128"/>
                <a:ea typeface="Meiryo" panose="020B0604030504040204" pitchFamily="50" charset="-128"/>
              </a:rPr>
              <a:t>：</a:t>
            </a:r>
            <a:r>
              <a:rPr kumimoji="1" lang="el-GR" altLang="ja-JP" sz="2500">
                <a:solidFill>
                  <a:srgbClr val="21343B"/>
                </a:solidFill>
                <a:latin typeface="Meiryo" panose="020B0604030504040204" pitchFamily="50" charset="-128"/>
                <a:ea typeface="Meiryo" panose="020B0604030504040204" pitchFamily="50" charset="-128"/>
              </a:rPr>
              <a:t>α=0.13±0.01</a:t>
            </a:r>
            <a:r>
              <a:rPr kumimoji="1" lang="ja-JP" altLang="el-GR" sz="2500">
                <a:solidFill>
                  <a:srgbClr val="21343B"/>
                </a:solidFill>
                <a:latin typeface="Meiryo" panose="020B0604030504040204" pitchFamily="50" charset="-128"/>
                <a:ea typeface="Meiryo" panose="020B0604030504040204" pitchFamily="50" charset="-128"/>
              </a:rPr>
              <a:t>、</a:t>
            </a:r>
            <a:r>
              <a:rPr kumimoji="1" lang="el-GR" altLang="ja-JP" sz="2500">
                <a:solidFill>
                  <a:srgbClr val="21343B"/>
                </a:solidFill>
                <a:latin typeface="Meiryo" panose="020B0604030504040204" pitchFamily="50" charset="-128"/>
                <a:ea typeface="Meiryo" panose="020B0604030504040204" pitchFamily="50" charset="-128"/>
              </a:rPr>
              <a:t>α′=0.88±0.01</a:t>
            </a:r>
            <a:endParaRPr kumimoji="1" lang="ja-JP" altLang="en-US" sz="2500">
              <a:solidFill>
                <a:srgbClr val="21343B"/>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628685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6E1C1AF8-2D6B-100A-C48A-124ADB851FB6}"/>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967A96E3-4065-C58F-67CA-EFCDEFCEC6CA}"/>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B09</a:t>
            </a:r>
            <a:r>
              <a:rPr kumimoji="1" lang="ja-JP" altLang="en-US" sz="3100" b="1">
                <a:solidFill>
                  <a:srgbClr val="21343B"/>
                </a:solidFill>
                <a:latin typeface="Meiryo" panose="020B0604030504040204" pitchFamily="50" charset="-128"/>
                <a:ea typeface="Meiryo" panose="020B0604030504040204" pitchFamily="50" charset="-128"/>
              </a:rPr>
              <a:t>　同じ</a:t>
            </a:r>
            <a:r>
              <a:rPr kumimoji="1" lang="en-US" altLang="ja-JP" sz="3100" b="1">
                <a:solidFill>
                  <a:srgbClr val="21343B"/>
                </a:solidFill>
                <a:latin typeface="Meiryo" panose="020B0604030504040204" pitchFamily="50" charset="-128"/>
                <a:ea typeface="Meiryo" panose="020B0604030504040204" pitchFamily="50" charset="-128"/>
              </a:rPr>
              <a:t>L</a:t>
            </a:r>
            <a:r>
              <a:rPr kumimoji="1" lang="ja-JP" altLang="en-US" sz="3100" b="1">
                <a:solidFill>
                  <a:srgbClr val="21343B"/>
                </a:solidFill>
                <a:latin typeface="Meiryo" panose="020B0604030504040204" pitchFamily="50" charset="-128"/>
                <a:ea typeface="Meiryo" panose="020B0604030504040204" pitchFamily="50" charset="-128"/>
              </a:rPr>
              <a:t>での</a:t>
            </a:r>
            <a:r>
              <a:rPr kumimoji="1" lang="en-US" altLang="ja-JP" sz="3100" b="1">
                <a:solidFill>
                  <a:srgbClr val="21343B"/>
                </a:solidFill>
                <a:latin typeface="Meiryo" panose="020B0604030504040204" pitchFamily="50" charset="-128"/>
                <a:ea typeface="Meiryo" panose="020B0604030504040204" pitchFamily="50" charset="-128"/>
              </a:rPr>
              <a:t>S</a:t>
            </a:r>
            <a:r>
              <a:rPr kumimoji="1" lang="ja-JP" altLang="en-US" sz="3100" b="1">
                <a:solidFill>
                  <a:srgbClr val="21343B"/>
                </a:solidFill>
                <a:latin typeface="Meiryo" panose="020B0604030504040204" pitchFamily="50" charset="-128"/>
                <a:ea typeface="Meiryo" panose="020B0604030504040204" pitchFamily="50" charset="-128"/>
              </a:rPr>
              <a:t>比較と観測終端</a:t>
            </a:r>
          </a:p>
        </p:txBody>
      </p:sp>
      <p:cxnSp>
        <p:nvCxnSpPr>
          <p:cNvPr id="4" name="直線コネクタ 3">
            <a:extLst>
              <a:ext uri="{FF2B5EF4-FFF2-40B4-BE49-F238E27FC236}">
                <a16:creationId xmlns:a16="http://schemas.microsoft.com/office/drawing/2014/main" id="{0BEB397C-4E93-8464-661D-339ABC0341CD}"/>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C7816ECC-8B48-B8A9-C423-B027674704C8}"/>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2676E"/>
                </a:solidFill>
                <a:latin typeface="Meiryo" panose="020B0604030504040204" pitchFamily="50" charset="-128"/>
                <a:ea typeface="Meiryo" panose="020B0604030504040204" pitchFamily="50" charset="-128"/>
              </a:rPr>
              <a:t>既存図</a:t>
            </a:r>
            <a:r>
              <a:rPr kumimoji="1" lang="en-US" altLang="ja-JP" sz="950">
                <a:solidFill>
                  <a:srgbClr val="52676E"/>
                </a:solidFill>
                <a:latin typeface="Meiryo" panose="020B0604030504040204" pitchFamily="50" charset="-128"/>
                <a:ea typeface="Meiryo" panose="020B0604030504040204" pitchFamily="50" charset="-128"/>
              </a:rPr>
              <a:t>11</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ja_v2/data/curves.csv</a:t>
            </a:r>
            <a:r>
              <a:rPr kumimoji="1" lang="ja-JP" altLang="en-US" sz="950">
                <a:solidFill>
                  <a:srgbClr val="52676E"/>
                </a:solidFill>
                <a:latin typeface="Meiryo" panose="020B0604030504040204" pitchFamily="50" charset="-128"/>
                <a:ea typeface="Meiryo" panose="020B0604030504040204" pitchFamily="50" charset="-128"/>
              </a:rPr>
              <a:t>・</a:t>
            </a:r>
            <a:r>
              <a:rPr kumimoji="1" lang="en-US" altLang="ja-JP" sz="950">
                <a:solidFill>
                  <a:srgbClr val="52676E"/>
                </a:solidFill>
                <a:latin typeface="Meiryo" panose="020B0604030504040204" pitchFamily="50" charset="-128"/>
                <a:ea typeface="Meiryo" panose="020B0604030504040204" pitchFamily="50" charset="-128"/>
              </a:rPr>
              <a:t>tail_guarantees.csv</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26F8CB87-C4FA-2F2F-D225-0298CE35503A}"/>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34 / 35</a:t>
            </a:r>
            <a:endParaRPr kumimoji="1" lang="ja-JP" altLang="en-US" sz="1000">
              <a:solidFill>
                <a:srgbClr val="52676E"/>
              </a:solidFill>
              <a:latin typeface="Meiryo" panose="020B0604030504040204" pitchFamily="50" charset="-128"/>
              <a:ea typeface="Meiryo" panose="020B0604030504040204" pitchFamily="50" charset="-128"/>
            </a:endParaRPr>
          </a:p>
        </p:txBody>
      </p:sp>
      <p:graphicFrame>
        <p:nvGraphicFramePr>
          <p:cNvPr id="7" name="editable-native-data-chart">
            <a:extLst>
              <a:ext uri="{FF2B5EF4-FFF2-40B4-BE49-F238E27FC236}">
                <a16:creationId xmlns:a16="http://schemas.microsoft.com/office/drawing/2014/main" id="{F7B14E4E-4AEB-BFC0-2C18-4B1346069775}"/>
              </a:ext>
            </a:extLst>
          </p:cNvPr>
          <p:cNvGraphicFramePr/>
          <p:nvPr>
            <p:extLst>
              <p:ext uri="{D42A27DB-BD31-4B8C-83A1-F6EECF244321}">
                <p14:modId xmlns:p14="http://schemas.microsoft.com/office/powerpoint/2010/main" val="1954016656"/>
              </p:ext>
            </p:extLst>
          </p:nvPr>
        </p:nvGraphicFramePr>
        <p:xfrm>
          <a:off x="508000" y="1765300"/>
          <a:ext cx="7874000" cy="4229100"/>
        </p:xfrm>
        <a:graphic>
          <a:graphicData uri="http://schemas.openxmlformats.org/drawingml/2006/chart">
            <c:chart xmlns:c="http://schemas.openxmlformats.org/drawingml/2006/chart" xmlns:r="http://schemas.openxmlformats.org/officeDocument/2006/relationships" r:id="rId3"/>
          </a:graphicData>
        </a:graphic>
      </p:graphicFrame>
      <p:sp>
        <p:nvSpPr>
          <p:cNvPr id="8" name="body-7">
            <a:extLst>
              <a:ext uri="{FF2B5EF4-FFF2-40B4-BE49-F238E27FC236}">
                <a16:creationId xmlns:a16="http://schemas.microsoft.com/office/drawing/2014/main" id="{020A9960-9D27-A986-4E7D-D17D901EBA0D}"/>
              </a:ext>
            </a:extLst>
          </p:cNvPr>
          <p:cNvSpPr txBox="1"/>
          <p:nvPr/>
        </p:nvSpPr>
        <p:spPr>
          <a:xfrm>
            <a:off x="8636000" y="1854200"/>
            <a:ext cx="30480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000">
                <a:solidFill>
                  <a:srgbClr val="21343B"/>
                </a:solidFill>
                <a:latin typeface="Meiryo" panose="020B0604030504040204" pitchFamily="50" charset="-128"/>
                <a:ea typeface="Meiryo" panose="020B0604030504040204" pitchFamily="50" charset="-128"/>
              </a:rPr>
              <a:t>L=128</a:t>
            </a:r>
            <a:r>
              <a:rPr kumimoji="1" lang="ja-JP" altLang="en-US" sz="2000">
                <a:solidFill>
                  <a:srgbClr val="21343B"/>
                </a:solidFill>
                <a:latin typeface="Meiryo" panose="020B0604030504040204" pitchFamily="50" charset="-128"/>
                <a:ea typeface="Meiryo" panose="020B0604030504040204" pitchFamily="50" charset="-128"/>
              </a:rPr>
              <a:t>でピーク高さを比較</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平均を表示。誤差は既存の補足資料に掲載</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全</a:t>
            </a:r>
            <a:r>
              <a:rPr kumimoji="1" lang="en-US" altLang="ja-JP" sz="2000">
                <a:solidFill>
                  <a:srgbClr val="21343B"/>
                </a:solidFill>
                <a:latin typeface="Meiryo" panose="020B0604030504040204" pitchFamily="50" charset="-128"/>
                <a:ea typeface="Meiryo" panose="020B0604030504040204" pitchFamily="50" charset="-128"/>
              </a:rPr>
              <a:t>run</a:t>
            </a:r>
            <a:r>
              <a:rPr kumimoji="1" lang="ja-JP" altLang="en-US" sz="2000">
                <a:solidFill>
                  <a:srgbClr val="21343B"/>
                </a:solidFill>
                <a:latin typeface="Meiryo" panose="020B0604030504040204" pitchFamily="50" charset="-128"/>
                <a:ea typeface="Meiryo" panose="020B0604030504040204" pitchFamily="50" charset="-128"/>
              </a:rPr>
              <a:t>共通範囲のみ。終端以降は補完しない</a:t>
            </a:r>
          </a:p>
          <a:p>
            <a:pPr>
              <a:lnSpc>
                <a:spcPct val="112000"/>
              </a:lnSpc>
              <a:spcAft>
                <a:spcPts val="1000"/>
              </a:spcAft>
            </a:pPr>
            <a:r>
              <a:rPr kumimoji="1" lang="ja-JP" altLang="en-US" sz="2000">
                <a:solidFill>
                  <a:srgbClr val="21343B"/>
                </a:solidFill>
                <a:latin typeface="Meiryo" panose="020B0604030504040204" pitchFamily="50" charset="-128"/>
                <a:ea typeface="Meiryo" panose="020B0604030504040204" pitchFamily="50" charset="-128"/>
              </a:rPr>
              <a:t>この</a:t>
            </a:r>
            <a:r>
              <a:rPr kumimoji="1" lang="en-US" altLang="ja-JP" sz="2000">
                <a:solidFill>
                  <a:srgbClr val="21343B"/>
                </a:solidFill>
                <a:latin typeface="Meiryo" panose="020B0604030504040204" pitchFamily="50" charset="-128"/>
                <a:ea typeface="Meiryo" panose="020B0604030504040204" pitchFamily="50" charset="-128"/>
              </a:rPr>
              <a:t>L</a:t>
            </a:r>
            <a:r>
              <a:rPr kumimoji="1" lang="ja-JP" altLang="en-US" sz="2000">
                <a:solidFill>
                  <a:srgbClr val="21343B"/>
                </a:solidFill>
                <a:latin typeface="Meiryo" panose="020B0604030504040204" pitchFamily="50" charset="-128"/>
                <a:ea typeface="Meiryo" panose="020B0604030504040204" pitchFamily="50" charset="-128"/>
              </a:rPr>
              <a:t>の</a:t>
            </a:r>
            <a:r>
              <a:rPr kumimoji="1" lang="en-US" altLang="ja-JP" sz="2000">
                <a:solidFill>
                  <a:srgbClr val="21343B"/>
                </a:solidFill>
                <a:latin typeface="Meiryo" panose="020B0604030504040204" pitchFamily="50" charset="-128"/>
                <a:ea typeface="Meiryo" panose="020B0604030504040204" pitchFamily="50" charset="-128"/>
              </a:rPr>
              <a:t>3</a:t>
            </a:r>
            <a:r>
              <a:rPr kumimoji="1" lang="ja-JP" altLang="en-US" sz="2000">
                <a:solidFill>
                  <a:srgbClr val="21343B"/>
                </a:solidFill>
                <a:latin typeface="Meiryo" panose="020B0604030504040204" pitchFamily="50" charset="-128"/>
                <a:ea typeface="Meiryo" panose="020B0604030504040204" pitchFamily="50" charset="-128"/>
              </a:rPr>
              <a:t>条件は終端上界で平均</a:t>
            </a:r>
            <a:r>
              <a:rPr kumimoji="1" lang="en-US" altLang="ja-JP" sz="2000">
                <a:solidFill>
                  <a:srgbClr val="21343B"/>
                </a:solidFill>
                <a:latin typeface="Meiryo" panose="020B0604030504040204" pitchFamily="50" charset="-128"/>
                <a:ea typeface="Meiryo" panose="020B0604030504040204" pitchFamily="50" charset="-128"/>
              </a:rPr>
              <a:t>S</a:t>
            </a:r>
            <a:r>
              <a:rPr kumimoji="1" lang="ja-JP" altLang="en-US" sz="2000">
                <a:solidFill>
                  <a:srgbClr val="21343B"/>
                </a:solidFill>
                <a:latin typeface="Meiryo" panose="020B0604030504040204" pitchFamily="50" charset="-128"/>
                <a:ea typeface="Meiryo" panose="020B0604030504040204" pitchFamily="50" charset="-128"/>
              </a:rPr>
              <a:t>ピークを保証</a:t>
            </a:r>
          </a:p>
        </p:txBody>
      </p:sp>
    </p:spTree>
    <p:extLst>
      <p:ext uri="{BB962C8B-B14F-4D97-AF65-F5344CB8AC3E}">
        <p14:creationId xmlns:p14="http://schemas.microsoft.com/office/powerpoint/2010/main" val="2455926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apter-1">
            <a:extLst>
              <a:ext uri="{FF2B5EF4-FFF2-40B4-BE49-F238E27FC236}">
                <a16:creationId xmlns:a16="http://schemas.microsoft.com/office/drawing/2014/main" id="{105F53AB-3886-23C5-C930-39FB9DDC65DB}"/>
              </a:ext>
            </a:extLst>
          </p:cNvPr>
          <p:cNvSpPr txBox="1"/>
          <p:nvPr/>
        </p:nvSpPr>
        <p:spPr>
          <a:xfrm>
            <a:off x="508000" y="254000"/>
            <a:ext cx="10668000" cy="276999"/>
          </a:xfrm>
          <a:prstGeom prst="rect">
            <a:avLst/>
          </a:prstGeom>
          <a:noFill/>
        </p:spPr>
        <p:txBody>
          <a:bodyPr vert="horz" wrap="square" lIns="0" tIns="0" rIns="0" bIns="0" rtlCol="0">
            <a:noAutofit/>
          </a:bodyPr>
          <a:lstStyle/>
          <a:p>
            <a:pPr>
              <a:lnSpc>
                <a:spcPct val="112000"/>
              </a:lnSpc>
            </a:pPr>
            <a:r>
              <a:rPr kumimoji="1" lang="ja-JP" altLang="en-US" sz="1150" b="1">
                <a:solidFill>
                  <a:srgbClr val="147D83"/>
                </a:solidFill>
                <a:latin typeface="Meiryo" panose="020B0604030504040204" pitchFamily="50" charset="-128"/>
                <a:ea typeface="Meiryo" panose="020B0604030504040204" pitchFamily="50" charset="-128"/>
              </a:rPr>
              <a:t>予備スライド</a:t>
            </a:r>
          </a:p>
        </p:txBody>
      </p:sp>
      <p:sp>
        <p:nvSpPr>
          <p:cNvPr id="3" name="title-2">
            <a:extLst>
              <a:ext uri="{FF2B5EF4-FFF2-40B4-BE49-F238E27FC236}">
                <a16:creationId xmlns:a16="http://schemas.microsoft.com/office/drawing/2014/main" id="{786CA117-7392-20FC-CBEB-B76FA1E45B85}"/>
              </a:ext>
            </a:extLst>
          </p:cNvPr>
          <p:cNvSpPr txBox="1"/>
          <p:nvPr/>
        </p:nvSpPr>
        <p:spPr>
          <a:xfrm>
            <a:off x="508000" y="673100"/>
            <a:ext cx="11176000" cy="276999"/>
          </a:xfrm>
          <a:prstGeom prst="rect">
            <a:avLst/>
          </a:prstGeom>
          <a:noFill/>
        </p:spPr>
        <p:txBody>
          <a:bodyPr vert="horz" wrap="square" lIns="0" tIns="0" rIns="0" bIns="0" rtlCol="0">
            <a:noAutofit/>
          </a:bodyPr>
          <a:lstStyle/>
          <a:p>
            <a:pPr>
              <a:lnSpc>
                <a:spcPct val="112000"/>
              </a:lnSpc>
            </a:pPr>
            <a:r>
              <a:rPr kumimoji="1" lang="en-US" altLang="ja-JP" sz="3100" b="1">
                <a:solidFill>
                  <a:srgbClr val="21343B"/>
                </a:solidFill>
                <a:latin typeface="Meiryo" panose="020B0604030504040204" pitchFamily="50" charset="-128"/>
                <a:ea typeface="Meiryo" panose="020B0604030504040204" pitchFamily="50" charset="-128"/>
              </a:rPr>
              <a:t>B10</a:t>
            </a:r>
            <a:r>
              <a:rPr kumimoji="1" lang="ja-JP" altLang="en-US" sz="3100" b="1">
                <a:solidFill>
                  <a:srgbClr val="21343B"/>
                </a:solidFill>
                <a:latin typeface="Meiryo" panose="020B0604030504040204" pitchFamily="50" charset="-128"/>
                <a:ea typeface="Meiryo" panose="020B0604030504040204" pitchFamily="50" charset="-128"/>
              </a:rPr>
              <a:t>　一次資料と未確認の文献</a:t>
            </a:r>
          </a:p>
        </p:txBody>
      </p:sp>
      <p:cxnSp>
        <p:nvCxnSpPr>
          <p:cNvPr id="4" name="直線コネクタ 3">
            <a:extLst>
              <a:ext uri="{FF2B5EF4-FFF2-40B4-BE49-F238E27FC236}">
                <a16:creationId xmlns:a16="http://schemas.microsoft.com/office/drawing/2014/main" id="{162CC063-8E65-46CA-7166-FF6C3C87070A}"/>
              </a:ext>
            </a:extLst>
          </p:cNvPr>
          <p:cNvCxnSpPr/>
          <p:nvPr/>
        </p:nvCxnSpPr>
        <p:spPr>
          <a:xfrm>
            <a:off x="508000" y="6197600"/>
            <a:ext cx="11176000" cy="0"/>
          </a:xfrm>
          <a:prstGeom prst="line">
            <a:avLst/>
          </a:prstGeom>
          <a:ln w="8890">
            <a:solidFill>
              <a:srgbClr val="D5E1E4"/>
            </a:solidFill>
          </a:ln>
        </p:spPr>
        <p:style>
          <a:lnRef idx="2">
            <a:schemeClr val="accent1"/>
          </a:lnRef>
          <a:fillRef idx="0">
            <a:schemeClr val="accent1"/>
          </a:fillRef>
          <a:effectRef idx="1">
            <a:schemeClr val="accent1"/>
          </a:effectRef>
          <a:fontRef idx="minor">
            <a:schemeClr val="tx1"/>
          </a:fontRef>
        </p:style>
      </p:cxnSp>
      <p:sp>
        <p:nvSpPr>
          <p:cNvPr id="5" name="source-4">
            <a:extLst>
              <a:ext uri="{FF2B5EF4-FFF2-40B4-BE49-F238E27FC236}">
                <a16:creationId xmlns:a16="http://schemas.microsoft.com/office/drawing/2014/main" id="{8FD1B018-1B2A-CF1B-1722-9F72EFD48CFF}"/>
              </a:ext>
            </a:extLst>
          </p:cNvPr>
          <p:cNvSpPr txBox="1"/>
          <p:nvPr/>
        </p:nvSpPr>
        <p:spPr>
          <a:xfrm>
            <a:off x="508000" y="63246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2676E"/>
                </a:solidFill>
                <a:latin typeface="Meiryo" panose="020B0604030504040204" pitchFamily="50" charset="-128"/>
                <a:ea typeface="Meiryo" panose="020B0604030504040204" pitchFamily="50" charset="-128"/>
              </a:rPr>
              <a:t>DOI: 10.1103/PhysRevLett.133.047402</a:t>
            </a:r>
            <a:r>
              <a:rPr kumimoji="1" lang="ja-JP" altLang="en-US" sz="950">
                <a:solidFill>
                  <a:srgbClr val="52676E"/>
                </a:solidFill>
                <a:latin typeface="Meiryo" panose="020B0604030504040204" pitchFamily="50" charset="-128"/>
                <a:ea typeface="Meiryo" panose="020B0604030504040204" pitchFamily="50" charset="-128"/>
              </a:rPr>
              <a:t>；資料対応は</a:t>
            </a:r>
            <a:r>
              <a:rPr kumimoji="1" lang="en-US" altLang="ja-JP" sz="950">
                <a:solidFill>
                  <a:srgbClr val="52676E"/>
                </a:solidFill>
                <a:latin typeface="Meiryo" panose="020B0604030504040204" pitchFamily="50" charset="-128"/>
                <a:ea typeface="Meiryo" panose="020B0604030504040204" pitchFamily="50" charset="-128"/>
              </a:rPr>
              <a:t>source_map.md</a:t>
            </a:r>
            <a:endParaRPr kumimoji="1" lang="ja-JP" altLang="en-US" sz="950">
              <a:solidFill>
                <a:srgbClr val="52676E"/>
              </a:solidFill>
              <a:latin typeface="Meiryo" panose="020B0604030504040204" pitchFamily="50" charset="-128"/>
              <a:ea typeface="Meiryo" panose="020B0604030504040204" pitchFamily="50" charset="-128"/>
            </a:endParaRPr>
          </a:p>
        </p:txBody>
      </p:sp>
      <p:sp>
        <p:nvSpPr>
          <p:cNvPr id="6" name="page-5">
            <a:extLst>
              <a:ext uri="{FF2B5EF4-FFF2-40B4-BE49-F238E27FC236}">
                <a16:creationId xmlns:a16="http://schemas.microsoft.com/office/drawing/2014/main" id="{2C6E0BB5-00CA-DCE4-789B-80E86FCB9994}"/>
              </a:ext>
            </a:extLst>
          </p:cNvPr>
          <p:cNvSpPr txBox="1"/>
          <p:nvPr/>
        </p:nvSpPr>
        <p:spPr>
          <a:xfrm>
            <a:off x="10972800" y="6362700"/>
            <a:ext cx="7112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2676E"/>
                </a:solidFill>
                <a:latin typeface="Meiryo" panose="020B0604030504040204" pitchFamily="50" charset="-128"/>
                <a:ea typeface="Meiryo" panose="020B0604030504040204" pitchFamily="50" charset="-128"/>
              </a:rPr>
              <a:t>35 / 35</a:t>
            </a:r>
            <a:endParaRPr kumimoji="1" lang="ja-JP" altLang="en-US" sz="1000">
              <a:solidFill>
                <a:srgbClr val="52676E"/>
              </a:solidFill>
              <a:latin typeface="Meiryo" panose="020B0604030504040204" pitchFamily="50" charset="-128"/>
              <a:ea typeface="Meiryo" panose="020B0604030504040204" pitchFamily="50" charset="-128"/>
            </a:endParaRPr>
          </a:p>
        </p:txBody>
      </p:sp>
      <p:sp>
        <p:nvSpPr>
          <p:cNvPr id="7" name="body-6">
            <a:extLst>
              <a:ext uri="{FF2B5EF4-FFF2-40B4-BE49-F238E27FC236}">
                <a16:creationId xmlns:a16="http://schemas.microsoft.com/office/drawing/2014/main" id="{57A344F4-A2B6-1CEC-39E0-F7C653BEA259}"/>
              </a:ext>
            </a:extLst>
          </p:cNvPr>
          <p:cNvSpPr txBox="1"/>
          <p:nvPr/>
        </p:nvSpPr>
        <p:spPr>
          <a:xfrm>
            <a:off x="596900" y="1765300"/>
            <a:ext cx="10985500" cy="276999"/>
          </a:xfrm>
          <a:prstGeom prst="rect">
            <a:avLst/>
          </a:prstGeom>
          <a:noFill/>
        </p:spPr>
        <p:txBody>
          <a:bodyPr vert="horz" wrap="square" lIns="0" tIns="0" rIns="0" bIns="0" rtlCol="0">
            <a:noAutofit/>
          </a:bodyPr>
          <a:lstStyle/>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Kim &amp; Radicchi (2024), PRL 133, 047402</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Supplemental Material</a:t>
            </a:r>
            <a:r>
              <a:rPr kumimoji="1" lang="ja-JP" altLang="en-US" sz="2200">
                <a:solidFill>
                  <a:srgbClr val="21343B"/>
                </a:solidFill>
                <a:latin typeface="Meiryo" panose="020B0604030504040204" pitchFamily="50" charset="-128"/>
                <a:ea typeface="Meiryo" panose="020B0604030504040204" pitchFamily="50" charset="-128"/>
              </a:rPr>
              <a:t>：定義・回帰・</a:t>
            </a:r>
            <a:r>
              <a:rPr kumimoji="1" lang="en-US" altLang="ja-JP" sz="2200">
                <a:solidFill>
                  <a:srgbClr val="21343B"/>
                </a:solidFill>
                <a:latin typeface="Meiryo" panose="020B0604030504040204" pitchFamily="50" charset="-128"/>
                <a:ea typeface="Meiryo" panose="020B0604030504040204" pitchFamily="50" charset="-128"/>
              </a:rPr>
              <a:t>ensemble</a:t>
            </a:r>
            <a:r>
              <a:rPr kumimoji="1" lang="ja-JP" altLang="en-US" sz="2200">
                <a:solidFill>
                  <a:srgbClr val="21343B"/>
                </a:solidFill>
                <a:latin typeface="Meiryo" panose="020B0604030504040204" pitchFamily="50" charset="-128"/>
                <a:ea typeface="Meiryo" panose="020B0604030504040204" pitchFamily="50" charset="-128"/>
              </a:rPr>
              <a:t>・実装</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教科書</a:t>
            </a:r>
            <a:r>
              <a:rPr kumimoji="1" lang="en-US" altLang="ja-JP" sz="2200">
                <a:solidFill>
                  <a:srgbClr val="21343B"/>
                </a:solidFill>
                <a:latin typeface="Meiryo" panose="020B0604030504040204" pitchFamily="50" charset="-128"/>
                <a:ea typeface="Meiryo" panose="020B0604030504040204" pitchFamily="50" charset="-128"/>
              </a:rPr>
              <a:t>『</a:t>
            </a:r>
            <a:r>
              <a:rPr kumimoji="1" lang="ja-JP" altLang="en-US" sz="2200">
                <a:solidFill>
                  <a:srgbClr val="21343B"/>
                </a:solidFill>
                <a:latin typeface="Meiryo" panose="020B0604030504040204" pitchFamily="50" charset="-128"/>
                <a:ea typeface="Meiryo" panose="020B0604030504040204" pitchFamily="50" charset="-128"/>
              </a:rPr>
              <a:t>複雑ネットワーク</a:t>
            </a:r>
            <a:r>
              <a:rPr kumimoji="1" lang="en-US" altLang="ja-JP" sz="2200">
                <a:solidFill>
                  <a:srgbClr val="21343B"/>
                </a:solidFill>
                <a:latin typeface="Meiryo" panose="020B0604030504040204" pitchFamily="50" charset="-128"/>
                <a:ea typeface="Meiryo" panose="020B0604030504040204" pitchFamily="50" charset="-128"/>
              </a:rPr>
              <a:t>』</a:t>
            </a:r>
            <a:r>
              <a:rPr kumimoji="1" lang="ja-JP" altLang="en-US" sz="2200">
                <a:solidFill>
                  <a:srgbClr val="21343B"/>
                </a:solidFill>
                <a:latin typeface="Meiryo" panose="020B0604030504040204" pitchFamily="50" charset="-128"/>
                <a:ea typeface="Meiryo" panose="020B0604030504040204" pitchFamily="50" charset="-128"/>
              </a:rPr>
              <a:t>第</a:t>
            </a:r>
            <a:r>
              <a:rPr kumimoji="1" lang="en-US" altLang="ja-JP" sz="2200">
                <a:solidFill>
                  <a:srgbClr val="21343B"/>
                </a:solidFill>
                <a:latin typeface="Meiryo" panose="020B0604030504040204" pitchFamily="50" charset="-128"/>
                <a:ea typeface="Meiryo" panose="020B0604030504040204" pitchFamily="50" charset="-128"/>
              </a:rPr>
              <a:t>8</a:t>
            </a:r>
            <a:r>
              <a:rPr kumimoji="1" lang="ja-JP" altLang="en-US" sz="2200">
                <a:solidFill>
                  <a:srgbClr val="21343B"/>
                </a:solidFill>
                <a:latin typeface="Meiryo" panose="020B0604030504040204" pitchFamily="50" charset="-128"/>
                <a:ea typeface="Meiryo" panose="020B0604030504040204" pitchFamily="50" charset="-128"/>
              </a:rPr>
              <a:t>章（印刷</a:t>
            </a:r>
            <a:r>
              <a:rPr kumimoji="1" lang="en-US" altLang="ja-JP" sz="2200">
                <a:solidFill>
                  <a:srgbClr val="21343B"/>
                </a:solidFill>
                <a:latin typeface="Meiryo" panose="020B0604030504040204" pitchFamily="50" charset="-128"/>
                <a:ea typeface="Meiryo" panose="020B0604030504040204" pitchFamily="50" charset="-128"/>
              </a:rPr>
              <a:t>149–192</a:t>
            </a:r>
            <a:r>
              <a:rPr kumimoji="1" lang="ja-JP" altLang="en-US" sz="2200">
                <a:solidFill>
                  <a:srgbClr val="21343B"/>
                </a:solidFill>
                <a:latin typeface="Meiryo" panose="020B0604030504040204" pitchFamily="50" charset="-128"/>
                <a:ea typeface="Meiryo" panose="020B0604030504040204" pitchFamily="50" charset="-128"/>
              </a:rPr>
              <a:t>）</a:t>
            </a:r>
          </a:p>
          <a:p>
            <a:pPr>
              <a:lnSpc>
                <a:spcPct val="112000"/>
              </a:lnSpc>
              <a:spcAft>
                <a:spcPts val="1000"/>
              </a:spcAft>
            </a:pPr>
            <a:r>
              <a:rPr kumimoji="1" lang="ja-JP" altLang="en-US" sz="2200">
                <a:solidFill>
                  <a:srgbClr val="21343B"/>
                </a:solidFill>
                <a:latin typeface="Meiryo" panose="020B0604030504040204" pitchFamily="50" charset="-128"/>
                <a:ea typeface="Meiryo" panose="020B0604030504040204" pitchFamily="50" charset="-128"/>
              </a:rPr>
              <a:t>講義</a:t>
            </a:r>
            <a:r>
              <a:rPr kumimoji="1" lang="en-US" altLang="ja-JP" sz="2200">
                <a:solidFill>
                  <a:srgbClr val="21343B"/>
                </a:solidFill>
                <a:latin typeface="Meiryo" panose="020B0604030504040204" pitchFamily="50" charset="-128"/>
                <a:ea typeface="Meiryo" panose="020B0604030504040204" pitchFamily="50" charset="-128"/>
              </a:rPr>
              <a:t>3</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4</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7</a:t>
            </a:r>
            <a:r>
              <a:rPr kumimoji="1" lang="ja-JP" altLang="en-US" sz="2200">
                <a:solidFill>
                  <a:srgbClr val="21343B"/>
                </a:solidFill>
                <a:latin typeface="Meiryo" panose="020B0604030504040204" pitchFamily="50" charset="-128"/>
                <a:ea typeface="Meiryo" panose="020B0604030504040204" pitchFamily="50" charset="-128"/>
              </a:rPr>
              <a:t>・</a:t>
            </a:r>
            <a:r>
              <a:rPr kumimoji="1" lang="en-US" altLang="ja-JP" sz="2200">
                <a:solidFill>
                  <a:srgbClr val="21343B"/>
                </a:solidFill>
                <a:latin typeface="Meiryo" panose="020B0604030504040204" pitchFamily="50" charset="-128"/>
                <a:ea typeface="Meiryo" panose="020B0604030504040204" pitchFamily="50" charset="-128"/>
              </a:rPr>
              <a:t>9</a:t>
            </a:r>
            <a:r>
              <a:rPr kumimoji="1" lang="ja-JP" altLang="en-US" sz="2200">
                <a:solidFill>
                  <a:srgbClr val="21343B"/>
                </a:solidFill>
                <a:latin typeface="Meiryo" panose="020B0604030504040204" pitchFamily="50" charset="-128"/>
                <a:ea typeface="Meiryo" panose="020B0604030504040204" pitchFamily="50" charset="-128"/>
              </a:rPr>
              <a:t>：用語、連結性、</a:t>
            </a:r>
            <a:r>
              <a:rPr kumimoji="1" lang="en-US" altLang="ja-JP" sz="2200">
                <a:solidFill>
                  <a:srgbClr val="21343B"/>
                </a:solidFill>
                <a:latin typeface="Meiryo" panose="020B0604030504040204" pitchFamily="50" charset="-128"/>
                <a:ea typeface="Meiryo" panose="020B0604030504040204" pitchFamily="50" charset="-128"/>
              </a:rPr>
              <a:t>ER</a:t>
            </a:r>
            <a:r>
              <a:rPr kumimoji="1" lang="ja-JP" altLang="en-US" sz="2200">
                <a:solidFill>
                  <a:srgbClr val="21343B"/>
                </a:solidFill>
                <a:latin typeface="Meiryo" panose="020B0604030504040204" pitchFamily="50" charset="-128"/>
                <a:ea typeface="Meiryo" panose="020B0604030504040204" pitchFamily="50" charset="-128"/>
              </a:rPr>
              <a:t>、サイト／ボンド</a:t>
            </a:r>
          </a:p>
          <a:p>
            <a:pPr>
              <a:lnSpc>
                <a:spcPct val="112000"/>
              </a:lnSpc>
              <a:spcAft>
                <a:spcPts val="1000"/>
              </a:spcAft>
            </a:pPr>
            <a:r>
              <a:rPr kumimoji="1" lang="en-US" altLang="ja-JP" sz="2200">
                <a:solidFill>
                  <a:srgbClr val="21343B"/>
                </a:solidFill>
                <a:latin typeface="Meiryo" panose="020B0604030504040204" pitchFamily="50" charset="-128"/>
                <a:ea typeface="Meiryo" panose="020B0604030504040204" pitchFamily="50" charset="-128"/>
              </a:rPr>
              <a:t>2D</a:t>
            </a:r>
            <a:r>
              <a:rPr kumimoji="1" lang="ja-JP" altLang="en-US" sz="2200">
                <a:solidFill>
                  <a:srgbClr val="21343B"/>
                </a:solidFill>
                <a:latin typeface="Meiryo" panose="020B0604030504040204" pitchFamily="50" charset="-128"/>
                <a:ea typeface="Meiryo" panose="020B0604030504040204" pitchFamily="50" charset="-128"/>
              </a:rPr>
              <a:t>の別モデルでの不連続転移：該当論文は未特定</a:t>
            </a:r>
          </a:p>
        </p:txBody>
      </p:sp>
    </p:spTree>
    <p:extLst>
      <p:ext uri="{BB962C8B-B14F-4D97-AF65-F5344CB8AC3E}">
        <p14:creationId xmlns:p14="http://schemas.microsoft.com/office/powerpoint/2010/main" val="238940286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7832</Words>
  <Application>Microsoft Office PowerPoint</Application>
  <PresentationFormat>ユーザー設定</PresentationFormat>
  <Paragraphs>430</Paragraphs>
  <Slides>35</Slides>
  <Notes>35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35</vt:i4>
      </vt:variant>
    </vt:vector>
  </HeadingPairs>
  <TitlesOfParts>
    <vt:vector size="40" baseType="lpstr">
      <vt:lpstr>游ゴシック Light</vt:lpstr>
      <vt:lpstr>Meiryo</vt:lpstr>
      <vt:lpstr>Arial</vt:lpstr>
      <vt:lpstr>游ゴシック</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Raiki Yoshinari</dc:creator>
  <cp:lastModifiedBy>Raiki Yoshinari</cp:lastModifiedBy>
  <cp:revision>2</cp:revision>
  <dcterms:created xsi:type="dcterms:W3CDTF">2026-10-12T11:22:16Z</dcterms:created>
  <dcterms:modified xsi:type="dcterms:W3CDTF">2026-10-12T11:22:18Z</dcterms:modified>
</cp:coreProperties>
</file>